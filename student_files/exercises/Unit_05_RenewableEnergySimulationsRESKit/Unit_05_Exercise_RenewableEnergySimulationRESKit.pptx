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3"/>
  </p:notesMasterIdLst>
  <p:handoutMasterIdLst>
    <p:handoutMasterId r:id="rId54"/>
  </p:handoutMasterIdLst>
  <p:sldIdLst>
    <p:sldId id="2058" r:id="rId5"/>
    <p:sldId id="2059" r:id="rId6"/>
    <p:sldId id="2010" r:id="rId7"/>
    <p:sldId id="2011" r:id="rId8"/>
    <p:sldId id="2013" r:id="rId9"/>
    <p:sldId id="2014" r:id="rId10"/>
    <p:sldId id="2012" r:id="rId11"/>
    <p:sldId id="2028" r:id="rId12"/>
    <p:sldId id="2015" r:id="rId13"/>
    <p:sldId id="2016" r:id="rId14"/>
    <p:sldId id="2017" r:id="rId15"/>
    <p:sldId id="2022" r:id="rId16"/>
    <p:sldId id="2019" r:id="rId17"/>
    <p:sldId id="2026" r:id="rId18"/>
    <p:sldId id="2018" r:id="rId19"/>
    <p:sldId id="2021" r:id="rId20"/>
    <p:sldId id="2025" r:id="rId21"/>
    <p:sldId id="2023" r:id="rId22"/>
    <p:sldId id="2027" r:id="rId23"/>
    <p:sldId id="2024" r:id="rId24"/>
    <p:sldId id="2030" r:id="rId25"/>
    <p:sldId id="2029" r:id="rId26"/>
    <p:sldId id="2031" r:id="rId27"/>
    <p:sldId id="2032" r:id="rId28"/>
    <p:sldId id="2033" r:id="rId29"/>
    <p:sldId id="2037" r:id="rId30"/>
    <p:sldId id="2034" r:id="rId31"/>
    <p:sldId id="2035" r:id="rId32"/>
    <p:sldId id="2043" r:id="rId33"/>
    <p:sldId id="2036" r:id="rId34"/>
    <p:sldId id="2044" r:id="rId35"/>
    <p:sldId id="2039" r:id="rId36"/>
    <p:sldId id="2040" r:id="rId37"/>
    <p:sldId id="2042" r:id="rId38"/>
    <p:sldId id="2045" r:id="rId39"/>
    <p:sldId id="2046" r:id="rId40"/>
    <p:sldId id="2057" r:id="rId41"/>
    <p:sldId id="2047" r:id="rId42"/>
    <p:sldId id="2048" r:id="rId43"/>
    <p:sldId id="2009" r:id="rId44"/>
    <p:sldId id="2049" r:id="rId45"/>
    <p:sldId id="2050" r:id="rId46"/>
    <p:sldId id="2052" r:id="rId47"/>
    <p:sldId id="2051" r:id="rId48"/>
    <p:sldId id="2053" r:id="rId49"/>
    <p:sldId id="2055" r:id="rId50"/>
    <p:sldId id="2054" r:id="rId51"/>
    <p:sldId id="2056" r:id="rId5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48" userDrawn="1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in Beer" initials="RB" lastIdx="122" clrIdx="0">
    <p:extLst>
      <p:ext uri="{19B8F6BF-5375-455C-9EA6-DF929625EA0E}">
        <p15:presenceInfo xmlns:p15="http://schemas.microsoft.com/office/powerpoint/2012/main" userId="S-1-5-21-789336058-725345543-839522115-93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281CA"/>
    <a:srgbClr val="1395FB"/>
    <a:srgbClr val="FFFFFF"/>
    <a:srgbClr val="247F2C"/>
    <a:srgbClr val="7F7F7F"/>
    <a:srgbClr val="DA8032"/>
    <a:srgbClr val="DF0F44"/>
    <a:srgbClr val="283B5A"/>
    <a:srgbClr val="023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19C41-FE40-4294-8380-DEE04A754C0A}" v="1289" dt="2024-05-16T08:22:55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82933" autoAdjust="0"/>
  </p:normalViewPr>
  <p:slideViewPr>
    <p:cSldViewPr snapToGrid="0">
      <p:cViewPr varScale="1">
        <p:scale>
          <a:sx n="97" d="100"/>
          <a:sy n="97" d="100"/>
        </p:scale>
        <p:origin x="1886" y="77"/>
      </p:cViewPr>
      <p:guideLst>
        <p:guide orient="horz" pos="1026"/>
        <p:guide pos="248"/>
        <p:guide orient="horz" pos="799"/>
        <p:guide pos="26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zmann, David" userId="a3384bf1-db4c-4b25-b76b-4eb705669120" providerId="ADAL" clId="{9F119C41-FE40-4294-8380-DEE04A754C0A}"/>
    <pc:docChg chg="undo redo custSel addSld delSld modSld sldOrd">
      <pc:chgData name="Franzmann, David" userId="a3384bf1-db4c-4b25-b76b-4eb705669120" providerId="ADAL" clId="{9F119C41-FE40-4294-8380-DEE04A754C0A}" dt="2024-05-29T07:53:16.395" v="7999" actId="47"/>
      <pc:docMkLst>
        <pc:docMk/>
      </pc:docMkLst>
      <pc:sldChg chg="ord">
        <pc:chgData name="Franzmann, David" userId="a3384bf1-db4c-4b25-b76b-4eb705669120" providerId="ADAL" clId="{9F119C41-FE40-4294-8380-DEE04A754C0A}" dt="2024-05-13T14:55:32.700" v="7899"/>
        <pc:sldMkLst>
          <pc:docMk/>
          <pc:sldMk cId="3051363788" sldId="383"/>
        </pc:sldMkLst>
      </pc:sldChg>
      <pc:sldChg chg="del">
        <pc:chgData name="Franzmann, David" userId="a3384bf1-db4c-4b25-b76b-4eb705669120" providerId="ADAL" clId="{9F119C41-FE40-4294-8380-DEE04A754C0A}" dt="2024-05-29T07:53:16.395" v="7999" actId="47"/>
        <pc:sldMkLst>
          <pc:docMk/>
          <pc:sldMk cId="3217747318" sldId="473"/>
        </pc:sldMkLst>
      </pc:sldChg>
      <pc:sldChg chg="modSp add del mod">
        <pc:chgData name="Franzmann, David" userId="a3384bf1-db4c-4b25-b76b-4eb705669120" providerId="ADAL" clId="{9F119C41-FE40-4294-8380-DEE04A754C0A}" dt="2024-05-29T07:53:11.668" v="7998" actId="47"/>
        <pc:sldMkLst>
          <pc:docMk/>
          <pc:sldMk cId="3215109762" sldId="497"/>
        </pc:sldMkLst>
        <pc:spChg chg="mod">
          <ac:chgData name="Franzmann, David" userId="a3384bf1-db4c-4b25-b76b-4eb705669120" providerId="ADAL" clId="{9F119C41-FE40-4294-8380-DEE04A754C0A}" dt="2024-05-08T08:15:43.544" v="433" actId="20577"/>
          <ac:spMkLst>
            <pc:docMk/>
            <pc:sldMk cId="3215109762" sldId="497"/>
            <ac:spMk id="4" creationId="{83E0D442-5A2D-4B5C-B541-D25F7EB2CA31}"/>
          </ac:spMkLst>
        </pc:spChg>
        <pc:spChg chg="mod">
          <ac:chgData name="Franzmann, David" userId="a3384bf1-db4c-4b25-b76b-4eb705669120" providerId="ADAL" clId="{9F119C41-FE40-4294-8380-DEE04A754C0A}" dt="2024-05-08T08:14:27.290" v="369" actId="20577"/>
          <ac:spMkLst>
            <pc:docMk/>
            <pc:sldMk cId="3215109762" sldId="497"/>
            <ac:spMk id="5" creationId="{4188AD4B-5237-41FA-97FC-513ED46897D4}"/>
          </ac:spMkLst>
        </pc:spChg>
        <pc:spChg chg="mod">
          <ac:chgData name="Franzmann, David" userId="a3384bf1-db4c-4b25-b76b-4eb705669120" providerId="ADAL" clId="{9F119C41-FE40-4294-8380-DEE04A754C0A}" dt="2024-05-08T08:15:07.209" v="430" actId="20577"/>
          <ac:spMkLst>
            <pc:docMk/>
            <pc:sldMk cId="3215109762" sldId="497"/>
            <ac:spMk id="9" creationId="{D187ECF2-D84A-4D7C-A88D-025259E692AC}"/>
          </ac:spMkLst>
        </pc:spChg>
      </pc:sldChg>
      <pc:sldChg chg="del">
        <pc:chgData name="Franzmann, David" userId="a3384bf1-db4c-4b25-b76b-4eb705669120" providerId="ADAL" clId="{9F119C41-FE40-4294-8380-DEE04A754C0A}" dt="2024-05-29T07:53:16.395" v="7999" actId="47"/>
        <pc:sldMkLst>
          <pc:docMk/>
          <pc:sldMk cId="3435435162" sldId="596"/>
        </pc:sldMkLst>
      </pc:sldChg>
      <pc:sldChg chg="del">
        <pc:chgData name="Franzmann, David" userId="a3384bf1-db4c-4b25-b76b-4eb705669120" providerId="ADAL" clId="{9F119C41-FE40-4294-8380-DEE04A754C0A}" dt="2024-05-29T07:53:16.395" v="7999" actId="47"/>
        <pc:sldMkLst>
          <pc:docMk/>
          <pc:sldMk cId="3825474119" sldId="1943"/>
        </pc:sldMkLst>
      </pc:sldChg>
      <pc:sldChg chg="ord">
        <pc:chgData name="Franzmann, David" userId="a3384bf1-db4c-4b25-b76b-4eb705669120" providerId="ADAL" clId="{9F119C41-FE40-4294-8380-DEE04A754C0A}" dt="2024-05-13T14:20:27.066" v="7430"/>
        <pc:sldMkLst>
          <pc:docMk/>
          <pc:sldMk cId="172717939" sldId="2009"/>
        </pc:sldMkLst>
      </pc:sldChg>
      <pc:sldChg chg="addSp delSp modSp mod modClrScheme chgLayout">
        <pc:chgData name="Franzmann, David" userId="a3384bf1-db4c-4b25-b76b-4eb705669120" providerId="ADAL" clId="{9F119C41-FE40-4294-8380-DEE04A754C0A}" dt="2024-05-13T14:56:02.241" v="7930" actId="20577"/>
        <pc:sldMkLst>
          <pc:docMk/>
          <pc:sldMk cId="1890310893" sldId="2010"/>
        </pc:sldMkLst>
        <pc:spChg chg="mod ord">
          <ac:chgData name="Franzmann, David" userId="a3384bf1-db4c-4b25-b76b-4eb705669120" providerId="ADAL" clId="{9F119C41-FE40-4294-8380-DEE04A754C0A}" dt="2024-05-13T14:16:22.381" v="7310" actId="790"/>
          <ac:spMkLst>
            <pc:docMk/>
            <pc:sldMk cId="1890310893" sldId="2010"/>
            <ac:spMk id="2" creationId="{0141D3B4-991A-09AE-FF83-5D7D3909BB33}"/>
          </ac:spMkLst>
        </pc:spChg>
        <pc:spChg chg="del mod ord">
          <ac:chgData name="Franzmann, David" userId="a3384bf1-db4c-4b25-b76b-4eb705669120" providerId="ADAL" clId="{9F119C41-FE40-4294-8380-DEE04A754C0A}" dt="2024-05-08T08:02:19.127" v="0" actId="700"/>
          <ac:spMkLst>
            <pc:docMk/>
            <pc:sldMk cId="1890310893" sldId="2010"/>
            <ac:spMk id="3" creationId="{8595144A-F7DF-C3F4-721E-11C2E5F07F35}"/>
          </ac:spMkLst>
        </pc:spChg>
        <pc:spChg chg="add mod ord">
          <ac:chgData name="Franzmann, David" userId="a3384bf1-db4c-4b25-b76b-4eb705669120" providerId="ADAL" clId="{9F119C41-FE40-4294-8380-DEE04A754C0A}" dt="2024-05-13T14:16:22.381" v="7310" actId="790"/>
          <ac:spMkLst>
            <pc:docMk/>
            <pc:sldMk cId="1890310893" sldId="2010"/>
            <ac:spMk id="4" creationId="{314F8ADD-EFC6-9514-CAE1-1923A02BE9ED}"/>
          </ac:spMkLst>
        </pc:spChg>
        <pc:spChg chg="add mod ord">
          <ac:chgData name="Franzmann, David" userId="a3384bf1-db4c-4b25-b76b-4eb705669120" providerId="ADAL" clId="{9F119C41-FE40-4294-8380-DEE04A754C0A}" dt="2024-05-13T14:16:22.381" v="7310" actId="790"/>
          <ac:spMkLst>
            <pc:docMk/>
            <pc:sldMk cId="1890310893" sldId="2010"/>
            <ac:spMk id="5" creationId="{22CC6430-B0BD-BD56-7132-94423DE8EA93}"/>
          </ac:spMkLst>
        </pc:spChg>
        <pc:spChg chg="add mod ord">
          <ac:chgData name="Franzmann, David" userId="a3384bf1-db4c-4b25-b76b-4eb705669120" providerId="ADAL" clId="{9F119C41-FE40-4294-8380-DEE04A754C0A}" dt="2024-05-13T14:56:02.241" v="7930" actId="20577"/>
          <ac:spMkLst>
            <pc:docMk/>
            <pc:sldMk cId="1890310893" sldId="2010"/>
            <ac:spMk id="6" creationId="{B7E65ABD-7C33-D3C9-A9FE-7598064BDB80}"/>
          </ac:spMkLst>
        </pc:spChg>
      </pc:sldChg>
      <pc:sldChg chg="addSp delSp modSp new mod">
        <pc:chgData name="Franzmann, David" userId="a3384bf1-db4c-4b25-b76b-4eb705669120" providerId="ADAL" clId="{9F119C41-FE40-4294-8380-DEE04A754C0A}" dt="2024-05-08T12:53:56.828" v="2360" actId="27918"/>
        <pc:sldMkLst>
          <pc:docMk/>
          <pc:sldMk cId="2251770625" sldId="2011"/>
        </pc:sldMkLst>
        <pc:spChg chg="mod">
          <ac:chgData name="Franzmann, David" userId="a3384bf1-db4c-4b25-b76b-4eb705669120" providerId="ADAL" clId="{9F119C41-FE40-4294-8380-DEE04A754C0A}" dt="2024-05-08T08:57:37.798" v="740" actId="20577"/>
          <ac:spMkLst>
            <pc:docMk/>
            <pc:sldMk cId="2251770625" sldId="2011"/>
            <ac:spMk id="2" creationId="{97CAFED0-A21F-8354-662B-CD85B8F87F07}"/>
          </ac:spMkLst>
        </pc:spChg>
        <pc:spChg chg="del">
          <ac:chgData name="Franzmann, David" userId="a3384bf1-db4c-4b25-b76b-4eb705669120" providerId="ADAL" clId="{9F119C41-FE40-4294-8380-DEE04A754C0A}" dt="2024-05-08T08:55:05.384" v="598" actId="478"/>
          <ac:spMkLst>
            <pc:docMk/>
            <pc:sldMk cId="2251770625" sldId="2011"/>
            <ac:spMk id="5" creationId="{45C0D734-C86A-E8A9-1D10-A2754D05E23D}"/>
          </ac:spMkLst>
        </pc:spChg>
        <pc:spChg chg="add mod ord">
          <ac:chgData name="Franzmann, David" userId="a3384bf1-db4c-4b25-b76b-4eb705669120" providerId="ADAL" clId="{9F119C41-FE40-4294-8380-DEE04A754C0A}" dt="2024-05-08T08:57:16.879" v="685" actId="20577"/>
          <ac:spMkLst>
            <pc:docMk/>
            <pc:sldMk cId="2251770625" sldId="2011"/>
            <ac:spMk id="13" creationId="{7F484711-A5A9-3CDE-752C-7D38758C8402}"/>
          </ac:spMkLst>
        </pc:spChg>
        <pc:spChg chg="add mod ord">
          <ac:chgData name="Franzmann, David" userId="a3384bf1-db4c-4b25-b76b-4eb705669120" providerId="ADAL" clId="{9F119C41-FE40-4294-8380-DEE04A754C0A}" dt="2024-05-08T08:57:27.080" v="712" actId="20577"/>
          <ac:spMkLst>
            <pc:docMk/>
            <pc:sldMk cId="2251770625" sldId="2011"/>
            <ac:spMk id="14" creationId="{90022AEE-7D29-A153-7A41-0A57255B51F1}"/>
          </ac:spMkLst>
        </pc:spChg>
        <pc:spChg chg="add mod">
          <ac:chgData name="Franzmann, David" userId="a3384bf1-db4c-4b25-b76b-4eb705669120" providerId="ADAL" clId="{9F119C41-FE40-4294-8380-DEE04A754C0A}" dt="2024-05-08T08:57:12.697" v="675" actId="1076"/>
          <ac:spMkLst>
            <pc:docMk/>
            <pc:sldMk cId="2251770625" sldId="2011"/>
            <ac:spMk id="15" creationId="{0F96172E-0463-3621-C1A3-5C66FB85899D}"/>
          </ac:spMkLst>
        </pc:spChg>
        <pc:spChg chg="add mod">
          <ac:chgData name="Franzmann, David" userId="a3384bf1-db4c-4b25-b76b-4eb705669120" providerId="ADAL" clId="{9F119C41-FE40-4294-8380-DEE04A754C0A}" dt="2024-05-08T08:57:14.151" v="676" actId="1076"/>
          <ac:spMkLst>
            <pc:docMk/>
            <pc:sldMk cId="2251770625" sldId="2011"/>
            <ac:spMk id="16" creationId="{70D34D12-2FF6-86B1-3DE8-D0D61F0872B7}"/>
          </ac:spMkLst>
        </pc:spChg>
        <pc:graphicFrameChg chg="add del mod">
          <ac:chgData name="Franzmann, David" userId="a3384bf1-db4c-4b25-b76b-4eb705669120" providerId="ADAL" clId="{9F119C41-FE40-4294-8380-DEE04A754C0A}" dt="2024-05-08T08:58:02.065" v="742" actId="1076"/>
          <ac:graphicFrameMkLst>
            <pc:docMk/>
            <pc:sldMk cId="2251770625" sldId="2011"/>
            <ac:graphicFrameMk id="8" creationId="{D09986EE-C2FA-A979-C3CD-307B16D1BCE1}"/>
          </ac:graphicFrameMkLst>
        </pc:graphicFrameChg>
        <pc:graphicFrameChg chg="add del mod">
          <ac:chgData name="Franzmann, David" userId="a3384bf1-db4c-4b25-b76b-4eb705669120" providerId="ADAL" clId="{9F119C41-FE40-4294-8380-DEE04A754C0A}" dt="2024-05-08T08:50:49.245" v="457" actId="478"/>
          <ac:graphicFrameMkLst>
            <pc:docMk/>
            <pc:sldMk cId="2251770625" sldId="2011"/>
            <ac:graphicFrameMk id="9" creationId="{19A82421-298F-FEF1-1C76-D91079AFE7DF}"/>
          </ac:graphicFrameMkLst>
        </pc:graphicFrameChg>
        <pc:graphicFrameChg chg="add mod modGraphic">
          <ac:chgData name="Franzmann, David" userId="a3384bf1-db4c-4b25-b76b-4eb705669120" providerId="ADAL" clId="{9F119C41-FE40-4294-8380-DEE04A754C0A}" dt="2024-05-08T08:56:17.496" v="630" actId="14734"/>
          <ac:graphicFrameMkLst>
            <pc:docMk/>
            <pc:sldMk cId="2251770625" sldId="2011"/>
            <ac:graphicFrameMk id="10" creationId="{862D2E39-08A2-585D-047A-5AED5129405A}"/>
          </ac:graphicFrameMkLst>
        </pc:graphicFrameChg>
        <pc:graphicFrameChg chg="add mod">
          <ac:chgData name="Franzmann, David" userId="a3384bf1-db4c-4b25-b76b-4eb705669120" providerId="ADAL" clId="{9F119C41-FE40-4294-8380-DEE04A754C0A}" dt="2024-05-08T08:53:36.622" v="589"/>
          <ac:graphicFrameMkLst>
            <pc:docMk/>
            <pc:sldMk cId="2251770625" sldId="2011"/>
            <ac:graphicFrameMk id="11" creationId="{D09986EE-C2FA-A979-C3CD-307B16D1BCE1}"/>
          </ac:graphicFrameMkLst>
        </pc:graphicFrameChg>
        <pc:picChg chg="add mod">
          <ac:chgData name="Franzmann, David" userId="a3384bf1-db4c-4b25-b76b-4eb705669120" providerId="ADAL" clId="{9F119C41-FE40-4294-8380-DEE04A754C0A}" dt="2024-05-08T08:54:59.743" v="596" actId="1076"/>
          <ac:picMkLst>
            <pc:docMk/>
            <pc:sldMk cId="2251770625" sldId="2011"/>
            <ac:picMk id="6" creationId="{5F9B8773-6729-97EE-CBD7-077ADE9888B5}"/>
          </ac:picMkLst>
        </pc:picChg>
        <pc:picChg chg="add mod">
          <ac:chgData name="Franzmann, David" userId="a3384bf1-db4c-4b25-b76b-4eb705669120" providerId="ADAL" clId="{9F119C41-FE40-4294-8380-DEE04A754C0A}" dt="2024-05-08T08:55:00.272" v="597" actId="1076"/>
          <ac:picMkLst>
            <pc:docMk/>
            <pc:sldMk cId="2251770625" sldId="2011"/>
            <ac:picMk id="7" creationId="{6A74C33A-428E-E024-62ED-9FDF8DFB8924}"/>
          </ac:picMkLst>
        </pc:picChg>
        <pc:picChg chg="add">
          <ac:chgData name="Franzmann, David" userId="a3384bf1-db4c-4b25-b76b-4eb705669120" providerId="ADAL" clId="{9F119C41-FE40-4294-8380-DEE04A754C0A}" dt="2024-05-08T08:53:38.991" v="590"/>
          <ac:picMkLst>
            <pc:docMk/>
            <pc:sldMk cId="2251770625" sldId="2011"/>
            <ac:picMk id="12" creationId="{62E76D33-0475-2D31-8F2E-1565298AAFD6}"/>
          </ac:picMkLst>
        </pc:picChg>
      </pc:sldChg>
      <pc:sldChg chg="addSp modSp new mod">
        <pc:chgData name="Franzmann, David" userId="a3384bf1-db4c-4b25-b76b-4eb705669120" providerId="ADAL" clId="{9F119C41-FE40-4294-8380-DEE04A754C0A}" dt="2024-05-13T14:17:04.856" v="7314" actId="790"/>
        <pc:sldMkLst>
          <pc:docMk/>
          <pc:sldMk cId="2270992843" sldId="2012"/>
        </pc:sldMkLst>
        <pc:spChg chg="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2" creationId="{BC7555DE-FCB7-B3F3-9B63-D8D965F8467A}"/>
          </ac:spMkLst>
        </pc:spChg>
        <pc:spChg chg="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3" creationId="{FD311C98-6BE6-675F-7323-97AE1FCE73D2}"/>
          </ac:spMkLst>
        </pc:spChg>
        <pc:spChg chg="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4" creationId="{82CCF6BD-F338-2FB6-4B20-B16B420672F8}"/>
          </ac:spMkLst>
        </pc:spChg>
        <pc:spChg chg="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5" creationId="{31781F1F-EF62-AB5A-320D-850CEAFDBAE3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6" creationId="{9E6E0CE2-5236-B516-811F-9D9F5E4B2310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7" creationId="{67B04758-AAE2-C853-721F-AB5612F337AC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8" creationId="{1DC6020B-A472-F622-AF3D-E0DC747629A3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9" creationId="{71D2C268-873B-B686-EF95-648BAAEEDD66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10" creationId="{4E6E045F-3C5E-089B-4021-618821722A76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11" creationId="{429424D9-5EB6-9E50-1706-C9E76101654C}"/>
          </ac:spMkLst>
        </pc:spChg>
        <pc:spChg chg="add mod">
          <ac:chgData name="Franzmann, David" userId="a3384bf1-db4c-4b25-b76b-4eb705669120" providerId="ADAL" clId="{9F119C41-FE40-4294-8380-DEE04A754C0A}" dt="2024-05-13T14:17:04.856" v="7314" actId="790"/>
          <ac:spMkLst>
            <pc:docMk/>
            <pc:sldMk cId="2270992843" sldId="2012"/>
            <ac:spMk id="12" creationId="{DE3EC4EF-F78A-C4E1-9A71-01B29ACF42CE}"/>
          </ac:spMkLst>
        </pc:spChg>
      </pc:sldChg>
      <pc:sldChg chg="addSp delSp modSp new mod">
        <pc:chgData name="Franzmann, David" userId="a3384bf1-db4c-4b25-b76b-4eb705669120" providerId="ADAL" clId="{9F119C41-FE40-4294-8380-DEE04A754C0A}" dt="2024-05-13T14:16:53.378" v="7312" actId="790"/>
        <pc:sldMkLst>
          <pc:docMk/>
          <pc:sldMk cId="2500193454" sldId="2013"/>
        </pc:sldMkLst>
        <pc:spChg chg="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2" creationId="{28E03EBA-F373-B4EE-DB58-D1587EDC6C77}"/>
          </ac:spMkLst>
        </pc:spChg>
        <pc:spChg chg="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3" creationId="{22A157B9-054A-13CE-7B63-A3A4866B4A8A}"/>
          </ac:spMkLst>
        </pc:spChg>
        <pc:spChg chg="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4" creationId="{E441A446-8992-3B1C-9420-D88F2672A759}"/>
          </ac:spMkLst>
        </pc:spChg>
        <pc:spChg chg="del">
          <ac:chgData name="Franzmann, David" userId="a3384bf1-db4c-4b25-b76b-4eb705669120" providerId="ADAL" clId="{9F119C41-FE40-4294-8380-DEE04A754C0A}" dt="2024-05-08T12:06:50.320" v="1140" actId="478"/>
          <ac:spMkLst>
            <pc:docMk/>
            <pc:sldMk cId="2500193454" sldId="2013"/>
            <ac:spMk id="5" creationId="{628AF179-24EB-76C1-7F88-CAC865D8A893}"/>
          </ac:spMkLst>
        </pc:spChg>
        <pc:spChg chg="add 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11" creationId="{F46DFCFF-5773-F0D7-BA16-2A2DC13E45EC}"/>
          </ac:spMkLst>
        </pc:spChg>
        <pc:spChg chg="add 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12" creationId="{DFA68488-17F0-7CE7-C7AC-A840D3DBC04F}"/>
          </ac:spMkLst>
        </pc:spChg>
        <pc:spChg chg="add 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13" creationId="{6CA0A8BC-6750-3816-1A8A-DB1ED89799C9}"/>
          </ac:spMkLst>
        </pc:spChg>
        <pc:spChg chg="add mod">
          <ac:chgData name="Franzmann, David" userId="a3384bf1-db4c-4b25-b76b-4eb705669120" providerId="ADAL" clId="{9F119C41-FE40-4294-8380-DEE04A754C0A}" dt="2024-05-13T14:16:53.378" v="7312" actId="790"/>
          <ac:spMkLst>
            <pc:docMk/>
            <pc:sldMk cId="2500193454" sldId="2013"/>
            <ac:spMk id="14" creationId="{995BCB71-013C-5D4E-EB0C-953F7BDA7029}"/>
          </ac:spMkLst>
        </pc:spChg>
        <pc:picChg chg="add mod">
          <ac:chgData name="Franzmann, David" userId="a3384bf1-db4c-4b25-b76b-4eb705669120" providerId="ADAL" clId="{9F119C41-FE40-4294-8380-DEE04A754C0A}" dt="2024-05-08T12:06:07" v="1078" actId="1076"/>
          <ac:picMkLst>
            <pc:docMk/>
            <pc:sldMk cId="2500193454" sldId="2013"/>
            <ac:picMk id="6" creationId="{F53A3E15-4530-8C05-A271-1D77DADE5838}"/>
          </ac:picMkLst>
        </pc:picChg>
        <pc:picChg chg="add mod">
          <ac:chgData name="Franzmann, David" userId="a3384bf1-db4c-4b25-b76b-4eb705669120" providerId="ADAL" clId="{9F119C41-FE40-4294-8380-DEE04A754C0A}" dt="2024-05-08T12:05:58.161" v="1073" actId="1076"/>
          <ac:picMkLst>
            <pc:docMk/>
            <pc:sldMk cId="2500193454" sldId="2013"/>
            <ac:picMk id="7" creationId="{387CD5CA-B376-9581-ABB0-79E14C7C4E66}"/>
          </ac:picMkLst>
        </pc:picChg>
        <pc:picChg chg="add mod">
          <ac:chgData name="Franzmann, David" userId="a3384bf1-db4c-4b25-b76b-4eb705669120" providerId="ADAL" clId="{9F119C41-FE40-4294-8380-DEE04A754C0A}" dt="2024-05-08T12:06:52.656" v="1141" actId="1076"/>
          <ac:picMkLst>
            <pc:docMk/>
            <pc:sldMk cId="2500193454" sldId="2013"/>
            <ac:picMk id="9" creationId="{5932925B-5EB0-8284-C146-00A932881094}"/>
          </ac:picMkLst>
        </pc:picChg>
        <pc:picChg chg="add mod">
          <ac:chgData name="Franzmann, David" userId="a3384bf1-db4c-4b25-b76b-4eb705669120" providerId="ADAL" clId="{9F119C41-FE40-4294-8380-DEE04A754C0A}" dt="2024-05-08T12:06:09.343" v="1079" actId="1076"/>
          <ac:picMkLst>
            <pc:docMk/>
            <pc:sldMk cId="2500193454" sldId="2013"/>
            <ac:picMk id="10" creationId="{1A523DA7-2DB8-DBF0-E984-823CD3FA9005}"/>
          </ac:picMkLst>
        </pc:picChg>
      </pc:sldChg>
      <pc:sldChg chg="modSp new mod">
        <pc:chgData name="Franzmann, David" userId="a3384bf1-db4c-4b25-b76b-4eb705669120" providerId="ADAL" clId="{9F119C41-FE40-4294-8380-DEE04A754C0A}" dt="2024-05-13T14:16:58.642" v="7313" actId="790"/>
        <pc:sldMkLst>
          <pc:docMk/>
          <pc:sldMk cId="3148988940" sldId="2014"/>
        </pc:sldMkLst>
        <pc:spChg chg="mod">
          <ac:chgData name="Franzmann, David" userId="a3384bf1-db4c-4b25-b76b-4eb705669120" providerId="ADAL" clId="{9F119C41-FE40-4294-8380-DEE04A754C0A}" dt="2024-05-13T14:16:58.642" v="7313" actId="790"/>
          <ac:spMkLst>
            <pc:docMk/>
            <pc:sldMk cId="3148988940" sldId="2014"/>
            <ac:spMk id="2" creationId="{FE64EA9A-B73C-4157-F472-ECDC5750CC9B}"/>
          </ac:spMkLst>
        </pc:spChg>
        <pc:spChg chg="mod">
          <ac:chgData name="Franzmann, David" userId="a3384bf1-db4c-4b25-b76b-4eb705669120" providerId="ADAL" clId="{9F119C41-FE40-4294-8380-DEE04A754C0A}" dt="2024-05-13T14:16:58.642" v="7313" actId="790"/>
          <ac:spMkLst>
            <pc:docMk/>
            <pc:sldMk cId="3148988940" sldId="2014"/>
            <ac:spMk id="3" creationId="{D4CE99AC-D3BA-6C1A-AFE9-413E516B4596}"/>
          </ac:spMkLst>
        </pc:spChg>
        <pc:spChg chg="mod">
          <ac:chgData name="Franzmann, David" userId="a3384bf1-db4c-4b25-b76b-4eb705669120" providerId="ADAL" clId="{9F119C41-FE40-4294-8380-DEE04A754C0A}" dt="2024-05-13T14:16:58.642" v="7313" actId="790"/>
          <ac:spMkLst>
            <pc:docMk/>
            <pc:sldMk cId="3148988940" sldId="2014"/>
            <ac:spMk id="4" creationId="{ABF5678A-96D8-EB95-10DE-88F9E1DC853A}"/>
          </ac:spMkLst>
        </pc:spChg>
        <pc:spChg chg="mod">
          <ac:chgData name="Franzmann, David" userId="a3384bf1-db4c-4b25-b76b-4eb705669120" providerId="ADAL" clId="{9F119C41-FE40-4294-8380-DEE04A754C0A}" dt="2024-05-13T14:16:58.642" v="7313" actId="790"/>
          <ac:spMkLst>
            <pc:docMk/>
            <pc:sldMk cId="3148988940" sldId="2014"/>
            <ac:spMk id="5" creationId="{6282AAF4-35D7-A13A-BDE8-E6BD2F58C3D8}"/>
          </ac:spMkLst>
        </pc:spChg>
      </pc:sldChg>
      <pc:sldChg chg="addSp delSp modSp new mod">
        <pc:chgData name="Franzmann, David" userId="a3384bf1-db4c-4b25-b76b-4eb705669120" providerId="ADAL" clId="{9F119C41-FE40-4294-8380-DEE04A754C0A}" dt="2024-05-13T14:17:14.735" v="7316" actId="790"/>
        <pc:sldMkLst>
          <pc:docMk/>
          <pc:sldMk cId="1011621519" sldId="2015"/>
        </pc:sldMkLst>
        <pc:spChg chg="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2" creationId="{16F33AD9-483C-67FA-906C-7114AC01A859}"/>
          </ac:spMkLst>
        </pc:spChg>
        <pc:spChg chg="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3" creationId="{15205B1B-DA9C-9F06-21C8-705C8F4E7CAB}"/>
          </ac:spMkLst>
        </pc:spChg>
        <pc:spChg chg="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4" creationId="{FF24D3E1-11FE-47F1-7680-F6FCC7EE0B10}"/>
          </ac:spMkLst>
        </pc:spChg>
        <pc:spChg chg="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5" creationId="{6D373F27-B18D-4562-F7B4-EE30A149ED0F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6" creationId="{5DC2A204-9897-DAF4-D13C-66A5A6D8A7D2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7" creationId="{84EFDAC3-F364-6FE0-5F2A-B9A1C49F9080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8" creationId="{0A6D0DF1-5032-301D-137C-81C4525C6590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9" creationId="{23978959-E252-C4E9-CEDD-36BC5E9E8E67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12" creationId="{711D4405-31BB-4642-BEAC-54A08E12ED1D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13" creationId="{EF5EAAC6-2EE2-D2B8-8DA7-014C1041E6F9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14" creationId="{36524F4F-AA21-E0F1-896B-5DE386646A96}"/>
          </ac:spMkLst>
        </pc:spChg>
        <pc:spChg chg="add mod">
          <ac:chgData name="Franzmann, David" userId="a3384bf1-db4c-4b25-b76b-4eb705669120" providerId="ADAL" clId="{9F119C41-FE40-4294-8380-DEE04A754C0A}" dt="2024-05-13T14:17:14.735" v="7316" actId="790"/>
          <ac:spMkLst>
            <pc:docMk/>
            <pc:sldMk cId="1011621519" sldId="2015"/>
            <ac:spMk id="15" creationId="{87BD71A9-6BD2-B319-677A-AA8B77DA8205}"/>
          </ac:spMkLst>
        </pc:spChg>
        <pc:spChg chg="add del mod">
          <ac:chgData name="Franzmann, David" userId="a3384bf1-db4c-4b25-b76b-4eb705669120" providerId="ADAL" clId="{9F119C41-FE40-4294-8380-DEE04A754C0A}" dt="2024-05-08T12:35:06.924" v="1998" actId="478"/>
          <ac:spMkLst>
            <pc:docMk/>
            <pc:sldMk cId="1011621519" sldId="2015"/>
            <ac:spMk id="16" creationId="{48E4B966-4A4E-B5AE-1835-415530862777}"/>
          </ac:spMkLst>
        </pc:spChg>
        <pc:picChg chg="add mod">
          <ac:chgData name="Franzmann, David" userId="a3384bf1-db4c-4b25-b76b-4eb705669120" providerId="ADAL" clId="{9F119C41-FE40-4294-8380-DEE04A754C0A}" dt="2024-05-08T12:34:33.392" v="1985" actId="1076"/>
          <ac:picMkLst>
            <pc:docMk/>
            <pc:sldMk cId="1011621519" sldId="2015"/>
            <ac:picMk id="11" creationId="{7A47BCF0-E6A7-1D28-5AC9-C84117EF4BD2}"/>
          </ac:picMkLst>
        </pc:picChg>
      </pc:sldChg>
      <pc:sldChg chg="addSp modSp new mod">
        <pc:chgData name="Franzmann, David" userId="a3384bf1-db4c-4b25-b76b-4eb705669120" providerId="ADAL" clId="{9F119C41-FE40-4294-8380-DEE04A754C0A}" dt="2024-05-13T14:17:21.395" v="7317" actId="790"/>
        <pc:sldMkLst>
          <pc:docMk/>
          <pc:sldMk cId="2622497247" sldId="2016"/>
        </pc:sldMkLst>
        <pc:spChg chg="mod">
          <ac:chgData name="Franzmann, David" userId="a3384bf1-db4c-4b25-b76b-4eb705669120" providerId="ADAL" clId="{9F119C41-FE40-4294-8380-DEE04A754C0A}" dt="2024-05-13T14:17:21.395" v="7317" actId="790"/>
          <ac:spMkLst>
            <pc:docMk/>
            <pc:sldMk cId="2622497247" sldId="2016"/>
            <ac:spMk id="2" creationId="{51289AA0-C9F5-EEF9-5BCD-B8AD0687B047}"/>
          </ac:spMkLst>
        </pc:spChg>
        <pc:spChg chg="mod">
          <ac:chgData name="Franzmann, David" userId="a3384bf1-db4c-4b25-b76b-4eb705669120" providerId="ADAL" clId="{9F119C41-FE40-4294-8380-DEE04A754C0A}" dt="2024-05-13T14:17:21.395" v="7317" actId="790"/>
          <ac:spMkLst>
            <pc:docMk/>
            <pc:sldMk cId="2622497247" sldId="2016"/>
            <ac:spMk id="3" creationId="{FFD44639-92C7-6AF0-7CCD-F9AE664455C4}"/>
          </ac:spMkLst>
        </pc:spChg>
        <pc:spChg chg="mod">
          <ac:chgData name="Franzmann, David" userId="a3384bf1-db4c-4b25-b76b-4eb705669120" providerId="ADAL" clId="{9F119C41-FE40-4294-8380-DEE04A754C0A}" dt="2024-05-13T14:17:21.395" v="7317" actId="790"/>
          <ac:spMkLst>
            <pc:docMk/>
            <pc:sldMk cId="2622497247" sldId="2016"/>
            <ac:spMk id="4" creationId="{238BA136-80F7-3979-CACF-239C6BEA1914}"/>
          </ac:spMkLst>
        </pc:spChg>
        <pc:spChg chg="mod">
          <ac:chgData name="Franzmann, David" userId="a3384bf1-db4c-4b25-b76b-4eb705669120" providerId="ADAL" clId="{9F119C41-FE40-4294-8380-DEE04A754C0A}" dt="2024-05-13T14:17:21.395" v="7317" actId="790"/>
          <ac:spMkLst>
            <pc:docMk/>
            <pc:sldMk cId="2622497247" sldId="2016"/>
            <ac:spMk id="5" creationId="{21EACC65-8096-015A-8D31-C973A244A12D}"/>
          </ac:spMkLst>
        </pc:spChg>
        <pc:graphicFrameChg chg="add mod modGraphic">
          <ac:chgData name="Franzmann, David" userId="a3384bf1-db4c-4b25-b76b-4eb705669120" providerId="ADAL" clId="{9F119C41-FE40-4294-8380-DEE04A754C0A}" dt="2024-05-08T14:27:20.705" v="3269"/>
          <ac:graphicFrameMkLst>
            <pc:docMk/>
            <pc:sldMk cId="2622497247" sldId="2016"/>
            <ac:graphicFrameMk id="6" creationId="{C7765BFC-10CC-7E42-1655-7455F068FCB0}"/>
          </ac:graphicFrameMkLst>
        </pc:graphicFrameChg>
        <pc:picChg chg="add mod ord modCrop">
          <ac:chgData name="Franzmann, David" userId="a3384bf1-db4c-4b25-b76b-4eb705669120" providerId="ADAL" clId="{9F119C41-FE40-4294-8380-DEE04A754C0A}" dt="2024-05-08T12:53:42.799" v="2358" actId="1076"/>
          <ac:picMkLst>
            <pc:docMk/>
            <pc:sldMk cId="2622497247" sldId="2016"/>
            <ac:picMk id="8" creationId="{33E1FBAD-378E-8C0B-1FFE-34D59829B0F5}"/>
          </ac:picMkLst>
        </pc:picChg>
      </pc:sldChg>
      <pc:sldChg chg="addSp delSp modSp new mod">
        <pc:chgData name="Franzmann, David" userId="a3384bf1-db4c-4b25-b76b-4eb705669120" providerId="ADAL" clId="{9F119C41-FE40-4294-8380-DEE04A754C0A}" dt="2024-05-13T14:17:47.507" v="7319" actId="790"/>
        <pc:sldMkLst>
          <pc:docMk/>
          <pc:sldMk cId="1635251086" sldId="2017"/>
        </pc:sldMkLst>
        <pc:spChg chg="mod">
          <ac:chgData name="Franzmann, David" userId="a3384bf1-db4c-4b25-b76b-4eb705669120" providerId="ADAL" clId="{9F119C41-FE40-4294-8380-DEE04A754C0A}" dt="2024-05-13T14:17:34.205" v="7318" actId="790"/>
          <ac:spMkLst>
            <pc:docMk/>
            <pc:sldMk cId="1635251086" sldId="2017"/>
            <ac:spMk id="2" creationId="{B3C8D25B-A579-BD35-9924-1F14551C9EBE}"/>
          </ac:spMkLst>
        </pc:spChg>
        <pc:spChg chg="mod">
          <ac:chgData name="Franzmann, David" userId="a3384bf1-db4c-4b25-b76b-4eb705669120" providerId="ADAL" clId="{9F119C41-FE40-4294-8380-DEE04A754C0A}" dt="2024-05-13T14:17:34.205" v="7318" actId="790"/>
          <ac:spMkLst>
            <pc:docMk/>
            <pc:sldMk cId="1635251086" sldId="2017"/>
            <ac:spMk id="3" creationId="{EDE1E0AC-2C87-84EC-25E2-4BF5CF07EFAC}"/>
          </ac:spMkLst>
        </pc:spChg>
        <pc:spChg chg="mod">
          <ac:chgData name="Franzmann, David" userId="a3384bf1-db4c-4b25-b76b-4eb705669120" providerId="ADAL" clId="{9F119C41-FE40-4294-8380-DEE04A754C0A}" dt="2024-05-13T14:17:34.205" v="7318" actId="790"/>
          <ac:spMkLst>
            <pc:docMk/>
            <pc:sldMk cId="1635251086" sldId="2017"/>
            <ac:spMk id="4" creationId="{B33964A7-84E5-936D-DCC0-4E05EFA467BE}"/>
          </ac:spMkLst>
        </pc:spChg>
        <pc:spChg chg="mod">
          <ac:chgData name="Franzmann, David" userId="a3384bf1-db4c-4b25-b76b-4eb705669120" providerId="ADAL" clId="{9F119C41-FE40-4294-8380-DEE04A754C0A}" dt="2024-05-13T14:17:34.205" v="7318" actId="790"/>
          <ac:spMkLst>
            <pc:docMk/>
            <pc:sldMk cId="1635251086" sldId="2017"/>
            <ac:spMk id="5" creationId="{0A5034F5-02AA-6126-5F4E-932FE7F5A254}"/>
          </ac:spMkLst>
        </pc:spChg>
        <pc:graphicFrameChg chg="add del mod modGraphic">
          <ac:chgData name="Franzmann, David" userId="a3384bf1-db4c-4b25-b76b-4eb705669120" providerId="ADAL" clId="{9F119C41-FE40-4294-8380-DEE04A754C0A}" dt="2024-05-13T14:17:47.507" v="7319" actId="790"/>
          <ac:graphicFrameMkLst>
            <pc:docMk/>
            <pc:sldMk cId="1635251086" sldId="2017"/>
            <ac:graphicFrameMk id="6" creationId="{C0DDA22A-7B42-FE21-9EA1-421249E328CE}"/>
          </ac:graphicFrameMkLst>
        </pc:graphicFrameChg>
        <pc:graphicFrameChg chg="add mod">
          <ac:chgData name="Franzmann, David" userId="a3384bf1-db4c-4b25-b76b-4eb705669120" providerId="ADAL" clId="{9F119C41-FE40-4294-8380-DEE04A754C0A}" dt="2024-05-08T14:12:43.933" v="2944"/>
          <ac:graphicFrameMkLst>
            <pc:docMk/>
            <pc:sldMk cId="1635251086" sldId="2017"/>
            <ac:graphicFrameMk id="7" creationId="{BB1595B7-2F14-51F5-598F-65DDA40AFD5B}"/>
          </ac:graphicFrameMkLst>
        </pc:graphicFrameChg>
      </pc:sldChg>
      <pc:sldChg chg="addSp modSp new mod">
        <pc:chgData name="Franzmann, David" userId="a3384bf1-db4c-4b25-b76b-4eb705669120" providerId="ADAL" clId="{9F119C41-FE40-4294-8380-DEE04A754C0A}" dt="2024-05-13T11:19:19.128" v="5603" actId="20577"/>
        <pc:sldMkLst>
          <pc:docMk/>
          <pc:sldMk cId="1532637857" sldId="2018"/>
        </pc:sldMkLst>
        <pc:spChg chg="mod">
          <ac:chgData name="Franzmann, David" userId="a3384bf1-db4c-4b25-b76b-4eb705669120" providerId="ADAL" clId="{9F119C41-FE40-4294-8380-DEE04A754C0A}" dt="2024-05-13T11:19:19.128" v="5603" actId="20577"/>
          <ac:spMkLst>
            <pc:docMk/>
            <pc:sldMk cId="1532637857" sldId="2018"/>
            <ac:spMk id="2" creationId="{F28D04BF-C7E7-F80D-AF8A-EC715AEA18B6}"/>
          </ac:spMkLst>
        </pc:spChg>
        <pc:spChg chg="mod">
          <ac:chgData name="Franzmann, David" userId="a3384bf1-db4c-4b25-b76b-4eb705669120" providerId="ADAL" clId="{9F119C41-FE40-4294-8380-DEE04A754C0A}" dt="2024-05-08T13:29:28.111" v="2406" actId="20577"/>
          <ac:spMkLst>
            <pc:docMk/>
            <pc:sldMk cId="1532637857" sldId="2018"/>
            <ac:spMk id="4" creationId="{63246BD4-618C-40D3-43FF-E599DA19A359}"/>
          </ac:spMkLst>
        </pc:spChg>
        <pc:picChg chg="add mod">
          <ac:chgData name="Franzmann, David" userId="a3384bf1-db4c-4b25-b76b-4eb705669120" providerId="ADAL" clId="{9F119C41-FE40-4294-8380-DEE04A754C0A}" dt="2024-05-08T13:29:16.481" v="2389" actId="1076"/>
          <ac:picMkLst>
            <pc:docMk/>
            <pc:sldMk cId="1532637857" sldId="2018"/>
            <ac:picMk id="7" creationId="{7A07428B-4044-93F2-70B3-7AED566C7FD9}"/>
          </ac:picMkLst>
        </pc:picChg>
      </pc:sldChg>
      <pc:sldChg chg="modSp new mod">
        <pc:chgData name="Franzmann, David" userId="a3384bf1-db4c-4b25-b76b-4eb705669120" providerId="ADAL" clId="{9F119C41-FE40-4294-8380-DEE04A754C0A}" dt="2024-05-08T13:05:04.431" v="2383" actId="20577"/>
        <pc:sldMkLst>
          <pc:docMk/>
          <pc:sldMk cId="1795270147" sldId="2019"/>
        </pc:sldMkLst>
        <pc:spChg chg="mod">
          <ac:chgData name="Franzmann, David" userId="a3384bf1-db4c-4b25-b76b-4eb705669120" providerId="ADAL" clId="{9F119C41-FE40-4294-8380-DEE04A754C0A}" dt="2024-05-08T13:05:04.431" v="2383" actId="20577"/>
          <ac:spMkLst>
            <pc:docMk/>
            <pc:sldMk cId="1795270147" sldId="2019"/>
            <ac:spMk id="2" creationId="{3B91A6F6-E068-21EA-8D40-1BA64AA6111C}"/>
          </ac:spMkLst>
        </pc:spChg>
      </pc:sldChg>
      <pc:sldChg chg="add del">
        <pc:chgData name="Franzmann, David" userId="a3384bf1-db4c-4b25-b76b-4eb705669120" providerId="ADAL" clId="{9F119C41-FE40-4294-8380-DEE04A754C0A}" dt="2024-05-08T13:04:56.932" v="2380" actId="47"/>
        <pc:sldMkLst>
          <pc:docMk/>
          <pc:sldMk cId="3268109719" sldId="2019"/>
        </pc:sldMkLst>
      </pc:sldChg>
      <pc:sldChg chg="addSp delSp modSp new del mod">
        <pc:chgData name="Franzmann, David" userId="a3384bf1-db4c-4b25-b76b-4eb705669120" providerId="ADAL" clId="{9F119C41-FE40-4294-8380-DEE04A754C0A}" dt="2024-05-08T14:20:57.981" v="3135" actId="47"/>
        <pc:sldMkLst>
          <pc:docMk/>
          <pc:sldMk cId="226154365" sldId="2020"/>
        </pc:sldMkLst>
        <pc:spChg chg="mod">
          <ac:chgData name="Franzmann, David" userId="a3384bf1-db4c-4b25-b76b-4eb705669120" providerId="ADAL" clId="{9F119C41-FE40-4294-8380-DEE04A754C0A}" dt="2024-05-08T13:37:29.913" v="2444"/>
          <ac:spMkLst>
            <pc:docMk/>
            <pc:sldMk cId="226154365" sldId="2020"/>
            <ac:spMk id="4" creationId="{61F17748-6800-0D5A-EF27-5ADC6AE40754}"/>
          </ac:spMkLst>
        </pc:spChg>
        <pc:spChg chg="add mod">
          <ac:chgData name="Franzmann, David" userId="a3384bf1-db4c-4b25-b76b-4eb705669120" providerId="ADAL" clId="{9F119C41-FE40-4294-8380-DEE04A754C0A}" dt="2024-05-08T13:39:50.654" v="2496" actId="1076"/>
          <ac:spMkLst>
            <pc:docMk/>
            <pc:sldMk cId="226154365" sldId="2020"/>
            <ac:spMk id="8" creationId="{BF3166FA-43CA-EAAC-5D56-85B11C5D1536}"/>
          </ac:spMkLst>
        </pc:spChg>
        <pc:spChg chg="add mod">
          <ac:chgData name="Franzmann, David" userId="a3384bf1-db4c-4b25-b76b-4eb705669120" providerId="ADAL" clId="{9F119C41-FE40-4294-8380-DEE04A754C0A}" dt="2024-05-08T13:56:53.498" v="2562" actId="1076"/>
          <ac:spMkLst>
            <pc:docMk/>
            <pc:sldMk cId="226154365" sldId="2020"/>
            <ac:spMk id="9" creationId="{178D28BE-75A1-98F9-B814-B6FAD643ACEB}"/>
          </ac:spMkLst>
        </pc:spChg>
        <pc:spChg chg="add mod">
          <ac:chgData name="Franzmann, David" userId="a3384bf1-db4c-4b25-b76b-4eb705669120" providerId="ADAL" clId="{9F119C41-FE40-4294-8380-DEE04A754C0A}" dt="2024-05-08T13:57:19.691" v="2573" actId="1076"/>
          <ac:spMkLst>
            <pc:docMk/>
            <pc:sldMk cId="226154365" sldId="2020"/>
            <ac:spMk id="10" creationId="{88EC72CF-260F-C677-B998-1D6FA72F476C}"/>
          </ac:spMkLst>
        </pc:spChg>
        <pc:spChg chg="add del mod">
          <ac:chgData name="Franzmann, David" userId="a3384bf1-db4c-4b25-b76b-4eb705669120" providerId="ADAL" clId="{9F119C41-FE40-4294-8380-DEE04A754C0A}" dt="2024-05-08T13:57:10.557" v="2572" actId="478"/>
          <ac:spMkLst>
            <pc:docMk/>
            <pc:sldMk cId="226154365" sldId="2020"/>
            <ac:spMk id="11" creationId="{D6B494ED-3265-3CBD-D53B-164FDC3419B3}"/>
          </ac:spMkLst>
        </pc:spChg>
        <pc:spChg chg="add del mod">
          <ac:chgData name="Franzmann, David" userId="a3384bf1-db4c-4b25-b76b-4eb705669120" providerId="ADAL" clId="{9F119C41-FE40-4294-8380-DEE04A754C0A}" dt="2024-05-08T13:56:56.434" v="2564" actId="478"/>
          <ac:spMkLst>
            <pc:docMk/>
            <pc:sldMk cId="226154365" sldId="2020"/>
            <ac:spMk id="12" creationId="{665F45F8-07AE-60E1-7BCC-A8B802DDD362}"/>
          </ac:spMkLst>
        </pc:spChg>
        <pc:spChg chg="add del mod">
          <ac:chgData name="Franzmann, David" userId="a3384bf1-db4c-4b25-b76b-4eb705669120" providerId="ADAL" clId="{9F119C41-FE40-4294-8380-DEE04A754C0A}" dt="2024-05-08T13:57:08.710" v="2571" actId="478"/>
          <ac:spMkLst>
            <pc:docMk/>
            <pc:sldMk cId="226154365" sldId="2020"/>
            <ac:spMk id="13" creationId="{2EE0C4B3-103E-284B-F919-B8B42DD91353}"/>
          </ac:spMkLst>
        </pc:spChg>
        <pc:picChg chg="add mod">
          <ac:chgData name="Franzmann, David" userId="a3384bf1-db4c-4b25-b76b-4eb705669120" providerId="ADAL" clId="{9F119C41-FE40-4294-8380-DEE04A754C0A}" dt="2024-05-08T13:37:38.193" v="2446" actId="1076"/>
          <ac:picMkLst>
            <pc:docMk/>
            <pc:sldMk cId="226154365" sldId="2020"/>
            <ac:picMk id="7" creationId="{A51D2966-C1E6-27A8-4518-193DFAA32140}"/>
          </ac:picMkLst>
        </pc:picChg>
      </pc:sldChg>
      <pc:sldChg chg="addSp delSp modSp new mod">
        <pc:chgData name="Franzmann, David" userId="a3384bf1-db4c-4b25-b76b-4eb705669120" providerId="ADAL" clId="{9F119C41-FE40-4294-8380-DEE04A754C0A}" dt="2024-05-13T14:18:05.271" v="7322" actId="790"/>
        <pc:sldMkLst>
          <pc:docMk/>
          <pc:sldMk cId="1004719165" sldId="2021"/>
        </pc:sldMkLst>
        <pc:spChg chg="mod">
          <ac:chgData name="Franzmann, David" userId="a3384bf1-db4c-4b25-b76b-4eb705669120" providerId="ADAL" clId="{9F119C41-FE40-4294-8380-DEE04A754C0A}" dt="2024-05-13T14:18:05.271" v="7322" actId="790"/>
          <ac:spMkLst>
            <pc:docMk/>
            <pc:sldMk cId="1004719165" sldId="2021"/>
            <ac:spMk id="2" creationId="{D5D5AA95-65B6-13E6-840F-6471C99D7580}"/>
          </ac:spMkLst>
        </pc:spChg>
        <pc:spChg chg="mod">
          <ac:chgData name="Franzmann, David" userId="a3384bf1-db4c-4b25-b76b-4eb705669120" providerId="ADAL" clId="{9F119C41-FE40-4294-8380-DEE04A754C0A}" dt="2024-05-13T14:18:05.271" v="7322" actId="790"/>
          <ac:spMkLst>
            <pc:docMk/>
            <pc:sldMk cId="1004719165" sldId="2021"/>
            <ac:spMk id="3" creationId="{97872EB9-E87B-6476-8A0C-3A83053F3FB2}"/>
          </ac:spMkLst>
        </pc:spChg>
        <pc:spChg chg="mod">
          <ac:chgData name="Franzmann, David" userId="a3384bf1-db4c-4b25-b76b-4eb705669120" providerId="ADAL" clId="{9F119C41-FE40-4294-8380-DEE04A754C0A}" dt="2024-05-13T14:18:05.271" v="7322" actId="790"/>
          <ac:spMkLst>
            <pc:docMk/>
            <pc:sldMk cId="1004719165" sldId="2021"/>
            <ac:spMk id="4" creationId="{3503596E-AB7E-C703-7BE3-0911EF802CC8}"/>
          </ac:spMkLst>
        </pc:spChg>
        <pc:spChg chg="del">
          <ac:chgData name="Franzmann, David" userId="a3384bf1-db4c-4b25-b76b-4eb705669120" providerId="ADAL" clId="{9F119C41-FE40-4294-8380-DEE04A754C0A}" dt="2024-05-08T14:01:21.031" v="2587" actId="478"/>
          <ac:spMkLst>
            <pc:docMk/>
            <pc:sldMk cId="1004719165" sldId="2021"/>
            <ac:spMk id="5" creationId="{5068839D-F2A8-43B5-DF53-175B40606CF1}"/>
          </ac:spMkLst>
        </pc:spChg>
        <pc:spChg chg="add mod">
          <ac:chgData name="Franzmann, David" userId="a3384bf1-db4c-4b25-b76b-4eb705669120" providerId="ADAL" clId="{9F119C41-FE40-4294-8380-DEE04A754C0A}" dt="2024-05-13T14:18:05.271" v="7322" actId="790"/>
          <ac:spMkLst>
            <pc:docMk/>
            <pc:sldMk cId="1004719165" sldId="2021"/>
            <ac:spMk id="14" creationId="{9E5265A5-C661-D43E-BFF4-3C21389786BA}"/>
          </ac:spMkLst>
        </pc:spChg>
        <pc:spChg chg="add mod">
          <ac:chgData name="Franzmann, David" userId="a3384bf1-db4c-4b25-b76b-4eb705669120" providerId="ADAL" clId="{9F119C41-FE40-4294-8380-DEE04A754C0A}" dt="2024-05-13T14:18:05.271" v="7322" actId="790"/>
          <ac:spMkLst>
            <pc:docMk/>
            <pc:sldMk cId="1004719165" sldId="2021"/>
            <ac:spMk id="15" creationId="{B699CC48-CD44-4ECD-28BC-2503DA0EB064}"/>
          </ac:spMkLst>
        </pc:spChg>
        <pc:picChg chg="add del mod">
          <ac:chgData name="Franzmann, David" userId="a3384bf1-db4c-4b25-b76b-4eb705669120" providerId="ADAL" clId="{9F119C41-FE40-4294-8380-DEE04A754C0A}" dt="2024-05-08T13:59:09.382" v="2580" actId="478"/>
          <ac:picMkLst>
            <pc:docMk/>
            <pc:sldMk cId="1004719165" sldId="2021"/>
            <ac:picMk id="7" creationId="{B307EBC6-FAA6-4412-279C-087ECB017137}"/>
          </ac:picMkLst>
        </pc:picChg>
        <pc:picChg chg="add mod">
          <ac:chgData name="Franzmann, David" userId="a3384bf1-db4c-4b25-b76b-4eb705669120" providerId="ADAL" clId="{9F119C41-FE40-4294-8380-DEE04A754C0A}" dt="2024-05-08T14:02:52.220" v="2611" actId="1076"/>
          <ac:picMkLst>
            <pc:docMk/>
            <pc:sldMk cId="1004719165" sldId="2021"/>
            <ac:picMk id="9" creationId="{8B187679-0935-AF30-B04D-58021000F25A}"/>
          </ac:picMkLst>
        </pc:picChg>
        <pc:picChg chg="add del mod">
          <ac:chgData name="Franzmann, David" userId="a3384bf1-db4c-4b25-b76b-4eb705669120" providerId="ADAL" clId="{9F119C41-FE40-4294-8380-DEE04A754C0A}" dt="2024-05-08T14:01:52.711" v="2594" actId="478"/>
          <ac:picMkLst>
            <pc:docMk/>
            <pc:sldMk cId="1004719165" sldId="2021"/>
            <ac:picMk id="11" creationId="{C4A42C42-EAAE-A54B-B6C6-0600F47C36F8}"/>
          </ac:picMkLst>
        </pc:picChg>
        <pc:picChg chg="add mod">
          <ac:chgData name="Franzmann, David" userId="a3384bf1-db4c-4b25-b76b-4eb705669120" providerId="ADAL" clId="{9F119C41-FE40-4294-8380-DEE04A754C0A}" dt="2024-05-08T14:03:42.540" v="2613" actId="1076"/>
          <ac:picMkLst>
            <pc:docMk/>
            <pc:sldMk cId="1004719165" sldId="2021"/>
            <ac:picMk id="13" creationId="{7C0F631E-2B63-9D07-4004-5AA0CB3EA932}"/>
          </ac:picMkLst>
        </pc:picChg>
      </pc:sldChg>
      <pc:sldChg chg="addSp delSp modSp new del mod">
        <pc:chgData name="Franzmann, David" userId="a3384bf1-db4c-4b25-b76b-4eb705669120" providerId="ADAL" clId="{9F119C41-FE40-4294-8380-DEE04A754C0A}" dt="2024-05-08T13:54:17.575" v="2558" actId="47"/>
        <pc:sldMkLst>
          <pc:docMk/>
          <pc:sldMk cId="1374408906" sldId="2021"/>
        </pc:sldMkLst>
        <pc:picChg chg="add del mod">
          <ac:chgData name="Franzmann, David" userId="a3384bf1-db4c-4b25-b76b-4eb705669120" providerId="ADAL" clId="{9F119C41-FE40-4294-8380-DEE04A754C0A}" dt="2024-05-08T13:52:18.251" v="2520" actId="478"/>
          <ac:picMkLst>
            <pc:docMk/>
            <pc:sldMk cId="1374408906" sldId="2021"/>
            <ac:picMk id="7" creationId="{31F40CB1-87FE-C212-F908-3974D24115FF}"/>
          </ac:picMkLst>
        </pc:picChg>
        <pc:picChg chg="add del mod">
          <ac:chgData name="Franzmann, David" userId="a3384bf1-db4c-4b25-b76b-4eb705669120" providerId="ADAL" clId="{9F119C41-FE40-4294-8380-DEE04A754C0A}" dt="2024-05-08T13:52:24.511" v="2524" actId="478"/>
          <ac:picMkLst>
            <pc:docMk/>
            <pc:sldMk cId="1374408906" sldId="2021"/>
            <ac:picMk id="9" creationId="{BA0F3AF0-E8E4-AE04-6753-C552C225CAF4}"/>
          </ac:picMkLst>
        </pc:picChg>
        <pc:picChg chg="add mod">
          <ac:chgData name="Franzmann, David" userId="a3384bf1-db4c-4b25-b76b-4eb705669120" providerId="ADAL" clId="{9F119C41-FE40-4294-8380-DEE04A754C0A}" dt="2024-05-08T13:52:49.488" v="2527" actId="962"/>
          <ac:picMkLst>
            <pc:docMk/>
            <pc:sldMk cId="1374408906" sldId="2021"/>
            <ac:picMk id="11" creationId="{F5522EF5-5C9C-62D6-A455-7FDF76D4A4DF}"/>
          </ac:picMkLst>
        </pc:picChg>
        <pc:picChg chg="add mod">
          <ac:chgData name="Franzmann, David" userId="a3384bf1-db4c-4b25-b76b-4eb705669120" providerId="ADAL" clId="{9F119C41-FE40-4294-8380-DEE04A754C0A}" dt="2024-05-08T13:53:28.801" v="2536" actId="1076"/>
          <ac:picMkLst>
            <pc:docMk/>
            <pc:sldMk cId="1374408906" sldId="2021"/>
            <ac:picMk id="13" creationId="{208CE8B7-F36E-BDDB-3FAB-BCF1B8B05F16}"/>
          </ac:picMkLst>
        </pc:picChg>
        <pc:picChg chg="add mod">
          <ac:chgData name="Franzmann, David" userId="a3384bf1-db4c-4b25-b76b-4eb705669120" providerId="ADAL" clId="{9F119C41-FE40-4294-8380-DEE04A754C0A}" dt="2024-05-08T13:53:30.661" v="2538" actId="1076"/>
          <ac:picMkLst>
            <pc:docMk/>
            <pc:sldMk cId="1374408906" sldId="2021"/>
            <ac:picMk id="14" creationId="{01B42959-82D1-C019-E583-9A9DCAC5C55E}"/>
          </ac:picMkLst>
        </pc:picChg>
        <pc:picChg chg="add mod">
          <ac:chgData name="Franzmann, David" userId="a3384bf1-db4c-4b25-b76b-4eb705669120" providerId="ADAL" clId="{9F119C41-FE40-4294-8380-DEE04A754C0A}" dt="2024-05-08T13:53:32.315" v="2540" actId="1076"/>
          <ac:picMkLst>
            <pc:docMk/>
            <pc:sldMk cId="1374408906" sldId="2021"/>
            <ac:picMk id="15" creationId="{1BA1AE88-E608-727A-E557-23FBAAE12619}"/>
          </ac:picMkLst>
        </pc:picChg>
        <pc:picChg chg="add mod">
          <ac:chgData name="Franzmann, David" userId="a3384bf1-db4c-4b25-b76b-4eb705669120" providerId="ADAL" clId="{9F119C41-FE40-4294-8380-DEE04A754C0A}" dt="2024-05-08T13:53:33.946" v="2542" actId="1076"/>
          <ac:picMkLst>
            <pc:docMk/>
            <pc:sldMk cId="1374408906" sldId="2021"/>
            <ac:picMk id="16" creationId="{10D212ED-9C21-655C-0730-A1EB0FA8DF8A}"/>
          </ac:picMkLst>
        </pc:picChg>
        <pc:picChg chg="add mod">
          <ac:chgData name="Franzmann, David" userId="a3384bf1-db4c-4b25-b76b-4eb705669120" providerId="ADAL" clId="{9F119C41-FE40-4294-8380-DEE04A754C0A}" dt="2024-05-08T13:53:35.596" v="2544" actId="1076"/>
          <ac:picMkLst>
            <pc:docMk/>
            <pc:sldMk cId="1374408906" sldId="2021"/>
            <ac:picMk id="17" creationId="{315EC421-866C-CAE8-B396-C265C0DF31E9}"/>
          </ac:picMkLst>
        </pc:picChg>
        <pc:picChg chg="add mod">
          <ac:chgData name="Franzmann, David" userId="a3384bf1-db4c-4b25-b76b-4eb705669120" providerId="ADAL" clId="{9F119C41-FE40-4294-8380-DEE04A754C0A}" dt="2024-05-08T13:53:37.058" v="2546" actId="1076"/>
          <ac:picMkLst>
            <pc:docMk/>
            <pc:sldMk cId="1374408906" sldId="2021"/>
            <ac:picMk id="18" creationId="{ADFA1273-7CA8-5533-E5FF-B0171BB93CC5}"/>
          </ac:picMkLst>
        </pc:picChg>
        <pc:picChg chg="add mod">
          <ac:chgData name="Franzmann, David" userId="a3384bf1-db4c-4b25-b76b-4eb705669120" providerId="ADAL" clId="{9F119C41-FE40-4294-8380-DEE04A754C0A}" dt="2024-05-08T13:53:38.570" v="2548" actId="1076"/>
          <ac:picMkLst>
            <pc:docMk/>
            <pc:sldMk cId="1374408906" sldId="2021"/>
            <ac:picMk id="19" creationId="{64ECE806-226F-64C6-5180-1B949E4D3F37}"/>
          </ac:picMkLst>
        </pc:picChg>
        <pc:picChg chg="add mod">
          <ac:chgData name="Franzmann, David" userId="a3384bf1-db4c-4b25-b76b-4eb705669120" providerId="ADAL" clId="{9F119C41-FE40-4294-8380-DEE04A754C0A}" dt="2024-05-08T13:53:40.140" v="2550" actId="1076"/>
          <ac:picMkLst>
            <pc:docMk/>
            <pc:sldMk cId="1374408906" sldId="2021"/>
            <ac:picMk id="20" creationId="{B6D51ACB-0266-34B8-1DCD-C72C60F2EC26}"/>
          </ac:picMkLst>
        </pc:picChg>
        <pc:picChg chg="add mod">
          <ac:chgData name="Franzmann, David" userId="a3384bf1-db4c-4b25-b76b-4eb705669120" providerId="ADAL" clId="{9F119C41-FE40-4294-8380-DEE04A754C0A}" dt="2024-05-08T13:53:41.900" v="2552" actId="1076"/>
          <ac:picMkLst>
            <pc:docMk/>
            <pc:sldMk cId="1374408906" sldId="2021"/>
            <ac:picMk id="21" creationId="{F718A1C0-5EC5-53C7-A55F-F4D6D61F5B9D}"/>
          </ac:picMkLst>
        </pc:picChg>
        <pc:picChg chg="add mod">
          <ac:chgData name="Franzmann, David" userId="a3384bf1-db4c-4b25-b76b-4eb705669120" providerId="ADAL" clId="{9F119C41-FE40-4294-8380-DEE04A754C0A}" dt="2024-05-08T13:53:43.532" v="2554" actId="1076"/>
          <ac:picMkLst>
            <pc:docMk/>
            <pc:sldMk cId="1374408906" sldId="2021"/>
            <ac:picMk id="22" creationId="{1955FDBD-DB7B-522D-9D91-1A041703C58E}"/>
          </ac:picMkLst>
        </pc:picChg>
        <pc:picChg chg="add mod">
          <ac:chgData name="Franzmann, David" userId="a3384bf1-db4c-4b25-b76b-4eb705669120" providerId="ADAL" clId="{9F119C41-FE40-4294-8380-DEE04A754C0A}" dt="2024-05-08T13:53:44.019" v="2555"/>
          <ac:picMkLst>
            <pc:docMk/>
            <pc:sldMk cId="1374408906" sldId="2021"/>
            <ac:picMk id="23" creationId="{7CC2BA92-409B-DE84-EF0F-2410F3291DFF}"/>
          </ac:picMkLst>
        </pc:picChg>
        <pc:picChg chg="add mod">
          <ac:chgData name="Franzmann, David" userId="a3384bf1-db4c-4b25-b76b-4eb705669120" providerId="ADAL" clId="{9F119C41-FE40-4294-8380-DEE04A754C0A}" dt="2024-05-08T13:53:45.763" v="2557" actId="1076"/>
          <ac:picMkLst>
            <pc:docMk/>
            <pc:sldMk cId="1374408906" sldId="2021"/>
            <ac:picMk id="24" creationId="{7389D4EB-B594-015E-4814-0554D65EF8BE}"/>
          </ac:picMkLst>
        </pc:picChg>
      </pc:sldChg>
      <pc:sldChg chg="modSp add mod">
        <pc:chgData name="Franzmann, David" userId="a3384bf1-db4c-4b25-b76b-4eb705669120" providerId="ADAL" clId="{9F119C41-FE40-4294-8380-DEE04A754C0A}" dt="2024-05-13T14:17:53.182" v="7320" actId="790"/>
        <pc:sldMkLst>
          <pc:docMk/>
          <pc:sldMk cId="4071703752" sldId="2022"/>
        </pc:sldMkLst>
        <pc:spChg chg="mod">
          <ac:chgData name="Franzmann, David" userId="a3384bf1-db4c-4b25-b76b-4eb705669120" providerId="ADAL" clId="{9F119C41-FE40-4294-8380-DEE04A754C0A}" dt="2024-05-13T14:17:53.182" v="7320" actId="790"/>
          <ac:spMkLst>
            <pc:docMk/>
            <pc:sldMk cId="4071703752" sldId="2022"/>
            <ac:spMk id="2" creationId="{B3C8D25B-A579-BD35-9924-1F14551C9EBE}"/>
          </ac:spMkLst>
        </pc:spChg>
        <pc:spChg chg="mod">
          <ac:chgData name="Franzmann, David" userId="a3384bf1-db4c-4b25-b76b-4eb705669120" providerId="ADAL" clId="{9F119C41-FE40-4294-8380-DEE04A754C0A}" dt="2024-05-13T14:17:53.182" v="7320" actId="790"/>
          <ac:spMkLst>
            <pc:docMk/>
            <pc:sldMk cId="4071703752" sldId="2022"/>
            <ac:spMk id="3" creationId="{EDE1E0AC-2C87-84EC-25E2-4BF5CF07EFAC}"/>
          </ac:spMkLst>
        </pc:spChg>
        <pc:spChg chg="mod">
          <ac:chgData name="Franzmann, David" userId="a3384bf1-db4c-4b25-b76b-4eb705669120" providerId="ADAL" clId="{9F119C41-FE40-4294-8380-DEE04A754C0A}" dt="2024-05-13T14:17:53.182" v="7320" actId="790"/>
          <ac:spMkLst>
            <pc:docMk/>
            <pc:sldMk cId="4071703752" sldId="2022"/>
            <ac:spMk id="4" creationId="{B33964A7-84E5-936D-DCC0-4E05EFA467BE}"/>
          </ac:spMkLst>
        </pc:spChg>
        <pc:spChg chg="mod">
          <ac:chgData name="Franzmann, David" userId="a3384bf1-db4c-4b25-b76b-4eb705669120" providerId="ADAL" clId="{9F119C41-FE40-4294-8380-DEE04A754C0A}" dt="2024-05-13T14:17:53.182" v="7320" actId="790"/>
          <ac:spMkLst>
            <pc:docMk/>
            <pc:sldMk cId="4071703752" sldId="2022"/>
            <ac:spMk id="5" creationId="{0A5034F5-02AA-6126-5F4E-932FE7F5A254}"/>
          </ac:spMkLst>
        </pc:spChg>
        <pc:graphicFrameChg chg="mod modGraphic">
          <ac:chgData name="Franzmann, David" userId="a3384bf1-db4c-4b25-b76b-4eb705669120" providerId="ADAL" clId="{9F119C41-FE40-4294-8380-DEE04A754C0A}" dt="2024-05-08T14:16:07.761" v="3045" actId="1076"/>
          <ac:graphicFrameMkLst>
            <pc:docMk/>
            <pc:sldMk cId="4071703752" sldId="2022"/>
            <ac:graphicFrameMk id="6" creationId="{C0DDA22A-7B42-FE21-9EA1-421249E328CE}"/>
          </ac:graphicFrameMkLst>
        </pc:graphicFrameChg>
      </pc:sldChg>
      <pc:sldChg chg="addSp delSp modSp new mod">
        <pc:chgData name="Franzmann, David" userId="a3384bf1-db4c-4b25-b76b-4eb705669120" providerId="ADAL" clId="{9F119C41-FE40-4294-8380-DEE04A754C0A}" dt="2024-05-13T14:18:21.761" v="7326" actId="33524"/>
        <pc:sldMkLst>
          <pc:docMk/>
          <pc:sldMk cId="2540194210" sldId="2023"/>
        </pc:sldMkLst>
        <pc:spChg chg="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2" creationId="{DFC79C1C-6F18-96B0-D347-F1EC7F8513F5}"/>
          </ac:spMkLst>
        </pc:spChg>
        <pc:spChg chg="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3" creationId="{87D92416-9E64-FB95-EBCB-770B8E81C9B8}"/>
          </ac:spMkLst>
        </pc:spChg>
        <pc:spChg chg="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4" creationId="{48248623-21BF-7A79-64D3-8A43A95B615A}"/>
          </ac:spMkLst>
        </pc:spChg>
        <pc:spChg chg="del mod">
          <ac:chgData name="Franzmann, David" userId="a3384bf1-db4c-4b25-b76b-4eb705669120" providerId="ADAL" clId="{9F119C41-FE40-4294-8380-DEE04A754C0A}" dt="2024-05-08T14:32:50.754" v="3484" actId="478"/>
          <ac:spMkLst>
            <pc:docMk/>
            <pc:sldMk cId="2540194210" sldId="2023"/>
            <ac:spMk id="5" creationId="{BBA3FB98-9F5F-0D01-F588-713E6CE3235C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6" creationId="{FD85DE80-9AAE-9285-BF47-51DAD90B1D4F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7" creationId="{B923416D-D480-739B-F548-C5A52E9666A5}"/>
          </ac:spMkLst>
        </pc:spChg>
        <pc:spChg chg="add mod">
          <ac:chgData name="Franzmann, David" userId="a3384bf1-db4c-4b25-b76b-4eb705669120" providerId="ADAL" clId="{9F119C41-FE40-4294-8380-DEE04A754C0A}" dt="2024-05-13T14:18:21.761" v="7326" actId="33524"/>
          <ac:spMkLst>
            <pc:docMk/>
            <pc:sldMk cId="2540194210" sldId="2023"/>
            <ac:spMk id="8" creationId="{DB68E87F-F429-E1A5-C27A-6336673E36C7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9" creationId="{21892C26-5B99-112F-6625-ED062283F604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12" creationId="{0194C074-F6FD-3F12-6D46-BD58B3EBEA22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13" creationId="{0F20EF5B-EAC1-BD00-8D29-33D1E9975188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16" creationId="{3B15F609-0527-56FC-B9A9-092B272D57A6}"/>
          </ac:spMkLst>
        </pc:spChg>
        <pc:spChg chg="add mod">
          <ac:chgData name="Franzmann, David" userId="a3384bf1-db4c-4b25-b76b-4eb705669120" providerId="ADAL" clId="{9F119C41-FE40-4294-8380-DEE04A754C0A}" dt="2024-05-13T14:18:15.458" v="7324" actId="790"/>
          <ac:spMkLst>
            <pc:docMk/>
            <pc:sldMk cId="2540194210" sldId="2023"/>
            <ac:spMk id="19" creationId="{9CCC3299-C79C-DDF9-CA2D-AA344480C703}"/>
          </ac:spMkLst>
        </pc:spChg>
        <pc:spChg chg="add del mod">
          <ac:chgData name="Franzmann, David" userId="a3384bf1-db4c-4b25-b76b-4eb705669120" providerId="ADAL" clId="{9F119C41-FE40-4294-8380-DEE04A754C0A}" dt="2024-05-13T08:43:15.752" v="4122" actId="478"/>
          <ac:spMkLst>
            <pc:docMk/>
            <pc:sldMk cId="2540194210" sldId="2023"/>
            <ac:spMk id="22" creationId="{56CD21EA-2B2E-69DB-73C4-ECA36FB473C8}"/>
          </ac:spMkLst>
        </pc:spChg>
        <pc:cxnChg chg="add mod">
          <ac:chgData name="Franzmann, David" userId="a3384bf1-db4c-4b25-b76b-4eb705669120" providerId="ADAL" clId="{9F119C41-FE40-4294-8380-DEE04A754C0A}" dt="2024-05-13T08:43:30.976" v="4123" actId="1076"/>
          <ac:cxnSpMkLst>
            <pc:docMk/>
            <pc:sldMk cId="2540194210" sldId="2023"/>
            <ac:cxnSpMk id="11" creationId="{BDE926C0-4870-4628-C16B-4A749D924495}"/>
          </ac:cxnSpMkLst>
        </pc:cxnChg>
        <pc:cxnChg chg="add mod">
          <ac:chgData name="Franzmann, David" userId="a3384bf1-db4c-4b25-b76b-4eb705669120" providerId="ADAL" clId="{9F119C41-FE40-4294-8380-DEE04A754C0A}" dt="2024-05-13T08:43:30.976" v="4123" actId="1076"/>
          <ac:cxnSpMkLst>
            <pc:docMk/>
            <pc:sldMk cId="2540194210" sldId="2023"/>
            <ac:cxnSpMk id="14" creationId="{0A9FE150-40C5-BB81-E67F-4773411A768D}"/>
          </ac:cxnSpMkLst>
        </pc:cxnChg>
        <pc:cxnChg chg="add mod">
          <ac:chgData name="Franzmann, David" userId="a3384bf1-db4c-4b25-b76b-4eb705669120" providerId="ADAL" clId="{9F119C41-FE40-4294-8380-DEE04A754C0A}" dt="2024-05-13T08:43:30.976" v="4123" actId="1076"/>
          <ac:cxnSpMkLst>
            <pc:docMk/>
            <pc:sldMk cId="2540194210" sldId="2023"/>
            <ac:cxnSpMk id="17" creationId="{F5D7AC69-FC78-7DB3-2295-4AEDC8E66265}"/>
          </ac:cxnSpMkLst>
        </pc:cxnChg>
        <pc:cxnChg chg="add mod">
          <ac:chgData name="Franzmann, David" userId="a3384bf1-db4c-4b25-b76b-4eb705669120" providerId="ADAL" clId="{9F119C41-FE40-4294-8380-DEE04A754C0A}" dt="2024-05-13T08:43:30.976" v="4123" actId="1076"/>
          <ac:cxnSpMkLst>
            <pc:docMk/>
            <pc:sldMk cId="2540194210" sldId="2023"/>
            <ac:cxnSpMk id="20" creationId="{F0C5C28A-E1E0-6F48-0893-776FE7045416}"/>
          </ac:cxnSpMkLst>
        </pc:cxnChg>
      </pc:sldChg>
      <pc:sldChg chg="addSp delSp modSp new mod modClrScheme chgLayout">
        <pc:chgData name="Franzmann, David" userId="a3384bf1-db4c-4b25-b76b-4eb705669120" providerId="ADAL" clId="{9F119C41-FE40-4294-8380-DEE04A754C0A}" dt="2024-05-13T14:18:28.539" v="7327" actId="790"/>
        <pc:sldMkLst>
          <pc:docMk/>
          <pc:sldMk cId="1801043655" sldId="2024"/>
        </pc:sldMkLst>
        <pc:spChg chg="mod ord">
          <ac:chgData name="Franzmann, David" userId="a3384bf1-db4c-4b25-b76b-4eb705669120" providerId="ADAL" clId="{9F119C41-FE40-4294-8380-DEE04A754C0A}" dt="2024-05-13T14:18:28.539" v="7327" actId="790"/>
          <ac:spMkLst>
            <pc:docMk/>
            <pc:sldMk cId="1801043655" sldId="2024"/>
            <ac:spMk id="2" creationId="{7AC87ACE-714A-82B0-E4F5-303D1C298C3E}"/>
          </ac:spMkLst>
        </pc:spChg>
        <pc:spChg chg="mod ord">
          <ac:chgData name="Franzmann, David" userId="a3384bf1-db4c-4b25-b76b-4eb705669120" providerId="ADAL" clId="{9F119C41-FE40-4294-8380-DEE04A754C0A}" dt="2024-05-13T14:18:28.539" v="7327" actId="790"/>
          <ac:spMkLst>
            <pc:docMk/>
            <pc:sldMk cId="1801043655" sldId="2024"/>
            <ac:spMk id="3" creationId="{29507B2A-64D0-69BD-3974-0D1924C7ED08}"/>
          </ac:spMkLst>
        </pc:spChg>
        <pc:spChg chg="del mod ord">
          <ac:chgData name="Franzmann, David" userId="a3384bf1-db4c-4b25-b76b-4eb705669120" providerId="ADAL" clId="{9F119C41-FE40-4294-8380-DEE04A754C0A}" dt="2024-05-13T09:03:06.886" v="4226" actId="700"/>
          <ac:spMkLst>
            <pc:docMk/>
            <pc:sldMk cId="1801043655" sldId="2024"/>
            <ac:spMk id="4" creationId="{9C59AE26-E122-B0CF-D1E1-FA26AF37AD56}"/>
          </ac:spMkLst>
        </pc:spChg>
        <pc:spChg chg="del mod ord">
          <ac:chgData name="Franzmann, David" userId="a3384bf1-db4c-4b25-b76b-4eb705669120" providerId="ADAL" clId="{9F119C41-FE40-4294-8380-DEE04A754C0A}" dt="2024-05-13T09:03:06.886" v="4226" actId="700"/>
          <ac:spMkLst>
            <pc:docMk/>
            <pc:sldMk cId="1801043655" sldId="2024"/>
            <ac:spMk id="5" creationId="{0E119EE3-36F5-DB0E-F142-B28CC551FAEF}"/>
          </ac:spMkLst>
        </pc:spChg>
        <pc:spChg chg="add del mod ord">
          <ac:chgData name="Franzmann, David" userId="a3384bf1-db4c-4b25-b76b-4eb705669120" providerId="ADAL" clId="{9F119C41-FE40-4294-8380-DEE04A754C0A}" dt="2024-05-13T09:03:12.413" v="4227" actId="700"/>
          <ac:spMkLst>
            <pc:docMk/>
            <pc:sldMk cId="1801043655" sldId="2024"/>
            <ac:spMk id="6" creationId="{55309C8C-41EB-6008-F9DA-4C0C897AB16A}"/>
          </ac:spMkLst>
        </pc:spChg>
        <pc:spChg chg="add del mod ord">
          <ac:chgData name="Franzmann, David" userId="a3384bf1-db4c-4b25-b76b-4eb705669120" providerId="ADAL" clId="{9F119C41-FE40-4294-8380-DEE04A754C0A}" dt="2024-05-13T09:03:12.413" v="4227" actId="700"/>
          <ac:spMkLst>
            <pc:docMk/>
            <pc:sldMk cId="1801043655" sldId="2024"/>
            <ac:spMk id="8" creationId="{13F0E458-170E-97CF-EF92-67CD3EA19E5A}"/>
          </ac:spMkLst>
        </pc:spChg>
        <pc:spChg chg="add del mod ord">
          <ac:chgData name="Franzmann, David" userId="a3384bf1-db4c-4b25-b76b-4eb705669120" providerId="ADAL" clId="{9F119C41-FE40-4294-8380-DEE04A754C0A}" dt="2024-05-13T09:03:12.413" v="4227" actId="700"/>
          <ac:spMkLst>
            <pc:docMk/>
            <pc:sldMk cId="1801043655" sldId="2024"/>
            <ac:spMk id="9" creationId="{49AC532D-A8ED-5807-6863-FF02D9639DDB}"/>
          </ac:spMkLst>
        </pc:spChg>
        <pc:spChg chg="add mod ord">
          <ac:chgData name="Franzmann, David" userId="a3384bf1-db4c-4b25-b76b-4eb705669120" providerId="ADAL" clId="{9F119C41-FE40-4294-8380-DEE04A754C0A}" dt="2024-05-13T14:18:28.539" v="7327" actId="790"/>
          <ac:spMkLst>
            <pc:docMk/>
            <pc:sldMk cId="1801043655" sldId="2024"/>
            <ac:spMk id="10" creationId="{98B5BD36-8071-7E44-C5AD-6F156C7CB12B}"/>
          </ac:spMkLst>
        </pc:spChg>
        <pc:spChg chg="add mod ord">
          <ac:chgData name="Franzmann, David" userId="a3384bf1-db4c-4b25-b76b-4eb705669120" providerId="ADAL" clId="{9F119C41-FE40-4294-8380-DEE04A754C0A}" dt="2024-05-13T14:18:28.539" v="7327" actId="790"/>
          <ac:spMkLst>
            <pc:docMk/>
            <pc:sldMk cId="1801043655" sldId="2024"/>
            <ac:spMk id="11" creationId="{C6BF2AC4-30B1-5341-57D7-7FD2140B6483}"/>
          </ac:spMkLst>
        </pc:spChg>
        <pc:spChg chg="add del mod ord">
          <ac:chgData name="Franzmann, David" userId="a3384bf1-db4c-4b25-b76b-4eb705669120" providerId="ADAL" clId="{9F119C41-FE40-4294-8380-DEE04A754C0A}" dt="2024-05-13T09:03:17.581" v="4229"/>
          <ac:spMkLst>
            <pc:docMk/>
            <pc:sldMk cId="1801043655" sldId="2024"/>
            <ac:spMk id="12" creationId="{AD316A64-E771-F77B-192F-009FBE69B9B9}"/>
          </ac:spMkLst>
        </pc:spChg>
        <pc:picChg chg="add del mod">
          <ac:chgData name="Franzmann, David" userId="a3384bf1-db4c-4b25-b76b-4eb705669120" providerId="ADAL" clId="{9F119C41-FE40-4294-8380-DEE04A754C0A}" dt="2024-05-13T09:03:15.252" v="4228" actId="21"/>
          <ac:picMkLst>
            <pc:docMk/>
            <pc:sldMk cId="1801043655" sldId="2024"/>
            <ac:picMk id="7" creationId="{3F82B8A0-AA08-1E85-3DA0-CDBDC70621C3}"/>
          </ac:picMkLst>
        </pc:picChg>
        <pc:picChg chg="add mod">
          <ac:chgData name="Franzmann, David" userId="a3384bf1-db4c-4b25-b76b-4eb705669120" providerId="ADAL" clId="{9F119C41-FE40-4294-8380-DEE04A754C0A}" dt="2024-05-13T09:03:17.581" v="4229"/>
          <ac:picMkLst>
            <pc:docMk/>
            <pc:sldMk cId="1801043655" sldId="2024"/>
            <ac:picMk id="13" creationId="{3F82B8A0-AA08-1E85-3DA0-CDBDC70621C3}"/>
          </ac:picMkLst>
        </pc:picChg>
      </pc:sldChg>
      <pc:sldChg chg="addSp modSp new mod">
        <pc:chgData name="Franzmann, David" userId="a3384bf1-db4c-4b25-b76b-4eb705669120" providerId="ADAL" clId="{9F119C41-FE40-4294-8380-DEE04A754C0A}" dt="2024-05-13T14:18:09.397" v="7323" actId="790"/>
        <pc:sldMkLst>
          <pc:docMk/>
          <pc:sldMk cId="4201936140" sldId="2025"/>
        </pc:sldMkLst>
        <pc:spChg chg="mod">
          <ac:chgData name="Franzmann, David" userId="a3384bf1-db4c-4b25-b76b-4eb705669120" providerId="ADAL" clId="{9F119C41-FE40-4294-8380-DEE04A754C0A}" dt="2024-05-13T14:18:09.397" v="7323" actId="790"/>
          <ac:spMkLst>
            <pc:docMk/>
            <pc:sldMk cId="4201936140" sldId="2025"/>
            <ac:spMk id="2" creationId="{CAF7537C-CB99-E93A-0DB9-CA425A0B1A23}"/>
          </ac:spMkLst>
        </pc:spChg>
        <pc:spChg chg="mod">
          <ac:chgData name="Franzmann, David" userId="a3384bf1-db4c-4b25-b76b-4eb705669120" providerId="ADAL" clId="{9F119C41-FE40-4294-8380-DEE04A754C0A}" dt="2024-05-13T14:18:09.397" v="7323" actId="790"/>
          <ac:spMkLst>
            <pc:docMk/>
            <pc:sldMk cId="4201936140" sldId="2025"/>
            <ac:spMk id="3" creationId="{52E91513-8A64-94E5-9E8E-18554E0652EB}"/>
          </ac:spMkLst>
        </pc:spChg>
        <pc:spChg chg="mod">
          <ac:chgData name="Franzmann, David" userId="a3384bf1-db4c-4b25-b76b-4eb705669120" providerId="ADAL" clId="{9F119C41-FE40-4294-8380-DEE04A754C0A}" dt="2024-05-13T14:18:09.397" v="7323" actId="790"/>
          <ac:spMkLst>
            <pc:docMk/>
            <pc:sldMk cId="4201936140" sldId="2025"/>
            <ac:spMk id="4" creationId="{DB605B83-25DA-637E-9D49-E7D9FE4AB6E3}"/>
          </ac:spMkLst>
        </pc:spChg>
        <pc:spChg chg="mod">
          <ac:chgData name="Franzmann, David" userId="a3384bf1-db4c-4b25-b76b-4eb705669120" providerId="ADAL" clId="{9F119C41-FE40-4294-8380-DEE04A754C0A}" dt="2024-05-13T14:18:09.397" v="7323" actId="790"/>
          <ac:spMkLst>
            <pc:docMk/>
            <pc:sldMk cId="4201936140" sldId="2025"/>
            <ac:spMk id="5" creationId="{AF45BC3F-8AA8-EE4F-5476-DBF0CE312E8E}"/>
          </ac:spMkLst>
        </pc:spChg>
        <pc:picChg chg="add mod">
          <ac:chgData name="Franzmann, David" userId="a3384bf1-db4c-4b25-b76b-4eb705669120" providerId="ADAL" clId="{9F119C41-FE40-4294-8380-DEE04A754C0A}" dt="2024-05-13T08:41:24.358" v="4009" actId="14100"/>
          <ac:picMkLst>
            <pc:docMk/>
            <pc:sldMk cId="4201936140" sldId="2025"/>
            <ac:picMk id="6" creationId="{FFDDF857-7E42-2FD5-7FC0-675F70387DBD}"/>
          </ac:picMkLst>
        </pc:picChg>
      </pc:sldChg>
      <pc:sldChg chg="addSp modSp add mod">
        <pc:chgData name="Franzmann, David" userId="a3384bf1-db4c-4b25-b76b-4eb705669120" providerId="ADAL" clId="{9F119C41-FE40-4294-8380-DEE04A754C0A}" dt="2024-05-13T14:17:58.443" v="7321" actId="790"/>
        <pc:sldMkLst>
          <pc:docMk/>
          <pc:sldMk cId="2825462310" sldId="2026"/>
        </pc:sldMkLst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2" creationId="{BC7555DE-FCB7-B3F3-9B63-D8D965F8467A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3" creationId="{FD311C98-6BE6-675F-7323-97AE1FCE73D2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4" creationId="{82CCF6BD-F338-2FB6-4B20-B16B420672F8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5" creationId="{31781F1F-EF62-AB5A-320D-850CEAFDBAE3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6" creationId="{9E6E0CE2-5236-B516-811F-9D9F5E4B2310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7" creationId="{67B04758-AAE2-C853-721F-AB5612F337AC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8" creationId="{1DC6020B-A472-F622-AF3D-E0DC747629A3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9" creationId="{71D2C268-873B-B686-EF95-648BAAEEDD66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10" creationId="{4E6E045F-3C5E-089B-4021-618821722A76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11" creationId="{429424D9-5EB6-9E50-1706-C9E76101654C}"/>
          </ac:spMkLst>
        </pc:spChg>
        <pc:spChg chg="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12" creationId="{DE3EC4EF-F78A-C4E1-9A71-01B29ACF42CE}"/>
          </ac:spMkLst>
        </pc:spChg>
        <pc:spChg chg="add 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13" creationId="{9AABB869-18D6-0EE6-2655-571910F978E7}"/>
          </ac:spMkLst>
        </pc:spChg>
        <pc:spChg chg="add 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14" creationId="{9FD20B73-2DD9-1D95-478D-7ADC628D6B4B}"/>
          </ac:spMkLst>
        </pc:spChg>
        <pc:spChg chg="add mod">
          <ac:chgData name="Franzmann, David" userId="a3384bf1-db4c-4b25-b76b-4eb705669120" providerId="ADAL" clId="{9F119C41-FE40-4294-8380-DEE04A754C0A}" dt="2024-05-13T14:17:58.443" v="7321" actId="790"/>
          <ac:spMkLst>
            <pc:docMk/>
            <pc:sldMk cId="2825462310" sldId="2026"/>
            <ac:spMk id="20" creationId="{65C52198-713D-FA78-22E9-59C75FF0310F}"/>
          </ac:spMkLst>
        </pc:spChg>
        <pc:cxnChg chg="add">
          <ac:chgData name="Franzmann, David" userId="a3384bf1-db4c-4b25-b76b-4eb705669120" providerId="ADAL" clId="{9F119C41-FE40-4294-8380-DEE04A754C0A}" dt="2024-05-13T08:45:47.191" v="4191" actId="11529"/>
          <ac:cxnSpMkLst>
            <pc:docMk/>
            <pc:sldMk cId="2825462310" sldId="2026"/>
            <ac:cxnSpMk id="16" creationId="{D8F62EED-3869-429D-90DE-B77BE5572A8A}"/>
          </ac:cxnSpMkLst>
        </pc:cxnChg>
        <pc:cxnChg chg="add mod">
          <ac:chgData name="Franzmann, David" userId="a3384bf1-db4c-4b25-b76b-4eb705669120" providerId="ADAL" clId="{9F119C41-FE40-4294-8380-DEE04A754C0A}" dt="2024-05-13T08:45:52.230" v="4194" actId="14100"/>
          <ac:cxnSpMkLst>
            <pc:docMk/>
            <pc:sldMk cId="2825462310" sldId="2026"/>
            <ac:cxnSpMk id="17" creationId="{E639AC5E-E11F-150D-A4F1-A181A9E6C8A3}"/>
          </ac:cxnSpMkLst>
        </pc:cxnChg>
      </pc:sldChg>
      <pc:sldChg chg="addSp modSp add mod">
        <pc:chgData name="Franzmann, David" userId="a3384bf1-db4c-4b25-b76b-4eb705669120" providerId="ADAL" clId="{9F119C41-FE40-4294-8380-DEE04A754C0A}" dt="2024-05-13T08:47:34.286" v="4225" actId="790"/>
        <pc:sldMkLst>
          <pc:docMk/>
          <pc:sldMk cId="2412014010" sldId="2027"/>
        </pc:sldMkLst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2" creationId="{BC7555DE-FCB7-B3F3-9B63-D8D965F8467A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3" creationId="{FD311C98-6BE6-675F-7323-97AE1FCE73D2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4" creationId="{82CCF6BD-F338-2FB6-4B20-B16B420672F8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5" creationId="{31781F1F-EF62-AB5A-320D-850CEAFDBAE3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6" creationId="{9E6E0CE2-5236-B516-811F-9D9F5E4B2310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7" creationId="{67B04758-AAE2-C853-721F-AB5612F337AC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8" creationId="{1DC6020B-A472-F622-AF3D-E0DC747629A3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9" creationId="{71D2C268-873B-B686-EF95-648BAAEEDD66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10" creationId="{4E6E045F-3C5E-089B-4021-618821722A76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11" creationId="{429424D9-5EB6-9E50-1706-C9E76101654C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12" creationId="{DE3EC4EF-F78A-C4E1-9A71-01B29ACF42CE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13" creationId="{9AABB869-18D6-0EE6-2655-571910F978E7}"/>
          </ac:spMkLst>
        </pc:spChg>
        <pc:spChg chg="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14" creationId="{9FD20B73-2DD9-1D95-478D-7ADC628D6B4B}"/>
          </ac:spMkLst>
        </pc:spChg>
        <pc:spChg chg="add mod">
          <ac:chgData name="Franzmann, David" userId="a3384bf1-db4c-4b25-b76b-4eb705669120" providerId="ADAL" clId="{9F119C41-FE40-4294-8380-DEE04A754C0A}" dt="2024-05-13T08:47:34.286" v="4225" actId="790"/>
          <ac:spMkLst>
            <pc:docMk/>
            <pc:sldMk cId="2412014010" sldId="2027"/>
            <ac:spMk id="15" creationId="{45C2E68D-978A-DD86-D91A-DC70778FF486}"/>
          </ac:spMkLst>
        </pc:spChg>
      </pc:sldChg>
      <pc:sldChg chg="addSp modSp add mod">
        <pc:chgData name="Franzmann, David" userId="a3384bf1-db4c-4b25-b76b-4eb705669120" providerId="ADAL" clId="{9F119C41-FE40-4294-8380-DEE04A754C0A}" dt="2024-05-13T14:17:10.245" v="7315" actId="790"/>
        <pc:sldMkLst>
          <pc:docMk/>
          <pc:sldMk cId="3508436349" sldId="2028"/>
        </pc:sldMkLst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2" creationId="{BC7555DE-FCB7-B3F3-9B63-D8D965F8467A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3" creationId="{FD311C98-6BE6-675F-7323-97AE1FCE73D2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4" creationId="{82CCF6BD-F338-2FB6-4B20-B16B420672F8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5" creationId="{31781F1F-EF62-AB5A-320D-850CEAFDBAE3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6" creationId="{9E6E0CE2-5236-B516-811F-9D9F5E4B2310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7" creationId="{67B04758-AAE2-C853-721F-AB5612F337AC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8" creationId="{1DC6020B-A472-F622-AF3D-E0DC747629A3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9" creationId="{71D2C268-873B-B686-EF95-648BAAEEDD66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10" creationId="{4E6E045F-3C5E-089B-4021-618821722A76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11" creationId="{429424D9-5EB6-9E50-1706-C9E76101654C}"/>
          </ac:spMkLst>
        </pc:spChg>
        <pc:spChg chg="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12" creationId="{DE3EC4EF-F78A-C4E1-9A71-01B29ACF42CE}"/>
          </ac:spMkLst>
        </pc:spChg>
        <pc:spChg chg="add mod">
          <ac:chgData name="Franzmann, David" userId="a3384bf1-db4c-4b25-b76b-4eb705669120" providerId="ADAL" clId="{9F119C41-FE40-4294-8380-DEE04A754C0A}" dt="2024-05-13T14:17:10.245" v="7315" actId="790"/>
          <ac:spMkLst>
            <pc:docMk/>
            <pc:sldMk cId="3508436349" sldId="2028"/>
            <ac:spMk id="13" creationId="{06CBA05C-464A-CF21-F7CE-7C97E0286BF4}"/>
          </ac:spMkLst>
        </pc:spChg>
      </pc:sldChg>
      <pc:sldChg chg="addSp delSp modSp new mod modClrScheme chgLayout">
        <pc:chgData name="Franzmann, David" userId="a3384bf1-db4c-4b25-b76b-4eb705669120" providerId="ADAL" clId="{9F119C41-FE40-4294-8380-DEE04A754C0A}" dt="2024-05-13T09:27:26.355" v="5048" actId="790"/>
        <pc:sldMkLst>
          <pc:docMk/>
          <pc:sldMk cId="811017790" sldId="2029"/>
        </pc:sldMkLst>
        <pc:spChg chg="mod ord">
          <ac:chgData name="Franzmann, David" userId="a3384bf1-db4c-4b25-b76b-4eb705669120" providerId="ADAL" clId="{9F119C41-FE40-4294-8380-DEE04A754C0A}" dt="2024-05-13T09:27:26.355" v="5048" actId="790"/>
          <ac:spMkLst>
            <pc:docMk/>
            <pc:sldMk cId="811017790" sldId="2029"/>
            <ac:spMk id="2" creationId="{E9F00624-3005-45D3-D64D-D6C28CD611BB}"/>
          </ac:spMkLst>
        </pc:spChg>
        <pc:spChg chg="mod ord">
          <ac:chgData name="Franzmann, David" userId="a3384bf1-db4c-4b25-b76b-4eb705669120" providerId="ADAL" clId="{9F119C41-FE40-4294-8380-DEE04A754C0A}" dt="2024-05-13T09:27:26.355" v="5048" actId="790"/>
          <ac:spMkLst>
            <pc:docMk/>
            <pc:sldMk cId="811017790" sldId="2029"/>
            <ac:spMk id="3" creationId="{111ACB25-DD25-105F-FE83-511C4C50505F}"/>
          </ac:spMkLst>
        </pc:spChg>
        <pc:spChg chg="del">
          <ac:chgData name="Franzmann, David" userId="a3384bf1-db4c-4b25-b76b-4eb705669120" providerId="ADAL" clId="{9F119C41-FE40-4294-8380-DEE04A754C0A}" dt="2024-05-13T09:22:01.684" v="4596" actId="700"/>
          <ac:spMkLst>
            <pc:docMk/>
            <pc:sldMk cId="811017790" sldId="2029"/>
            <ac:spMk id="4" creationId="{F982EE71-6390-173F-F1A0-52C764D49507}"/>
          </ac:spMkLst>
        </pc:spChg>
        <pc:spChg chg="del">
          <ac:chgData name="Franzmann, David" userId="a3384bf1-db4c-4b25-b76b-4eb705669120" providerId="ADAL" clId="{9F119C41-FE40-4294-8380-DEE04A754C0A}" dt="2024-05-13T09:22:01.684" v="4596" actId="700"/>
          <ac:spMkLst>
            <pc:docMk/>
            <pc:sldMk cId="811017790" sldId="2029"/>
            <ac:spMk id="5" creationId="{4481BFD6-C6A1-FC09-F689-9FF16A826ABE}"/>
          </ac:spMkLst>
        </pc:spChg>
        <pc:spChg chg="del">
          <ac:chgData name="Franzmann, David" userId="a3384bf1-db4c-4b25-b76b-4eb705669120" providerId="ADAL" clId="{9F119C41-FE40-4294-8380-DEE04A754C0A}" dt="2024-05-13T09:22:01.684" v="4596" actId="700"/>
          <ac:spMkLst>
            <pc:docMk/>
            <pc:sldMk cId="811017790" sldId="2029"/>
            <ac:spMk id="6" creationId="{2CC41744-AC78-A765-6551-93B28D15EFC3}"/>
          </ac:spMkLst>
        </pc:spChg>
        <pc:spChg chg="add del mod">
          <ac:chgData name="Franzmann, David" userId="a3384bf1-db4c-4b25-b76b-4eb705669120" providerId="ADAL" clId="{9F119C41-FE40-4294-8380-DEE04A754C0A}" dt="2024-05-13T09:22:14.013" v="4609" actId="478"/>
          <ac:spMkLst>
            <pc:docMk/>
            <pc:sldMk cId="811017790" sldId="2029"/>
            <ac:spMk id="7" creationId="{DDD9265A-87CD-A9DD-5407-A27211A14588}"/>
          </ac:spMkLst>
        </pc:spChg>
        <pc:spChg chg="add mod ord">
          <ac:chgData name="Franzmann, David" userId="a3384bf1-db4c-4b25-b76b-4eb705669120" providerId="ADAL" clId="{9F119C41-FE40-4294-8380-DEE04A754C0A}" dt="2024-05-13T09:27:26.355" v="5048" actId="790"/>
          <ac:spMkLst>
            <pc:docMk/>
            <pc:sldMk cId="811017790" sldId="2029"/>
            <ac:spMk id="8" creationId="{D2EAD14B-4003-5966-E32C-85B5D4E8450D}"/>
          </ac:spMkLst>
        </pc:spChg>
        <pc:spChg chg="add mod ord">
          <ac:chgData name="Franzmann, David" userId="a3384bf1-db4c-4b25-b76b-4eb705669120" providerId="ADAL" clId="{9F119C41-FE40-4294-8380-DEE04A754C0A}" dt="2024-05-13T09:27:26.355" v="5048" actId="790"/>
          <ac:spMkLst>
            <pc:docMk/>
            <pc:sldMk cId="811017790" sldId="2029"/>
            <ac:spMk id="9" creationId="{E1FDAAC7-3E82-2E51-7A9F-E32801F55413}"/>
          </ac:spMkLst>
        </pc:spChg>
        <pc:picChg chg="add mod">
          <ac:chgData name="Franzmann, David" userId="a3384bf1-db4c-4b25-b76b-4eb705669120" providerId="ADAL" clId="{9F119C41-FE40-4294-8380-DEE04A754C0A}" dt="2024-05-13T09:27:08.794" v="5039" actId="1076"/>
          <ac:picMkLst>
            <pc:docMk/>
            <pc:sldMk cId="811017790" sldId="2029"/>
            <ac:picMk id="11" creationId="{5E4478BD-4046-7374-6B5F-BB8DCFA6F01C}"/>
          </ac:picMkLst>
        </pc:picChg>
      </pc:sldChg>
      <pc:sldChg chg="modSp add mod">
        <pc:chgData name="Franzmann, David" userId="a3384bf1-db4c-4b25-b76b-4eb705669120" providerId="ADAL" clId="{9F119C41-FE40-4294-8380-DEE04A754C0A}" dt="2024-05-13T09:11:10.260" v="4529" actId="1076"/>
        <pc:sldMkLst>
          <pc:docMk/>
          <pc:sldMk cId="685035779" sldId="2030"/>
        </pc:sldMkLst>
        <pc:spChg chg="mod">
          <ac:chgData name="Franzmann, David" userId="a3384bf1-db4c-4b25-b76b-4eb705669120" providerId="ADAL" clId="{9F119C41-FE40-4294-8380-DEE04A754C0A}" dt="2024-05-13T09:11:10.260" v="4529" actId="1076"/>
          <ac:spMkLst>
            <pc:docMk/>
            <pc:sldMk cId="685035779" sldId="2030"/>
            <ac:spMk id="15" creationId="{45C2E68D-978A-DD86-D91A-DC70778FF486}"/>
          </ac:spMkLst>
        </pc:spChg>
      </pc:sldChg>
      <pc:sldChg chg="addSp delSp modSp new mod">
        <pc:chgData name="Franzmann, David" userId="a3384bf1-db4c-4b25-b76b-4eb705669120" providerId="ADAL" clId="{9F119C41-FE40-4294-8380-DEE04A754C0A}" dt="2024-05-13T09:53:33.715" v="5331" actId="14100"/>
        <pc:sldMkLst>
          <pc:docMk/>
          <pc:sldMk cId="1118844371" sldId="2031"/>
        </pc:sldMkLst>
        <pc:spChg chg="mod">
          <ac:chgData name="Franzmann, David" userId="a3384bf1-db4c-4b25-b76b-4eb705669120" providerId="ADAL" clId="{9F119C41-FE40-4294-8380-DEE04A754C0A}" dt="2024-05-13T09:52:59.400" v="5301" actId="790"/>
          <ac:spMkLst>
            <pc:docMk/>
            <pc:sldMk cId="1118844371" sldId="2031"/>
            <ac:spMk id="2" creationId="{3A353828-28FA-908B-1412-988F5E50DEC0}"/>
          </ac:spMkLst>
        </pc:spChg>
        <pc:spChg chg="mod">
          <ac:chgData name="Franzmann, David" userId="a3384bf1-db4c-4b25-b76b-4eb705669120" providerId="ADAL" clId="{9F119C41-FE40-4294-8380-DEE04A754C0A}" dt="2024-05-13T09:52:59.400" v="5301" actId="790"/>
          <ac:spMkLst>
            <pc:docMk/>
            <pc:sldMk cId="1118844371" sldId="2031"/>
            <ac:spMk id="3" creationId="{A78F0E4F-F6D4-9E04-006C-F0C8C0E855D3}"/>
          </ac:spMkLst>
        </pc:spChg>
        <pc:spChg chg="mod">
          <ac:chgData name="Franzmann, David" userId="a3384bf1-db4c-4b25-b76b-4eb705669120" providerId="ADAL" clId="{9F119C41-FE40-4294-8380-DEE04A754C0A}" dt="2024-05-13T09:53:33.715" v="5331" actId="14100"/>
          <ac:spMkLst>
            <pc:docMk/>
            <pc:sldMk cId="1118844371" sldId="2031"/>
            <ac:spMk id="4" creationId="{BC0315FF-342B-8DD6-8CDE-2776CA976995}"/>
          </ac:spMkLst>
        </pc:spChg>
        <pc:spChg chg="del">
          <ac:chgData name="Franzmann, David" userId="a3384bf1-db4c-4b25-b76b-4eb705669120" providerId="ADAL" clId="{9F119C41-FE40-4294-8380-DEE04A754C0A}" dt="2024-05-13T09:50:57.610" v="5171" actId="478"/>
          <ac:spMkLst>
            <pc:docMk/>
            <pc:sldMk cId="1118844371" sldId="2031"/>
            <ac:spMk id="5" creationId="{87E765BD-C987-11B3-AB5C-2191701FFC3F}"/>
          </ac:spMkLst>
        </pc:spChg>
        <pc:spChg chg="add mod">
          <ac:chgData name="Franzmann, David" userId="a3384bf1-db4c-4b25-b76b-4eb705669120" providerId="ADAL" clId="{9F119C41-FE40-4294-8380-DEE04A754C0A}" dt="2024-05-13T09:52:59.400" v="5301" actId="790"/>
          <ac:spMkLst>
            <pc:docMk/>
            <pc:sldMk cId="1118844371" sldId="2031"/>
            <ac:spMk id="6" creationId="{4E680D8A-E5FA-C455-6CC2-9BC3F75F891B}"/>
          </ac:spMkLst>
        </pc:spChg>
        <pc:spChg chg="add mod">
          <ac:chgData name="Franzmann, David" userId="a3384bf1-db4c-4b25-b76b-4eb705669120" providerId="ADAL" clId="{9F119C41-FE40-4294-8380-DEE04A754C0A}" dt="2024-05-13T09:53:22.476" v="5320" actId="20577"/>
          <ac:spMkLst>
            <pc:docMk/>
            <pc:sldMk cId="1118844371" sldId="2031"/>
            <ac:spMk id="7" creationId="{E1A91DF3-64A6-0BE1-A40A-ECCE110BD5F3}"/>
          </ac:spMkLst>
        </pc:spChg>
        <pc:spChg chg="add mod">
          <ac:chgData name="Franzmann, David" userId="a3384bf1-db4c-4b25-b76b-4eb705669120" providerId="ADAL" clId="{9F119C41-FE40-4294-8380-DEE04A754C0A}" dt="2024-05-13T09:53:17.805" v="5315" actId="20577"/>
          <ac:spMkLst>
            <pc:docMk/>
            <pc:sldMk cId="1118844371" sldId="2031"/>
            <ac:spMk id="10" creationId="{515C4719-63F4-A6DA-E4C7-7A28B51B9843}"/>
          </ac:spMkLst>
        </pc:spChg>
        <pc:spChg chg="add mod">
          <ac:chgData name="Franzmann, David" userId="a3384bf1-db4c-4b25-b76b-4eb705669120" providerId="ADAL" clId="{9F119C41-FE40-4294-8380-DEE04A754C0A}" dt="2024-05-13T09:52:59.400" v="5301" actId="790"/>
          <ac:spMkLst>
            <pc:docMk/>
            <pc:sldMk cId="1118844371" sldId="2031"/>
            <ac:spMk id="11" creationId="{4C0CC2FF-4772-09C3-F65E-10BB1AB3A89A}"/>
          </ac:spMkLst>
        </pc:spChg>
        <pc:spChg chg="add mod">
          <ac:chgData name="Franzmann, David" userId="a3384bf1-db4c-4b25-b76b-4eb705669120" providerId="ADAL" clId="{9F119C41-FE40-4294-8380-DEE04A754C0A}" dt="2024-05-13T09:52:59.400" v="5301" actId="790"/>
          <ac:spMkLst>
            <pc:docMk/>
            <pc:sldMk cId="1118844371" sldId="2031"/>
            <ac:spMk id="12" creationId="{ACD8535B-DCF0-4722-7763-725A942CFDC8}"/>
          </ac:spMkLst>
        </pc:spChg>
        <pc:picChg chg="add mod">
          <ac:chgData name="Franzmann, David" userId="a3384bf1-db4c-4b25-b76b-4eb705669120" providerId="ADAL" clId="{9F119C41-FE40-4294-8380-DEE04A754C0A}" dt="2024-05-13T09:52:37.421" v="5290" actId="14100"/>
          <ac:picMkLst>
            <pc:docMk/>
            <pc:sldMk cId="1118844371" sldId="2031"/>
            <ac:picMk id="9" creationId="{BF8BEB02-8613-93D1-24E4-3ADF4E6A9B8D}"/>
          </ac:picMkLst>
        </pc:picChg>
      </pc:sldChg>
      <pc:sldChg chg="addSp modSp new mod ord modClrScheme chgLayout">
        <pc:chgData name="Franzmann, David" userId="a3384bf1-db4c-4b25-b76b-4eb705669120" providerId="ADAL" clId="{9F119C41-FE40-4294-8380-DEE04A754C0A}" dt="2024-05-13T14:18:42.825" v="7328" actId="790"/>
        <pc:sldMkLst>
          <pc:docMk/>
          <pc:sldMk cId="1653225545" sldId="2032"/>
        </pc:sldMkLst>
        <pc:spChg chg="mod ord">
          <ac:chgData name="Franzmann, David" userId="a3384bf1-db4c-4b25-b76b-4eb705669120" providerId="ADAL" clId="{9F119C41-FE40-4294-8380-DEE04A754C0A}" dt="2024-05-13T14:18:42.825" v="7328" actId="790"/>
          <ac:spMkLst>
            <pc:docMk/>
            <pc:sldMk cId="1653225545" sldId="2032"/>
            <ac:spMk id="2" creationId="{724A427C-2573-39CC-5512-223760ABEDC9}"/>
          </ac:spMkLst>
        </pc:spChg>
        <pc:spChg chg="mod ord">
          <ac:chgData name="Franzmann, David" userId="a3384bf1-db4c-4b25-b76b-4eb705669120" providerId="ADAL" clId="{9F119C41-FE40-4294-8380-DEE04A754C0A}" dt="2024-05-13T14:18:42.825" v="7328" actId="790"/>
          <ac:spMkLst>
            <pc:docMk/>
            <pc:sldMk cId="1653225545" sldId="2032"/>
            <ac:spMk id="3" creationId="{6F47B005-C977-35B3-34D3-8B63904D4D44}"/>
          </ac:spMkLst>
        </pc:spChg>
        <pc:spChg chg="add mod ord">
          <ac:chgData name="Franzmann, David" userId="a3384bf1-db4c-4b25-b76b-4eb705669120" providerId="ADAL" clId="{9F119C41-FE40-4294-8380-DEE04A754C0A}" dt="2024-05-13T14:18:42.825" v="7328" actId="790"/>
          <ac:spMkLst>
            <pc:docMk/>
            <pc:sldMk cId="1653225545" sldId="2032"/>
            <ac:spMk id="6" creationId="{FF68FA18-84FE-6E20-5F9A-1FDD9916573A}"/>
          </ac:spMkLst>
        </pc:spChg>
        <pc:spChg chg="add mod ord">
          <ac:chgData name="Franzmann, David" userId="a3384bf1-db4c-4b25-b76b-4eb705669120" providerId="ADAL" clId="{9F119C41-FE40-4294-8380-DEE04A754C0A}" dt="2024-05-13T14:18:42.825" v="7328" actId="790"/>
          <ac:spMkLst>
            <pc:docMk/>
            <pc:sldMk cId="1653225545" sldId="2032"/>
            <ac:spMk id="7" creationId="{18211FB8-E302-EAEB-4132-2D3D6C08892C}"/>
          </ac:spMkLst>
        </pc:spChg>
        <pc:picChg chg="add mod">
          <ac:chgData name="Franzmann, David" userId="a3384bf1-db4c-4b25-b76b-4eb705669120" providerId="ADAL" clId="{9F119C41-FE40-4294-8380-DEE04A754C0A}" dt="2024-05-13T09:56:17.649" v="5505" actId="1076"/>
          <ac:picMkLst>
            <pc:docMk/>
            <pc:sldMk cId="1653225545" sldId="2032"/>
            <ac:picMk id="4" creationId="{D9D7381C-6377-088D-5EE0-805B8C743499}"/>
          </ac:picMkLst>
        </pc:picChg>
        <pc:picChg chg="add mod">
          <ac:chgData name="Franzmann, David" userId="a3384bf1-db4c-4b25-b76b-4eb705669120" providerId="ADAL" clId="{9F119C41-FE40-4294-8380-DEE04A754C0A}" dt="2024-05-13T09:56:15.846" v="5504" actId="1076"/>
          <ac:picMkLst>
            <pc:docMk/>
            <pc:sldMk cId="1653225545" sldId="2032"/>
            <ac:picMk id="5" creationId="{B9F25A4C-7855-2C1A-93BC-DB9A100DCC9A}"/>
          </ac:picMkLst>
        </pc:picChg>
      </pc:sldChg>
      <pc:sldChg chg="modSp new mod">
        <pc:chgData name="Franzmann, David" userId="a3384bf1-db4c-4b25-b76b-4eb705669120" providerId="ADAL" clId="{9F119C41-FE40-4294-8380-DEE04A754C0A}" dt="2024-05-13T09:56:23.260" v="5510" actId="20577"/>
        <pc:sldMkLst>
          <pc:docMk/>
          <pc:sldMk cId="3796408939" sldId="2033"/>
        </pc:sldMkLst>
        <pc:spChg chg="mod">
          <ac:chgData name="Franzmann, David" userId="a3384bf1-db4c-4b25-b76b-4eb705669120" providerId="ADAL" clId="{9F119C41-FE40-4294-8380-DEE04A754C0A}" dt="2024-05-13T09:56:23.260" v="5510" actId="20577"/>
          <ac:spMkLst>
            <pc:docMk/>
            <pc:sldMk cId="3796408939" sldId="2033"/>
            <ac:spMk id="2" creationId="{9C6FDF7E-C1ED-20E0-3ADD-65ACC5F24994}"/>
          </ac:spMkLst>
        </pc:spChg>
      </pc:sldChg>
      <pc:sldChg chg="addSp delSp modSp add mod ord">
        <pc:chgData name="Franzmann, David" userId="a3384bf1-db4c-4b25-b76b-4eb705669120" providerId="ADAL" clId="{9F119C41-FE40-4294-8380-DEE04A754C0A}" dt="2024-05-13T11:59:16.468" v="6169"/>
        <pc:sldMkLst>
          <pc:docMk/>
          <pc:sldMk cId="378895319" sldId="2034"/>
        </pc:sldMkLst>
        <pc:spChg chg="add del mod">
          <ac:chgData name="Franzmann, David" userId="a3384bf1-db4c-4b25-b76b-4eb705669120" providerId="ADAL" clId="{9F119C41-FE40-4294-8380-DEE04A754C0A}" dt="2024-05-13T11:18:56.456" v="5585" actId="20577"/>
          <ac:spMkLst>
            <pc:docMk/>
            <pc:sldMk cId="378895319" sldId="2034"/>
            <ac:spMk id="13" creationId="{9AABB869-18D6-0EE6-2655-571910F978E7}"/>
          </ac:spMkLst>
        </pc:spChg>
        <pc:spChg chg="add del mod">
          <ac:chgData name="Franzmann, David" userId="a3384bf1-db4c-4b25-b76b-4eb705669120" providerId="ADAL" clId="{9F119C41-FE40-4294-8380-DEE04A754C0A}" dt="2024-05-13T11:02:14.826" v="5573" actId="20577"/>
          <ac:spMkLst>
            <pc:docMk/>
            <pc:sldMk cId="378895319" sldId="2034"/>
            <ac:spMk id="14" creationId="{9FD20B73-2DD9-1D95-478D-7ADC628D6B4B}"/>
          </ac:spMkLst>
        </pc:spChg>
        <pc:spChg chg="mod">
          <ac:chgData name="Franzmann, David" userId="a3384bf1-db4c-4b25-b76b-4eb705669120" providerId="ADAL" clId="{9F119C41-FE40-4294-8380-DEE04A754C0A}" dt="2024-05-13T11:01:54.769" v="5519" actId="688"/>
          <ac:spMkLst>
            <pc:docMk/>
            <pc:sldMk cId="378895319" sldId="2034"/>
            <ac:spMk id="20" creationId="{65C52198-713D-FA78-22E9-59C75FF0310F}"/>
          </ac:spMkLst>
        </pc:spChg>
        <pc:cxnChg chg="add del mod">
          <ac:chgData name="Franzmann, David" userId="a3384bf1-db4c-4b25-b76b-4eb705669120" providerId="ADAL" clId="{9F119C41-FE40-4294-8380-DEE04A754C0A}" dt="2024-05-13T11:01:55.897" v="5523" actId="478"/>
          <ac:cxnSpMkLst>
            <pc:docMk/>
            <pc:sldMk cId="378895319" sldId="2034"/>
            <ac:cxnSpMk id="16" creationId="{D8F62EED-3869-429D-90DE-B77BE5572A8A}"/>
          </ac:cxnSpMkLst>
        </pc:cxnChg>
        <pc:cxnChg chg="add del">
          <ac:chgData name="Franzmann, David" userId="a3384bf1-db4c-4b25-b76b-4eb705669120" providerId="ADAL" clId="{9F119C41-FE40-4294-8380-DEE04A754C0A}" dt="2024-05-13T11:01:55.003" v="5520" actId="478"/>
          <ac:cxnSpMkLst>
            <pc:docMk/>
            <pc:sldMk cId="378895319" sldId="2034"/>
            <ac:cxnSpMk id="17" creationId="{E639AC5E-E11F-150D-A4F1-A181A9E6C8A3}"/>
          </ac:cxnSpMkLst>
        </pc:cxnChg>
      </pc:sldChg>
      <pc:sldChg chg="modSp add mod">
        <pc:chgData name="Franzmann, David" userId="a3384bf1-db4c-4b25-b76b-4eb705669120" providerId="ADAL" clId="{9F119C41-FE40-4294-8380-DEE04A754C0A}" dt="2024-05-13T14:18:54.147" v="7331" actId="20577"/>
        <pc:sldMkLst>
          <pc:docMk/>
          <pc:sldMk cId="737577466" sldId="2035"/>
        </pc:sldMkLst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2" creationId="{DFC79C1C-6F18-96B0-D347-F1EC7F8513F5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3" creationId="{87D92416-9E64-FB95-EBCB-770B8E81C9B8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4" creationId="{48248623-21BF-7A79-64D3-8A43A95B615A}"/>
          </ac:spMkLst>
        </pc:spChg>
        <pc:spChg chg="mod">
          <ac:chgData name="Franzmann, David" userId="a3384bf1-db4c-4b25-b76b-4eb705669120" providerId="ADAL" clId="{9F119C41-FE40-4294-8380-DEE04A754C0A}" dt="2024-05-13T11:59:04.210" v="6167" actId="20577"/>
          <ac:spMkLst>
            <pc:docMk/>
            <pc:sldMk cId="737577466" sldId="2035"/>
            <ac:spMk id="6" creationId="{FD85DE80-9AAE-9285-BF47-51DAD90B1D4F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7" creationId="{B923416D-D480-739B-F548-C5A52E9666A5}"/>
          </ac:spMkLst>
        </pc:spChg>
        <pc:spChg chg="mod">
          <ac:chgData name="Franzmann, David" userId="a3384bf1-db4c-4b25-b76b-4eb705669120" providerId="ADAL" clId="{9F119C41-FE40-4294-8380-DEE04A754C0A}" dt="2024-05-13T14:18:54.147" v="7331" actId="20577"/>
          <ac:spMkLst>
            <pc:docMk/>
            <pc:sldMk cId="737577466" sldId="2035"/>
            <ac:spMk id="8" creationId="{DB68E87F-F429-E1A5-C27A-6336673E36C7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9" creationId="{21892C26-5B99-112F-6625-ED062283F604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12" creationId="{0194C074-F6FD-3F12-6D46-BD58B3EBEA22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13" creationId="{0F20EF5B-EAC1-BD00-8D29-33D1E9975188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16" creationId="{3B15F609-0527-56FC-B9A9-092B272D57A6}"/>
          </ac:spMkLst>
        </pc:spChg>
        <pc:spChg chg="mod">
          <ac:chgData name="Franzmann, David" userId="a3384bf1-db4c-4b25-b76b-4eb705669120" providerId="ADAL" clId="{9F119C41-FE40-4294-8380-DEE04A754C0A}" dt="2024-05-13T11:20:07.564" v="5614" actId="790"/>
          <ac:spMkLst>
            <pc:docMk/>
            <pc:sldMk cId="737577466" sldId="2035"/>
            <ac:spMk id="19" creationId="{9CCC3299-C79C-DDF9-CA2D-AA344480C703}"/>
          </ac:spMkLst>
        </pc:spChg>
      </pc:sldChg>
      <pc:sldChg chg="addSp modSp new mod">
        <pc:chgData name="Franzmann, David" userId="a3384bf1-db4c-4b25-b76b-4eb705669120" providerId="ADAL" clId="{9F119C41-FE40-4294-8380-DEE04A754C0A}" dt="2024-05-13T14:19:05.825" v="7332" actId="790"/>
        <pc:sldMkLst>
          <pc:docMk/>
          <pc:sldMk cId="1378824243" sldId="2036"/>
        </pc:sldMkLst>
        <pc:spChg chg="mod">
          <ac:chgData name="Franzmann, David" userId="a3384bf1-db4c-4b25-b76b-4eb705669120" providerId="ADAL" clId="{9F119C41-FE40-4294-8380-DEE04A754C0A}" dt="2024-05-13T14:19:05.825" v="7332" actId="790"/>
          <ac:spMkLst>
            <pc:docMk/>
            <pc:sldMk cId="1378824243" sldId="2036"/>
            <ac:spMk id="2" creationId="{54D88EBE-F34E-622C-D965-49A9D0AEF2A7}"/>
          </ac:spMkLst>
        </pc:spChg>
        <pc:spChg chg="mod">
          <ac:chgData name="Franzmann, David" userId="a3384bf1-db4c-4b25-b76b-4eb705669120" providerId="ADAL" clId="{9F119C41-FE40-4294-8380-DEE04A754C0A}" dt="2024-05-13T14:19:05.825" v="7332" actId="790"/>
          <ac:spMkLst>
            <pc:docMk/>
            <pc:sldMk cId="1378824243" sldId="2036"/>
            <ac:spMk id="3" creationId="{8B91F21E-6210-6910-3D14-92BD41629DB1}"/>
          </ac:spMkLst>
        </pc:spChg>
        <pc:spChg chg="mod">
          <ac:chgData name="Franzmann, David" userId="a3384bf1-db4c-4b25-b76b-4eb705669120" providerId="ADAL" clId="{9F119C41-FE40-4294-8380-DEE04A754C0A}" dt="2024-05-13T14:19:05.825" v="7332" actId="790"/>
          <ac:spMkLst>
            <pc:docMk/>
            <pc:sldMk cId="1378824243" sldId="2036"/>
            <ac:spMk id="4" creationId="{6C96C542-67B5-989B-0C9B-63EA187876CB}"/>
          </ac:spMkLst>
        </pc:spChg>
        <pc:spChg chg="mod">
          <ac:chgData name="Franzmann, David" userId="a3384bf1-db4c-4b25-b76b-4eb705669120" providerId="ADAL" clId="{9F119C41-FE40-4294-8380-DEE04A754C0A}" dt="2024-05-13T14:19:05.825" v="7332" actId="790"/>
          <ac:spMkLst>
            <pc:docMk/>
            <pc:sldMk cId="1378824243" sldId="2036"/>
            <ac:spMk id="5" creationId="{DC5B29AE-272D-CD84-590C-B711A73F5031}"/>
          </ac:spMkLst>
        </pc:spChg>
        <pc:picChg chg="add mod">
          <ac:chgData name="Franzmann, David" userId="a3384bf1-db4c-4b25-b76b-4eb705669120" providerId="ADAL" clId="{9F119C41-FE40-4294-8380-DEE04A754C0A}" dt="2024-05-13T13:11:46.013" v="6232" actId="1076"/>
          <ac:picMkLst>
            <pc:docMk/>
            <pc:sldMk cId="1378824243" sldId="2036"/>
            <ac:picMk id="7" creationId="{95816495-12BB-005E-008B-0A4A56F316C4}"/>
          </ac:picMkLst>
        </pc:picChg>
      </pc:sldChg>
      <pc:sldChg chg="addSp modSp new mod">
        <pc:chgData name="Franzmann, David" userId="a3384bf1-db4c-4b25-b76b-4eb705669120" providerId="ADAL" clId="{9F119C41-FE40-4294-8380-DEE04A754C0A}" dt="2024-05-13T11:49:42.946" v="6128"/>
        <pc:sldMkLst>
          <pc:docMk/>
          <pc:sldMk cId="746046195" sldId="2037"/>
        </pc:sldMkLst>
        <pc:spChg chg="mod">
          <ac:chgData name="Franzmann, David" userId="a3384bf1-db4c-4b25-b76b-4eb705669120" providerId="ADAL" clId="{9F119C41-FE40-4294-8380-DEE04A754C0A}" dt="2024-05-13T11:25:38.458" v="5656" actId="20577"/>
          <ac:spMkLst>
            <pc:docMk/>
            <pc:sldMk cId="746046195" sldId="2037"/>
            <ac:spMk id="2" creationId="{5A1F3EC3-CEFD-3AFE-7295-CF409892CF1A}"/>
          </ac:spMkLst>
        </pc:spChg>
        <pc:spChg chg="mod">
          <ac:chgData name="Franzmann, David" userId="a3384bf1-db4c-4b25-b76b-4eb705669120" providerId="ADAL" clId="{9F119C41-FE40-4294-8380-DEE04A754C0A}" dt="2024-05-13T11:49:42.946" v="6128"/>
          <ac:spMkLst>
            <pc:docMk/>
            <pc:sldMk cId="746046195" sldId="2037"/>
            <ac:spMk id="4" creationId="{AFF0B46C-FDD6-CA16-3097-B7513B182137}"/>
          </ac:spMkLst>
        </pc:spChg>
        <pc:spChg chg="mod">
          <ac:chgData name="Franzmann, David" userId="a3384bf1-db4c-4b25-b76b-4eb705669120" providerId="ADAL" clId="{9F119C41-FE40-4294-8380-DEE04A754C0A}" dt="2024-05-13T11:49:14.264" v="6104" actId="20577"/>
          <ac:spMkLst>
            <pc:docMk/>
            <pc:sldMk cId="746046195" sldId="2037"/>
            <ac:spMk id="5" creationId="{689D6311-0311-6593-071E-A92F4646239C}"/>
          </ac:spMkLst>
        </pc:spChg>
        <pc:picChg chg="add mod">
          <ac:chgData name="Franzmann, David" userId="a3384bf1-db4c-4b25-b76b-4eb705669120" providerId="ADAL" clId="{9F119C41-FE40-4294-8380-DEE04A754C0A}" dt="2024-05-13T11:48:57.149" v="6035" actId="1076"/>
          <ac:picMkLst>
            <pc:docMk/>
            <pc:sldMk cId="746046195" sldId="2037"/>
            <ac:picMk id="7" creationId="{8A6A442A-4A16-B953-B1CD-0BC94B311989}"/>
          </ac:picMkLst>
        </pc:picChg>
        <pc:picChg chg="add mod">
          <ac:chgData name="Franzmann, David" userId="a3384bf1-db4c-4b25-b76b-4eb705669120" providerId="ADAL" clId="{9F119C41-FE40-4294-8380-DEE04A754C0A}" dt="2024-05-13T11:48:55.971" v="6034" actId="1076"/>
          <ac:picMkLst>
            <pc:docMk/>
            <pc:sldMk cId="746046195" sldId="2037"/>
            <ac:picMk id="9" creationId="{BE6F5C4D-4617-3B17-821D-085B85382D5E}"/>
          </ac:picMkLst>
        </pc:picChg>
      </pc:sldChg>
      <pc:sldChg chg="addSp modSp new del mod">
        <pc:chgData name="Franzmann, David" userId="a3384bf1-db4c-4b25-b76b-4eb705669120" providerId="ADAL" clId="{9F119C41-FE40-4294-8380-DEE04A754C0A}" dt="2024-05-13T13:11:40.872" v="6231" actId="47"/>
        <pc:sldMkLst>
          <pc:docMk/>
          <pc:sldMk cId="1859145995" sldId="2038"/>
        </pc:sldMkLst>
        <pc:spChg chg="mod">
          <ac:chgData name="Franzmann, David" userId="a3384bf1-db4c-4b25-b76b-4eb705669120" providerId="ADAL" clId="{9F119C41-FE40-4294-8380-DEE04A754C0A}" dt="2024-05-13T13:08:37.699" v="6195" actId="20577"/>
          <ac:spMkLst>
            <pc:docMk/>
            <pc:sldMk cId="1859145995" sldId="2038"/>
            <ac:spMk id="2" creationId="{93DAABA6-2246-FF43-DAE3-AEC31D628673}"/>
          </ac:spMkLst>
        </pc:spChg>
        <pc:picChg chg="add mod">
          <ac:chgData name="Franzmann, David" userId="a3384bf1-db4c-4b25-b76b-4eb705669120" providerId="ADAL" clId="{9F119C41-FE40-4294-8380-DEE04A754C0A}" dt="2024-05-13T13:09:19.187" v="6200" actId="1076"/>
          <ac:picMkLst>
            <pc:docMk/>
            <pc:sldMk cId="1859145995" sldId="2038"/>
            <ac:picMk id="7" creationId="{B2651A8B-8378-9FB1-246C-8AF07F3F7C20}"/>
          </ac:picMkLst>
        </pc:picChg>
      </pc:sldChg>
      <pc:sldChg chg="addSp delSp modSp new mod modClrScheme chgLayout">
        <pc:chgData name="Franzmann, David" userId="a3384bf1-db4c-4b25-b76b-4eb705669120" providerId="ADAL" clId="{9F119C41-FE40-4294-8380-DEE04A754C0A}" dt="2024-05-13T14:19:12.369" v="7333" actId="790"/>
        <pc:sldMkLst>
          <pc:docMk/>
          <pc:sldMk cId="3548695858" sldId="2039"/>
        </pc:sldMkLst>
        <pc:spChg chg="mod ord">
          <ac:chgData name="Franzmann, David" userId="a3384bf1-db4c-4b25-b76b-4eb705669120" providerId="ADAL" clId="{9F119C41-FE40-4294-8380-DEE04A754C0A}" dt="2024-05-13T14:19:12.369" v="7333" actId="790"/>
          <ac:spMkLst>
            <pc:docMk/>
            <pc:sldMk cId="3548695858" sldId="2039"/>
            <ac:spMk id="2" creationId="{1A2DE348-0A16-31DC-65E3-893256015A87}"/>
          </ac:spMkLst>
        </pc:spChg>
        <pc:spChg chg="mod ord">
          <ac:chgData name="Franzmann, David" userId="a3384bf1-db4c-4b25-b76b-4eb705669120" providerId="ADAL" clId="{9F119C41-FE40-4294-8380-DEE04A754C0A}" dt="2024-05-13T14:19:12.369" v="7333" actId="790"/>
          <ac:spMkLst>
            <pc:docMk/>
            <pc:sldMk cId="3548695858" sldId="2039"/>
            <ac:spMk id="3" creationId="{0E09B792-6D4F-CD72-CF09-9202E00D5AC6}"/>
          </ac:spMkLst>
        </pc:spChg>
        <pc:spChg chg="del mod ord">
          <ac:chgData name="Franzmann, David" userId="a3384bf1-db4c-4b25-b76b-4eb705669120" providerId="ADAL" clId="{9F119C41-FE40-4294-8380-DEE04A754C0A}" dt="2024-05-13T13:11:58.069" v="6233" actId="700"/>
          <ac:spMkLst>
            <pc:docMk/>
            <pc:sldMk cId="3548695858" sldId="2039"/>
            <ac:spMk id="4" creationId="{5442F60B-72B8-1ED4-189D-992CDED8BA68}"/>
          </ac:spMkLst>
        </pc:spChg>
        <pc:spChg chg="del mod ord">
          <ac:chgData name="Franzmann, David" userId="a3384bf1-db4c-4b25-b76b-4eb705669120" providerId="ADAL" clId="{9F119C41-FE40-4294-8380-DEE04A754C0A}" dt="2024-05-13T13:11:58.069" v="6233" actId="700"/>
          <ac:spMkLst>
            <pc:docMk/>
            <pc:sldMk cId="3548695858" sldId="2039"/>
            <ac:spMk id="5" creationId="{C20742C5-46BF-8F5E-DDBF-4B38DCAA3459}"/>
          </ac:spMkLst>
        </pc:spChg>
        <pc:spChg chg="add mod ord">
          <ac:chgData name="Franzmann, David" userId="a3384bf1-db4c-4b25-b76b-4eb705669120" providerId="ADAL" clId="{9F119C41-FE40-4294-8380-DEE04A754C0A}" dt="2024-05-13T14:19:12.369" v="7333" actId="790"/>
          <ac:spMkLst>
            <pc:docMk/>
            <pc:sldMk cId="3548695858" sldId="2039"/>
            <ac:spMk id="10" creationId="{BE28AA8E-01BD-2807-6F12-F45B0BD1BE2F}"/>
          </ac:spMkLst>
        </pc:spChg>
        <pc:spChg chg="add mod ord">
          <ac:chgData name="Franzmann, David" userId="a3384bf1-db4c-4b25-b76b-4eb705669120" providerId="ADAL" clId="{9F119C41-FE40-4294-8380-DEE04A754C0A}" dt="2024-05-13T14:19:12.369" v="7333" actId="790"/>
          <ac:spMkLst>
            <pc:docMk/>
            <pc:sldMk cId="3548695858" sldId="2039"/>
            <ac:spMk id="11" creationId="{C9FDF931-927B-0CBD-3139-9829303EFE98}"/>
          </ac:spMkLst>
        </pc:spChg>
        <pc:spChg chg="add mod ord">
          <ac:chgData name="Franzmann, David" userId="a3384bf1-db4c-4b25-b76b-4eb705669120" providerId="ADAL" clId="{9F119C41-FE40-4294-8380-DEE04A754C0A}" dt="2024-05-13T14:19:12.369" v="7333" actId="790"/>
          <ac:spMkLst>
            <pc:docMk/>
            <pc:sldMk cId="3548695858" sldId="2039"/>
            <ac:spMk id="12" creationId="{E11993A6-6B1C-CCFB-70FA-F035F6506BFC}"/>
          </ac:spMkLst>
        </pc:spChg>
        <pc:picChg chg="add mod">
          <ac:chgData name="Franzmann, David" userId="a3384bf1-db4c-4b25-b76b-4eb705669120" providerId="ADAL" clId="{9F119C41-FE40-4294-8380-DEE04A754C0A}" dt="2024-05-13T13:12:03.647" v="6237" actId="1076"/>
          <ac:picMkLst>
            <pc:docMk/>
            <pc:sldMk cId="3548695858" sldId="2039"/>
            <ac:picMk id="7" creationId="{DEBC0DD6-6079-4F1B-1047-B59AB2AC5765}"/>
          </ac:picMkLst>
        </pc:picChg>
        <pc:picChg chg="add mod">
          <ac:chgData name="Franzmann, David" userId="a3384bf1-db4c-4b25-b76b-4eb705669120" providerId="ADAL" clId="{9F119C41-FE40-4294-8380-DEE04A754C0A}" dt="2024-05-13T13:11:59.873" v="6234" actId="1076"/>
          <ac:picMkLst>
            <pc:docMk/>
            <pc:sldMk cId="3548695858" sldId="2039"/>
            <ac:picMk id="9" creationId="{5904576C-D493-F469-32B2-0246EB202C85}"/>
          </ac:picMkLst>
        </pc:picChg>
        <pc:picChg chg="add del mod">
          <ac:chgData name="Franzmann, David" userId="a3384bf1-db4c-4b25-b76b-4eb705669120" providerId="ADAL" clId="{9F119C41-FE40-4294-8380-DEE04A754C0A}" dt="2024-05-13T13:13:12.629" v="6252" actId="478"/>
          <ac:picMkLst>
            <pc:docMk/>
            <pc:sldMk cId="3548695858" sldId="2039"/>
            <ac:picMk id="14" creationId="{70BC4742-EFDD-133F-EEF1-737331C5555D}"/>
          </ac:picMkLst>
        </pc:picChg>
      </pc:sldChg>
      <pc:sldChg chg="addSp delSp modSp add mod">
        <pc:chgData name="Franzmann, David" userId="a3384bf1-db4c-4b25-b76b-4eb705669120" providerId="ADAL" clId="{9F119C41-FE40-4294-8380-DEE04A754C0A}" dt="2024-05-13T14:19:24.747" v="7346" actId="20577"/>
        <pc:sldMkLst>
          <pc:docMk/>
          <pc:sldMk cId="2871868491" sldId="2040"/>
        </pc:sldMkLst>
        <pc:spChg chg="mod">
          <ac:chgData name="Franzmann, David" userId="a3384bf1-db4c-4b25-b76b-4eb705669120" providerId="ADAL" clId="{9F119C41-FE40-4294-8380-DEE04A754C0A}" dt="2024-05-13T14:19:18.598" v="7334" actId="790"/>
          <ac:spMkLst>
            <pc:docMk/>
            <pc:sldMk cId="2871868491" sldId="2040"/>
            <ac:spMk id="2" creationId="{1A2DE348-0A16-31DC-65E3-893256015A87}"/>
          </ac:spMkLst>
        </pc:spChg>
        <pc:spChg chg="mod">
          <ac:chgData name="Franzmann, David" userId="a3384bf1-db4c-4b25-b76b-4eb705669120" providerId="ADAL" clId="{9F119C41-FE40-4294-8380-DEE04A754C0A}" dt="2024-05-13T14:19:18.598" v="7334" actId="790"/>
          <ac:spMkLst>
            <pc:docMk/>
            <pc:sldMk cId="2871868491" sldId="2040"/>
            <ac:spMk id="3" creationId="{0E09B792-6D4F-CD72-CF09-9202E00D5AC6}"/>
          </ac:spMkLst>
        </pc:spChg>
        <pc:spChg chg="mod">
          <ac:chgData name="Franzmann, David" userId="a3384bf1-db4c-4b25-b76b-4eb705669120" providerId="ADAL" clId="{9F119C41-FE40-4294-8380-DEE04A754C0A}" dt="2024-05-13T14:19:18.598" v="7334" actId="790"/>
          <ac:spMkLst>
            <pc:docMk/>
            <pc:sldMk cId="2871868491" sldId="2040"/>
            <ac:spMk id="10" creationId="{BE28AA8E-01BD-2807-6F12-F45B0BD1BE2F}"/>
          </ac:spMkLst>
        </pc:spChg>
        <pc:spChg chg="mod">
          <ac:chgData name="Franzmann, David" userId="a3384bf1-db4c-4b25-b76b-4eb705669120" providerId="ADAL" clId="{9F119C41-FE40-4294-8380-DEE04A754C0A}" dt="2024-05-13T14:19:24.747" v="7346" actId="20577"/>
          <ac:spMkLst>
            <pc:docMk/>
            <pc:sldMk cId="2871868491" sldId="2040"/>
            <ac:spMk id="11" creationId="{C9FDF931-927B-0CBD-3139-9829303EFE98}"/>
          </ac:spMkLst>
        </pc:spChg>
        <pc:spChg chg="mod">
          <ac:chgData name="Franzmann, David" userId="a3384bf1-db4c-4b25-b76b-4eb705669120" providerId="ADAL" clId="{9F119C41-FE40-4294-8380-DEE04A754C0A}" dt="2024-05-13T14:19:18.598" v="7334" actId="790"/>
          <ac:spMkLst>
            <pc:docMk/>
            <pc:sldMk cId="2871868491" sldId="2040"/>
            <ac:spMk id="12" creationId="{E11993A6-6B1C-CCFB-70FA-F035F6506BFC}"/>
          </ac:spMkLst>
        </pc:spChg>
        <pc:picChg chg="add mod">
          <ac:chgData name="Franzmann, David" userId="a3384bf1-db4c-4b25-b76b-4eb705669120" providerId="ADAL" clId="{9F119C41-FE40-4294-8380-DEE04A754C0A}" dt="2024-05-13T13:16:10.955" v="6521" actId="1076"/>
          <ac:picMkLst>
            <pc:docMk/>
            <pc:sldMk cId="2871868491" sldId="2040"/>
            <ac:picMk id="5" creationId="{E6B8F6AE-0B6D-E63F-0983-548E0E7AC689}"/>
          </ac:picMkLst>
        </pc:picChg>
        <pc:picChg chg="del">
          <ac:chgData name="Franzmann, David" userId="a3384bf1-db4c-4b25-b76b-4eb705669120" providerId="ADAL" clId="{9F119C41-FE40-4294-8380-DEE04A754C0A}" dt="2024-05-13T13:13:09.445" v="6249" actId="478"/>
          <ac:picMkLst>
            <pc:docMk/>
            <pc:sldMk cId="2871868491" sldId="2040"/>
            <ac:picMk id="7" creationId="{DEBC0DD6-6079-4F1B-1047-B59AB2AC5765}"/>
          </ac:picMkLst>
        </pc:picChg>
        <pc:picChg chg="del">
          <ac:chgData name="Franzmann, David" userId="a3384bf1-db4c-4b25-b76b-4eb705669120" providerId="ADAL" clId="{9F119C41-FE40-4294-8380-DEE04A754C0A}" dt="2024-05-13T13:13:09.792" v="6250" actId="478"/>
          <ac:picMkLst>
            <pc:docMk/>
            <pc:sldMk cId="2871868491" sldId="2040"/>
            <ac:picMk id="9" creationId="{5904576C-D493-F469-32B2-0246EB202C85}"/>
          </ac:picMkLst>
        </pc:picChg>
        <pc:picChg chg="mod">
          <ac:chgData name="Franzmann, David" userId="a3384bf1-db4c-4b25-b76b-4eb705669120" providerId="ADAL" clId="{9F119C41-FE40-4294-8380-DEE04A754C0A}" dt="2024-05-13T13:16:07.018" v="6517" actId="14100"/>
          <ac:picMkLst>
            <pc:docMk/>
            <pc:sldMk cId="2871868491" sldId="2040"/>
            <ac:picMk id="14" creationId="{70BC4742-EFDD-133F-EEF1-737331C5555D}"/>
          </ac:picMkLst>
        </pc:picChg>
      </pc:sldChg>
      <pc:sldChg chg="new del">
        <pc:chgData name="Franzmann, David" userId="a3384bf1-db4c-4b25-b76b-4eb705669120" providerId="ADAL" clId="{9F119C41-FE40-4294-8380-DEE04A754C0A}" dt="2024-05-13T13:16:52.049" v="6592" actId="47"/>
        <pc:sldMkLst>
          <pc:docMk/>
          <pc:sldMk cId="4117877090" sldId="2041"/>
        </pc:sldMkLst>
      </pc:sldChg>
      <pc:sldChg chg="delSp modSp add mod">
        <pc:chgData name="Franzmann, David" userId="a3384bf1-db4c-4b25-b76b-4eb705669120" providerId="ADAL" clId="{9F119C41-FE40-4294-8380-DEE04A754C0A}" dt="2024-05-13T13:17:18.009" v="6613" actId="478"/>
        <pc:sldMkLst>
          <pc:docMk/>
          <pc:sldMk cId="4194978519" sldId="2042"/>
        </pc:sldMkLst>
        <pc:spChg chg="mod">
          <ac:chgData name="Franzmann, David" userId="a3384bf1-db4c-4b25-b76b-4eb705669120" providerId="ADAL" clId="{9F119C41-FE40-4294-8380-DEE04A754C0A}" dt="2024-05-13T13:17:10.230" v="6611" actId="790"/>
          <ac:spMkLst>
            <pc:docMk/>
            <pc:sldMk cId="4194978519" sldId="2042"/>
            <ac:spMk id="2" creationId="{724A427C-2573-39CC-5512-223760ABEDC9}"/>
          </ac:spMkLst>
        </pc:spChg>
        <pc:spChg chg="mod">
          <ac:chgData name="Franzmann, David" userId="a3384bf1-db4c-4b25-b76b-4eb705669120" providerId="ADAL" clId="{9F119C41-FE40-4294-8380-DEE04A754C0A}" dt="2024-05-13T13:17:10.230" v="6611" actId="790"/>
          <ac:spMkLst>
            <pc:docMk/>
            <pc:sldMk cId="4194978519" sldId="2042"/>
            <ac:spMk id="3" creationId="{6F47B005-C977-35B3-34D3-8B63904D4D44}"/>
          </ac:spMkLst>
        </pc:spChg>
        <pc:spChg chg="mod">
          <ac:chgData name="Franzmann, David" userId="a3384bf1-db4c-4b25-b76b-4eb705669120" providerId="ADAL" clId="{9F119C41-FE40-4294-8380-DEE04A754C0A}" dt="2024-05-13T13:17:10.230" v="6611" actId="790"/>
          <ac:spMkLst>
            <pc:docMk/>
            <pc:sldMk cId="4194978519" sldId="2042"/>
            <ac:spMk id="6" creationId="{FF68FA18-84FE-6E20-5F9A-1FDD9916573A}"/>
          </ac:spMkLst>
        </pc:spChg>
        <pc:spChg chg="mod">
          <ac:chgData name="Franzmann, David" userId="a3384bf1-db4c-4b25-b76b-4eb705669120" providerId="ADAL" clId="{9F119C41-FE40-4294-8380-DEE04A754C0A}" dt="2024-05-13T13:17:12.597" v="6612" actId="313"/>
          <ac:spMkLst>
            <pc:docMk/>
            <pc:sldMk cId="4194978519" sldId="2042"/>
            <ac:spMk id="7" creationId="{18211FB8-E302-EAEB-4132-2D3D6C08892C}"/>
          </ac:spMkLst>
        </pc:spChg>
        <pc:picChg chg="del">
          <ac:chgData name="Franzmann, David" userId="a3384bf1-db4c-4b25-b76b-4eb705669120" providerId="ADAL" clId="{9F119C41-FE40-4294-8380-DEE04A754C0A}" dt="2024-05-13T13:17:18.009" v="6613" actId="478"/>
          <ac:picMkLst>
            <pc:docMk/>
            <pc:sldMk cId="4194978519" sldId="2042"/>
            <ac:picMk id="5" creationId="{B9F25A4C-7855-2C1A-93BC-DB9A100DCC9A}"/>
          </ac:picMkLst>
        </pc:picChg>
      </pc:sldChg>
      <pc:sldChg chg="add del">
        <pc:chgData name="Franzmann, David" userId="a3384bf1-db4c-4b25-b76b-4eb705669120" providerId="ADAL" clId="{9F119C41-FE40-4294-8380-DEE04A754C0A}" dt="2024-05-13T13:24:37.400" v="6615"/>
        <pc:sldMkLst>
          <pc:docMk/>
          <pc:sldMk cId="393437819" sldId="2043"/>
        </pc:sldMkLst>
      </pc:sldChg>
      <pc:sldChg chg="addSp modSp add mod ord">
        <pc:chgData name="Franzmann, David" userId="a3384bf1-db4c-4b25-b76b-4eb705669120" providerId="ADAL" clId="{9F119C41-FE40-4294-8380-DEE04A754C0A}" dt="2024-05-13T13:24:55.037" v="6622" actId="1076"/>
        <pc:sldMkLst>
          <pc:docMk/>
          <pc:sldMk cId="704281005" sldId="2043"/>
        </pc:sldMkLst>
        <pc:spChg chg="add mod">
          <ac:chgData name="Franzmann, David" userId="a3384bf1-db4c-4b25-b76b-4eb705669120" providerId="ADAL" clId="{9F119C41-FE40-4294-8380-DEE04A754C0A}" dt="2024-05-13T13:24:46.678" v="6618"/>
          <ac:spMkLst>
            <pc:docMk/>
            <pc:sldMk cId="704281005" sldId="2043"/>
            <ac:spMk id="15" creationId="{2CEF12B4-828E-A6FB-6FAF-9DAD6431E72E}"/>
          </ac:spMkLst>
        </pc:spChg>
        <pc:spChg chg="mod">
          <ac:chgData name="Franzmann, David" userId="a3384bf1-db4c-4b25-b76b-4eb705669120" providerId="ADAL" clId="{9F119C41-FE40-4294-8380-DEE04A754C0A}" dt="2024-05-13T13:24:55.037" v="6622" actId="1076"/>
          <ac:spMkLst>
            <pc:docMk/>
            <pc:sldMk cId="704281005" sldId="2043"/>
            <ac:spMk id="20" creationId="{65C52198-713D-FA78-22E9-59C75FF0310F}"/>
          </ac:spMkLst>
        </pc:spChg>
      </pc:sldChg>
      <pc:sldChg chg="add">
        <pc:chgData name="Franzmann, David" userId="a3384bf1-db4c-4b25-b76b-4eb705669120" providerId="ADAL" clId="{9F119C41-FE40-4294-8380-DEE04A754C0A}" dt="2024-05-13T13:24:49.652" v="6619"/>
        <pc:sldMkLst>
          <pc:docMk/>
          <pc:sldMk cId="1043065480" sldId="2044"/>
        </pc:sldMkLst>
      </pc:sldChg>
      <pc:sldChg chg="modSp add mod">
        <pc:chgData name="Franzmann, David" userId="a3384bf1-db4c-4b25-b76b-4eb705669120" providerId="ADAL" clId="{9F119C41-FE40-4294-8380-DEE04A754C0A}" dt="2024-05-13T13:25:19.084" v="6633" actId="20577"/>
        <pc:sldMkLst>
          <pc:docMk/>
          <pc:sldMk cId="679298587" sldId="2045"/>
        </pc:sldMkLst>
        <pc:spChg chg="mod">
          <ac:chgData name="Franzmann, David" userId="a3384bf1-db4c-4b25-b76b-4eb705669120" providerId="ADAL" clId="{9F119C41-FE40-4294-8380-DEE04A754C0A}" dt="2024-05-13T13:25:19.084" v="6633" actId="20577"/>
          <ac:spMkLst>
            <pc:docMk/>
            <pc:sldMk cId="679298587" sldId="2045"/>
            <ac:spMk id="2" creationId="{9C6FDF7E-C1ED-20E0-3ADD-65ACC5F24994}"/>
          </ac:spMkLst>
        </pc:spChg>
      </pc:sldChg>
      <pc:sldChg chg="modSp new mod">
        <pc:chgData name="Franzmann, David" userId="a3384bf1-db4c-4b25-b76b-4eb705669120" providerId="ADAL" clId="{9F119C41-FE40-4294-8380-DEE04A754C0A}" dt="2024-05-16T08:22:59.806" v="7932" actId="313"/>
        <pc:sldMkLst>
          <pc:docMk/>
          <pc:sldMk cId="3743374637" sldId="2046"/>
        </pc:sldMkLst>
        <pc:spChg chg="mod">
          <ac:chgData name="Franzmann, David" userId="a3384bf1-db4c-4b25-b76b-4eb705669120" providerId="ADAL" clId="{9F119C41-FE40-4294-8380-DEE04A754C0A}" dt="2024-05-13T14:19:32.569" v="7347" actId="790"/>
          <ac:spMkLst>
            <pc:docMk/>
            <pc:sldMk cId="3743374637" sldId="2046"/>
            <ac:spMk id="2" creationId="{EC0DF7F7-A8F0-3CB5-17B9-F9C9EBCAA1B8}"/>
          </ac:spMkLst>
        </pc:spChg>
        <pc:spChg chg="mod">
          <ac:chgData name="Franzmann, David" userId="a3384bf1-db4c-4b25-b76b-4eb705669120" providerId="ADAL" clId="{9F119C41-FE40-4294-8380-DEE04A754C0A}" dt="2024-05-13T14:19:32.569" v="7347" actId="790"/>
          <ac:spMkLst>
            <pc:docMk/>
            <pc:sldMk cId="3743374637" sldId="2046"/>
            <ac:spMk id="3" creationId="{85CFD1DC-1E2C-2F52-7E97-C280B46290E9}"/>
          </ac:spMkLst>
        </pc:spChg>
        <pc:spChg chg="mod">
          <ac:chgData name="Franzmann, David" userId="a3384bf1-db4c-4b25-b76b-4eb705669120" providerId="ADAL" clId="{9F119C41-FE40-4294-8380-DEE04A754C0A}" dt="2024-05-13T14:19:32.569" v="7347" actId="790"/>
          <ac:spMkLst>
            <pc:docMk/>
            <pc:sldMk cId="3743374637" sldId="2046"/>
            <ac:spMk id="4" creationId="{B0225B6F-BA17-2F6E-00DF-01C90C465DED}"/>
          </ac:spMkLst>
        </pc:spChg>
        <pc:spChg chg="mod">
          <ac:chgData name="Franzmann, David" userId="a3384bf1-db4c-4b25-b76b-4eb705669120" providerId="ADAL" clId="{9F119C41-FE40-4294-8380-DEE04A754C0A}" dt="2024-05-16T08:22:59.806" v="7932" actId="313"/>
          <ac:spMkLst>
            <pc:docMk/>
            <pc:sldMk cId="3743374637" sldId="2046"/>
            <ac:spMk id="5" creationId="{AF8FE82B-E335-7675-7F9D-AD787D084747}"/>
          </ac:spMkLst>
        </pc:spChg>
      </pc:sldChg>
      <pc:sldChg chg="addSp modSp new mod">
        <pc:chgData name="Franzmann, David" userId="a3384bf1-db4c-4b25-b76b-4eb705669120" providerId="ADAL" clId="{9F119C41-FE40-4294-8380-DEE04A754C0A}" dt="2024-05-13T14:19:38.252" v="7348" actId="790"/>
        <pc:sldMkLst>
          <pc:docMk/>
          <pc:sldMk cId="1232466063" sldId="2047"/>
        </pc:sldMkLst>
        <pc:spChg chg="mod">
          <ac:chgData name="Franzmann, David" userId="a3384bf1-db4c-4b25-b76b-4eb705669120" providerId="ADAL" clId="{9F119C41-FE40-4294-8380-DEE04A754C0A}" dt="2024-05-13T14:19:38.252" v="7348" actId="790"/>
          <ac:spMkLst>
            <pc:docMk/>
            <pc:sldMk cId="1232466063" sldId="2047"/>
            <ac:spMk id="2" creationId="{4473043E-C477-FF3C-A4F2-FC86AF8273E1}"/>
          </ac:spMkLst>
        </pc:spChg>
        <pc:spChg chg="mod">
          <ac:chgData name="Franzmann, David" userId="a3384bf1-db4c-4b25-b76b-4eb705669120" providerId="ADAL" clId="{9F119C41-FE40-4294-8380-DEE04A754C0A}" dt="2024-05-13T14:19:38.252" v="7348" actId="790"/>
          <ac:spMkLst>
            <pc:docMk/>
            <pc:sldMk cId="1232466063" sldId="2047"/>
            <ac:spMk id="3" creationId="{1C70BE82-48E0-4106-6A30-81F8BF5438E4}"/>
          </ac:spMkLst>
        </pc:spChg>
        <pc:spChg chg="mod">
          <ac:chgData name="Franzmann, David" userId="a3384bf1-db4c-4b25-b76b-4eb705669120" providerId="ADAL" clId="{9F119C41-FE40-4294-8380-DEE04A754C0A}" dt="2024-05-13T14:19:38.252" v="7348" actId="790"/>
          <ac:spMkLst>
            <pc:docMk/>
            <pc:sldMk cId="1232466063" sldId="2047"/>
            <ac:spMk id="4" creationId="{5E947A59-5C0D-0431-7063-CC20F2AB4D14}"/>
          </ac:spMkLst>
        </pc:spChg>
        <pc:spChg chg="mod">
          <ac:chgData name="Franzmann, David" userId="a3384bf1-db4c-4b25-b76b-4eb705669120" providerId="ADAL" clId="{9F119C41-FE40-4294-8380-DEE04A754C0A}" dt="2024-05-13T14:19:38.252" v="7348" actId="790"/>
          <ac:spMkLst>
            <pc:docMk/>
            <pc:sldMk cId="1232466063" sldId="2047"/>
            <ac:spMk id="5" creationId="{0C9A970F-DF0C-2BEA-4FAC-A1EA7B8093D7}"/>
          </ac:spMkLst>
        </pc:spChg>
        <pc:picChg chg="add mod">
          <ac:chgData name="Franzmann, David" userId="a3384bf1-db4c-4b25-b76b-4eb705669120" providerId="ADAL" clId="{9F119C41-FE40-4294-8380-DEE04A754C0A}" dt="2024-05-13T14:14:16.594" v="7290" actId="1076"/>
          <ac:picMkLst>
            <pc:docMk/>
            <pc:sldMk cId="1232466063" sldId="2047"/>
            <ac:picMk id="7" creationId="{B74B4B45-B63E-45C3-C81B-66532E9B4271}"/>
          </ac:picMkLst>
        </pc:picChg>
      </pc:sldChg>
      <pc:sldChg chg="modSp new mod">
        <pc:chgData name="Franzmann, David" userId="a3384bf1-db4c-4b25-b76b-4eb705669120" providerId="ADAL" clId="{9F119C41-FE40-4294-8380-DEE04A754C0A}" dt="2024-05-13T14:22:40.397" v="7489" actId="20577"/>
        <pc:sldMkLst>
          <pc:docMk/>
          <pc:sldMk cId="1077669113" sldId="2048"/>
        </pc:sldMkLst>
        <pc:spChg chg="mod">
          <ac:chgData name="Franzmann, David" userId="a3384bf1-db4c-4b25-b76b-4eb705669120" providerId="ADAL" clId="{9F119C41-FE40-4294-8380-DEE04A754C0A}" dt="2024-05-13T14:22:38.153" v="7487" actId="790"/>
          <ac:spMkLst>
            <pc:docMk/>
            <pc:sldMk cId="1077669113" sldId="2048"/>
            <ac:spMk id="2" creationId="{DA362DE7-D0C7-8D13-898B-B7384E18401F}"/>
          </ac:spMkLst>
        </pc:spChg>
        <pc:spChg chg="mod">
          <ac:chgData name="Franzmann, David" userId="a3384bf1-db4c-4b25-b76b-4eb705669120" providerId="ADAL" clId="{9F119C41-FE40-4294-8380-DEE04A754C0A}" dt="2024-05-13T14:22:38.153" v="7487" actId="790"/>
          <ac:spMkLst>
            <pc:docMk/>
            <pc:sldMk cId="1077669113" sldId="2048"/>
            <ac:spMk id="3" creationId="{165B7F68-B3F5-8574-C9A5-05875058A10B}"/>
          </ac:spMkLst>
        </pc:spChg>
        <pc:spChg chg="mod">
          <ac:chgData name="Franzmann, David" userId="a3384bf1-db4c-4b25-b76b-4eb705669120" providerId="ADAL" clId="{9F119C41-FE40-4294-8380-DEE04A754C0A}" dt="2024-05-13T14:22:38.153" v="7487" actId="790"/>
          <ac:spMkLst>
            <pc:docMk/>
            <pc:sldMk cId="1077669113" sldId="2048"/>
            <ac:spMk id="4" creationId="{B402CE00-C97D-1B7E-78D7-3D167E3D7D2D}"/>
          </ac:spMkLst>
        </pc:spChg>
        <pc:spChg chg="mod">
          <ac:chgData name="Franzmann, David" userId="a3384bf1-db4c-4b25-b76b-4eb705669120" providerId="ADAL" clId="{9F119C41-FE40-4294-8380-DEE04A754C0A}" dt="2024-05-13T14:22:40.397" v="7489" actId="20577"/>
          <ac:spMkLst>
            <pc:docMk/>
            <pc:sldMk cId="1077669113" sldId="2048"/>
            <ac:spMk id="5" creationId="{AB9B3A34-3001-25DD-3F31-EE1143AE88BD}"/>
          </ac:spMkLst>
        </pc:spChg>
      </pc:sldChg>
      <pc:sldChg chg="addSp modSp add mod">
        <pc:chgData name="Franzmann, David" userId="a3384bf1-db4c-4b25-b76b-4eb705669120" providerId="ADAL" clId="{9F119C41-FE40-4294-8380-DEE04A754C0A}" dt="2024-05-13T14:22:30.865" v="7486" actId="313"/>
        <pc:sldMkLst>
          <pc:docMk/>
          <pc:sldMk cId="3830576350" sldId="2049"/>
        </pc:sldMkLst>
        <pc:spChg chg="mod">
          <ac:chgData name="Franzmann, David" userId="a3384bf1-db4c-4b25-b76b-4eb705669120" providerId="ADAL" clId="{9F119C41-FE40-4294-8380-DEE04A754C0A}" dt="2024-05-13T14:22:18.142" v="7482" actId="790"/>
          <ac:spMkLst>
            <pc:docMk/>
            <pc:sldMk cId="3830576350" sldId="2049"/>
            <ac:spMk id="2" creationId="{DA362DE7-D0C7-8D13-898B-B7384E18401F}"/>
          </ac:spMkLst>
        </pc:spChg>
        <pc:spChg chg="mod">
          <ac:chgData name="Franzmann, David" userId="a3384bf1-db4c-4b25-b76b-4eb705669120" providerId="ADAL" clId="{9F119C41-FE40-4294-8380-DEE04A754C0A}" dt="2024-05-13T14:22:18.142" v="7482" actId="790"/>
          <ac:spMkLst>
            <pc:docMk/>
            <pc:sldMk cId="3830576350" sldId="2049"/>
            <ac:spMk id="3" creationId="{165B7F68-B3F5-8574-C9A5-05875058A10B}"/>
          </ac:spMkLst>
        </pc:spChg>
        <pc:spChg chg="mod">
          <ac:chgData name="Franzmann, David" userId="a3384bf1-db4c-4b25-b76b-4eb705669120" providerId="ADAL" clId="{9F119C41-FE40-4294-8380-DEE04A754C0A}" dt="2024-05-13T14:22:18.142" v="7482" actId="790"/>
          <ac:spMkLst>
            <pc:docMk/>
            <pc:sldMk cId="3830576350" sldId="2049"/>
            <ac:spMk id="4" creationId="{B402CE00-C97D-1B7E-78D7-3D167E3D7D2D}"/>
          </ac:spMkLst>
        </pc:spChg>
        <pc:spChg chg="mod">
          <ac:chgData name="Franzmann, David" userId="a3384bf1-db4c-4b25-b76b-4eb705669120" providerId="ADAL" clId="{9F119C41-FE40-4294-8380-DEE04A754C0A}" dt="2024-05-13T14:22:30.865" v="7486" actId="313"/>
          <ac:spMkLst>
            <pc:docMk/>
            <pc:sldMk cId="3830576350" sldId="2049"/>
            <ac:spMk id="5" creationId="{AB9B3A34-3001-25DD-3F31-EE1143AE88BD}"/>
          </ac:spMkLst>
        </pc:spChg>
        <pc:picChg chg="add mod">
          <ac:chgData name="Franzmann, David" userId="a3384bf1-db4c-4b25-b76b-4eb705669120" providerId="ADAL" clId="{9F119C41-FE40-4294-8380-DEE04A754C0A}" dt="2024-05-13T14:22:07.996" v="7481" actId="1076"/>
          <ac:picMkLst>
            <pc:docMk/>
            <pc:sldMk cId="3830576350" sldId="2049"/>
            <ac:picMk id="7" creationId="{0BE1F2C2-BEE7-25D5-610A-4484B81D596C}"/>
          </ac:picMkLst>
        </pc:picChg>
      </pc:sldChg>
      <pc:sldChg chg="addSp delSp modSp new mod modClrScheme chgLayout">
        <pc:chgData name="Franzmann, David" userId="a3384bf1-db4c-4b25-b76b-4eb705669120" providerId="ADAL" clId="{9F119C41-FE40-4294-8380-DEE04A754C0A}" dt="2024-05-13T14:54:25.359" v="7881" actId="22"/>
        <pc:sldMkLst>
          <pc:docMk/>
          <pc:sldMk cId="185925328" sldId="2050"/>
        </pc:sldMkLst>
        <pc:spChg chg="del mod ord">
          <ac:chgData name="Franzmann, David" userId="a3384bf1-db4c-4b25-b76b-4eb705669120" providerId="ADAL" clId="{9F119C41-FE40-4294-8380-DEE04A754C0A}" dt="2024-05-13T14:42:32.013" v="7494" actId="700"/>
          <ac:spMkLst>
            <pc:docMk/>
            <pc:sldMk cId="185925328" sldId="2050"/>
            <ac:spMk id="2" creationId="{2197CF93-733F-171E-BD28-9A40EA5A0A6F}"/>
          </ac:spMkLst>
        </pc:spChg>
        <pc:spChg chg="mod ord">
          <ac:chgData name="Franzmann, David" userId="a3384bf1-db4c-4b25-b76b-4eb705669120" providerId="ADAL" clId="{9F119C41-FE40-4294-8380-DEE04A754C0A}" dt="2024-05-13T14:42:32.013" v="7494" actId="700"/>
          <ac:spMkLst>
            <pc:docMk/>
            <pc:sldMk cId="185925328" sldId="2050"/>
            <ac:spMk id="3" creationId="{8BC03C3F-DEB7-205F-88DC-36EF40436E49}"/>
          </ac:spMkLst>
        </pc:spChg>
        <pc:spChg chg="del mod ord">
          <ac:chgData name="Franzmann, David" userId="a3384bf1-db4c-4b25-b76b-4eb705669120" providerId="ADAL" clId="{9F119C41-FE40-4294-8380-DEE04A754C0A}" dt="2024-05-13T14:42:32.013" v="7494" actId="700"/>
          <ac:spMkLst>
            <pc:docMk/>
            <pc:sldMk cId="185925328" sldId="2050"/>
            <ac:spMk id="4" creationId="{E8B0E022-34FB-A4A7-929D-C9B7EAD2E1D3}"/>
          </ac:spMkLst>
        </pc:spChg>
        <pc:spChg chg="del mod ord">
          <ac:chgData name="Franzmann, David" userId="a3384bf1-db4c-4b25-b76b-4eb705669120" providerId="ADAL" clId="{9F119C41-FE40-4294-8380-DEE04A754C0A}" dt="2024-05-13T14:42:32.013" v="7494" actId="700"/>
          <ac:spMkLst>
            <pc:docMk/>
            <pc:sldMk cId="185925328" sldId="2050"/>
            <ac:spMk id="5" creationId="{6DF89719-ED2F-B476-A811-08A4B13F88AB}"/>
          </ac:spMkLst>
        </pc:spChg>
        <pc:spChg chg="add mod ord">
          <ac:chgData name="Franzmann, David" userId="a3384bf1-db4c-4b25-b76b-4eb705669120" providerId="ADAL" clId="{9F119C41-FE40-4294-8380-DEE04A754C0A}" dt="2024-05-13T14:43:07.075" v="7560" actId="20577"/>
          <ac:spMkLst>
            <pc:docMk/>
            <pc:sldMk cId="185925328" sldId="2050"/>
            <ac:spMk id="8" creationId="{DC23E4D1-0831-074D-430E-4F2AD87561E1}"/>
          </ac:spMkLst>
        </pc:spChg>
        <pc:spChg chg="add mod ord">
          <ac:chgData name="Franzmann, David" userId="a3384bf1-db4c-4b25-b76b-4eb705669120" providerId="ADAL" clId="{9F119C41-FE40-4294-8380-DEE04A754C0A}" dt="2024-05-13T14:42:32.013" v="7494" actId="700"/>
          <ac:spMkLst>
            <pc:docMk/>
            <pc:sldMk cId="185925328" sldId="2050"/>
            <ac:spMk id="9" creationId="{10226825-BAA3-7319-033C-0E5D9A18AE39}"/>
          </ac:spMkLst>
        </pc:spChg>
        <pc:spChg chg="add del mod ord">
          <ac:chgData name="Franzmann, David" userId="a3384bf1-db4c-4b25-b76b-4eb705669120" providerId="ADAL" clId="{9F119C41-FE40-4294-8380-DEE04A754C0A}" dt="2024-05-13T14:48:30.002" v="7774" actId="478"/>
          <ac:spMkLst>
            <pc:docMk/>
            <pc:sldMk cId="185925328" sldId="2050"/>
            <ac:spMk id="10" creationId="{935853A2-B4B6-C932-D143-6ABA5C18F837}"/>
          </ac:spMkLst>
        </pc:spChg>
        <pc:spChg chg="add del mod ord">
          <ac:chgData name="Franzmann, David" userId="a3384bf1-db4c-4b25-b76b-4eb705669120" providerId="ADAL" clId="{9F119C41-FE40-4294-8380-DEE04A754C0A}" dt="2024-05-13T14:42:39.231" v="7496"/>
          <ac:spMkLst>
            <pc:docMk/>
            <pc:sldMk cId="185925328" sldId="2050"/>
            <ac:spMk id="11" creationId="{A768B077-1C62-9537-1149-12F6955B4EE1}"/>
          </ac:spMkLst>
        </pc:spChg>
        <pc:picChg chg="add del mod">
          <ac:chgData name="Franzmann, David" userId="a3384bf1-db4c-4b25-b76b-4eb705669120" providerId="ADAL" clId="{9F119C41-FE40-4294-8380-DEE04A754C0A}" dt="2024-05-13T14:42:33.113" v="7495" actId="21"/>
          <ac:picMkLst>
            <pc:docMk/>
            <pc:sldMk cId="185925328" sldId="2050"/>
            <ac:picMk id="7" creationId="{506A3AC9-40E8-BAB1-D5BD-55396789E4E6}"/>
          </ac:picMkLst>
        </pc:picChg>
        <pc:picChg chg="add mod">
          <ac:chgData name="Franzmann, David" userId="a3384bf1-db4c-4b25-b76b-4eb705669120" providerId="ADAL" clId="{9F119C41-FE40-4294-8380-DEE04A754C0A}" dt="2024-05-13T14:48:28.004" v="7773" actId="1076"/>
          <ac:picMkLst>
            <pc:docMk/>
            <pc:sldMk cId="185925328" sldId="2050"/>
            <ac:picMk id="12" creationId="{506A3AC9-40E8-BAB1-D5BD-55396789E4E6}"/>
          </ac:picMkLst>
        </pc:picChg>
        <pc:picChg chg="add del">
          <ac:chgData name="Franzmann, David" userId="a3384bf1-db4c-4b25-b76b-4eb705669120" providerId="ADAL" clId="{9F119C41-FE40-4294-8380-DEE04A754C0A}" dt="2024-05-13T14:54:25.359" v="7881" actId="22"/>
          <ac:picMkLst>
            <pc:docMk/>
            <pc:sldMk cId="185925328" sldId="2050"/>
            <ac:picMk id="14" creationId="{D0D940D3-6F19-63BD-17A0-357597643FA1}"/>
          </ac:picMkLst>
        </pc:picChg>
      </pc:sldChg>
      <pc:sldChg chg="addSp delSp modSp new mod">
        <pc:chgData name="Franzmann, David" userId="a3384bf1-db4c-4b25-b76b-4eb705669120" providerId="ADAL" clId="{9F119C41-FE40-4294-8380-DEE04A754C0A}" dt="2024-05-13T14:51:36.008" v="7801" actId="22"/>
        <pc:sldMkLst>
          <pc:docMk/>
          <pc:sldMk cId="225383020" sldId="2051"/>
        </pc:sldMkLst>
        <pc:spChg chg="mod">
          <ac:chgData name="Franzmann, David" userId="a3384bf1-db4c-4b25-b76b-4eb705669120" providerId="ADAL" clId="{9F119C41-FE40-4294-8380-DEE04A754C0A}" dt="2024-05-13T14:49:52.796" v="7799" actId="20577"/>
          <ac:spMkLst>
            <pc:docMk/>
            <pc:sldMk cId="225383020" sldId="2051"/>
            <ac:spMk id="2" creationId="{FAD5D716-626F-20B6-59DA-98FDED96E362}"/>
          </ac:spMkLst>
        </pc:spChg>
        <pc:spChg chg="add del">
          <ac:chgData name="Franzmann, David" userId="a3384bf1-db4c-4b25-b76b-4eb705669120" providerId="ADAL" clId="{9F119C41-FE40-4294-8380-DEE04A754C0A}" dt="2024-05-13T14:51:36.008" v="7801" actId="22"/>
          <ac:spMkLst>
            <pc:docMk/>
            <pc:sldMk cId="225383020" sldId="2051"/>
            <ac:spMk id="10" creationId="{CC33F8FE-0534-2162-9338-214599D2D590}"/>
          </ac:spMkLst>
        </pc:spChg>
        <pc:picChg chg="add mod">
          <ac:chgData name="Franzmann, David" userId="a3384bf1-db4c-4b25-b76b-4eb705669120" providerId="ADAL" clId="{9F119C41-FE40-4294-8380-DEE04A754C0A}" dt="2024-05-13T14:49:48.828" v="7790" actId="1076"/>
          <ac:picMkLst>
            <pc:docMk/>
            <pc:sldMk cId="225383020" sldId="2051"/>
            <ac:picMk id="8" creationId="{988FA13B-C63E-7706-CF25-83943B2A61C6}"/>
          </ac:picMkLst>
        </pc:picChg>
      </pc:sldChg>
      <pc:sldChg chg="addSp delSp modSp new mod">
        <pc:chgData name="Franzmann, David" userId="a3384bf1-db4c-4b25-b76b-4eb705669120" providerId="ADAL" clId="{9F119C41-FE40-4294-8380-DEE04A754C0A}" dt="2024-05-13T14:52:03.693" v="7812" actId="20577"/>
        <pc:sldMkLst>
          <pc:docMk/>
          <pc:sldMk cId="271858785" sldId="2052"/>
        </pc:sldMkLst>
        <pc:spChg chg="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2" creationId="{A1C54AF6-5C30-F350-3301-DB3AA5C0CD89}"/>
          </ac:spMkLst>
        </pc:spChg>
        <pc:spChg chg="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3" creationId="{27DB639E-BDC8-9620-8FD7-313F1ED9523B}"/>
          </ac:spMkLst>
        </pc:spChg>
        <pc:spChg chg="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4" creationId="{BD99CFE9-161A-717A-BB09-1C03A5C19C56}"/>
          </ac:spMkLst>
        </pc:spChg>
        <pc:spChg chg="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5" creationId="{98CEB71D-7A5E-B3A5-EF03-B2C8DD79560F}"/>
          </ac:spMkLst>
        </pc:spChg>
        <pc:spChg chg="add 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8" creationId="{EB3D5126-AEAB-8C06-96E4-255FB11324D2}"/>
          </ac:spMkLst>
        </pc:spChg>
        <pc:spChg chg="add del mod">
          <ac:chgData name="Franzmann, David" userId="a3384bf1-db4c-4b25-b76b-4eb705669120" providerId="ADAL" clId="{9F119C41-FE40-4294-8380-DEE04A754C0A}" dt="2024-05-13T14:45:23.429" v="7642" actId="478"/>
          <ac:spMkLst>
            <pc:docMk/>
            <pc:sldMk cId="271858785" sldId="2052"/>
            <ac:spMk id="9" creationId="{D7D2B7F0-E6E3-C822-AF11-43F85BD07C3F}"/>
          </ac:spMkLst>
        </pc:spChg>
        <pc:spChg chg="add del mod">
          <ac:chgData name="Franzmann, David" userId="a3384bf1-db4c-4b25-b76b-4eb705669120" providerId="ADAL" clId="{9F119C41-FE40-4294-8380-DEE04A754C0A}" dt="2024-05-13T14:45:41.426" v="7665" actId="478"/>
          <ac:spMkLst>
            <pc:docMk/>
            <pc:sldMk cId="271858785" sldId="2052"/>
            <ac:spMk id="10" creationId="{8B63AE80-A007-92DC-CB5C-C322A5F0895D}"/>
          </ac:spMkLst>
        </pc:spChg>
        <pc:spChg chg="add mod">
          <ac:chgData name="Franzmann, David" userId="a3384bf1-db4c-4b25-b76b-4eb705669120" providerId="ADAL" clId="{9F119C41-FE40-4294-8380-DEE04A754C0A}" dt="2024-05-13T14:52:03.693" v="7812" actId="20577"/>
          <ac:spMkLst>
            <pc:docMk/>
            <pc:sldMk cId="271858785" sldId="2052"/>
            <ac:spMk id="11" creationId="{413868AD-EB8D-ECC4-886E-92E84181CFF7}"/>
          </ac:spMkLst>
        </pc:spChg>
        <pc:spChg chg="add 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12" creationId="{7EB37F44-D316-95D8-B9D8-B10D2496544F}"/>
          </ac:spMkLst>
        </pc:spChg>
        <pc:spChg chg="add mod">
          <ac:chgData name="Franzmann, David" userId="a3384bf1-db4c-4b25-b76b-4eb705669120" providerId="ADAL" clId="{9F119C41-FE40-4294-8380-DEE04A754C0A}" dt="2024-05-13T14:52:02.235" v="7810" actId="790"/>
          <ac:spMkLst>
            <pc:docMk/>
            <pc:sldMk cId="271858785" sldId="2052"/>
            <ac:spMk id="13" creationId="{CCCCAB2B-253E-578C-F601-4C6A5589D4C9}"/>
          </ac:spMkLst>
        </pc:spChg>
        <pc:picChg chg="add mod">
          <ac:chgData name="Franzmann, David" userId="a3384bf1-db4c-4b25-b76b-4eb705669120" providerId="ADAL" clId="{9F119C41-FE40-4294-8380-DEE04A754C0A}" dt="2024-05-13T14:45:13.098" v="7635" actId="1076"/>
          <ac:picMkLst>
            <pc:docMk/>
            <pc:sldMk cId="271858785" sldId="2052"/>
            <ac:picMk id="7" creationId="{C938CA93-A2F3-1E6C-C358-7FD42E953B28}"/>
          </ac:picMkLst>
        </pc:picChg>
      </pc:sldChg>
      <pc:sldChg chg="addSp delSp modSp add mod">
        <pc:chgData name="Franzmann, David" userId="a3384bf1-db4c-4b25-b76b-4eb705669120" providerId="ADAL" clId="{9F119C41-FE40-4294-8380-DEE04A754C0A}" dt="2024-05-13T14:55:14.650" v="7891" actId="790"/>
        <pc:sldMkLst>
          <pc:docMk/>
          <pc:sldMk cId="360990496" sldId="2053"/>
        </pc:sldMkLst>
        <pc:spChg chg="mod">
          <ac:chgData name="Franzmann, David" userId="a3384bf1-db4c-4b25-b76b-4eb705669120" providerId="ADAL" clId="{9F119C41-FE40-4294-8380-DEE04A754C0A}" dt="2024-05-13T14:55:14.650" v="7891" actId="790"/>
          <ac:spMkLst>
            <pc:docMk/>
            <pc:sldMk cId="360990496" sldId="2053"/>
            <ac:spMk id="3" creationId="{8BC03C3F-DEB7-205F-88DC-36EF40436E49}"/>
          </ac:spMkLst>
        </pc:spChg>
        <pc:spChg chg="add mod">
          <ac:chgData name="Franzmann, David" userId="a3384bf1-db4c-4b25-b76b-4eb705669120" providerId="ADAL" clId="{9F119C41-FE40-4294-8380-DEE04A754C0A}" dt="2024-05-13T14:55:14.650" v="7891" actId="790"/>
          <ac:spMkLst>
            <pc:docMk/>
            <pc:sldMk cId="360990496" sldId="2053"/>
            <ac:spMk id="4" creationId="{7898547A-3344-2C6B-C230-E23780B33DE1}"/>
          </ac:spMkLst>
        </pc:spChg>
        <pc:spChg chg="mod">
          <ac:chgData name="Franzmann, David" userId="a3384bf1-db4c-4b25-b76b-4eb705669120" providerId="ADAL" clId="{9F119C41-FE40-4294-8380-DEE04A754C0A}" dt="2024-05-13T14:55:14.650" v="7891" actId="790"/>
          <ac:spMkLst>
            <pc:docMk/>
            <pc:sldMk cId="360990496" sldId="2053"/>
            <ac:spMk id="8" creationId="{DC23E4D1-0831-074D-430E-4F2AD87561E1}"/>
          </ac:spMkLst>
        </pc:spChg>
        <pc:spChg chg="mod">
          <ac:chgData name="Franzmann, David" userId="a3384bf1-db4c-4b25-b76b-4eb705669120" providerId="ADAL" clId="{9F119C41-FE40-4294-8380-DEE04A754C0A}" dt="2024-05-13T14:55:14.650" v="7891" actId="790"/>
          <ac:spMkLst>
            <pc:docMk/>
            <pc:sldMk cId="360990496" sldId="2053"/>
            <ac:spMk id="9" creationId="{10226825-BAA3-7319-033C-0E5D9A18AE39}"/>
          </ac:spMkLst>
        </pc:spChg>
        <pc:spChg chg="mod">
          <ac:chgData name="Franzmann, David" userId="a3384bf1-db4c-4b25-b76b-4eb705669120" providerId="ADAL" clId="{9F119C41-FE40-4294-8380-DEE04A754C0A}" dt="2024-05-13T14:55:14.650" v="7891" actId="790"/>
          <ac:spMkLst>
            <pc:docMk/>
            <pc:sldMk cId="360990496" sldId="2053"/>
            <ac:spMk id="10" creationId="{935853A2-B4B6-C932-D143-6ABA5C18F837}"/>
          </ac:spMkLst>
        </pc:spChg>
        <pc:grpChg chg="add mod">
          <ac:chgData name="Franzmann, David" userId="a3384bf1-db4c-4b25-b76b-4eb705669120" providerId="ADAL" clId="{9F119C41-FE40-4294-8380-DEE04A754C0A}" dt="2024-05-13T14:47:54.240" v="7722" actId="1076"/>
          <ac:grpSpMkLst>
            <pc:docMk/>
            <pc:sldMk cId="360990496" sldId="2053"/>
            <ac:grpSpMk id="11" creationId="{08F92AE7-73D5-2C83-1768-572A7D862EDA}"/>
          </ac:grpSpMkLst>
        </pc:grpChg>
        <pc:picChg chg="add mod modCrop">
          <ac:chgData name="Franzmann, David" userId="a3384bf1-db4c-4b25-b76b-4eb705669120" providerId="ADAL" clId="{9F119C41-FE40-4294-8380-DEE04A754C0A}" dt="2024-05-13T14:47:36.816" v="7715" actId="164"/>
          <ac:picMkLst>
            <pc:docMk/>
            <pc:sldMk cId="360990496" sldId="2053"/>
            <ac:picMk id="6" creationId="{F89D218A-2FD1-7900-F79F-85CE1E25ED5E}"/>
          </ac:picMkLst>
        </pc:picChg>
        <pc:picChg chg="add mod modCrop">
          <ac:chgData name="Franzmann, David" userId="a3384bf1-db4c-4b25-b76b-4eb705669120" providerId="ADAL" clId="{9F119C41-FE40-4294-8380-DEE04A754C0A}" dt="2024-05-13T14:47:36.816" v="7715" actId="164"/>
          <ac:picMkLst>
            <pc:docMk/>
            <pc:sldMk cId="360990496" sldId="2053"/>
            <ac:picMk id="7" creationId="{BCB274A3-FC38-AC12-CAED-64B042326A23}"/>
          </ac:picMkLst>
        </pc:picChg>
        <pc:picChg chg="del">
          <ac:chgData name="Franzmann, David" userId="a3384bf1-db4c-4b25-b76b-4eb705669120" providerId="ADAL" clId="{9F119C41-FE40-4294-8380-DEE04A754C0A}" dt="2024-05-13T14:46:22.586" v="7706" actId="478"/>
          <ac:picMkLst>
            <pc:docMk/>
            <pc:sldMk cId="360990496" sldId="2053"/>
            <ac:picMk id="12" creationId="{506A3AC9-40E8-BAB1-D5BD-55396789E4E6}"/>
          </ac:picMkLst>
        </pc:picChg>
      </pc:sldChg>
      <pc:sldChg chg="addSp modSp add mod">
        <pc:chgData name="Franzmann, David" userId="a3384bf1-db4c-4b25-b76b-4eb705669120" providerId="ADAL" clId="{9F119C41-FE40-4294-8380-DEE04A754C0A}" dt="2024-05-13T14:53:17.203" v="7867" actId="20577"/>
        <pc:sldMkLst>
          <pc:docMk/>
          <pc:sldMk cId="257560294" sldId="2054"/>
        </pc:sldMkLst>
        <pc:spChg chg="mod">
          <ac:chgData name="Franzmann, David" userId="a3384bf1-db4c-4b25-b76b-4eb705669120" providerId="ADAL" clId="{9F119C41-FE40-4294-8380-DEE04A754C0A}" dt="2024-05-13T14:51:53.801" v="7807" actId="790"/>
          <ac:spMkLst>
            <pc:docMk/>
            <pc:sldMk cId="257560294" sldId="2054"/>
            <ac:spMk id="2" creationId="{A1C54AF6-5C30-F350-3301-DB3AA5C0CD89}"/>
          </ac:spMkLst>
        </pc:spChg>
        <pc:spChg chg="mod">
          <ac:chgData name="Franzmann, David" userId="a3384bf1-db4c-4b25-b76b-4eb705669120" providerId="ADAL" clId="{9F119C41-FE40-4294-8380-DEE04A754C0A}" dt="2024-05-13T14:51:53.801" v="7807" actId="790"/>
          <ac:spMkLst>
            <pc:docMk/>
            <pc:sldMk cId="257560294" sldId="2054"/>
            <ac:spMk id="3" creationId="{27DB639E-BDC8-9620-8FD7-313F1ED9523B}"/>
          </ac:spMkLst>
        </pc:spChg>
        <pc:spChg chg="mod">
          <ac:chgData name="Franzmann, David" userId="a3384bf1-db4c-4b25-b76b-4eb705669120" providerId="ADAL" clId="{9F119C41-FE40-4294-8380-DEE04A754C0A}" dt="2024-05-13T14:51:53.801" v="7807" actId="790"/>
          <ac:spMkLst>
            <pc:docMk/>
            <pc:sldMk cId="257560294" sldId="2054"/>
            <ac:spMk id="4" creationId="{BD99CFE9-161A-717A-BB09-1C03A5C19C56}"/>
          </ac:spMkLst>
        </pc:spChg>
        <pc:spChg chg="mod">
          <ac:chgData name="Franzmann, David" userId="a3384bf1-db4c-4b25-b76b-4eb705669120" providerId="ADAL" clId="{9F119C41-FE40-4294-8380-DEE04A754C0A}" dt="2024-05-13T14:51:53.801" v="7807" actId="790"/>
          <ac:spMkLst>
            <pc:docMk/>
            <pc:sldMk cId="257560294" sldId="2054"/>
            <ac:spMk id="5" creationId="{98CEB71D-7A5E-B3A5-EF03-B2C8DD79560F}"/>
          </ac:spMkLst>
        </pc:spChg>
        <pc:spChg chg="add mod">
          <ac:chgData name="Franzmann, David" userId="a3384bf1-db4c-4b25-b76b-4eb705669120" providerId="ADAL" clId="{9F119C41-FE40-4294-8380-DEE04A754C0A}" dt="2024-05-13T14:53:09.893" v="7849" actId="1076"/>
          <ac:spMkLst>
            <pc:docMk/>
            <pc:sldMk cId="257560294" sldId="2054"/>
            <ac:spMk id="6" creationId="{80AC4A0C-2F04-3AA9-5838-75AE5C9C02DE}"/>
          </ac:spMkLst>
        </pc:spChg>
        <pc:spChg chg="mod">
          <ac:chgData name="Franzmann, David" userId="a3384bf1-db4c-4b25-b76b-4eb705669120" providerId="ADAL" clId="{9F119C41-FE40-4294-8380-DEE04A754C0A}" dt="2024-05-13T14:52:47.868" v="7840" actId="14100"/>
          <ac:spMkLst>
            <pc:docMk/>
            <pc:sldMk cId="257560294" sldId="2054"/>
            <ac:spMk id="8" creationId="{EB3D5126-AEAB-8C06-96E4-255FB11324D2}"/>
          </ac:spMkLst>
        </pc:spChg>
        <pc:spChg chg="mod">
          <ac:chgData name="Franzmann, David" userId="a3384bf1-db4c-4b25-b76b-4eb705669120" providerId="ADAL" clId="{9F119C41-FE40-4294-8380-DEE04A754C0A}" dt="2024-05-13T14:52:49.492" v="7841" actId="14100"/>
          <ac:spMkLst>
            <pc:docMk/>
            <pc:sldMk cId="257560294" sldId="2054"/>
            <ac:spMk id="11" creationId="{413868AD-EB8D-ECC4-886E-92E84181CFF7}"/>
          </ac:spMkLst>
        </pc:spChg>
        <pc:spChg chg="mod">
          <ac:chgData name="Franzmann, David" userId="a3384bf1-db4c-4b25-b76b-4eb705669120" providerId="ADAL" clId="{9F119C41-FE40-4294-8380-DEE04A754C0A}" dt="2024-05-13T14:52:59.314" v="7844" actId="14100"/>
          <ac:spMkLst>
            <pc:docMk/>
            <pc:sldMk cId="257560294" sldId="2054"/>
            <ac:spMk id="12" creationId="{7EB37F44-D316-95D8-B9D8-B10D2496544F}"/>
          </ac:spMkLst>
        </pc:spChg>
        <pc:spChg chg="mod">
          <ac:chgData name="Franzmann, David" userId="a3384bf1-db4c-4b25-b76b-4eb705669120" providerId="ADAL" clId="{9F119C41-FE40-4294-8380-DEE04A754C0A}" dt="2024-05-13T14:53:17.203" v="7867" actId="20577"/>
          <ac:spMkLst>
            <pc:docMk/>
            <pc:sldMk cId="257560294" sldId="2054"/>
            <ac:spMk id="13" creationId="{CCCCAB2B-253E-578C-F601-4C6A5589D4C9}"/>
          </ac:spMkLst>
        </pc:spChg>
        <pc:picChg chg="mod">
          <ac:chgData name="Franzmann, David" userId="a3384bf1-db4c-4b25-b76b-4eb705669120" providerId="ADAL" clId="{9F119C41-FE40-4294-8380-DEE04A754C0A}" dt="2024-05-13T14:52:45.400" v="7839" actId="14826"/>
          <ac:picMkLst>
            <pc:docMk/>
            <pc:sldMk cId="257560294" sldId="2054"/>
            <ac:picMk id="7" creationId="{C938CA93-A2F3-1E6C-C358-7FD42E953B28}"/>
          </ac:picMkLst>
        </pc:picChg>
      </pc:sldChg>
      <pc:sldChg chg="addSp delSp modSp new mod">
        <pc:chgData name="Franzmann, David" userId="a3384bf1-db4c-4b25-b76b-4eb705669120" providerId="ADAL" clId="{9F119C41-FE40-4294-8380-DEE04A754C0A}" dt="2024-05-13T14:54:31.127" v="7888" actId="20577"/>
        <pc:sldMkLst>
          <pc:docMk/>
          <pc:sldMk cId="911223425" sldId="2055"/>
        </pc:sldMkLst>
        <pc:spChg chg="mod">
          <ac:chgData name="Franzmann, David" userId="a3384bf1-db4c-4b25-b76b-4eb705669120" providerId="ADAL" clId="{9F119C41-FE40-4294-8380-DEE04A754C0A}" dt="2024-05-13T14:54:31.127" v="7888" actId="20577"/>
          <ac:spMkLst>
            <pc:docMk/>
            <pc:sldMk cId="911223425" sldId="2055"/>
            <ac:spMk id="2" creationId="{C808A7C7-4C95-B05B-8166-B5D4F78E879C}"/>
          </ac:spMkLst>
        </pc:spChg>
        <pc:picChg chg="add del mod">
          <ac:chgData name="Franzmann, David" userId="a3384bf1-db4c-4b25-b76b-4eb705669120" providerId="ADAL" clId="{9F119C41-FE40-4294-8380-DEE04A754C0A}" dt="2024-05-13T14:53:56.713" v="7878" actId="478"/>
          <ac:picMkLst>
            <pc:docMk/>
            <pc:sldMk cId="911223425" sldId="2055"/>
            <ac:picMk id="6" creationId="{8CC3E381-F1EC-D14A-D854-44EE7BBF8DDC}"/>
          </ac:picMkLst>
        </pc:picChg>
        <pc:picChg chg="add">
          <ac:chgData name="Franzmann, David" userId="a3384bf1-db4c-4b25-b76b-4eb705669120" providerId="ADAL" clId="{9F119C41-FE40-4294-8380-DEE04A754C0A}" dt="2024-05-13T14:54:21.089" v="7879" actId="22"/>
          <ac:picMkLst>
            <pc:docMk/>
            <pc:sldMk cId="911223425" sldId="2055"/>
            <ac:picMk id="8" creationId="{2B5EA14A-ABB4-8016-FEE4-449893FEE240}"/>
          </ac:picMkLst>
        </pc:picChg>
      </pc:sldChg>
      <pc:sldChg chg="addSp modSp new mod">
        <pc:chgData name="Franzmann, David" userId="a3384bf1-db4c-4b25-b76b-4eb705669120" providerId="ADAL" clId="{9F119C41-FE40-4294-8380-DEE04A754C0A}" dt="2024-05-13T14:55:23.729" v="7897" actId="790"/>
        <pc:sldMkLst>
          <pc:docMk/>
          <pc:sldMk cId="1098361579" sldId="2056"/>
        </pc:sldMkLst>
        <pc:spChg chg="mod">
          <ac:chgData name="Franzmann, David" userId="a3384bf1-db4c-4b25-b76b-4eb705669120" providerId="ADAL" clId="{9F119C41-FE40-4294-8380-DEE04A754C0A}" dt="2024-05-13T14:55:23.729" v="7897" actId="790"/>
          <ac:spMkLst>
            <pc:docMk/>
            <pc:sldMk cId="1098361579" sldId="2056"/>
            <ac:spMk id="2" creationId="{43C2DABC-2F8C-D21E-8306-DB02BED61DDB}"/>
          </ac:spMkLst>
        </pc:spChg>
        <pc:spChg chg="mod">
          <ac:chgData name="Franzmann, David" userId="a3384bf1-db4c-4b25-b76b-4eb705669120" providerId="ADAL" clId="{9F119C41-FE40-4294-8380-DEE04A754C0A}" dt="2024-05-13T14:55:23.729" v="7897" actId="790"/>
          <ac:spMkLst>
            <pc:docMk/>
            <pc:sldMk cId="1098361579" sldId="2056"/>
            <ac:spMk id="3" creationId="{079D6E03-BD2E-921D-C38F-E2B1EA5CC143}"/>
          </ac:spMkLst>
        </pc:spChg>
        <pc:spChg chg="mod">
          <ac:chgData name="Franzmann, David" userId="a3384bf1-db4c-4b25-b76b-4eb705669120" providerId="ADAL" clId="{9F119C41-FE40-4294-8380-DEE04A754C0A}" dt="2024-05-13T14:55:23.729" v="7897" actId="790"/>
          <ac:spMkLst>
            <pc:docMk/>
            <pc:sldMk cId="1098361579" sldId="2056"/>
            <ac:spMk id="4" creationId="{A58FAB23-394F-F025-3C8D-46915F0B438F}"/>
          </ac:spMkLst>
        </pc:spChg>
        <pc:spChg chg="mod">
          <ac:chgData name="Franzmann, David" userId="a3384bf1-db4c-4b25-b76b-4eb705669120" providerId="ADAL" clId="{9F119C41-FE40-4294-8380-DEE04A754C0A}" dt="2024-05-13T14:55:23.729" v="7897" actId="790"/>
          <ac:spMkLst>
            <pc:docMk/>
            <pc:sldMk cId="1098361579" sldId="2056"/>
            <ac:spMk id="5" creationId="{33A21C39-5D95-A52E-F7AB-28558F5A5E0D}"/>
          </ac:spMkLst>
        </pc:spChg>
        <pc:picChg chg="add">
          <ac:chgData name="Franzmann, David" userId="a3384bf1-db4c-4b25-b76b-4eb705669120" providerId="ADAL" clId="{9F119C41-FE40-4294-8380-DEE04A754C0A}" dt="2024-05-13T14:55:00.676" v="7890" actId="22"/>
          <ac:picMkLst>
            <pc:docMk/>
            <pc:sldMk cId="1098361579" sldId="2056"/>
            <ac:picMk id="7" creationId="{7AA78908-9281-60C6-E736-9A90A0365549}"/>
          </ac:picMkLst>
        </pc:picChg>
      </pc:sldChg>
      <pc:sldChg chg="addSp modSp new mod">
        <pc:chgData name="Franzmann, David" userId="a3384bf1-db4c-4b25-b76b-4eb705669120" providerId="ADAL" clId="{9F119C41-FE40-4294-8380-DEE04A754C0A}" dt="2024-05-16T08:25:14.296" v="7996" actId="732"/>
        <pc:sldMkLst>
          <pc:docMk/>
          <pc:sldMk cId="14601904" sldId="2057"/>
        </pc:sldMkLst>
        <pc:spChg chg="mod">
          <ac:chgData name="Franzmann, David" userId="a3384bf1-db4c-4b25-b76b-4eb705669120" providerId="ADAL" clId="{9F119C41-FE40-4294-8380-DEE04A754C0A}" dt="2024-05-16T08:24:55.372" v="7991" actId="20577"/>
          <ac:spMkLst>
            <pc:docMk/>
            <pc:sldMk cId="14601904" sldId="2057"/>
            <ac:spMk id="2" creationId="{32D11392-64EC-5538-0988-417E6A6442D2}"/>
          </ac:spMkLst>
        </pc:spChg>
        <pc:spChg chg="mod">
          <ac:chgData name="Franzmann, David" userId="a3384bf1-db4c-4b25-b76b-4eb705669120" providerId="ADAL" clId="{9F119C41-FE40-4294-8380-DEE04A754C0A}" dt="2024-05-16T08:24:49.395" v="7975" actId="20577"/>
          <ac:spMkLst>
            <pc:docMk/>
            <pc:sldMk cId="14601904" sldId="2057"/>
            <ac:spMk id="4" creationId="{C12ED9B6-8624-43FC-BEFC-D45A45D1D314}"/>
          </ac:spMkLst>
        </pc:spChg>
        <pc:picChg chg="add mod modCrop">
          <ac:chgData name="Franzmann, David" userId="a3384bf1-db4c-4b25-b76b-4eb705669120" providerId="ADAL" clId="{9F119C41-FE40-4294-8380-DEE04A754C0A}" dt="2024-05-16T08:25:14.296" v="7996" actId="732"/>
          <ac:picMkLst>
            <pc:docMk/>
            <pc:sldMk cId="14601904" sldId="2057"/>
            <ac:picMk id="7" creationId="{2D9A3B7D-23D9-7BB7-D107-931B00AB7CC7}"/>
          </ac:picMkLst>
        </pc:picChg>
      </pc:sldChg>
      <pc:sldMasterChg chg="delSldLayout">
        <pc:chgData name="Franzmann, David" userId="a3384bf1-db4c-4b25-b76b-4eb705669120" providerId="ADAL" clId="{9F119C41-FE40-4294-8380-DEE04A754C0A}" dt="2024-05-29T07:53:16.395" v="7999" actId="47"/>
        <pc:sldMasterMkLst>
          <pc:docMk/>
          <pc:sldMasterMk cId="3822747736" sldId="2147483660"/>
        </pc:sldMasterMkLst>
        <pc:sldLayoutChg chg="del">
          <pc:chgData name="Franzmann, David" userId="a3384bf1-db4c-4b25-b76b-4eb705669120" providerId="ADAL" clId="{9F119C41-FE40-4294-8380-DEE04A754C0A}" dt="2024-05-29T07:53:16.395" v="7999" actId="47"/>
          <pc:sldLayoutMkLst>
            <pc:docMk/>
            <pc:sldMasterMk cId="3822747736" sldId="2147483660"/>
            <pc:sldLayoutMk cId="2305074260" sldId="214748367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Tabelle1!$G$1</c:f>
              <c:strCache>
                <c:ptCount val="1"/>
                <c:pt idx="0">
                  <c:v>LCOE_CtkWh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Tabelle1!$G$2:$G$108</c:f>
              <c:numCache>
                <c:formatCode>General</c:formatCode>
                <c:ptCount val="107"/>
                <c:pt idx="0">
                  <c:v>0.19999999999999574</c:v>
                </c:pt>
                <c:pt idx="1">
                  <c:v>0.89999999999999858</c:v>
                </c:pt>
                <c:pt idx="2">
                  <c:v>1.0999999999999943</c:v>
                </c:pt>
                <c:pt idx="3">
                  <c:v>1.0999999999999943</c:v>
                </c:pt>
                <c:pt idx="4">
                  <c:v>1.2000000000000099</c:v>
                </c:pt>
                <c:pt idx="5">
                  <c:v>1.9999999999999929</c:v>
                </c:pt>
                <c:pt idx="6">
                  <c:v>2.1000000000000085</c:v>
                </c:pt>
                <c:pt idx="7">
                  <c:v>2.1999999999999886</c:v>
                </c:pt>
                <c:pt idx="8">
                  <c:v>2.3999999999999844</c:v>
                </c:pt>
                <c:pt idx="9">
                  <c:v>2.3999999999999844</c:v>
                </c:pt>
                <c:pt idx="10">
                  <c:v>2.3999999999999844</c:v>
                </c:pt>
                <c:pt idx="11">
                  <c:v>2.3999999999999844</c:v>
                </c:pt>
                <c:pt idx="12">
                  <c:v>2.6000000000000156</c:v>
                </c:pt>
                <c:pt idx="13">
                  <c:v>2.8000000000000114</c:v>
                </c:pt>
                <c:pt idx="14">
                  <c:v>2.8000000000000114</c:v>
                </c:pt>
                <c:pt idx="15">
                  <c:v>2.8999999999999915</c:v>
                </c:pt>
                <c:pt idx="16">
                  <c:v>2.8999999999999915</c:v>
                </c:pt>
                <c:pt idx="17">
                  <c:v>3.0999999999999872</c:v>
                </c:pt>
                <c:pt idx="18">
                  <c:v>3.0999999999999872</c:v>
                </c:pt>
                <c:pt idx="19">
                  <c:v>3.2999999999999829</c:v>
                </c:pt>
                <c:pt idx="20">
                  <c:v>3.2999999999999829</c:v>
                </c:pt>
                <c:pt idx="21">
                  <c:v>3.3999999999999986</c:v>
                </c:pt>
                <c:pt idx="22">
                  <c:v>3.5000000000000142</c:v>
                </c:pt>
                <c:pt idx="23">
                  <c:v>3.5999999999999943</c:v>
                </c:pt>
                <c:pt idx="24">
                  <c:v>3.7000000000000099</c:v>
                </c:pt>
                <c:pt idx="25">
                  <c:v>3.7999999999999901</c:v>
                </c:pt>
                <c:pt idx="26">
                  <c:v>3.7999999999999901</c:v>
                </c:pt>
                <c:pt idx="27">
                  <c:v>3.7999999999999901</c:v>
                </c:pt>
                <c:pt idx="28">
                  <c:v>3.7999999999999901</c:v>
                </c:pt>
                <c:pt idx="29">
                  <c:v>3.9999999999999858</c:v>
                </c:pt>
                <c:pt idx="30">
                  <c:v>4.1000000000000014</c:v>
                </c:pt>
                <c:pt idx="31">
                  <c:v>4.1000000000000014</c:v>
                </c:pt>
                <c:pt idx="32">
                  <c:v>4.1000000000000014</c:v>
                </c:pt>
                <c:pt idx="33">
                  <c:v>4.1000000000000014</c:v>
                </c:pt>
                <c:pt idx="34">
                  <c:v>4.2000000000000171</c:v>
                </c:pt>
                <c:pt idx="35">
                  <c:v>4.2000000000000171</c:v>
                </c:pt>
                <c:pt idx="36">
                  <c:v>4.4000000000000128</c:v>
                </c:pt>
                <c:pt idx="37">
                  <c:v>4.4000000000000128</c:v>
                </c:pt>
                <c:pt idx="38">
                  <c:v>4.4000000000000128</c:v>
                </c:pt>
                <c:pt idx="39">
                  <c:v>4.4000000000000128</c:v>
                </c:pt>
                <c:pt idx="40">
                  <c:v>4.4999999999999929</c:v>
                </c:pt>
                <c:pt idx="41">
                  <c:v>4.6999999999999886</c:v>
                </c:pt>
                <c:pt idx="42">
                  <c:v>5</c:v>
                </c:pt>
                <c:pt idx="43">
                  <c:v>5</c:v>
                </c:pt>
                <c:pt idx="44">
                  <c:v>5.1999999999999957</c:v>
                </c:pt>
                <c:pt idx="45">
                  <c:v>5.1999999999999957</c:v>
                </c:pt>
                <c:pt idx="46">
                  <c:v>5.1999999999999957</c:v>
                </c:pt>
                <c:pt idx="47">
                  <c:v>5.1999999999999957</c:v>
                </c:pt>
                <c:pt idx="48">
                  <c:v>5.3000000000000114</c:v>
                </c:pt>
                <c:pt idx="49">
                  <c:v>5.3000000000000114</c:v>
                </c:pt>
                <c:pt idx="50">
                  <c:v>5.3999999999999915</c:v>
                </c:pt>
                <c:pt idx="51">
                  <c:v>5.3999999999999915</c:v>
                </c:pt>
                <c:pt idx="52">
                  <c:v>5.7999999999999829</c:v>
                </c:pt>
                <c:pt idx="53">
                  <c:v>5.8999999999999986</c:v>
                </c:pt>
                <c:pt idx="54">
                  <c:v>6.2000000000000099</c:v>
                </c:pt>
                <c:pt idx="55">
                  <c:v>6.2000000000000099</c:v>
                </c:pt>
                <c:pt idx="56">
                  <c:v>6.2999999999999901</c:v>
                </c:pt>
                <c:pt idx="57">
                  <c:v>6.2999999999999901</c:v>
                </c:pt>
                <c:pt idx="58">
                  <c:v>6.4999999999999858</c:v>
                </c:pt>
                <c:pt idx="59">
                  <c:v>6.9000000000000128</c:v>
                </c:pt>
                <c:pt idx="60">
                  <c:v>6.9999999999999929</c:v>
                </c:pt>
                <c:pt idx="61">
                  <c:v>7.1999999999999886</c:v>
                </c:pt>
                <c:pt idx="62">
                  <c:v>7.1999999999999886</c:v>
                </c:pt>
                <c:pt idx="63">
                  <c:v>7.3999999999999844</c:v>
                </c:pt>
                <c:pt idx="64">
                  <c:v>7.5</c:v>
                </c:pt>
                <c:pt idx="65">
                  <c:v>7.5</c:v>
                </c:pt>
                <c:pt idx="66">
                  <c:v>7.6999999999999957</c:v>
                </c:pt>
                <c:pt idx="67">
                  <c:v>7.8000000000000114</c:v>
                </c:pt>
                <c:pt idx="68">
                  <c:v>8.2000000000000028</c:v>
                </c:pt>
                <c:pt idx="69">
                  <c:v>8.2000000000000028</c:v>
                </c:pt>
                <c:pt idx="70">
                  <c:v>8.2999999999999829</c:v>
                </c:pt>
                <c:pt idx="71">
                  <c:v>8.2999999999999829</c:v>
                </c:pt>
                <c:pt idx="72">
                  <c:v>8.3999999999999986</c:v>
                </c:pt>
                <c:pt idx="73">
                  <c:v>8.5000000000000142</c:v>
                </c:pt>
                <c:pt idx="74">
                  <c:v>8.5000000000000142</c:v>
                </c:pt>
                <c:pt idx="75">
                  <c:v>8.7000000000000099</c:v>
                </c:pt>
                <c:pt idx="76">
                  <c:v>9.1000000000000014</c:v>
                </c:pt>
                <c:pt idx="77">
                  <c:v>9.1000000000000014</c:v>
                </c:pt>
                <c:pt idx="78">
                  <c:v>9.4000000000000128</c:v>
                </c:pt>
                <c:pt idx="79">
                  <c:v>9.4000000000000128</c:v>
                </c:pt>
                <c:pt idx="80">
                  <c:v>9.4999999999999929</c:v>
                </c:pt>
                <c:pt idx="81">
                  <c:v>9.4999999999999929</c:v>
                </c:pt>
                <c:pt idx="82">
                  <c:v>9.6000000000000085</c:v>
                </c:pt>
                <c:pt idx="83">
                  <c:v>9.6999999999999886</c:v>
                </c:pt>
                <c:pt idx="84">
                  <c:v>9.8000000000000043</c:v>
                </c:pt>
                <c:pt idx="85">
                  <c:v>9.8000000000000043</c:v>
                </c:pt>
                <c:pt idx="86">
                  <c:v>9.8999999999999844</c:v>
                </c:pt>
                <c:pt idx="87">
                  <c:v>9.8999999999999844</c:v>
                </c:pt>
                <c:pt idx="88">
                  <c:v>10.199999999999996</c:v>
                </c:pt>
                <c:pt idx="89">
                  <c:v>10.300000000000011</c:v>
                </c:pt>
                <c:pt idx="90">
                  <c:v>10.300000000000011</c:v>
                </c:pt>
                <c:pt idx="91">
                  <c:v>10.399999999999991</c:v>
                </c:pt>
                <c:pt idx="92">
                  <c:v>10.399999999999991</c:v>
                </c:pt>
                <c:pt idx="93">
                  <c:v>10.799999999999983</c:v>
                </c:pt>
                <c:pt idx="94">
                  <c:v>10.899999999999999</c:v>
                </c:pt>
                <c:pt idx="95">
                  <c:v>11.000000000000014</c:v>
                </c:pt>
                <c:pt idx="96">
                  <c:v>11.000000000000014</c:v>
                </c:pt>
                <c:pt idx="97">
                  <c:v>11.099999999999994</c:v>
                </c:pt>
                <c:pt idx="98">
                  <c:v>11.20000000000001</c:v>
                </c:pt>
                <c:pt idx="99">
                  <c:v>11.20000000000001</c:v>
                </c:pt>
                <c:pt idx="100">
                  <c:v>11.20000000000001</c:v>
                </c:pt>
                <c:pt idx="101">
                  <c:v>11.600000000000001</c:v>
                </c:pt>
                <c:pt idx="102">
                  <c:v>11.600000000000001</c:v>
                </c:pt>
                <c:pt idx="103">
                  <c:v>12.800000000000011</c:v>
                </c:pt>
                <c:pt idx="104">
                  <c:v>13.099999999999987</c:v>
                </c:pt>
                <c:pt idx="105">
                  <c:v>13.099999999999987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F6-410A-A447-7404F4E30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2569104"/>
        <c:axId val="352569584"/>
      </c:lineChart>
      <c:catAx>
        <c:axId val="3525691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Placement No. [1]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569584"/>
        <c:crosses val="autoZero"/>
        <c:auto val="1"/>
        <c:lblAlgn val="ctr"/>
        <c:lblOffset val="100"/>
        <c:noMultiLvlLbl val="0"/>
      </c:catAx>
      <c:valAx>
        <c:axId val="352569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LCOE [Ct/kWh]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56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E1389CC-567B-462D-9606-5A6D48725E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2223E6-8DEC-4459-8B52-D06E9BD3D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9E86A-6679-4EC8-847C-9F954F45BF68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E09F90-192B-4C21-A710-7EFC4BA93B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7B6243-ABD9-472E-9641-6E7B2B863D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8E8B7-5326-4A3E-8AE4-83D3CDA8A9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575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3C419-10E8-4216-A6CC-B7C8A23909AD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6CAD1-FD47-46B0-9C16-1B81F4E690E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32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Discount rate accounts for the time value of money -  the idea that money today is worth more than the same amount in the future. (to consider inflation in the project costs calculation)</a:t>
            </a:r>
          </a:p>
          <a:p>
            <a:pPr marL="0" indent="0">
              <a:buNone/>
            </a:pPr>
            <a:r>
              <a:rPr lang="en-US" dirty="0"/>
              <a:t>The higher discount rate, the higher LCOE and make the project less attractive (the future revenue is worth less).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6CAD1-FD47-46B0-9C16-1B81F4E690E0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78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 and Maintenance (O&amp;M) Costs, shown as percentage of Capital Expenditure (CAPEX)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6CAD1-FD47-46B0-9C16-1B81F4E690E0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518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6CAD1-FD47-46B0-9C16-1B81F4E690E0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158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713E3ED-78BF-4AEF-A5C2-46B7E751DB0E}"/>
              </a:ext>
            </a:extLst>
          </p:cNvPr>
          <p:cNvSpPr/>
          <p:nvPr userDrawn="1"/>
        </p:nvSpPr>
        <p:spPr>
          <a:xfrm>
            <a:off x="1" y="380577"/>
            <a:ext cx="9906000" cy="502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4225" y="537344"/>
            <a:ext cx="8456577" cy="62340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14000"/>
              </a:lnSpc>
              <a:defRPr sz="24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9453" y="2444703"/>
            <a:ext cx="8456576" cy="516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cap="none" spc="65" baseline="0">
                <a:solidFill>
                  <a:schemeClr val="bg1"/>
                </a:solidFill>
              </a:defRPr>
            </a:lvl1pPr>
            <a:lvl2pPr marL="495328" indent="0" algn="ctr">
              <a:buNone/>
              <a:defRPr sz="2167"/>
            </a:lvl2pPr>
            <a:lvl3pPr marL="990657" indent="0" algn="ctr">
              <a:buNone/>
              <a:defRPr sz="1950"/>
            </a:lvl3pPr>
            <a:lvl4pPr marL="1485984" indent="0" algn="ctr">
              <a:buNone/>
              <a:defRPr sz="1733"/>
            </a:lvl4pPr>
            <a:lvl5pPr marL="1981313" indent="0" algn="ctr">
              <a:buNone/>
              <a:defRPr sz="1733"/>
            </a:lvl5pPr>
            <a:lvl6pPr marL="2476641" indent="0" algn="ctr">
              <a:buNone/>
              <a:defRPr sz="1733"/>
            </a:lvl6pPr>
            <a:lvl7pPr marL="2971970" indent="0" algn="ctr">
              <a:buNone/>
              <a:defRPr sz="1733"/>
            </a:lvl7pPr>
            <a:lvl8pPr marL="3467297" indent="0" algn="ctr">
              <a:buNone/>
              <a:defRPr sz="1733"/>
            </a:lvl8pPr>
            <a:lvl9pPr marL="3962626" indent="0" algn="ctr">
              <a:buNone/>
              <a:defRPr sz="1733"/>
            </a:lvl9pPr>
          </a:lstStyle>
          <a:p>
            <a:r>
              <a:rPr lang="en-US" noProof="0"/>
              <a:t>Date  |  Name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CD8EAD64-AF04-4C84-A4BD-DC7D236650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pic>
        <p:nvPicPr>
          <p:cNvPr id="14" name="Grafik 7">
            <a:extLst>
              <a:ext uri="{FF2B5EF4-FFF2-40B4-BE49-F238E27FC236}">
                <a16:creationId xmlns:a16="http://schemas.microsoft.com/office/drawing/2014/main" id="{F1A4E5FA-E01B-487D-AF33-2995D0586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16" name="Untertitel 2">
            <a:extLst>
              <a:ext uri="{FF2B5EF4-FFF2-40B4-BE49-F238E27FC236}">
                <a16:creationId xmlns:a16="http://schemas.microsoft.com/office/drawing/2014/main" id="{EEE304FD-5CB5-4A27-B953-09ADE21E98ED}"/>
              </a:ext>
            </a:extLst>
          </p:cNvPr>
          <p:cNvSpPr txBox="1">
            <a:spLocks/>
          </p:cNvSpPr>
          <p:nvPr userDrawn="1"/>
        </p:nvSpPr>
        <p:spPr>
          <a:xfrm>
            <a:off x="726585" y="4797152"/>
            <a:ext cx="8456579" cy="360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cap="none" baseline="0" noProof="0"/>
              <a:t>IEK-3: Institute of Techno-Economic Systems Analysis</a:t>
            </a:r>
          </a:p>
          <a:p>
            <a:pPr algn="ctr"/>
            <a:endParaRPr lang="en-US" sz="1600" b="1" cap="none" baseline="0" noProof="0"/>
          </a:p>
        </p:txBody>
      </p:sp>
    </p:spTree>
    <p:extLst>
      <p:ext uri="{BB962C8B-B14F-4D97-AF65-F5344CB8AC3E}">
        <p14:creationId xmlns:p14="http://schemas.microsoft.com/office/powerpoint/2010/main" val="2389604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7" userDrawn="1">
          <p15:clr>
            <a:srgbClr val="FBAE40"/>
          </p15:clr>
        </p15:guide>
        <p15:guide id="2" pos="57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95F26-FB0C-4F70-ABAA-668B788D4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E469CE-573C-4BA6-B213-E4A5950FA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971" y="322022"/>
            <a:ext cx="9116951" cy="442682"/>
          </a:xfrm>
        </p:spPr>
        <p:txBody>
          <a:bodyPr/>
          <a:lstStyle>
            <a:lvl1pPr>
              <a:defRPr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3DA6-F7AB-40BB-91D7-9F2137F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1577B-CA73-4BEF-836E-9EF0D974C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7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971" y="4869160"/>
            <a:ext cx="8375453" cy="442682"/>
          </a:xfrm>
        </p:spPr>
        <p:txBody>
          <a:bodyPr anchor="b"/>
          <a:lstStyle>
            <a:lvl1pPr algn="r">
              <a:defRPr sz="4400"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BFF90422-5EA9-49BF-B256-D3D2AA4EDC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113600" y="6523435"/>
            <a:ext cx="504056" cy="230633"/>
          </a:xfrm>
        </p:spPr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erated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6446" y="1052736"/>
            <a:ext cx="4414557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384680" y="1056135"/>
            <a:ext cx="4423766" cy="486266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1125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picture left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170" y="1052736"/>
            <a:ext cx="3961833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5"/>
          </p:nvPr>
        </p:nvSpPr>
        <p:spPr>
          <a:xfrm>
            <a:off x="384680" y="1056135"/>
            <a:ext cx="4876490" cy="486266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6964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picture left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1152" y="1052736"/>
            <a:ext cx="3189851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5"/>
          </p:nvPr>
        </p:nvSpPr>
        <p:spPr>
          <a:xfrm>
            <a:off x="384680" y="1056135"/>
            <a:ext cx="5632958" cy="486266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42804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bo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6446" y="1052736"/>
            <a:ext cx="4414557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3971" y="1052736"/>
            <a:ext cx="4414557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6741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picture left o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6446" y="1369650"/>
            <a:ext cx="4414557" cy="45491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5096446" y="1011357"/>
            <a:ext cx="4413600" cy="360000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einfügen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5"/>
          </p:nvPr>
        </p:nvSpPr>
        <p:spPr>
          <a:xfrm>
            <a:off x="384680" y="1056136"/>
            <a:ext cx="4423766" cy="4862664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8577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picture lef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Titelmasterformat durch Klicken bearbeiten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6446" y="1369650"/>
            <a:ext cx="4414557" cy="45491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94846" y="1009650"/>
            <a:ext cx="4413600" cy="360000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einfügen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5096446" y="1011357"/>
            <a:ext cx="4413600" cy="360000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einfügen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93888" y="1369650"/>
            <a:ext cx="4414558" cy="454915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567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tex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Titelmasterformat durch Klicken bearbeiten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6446" y="1369650"/>
            <a:ext cx="4414557" cy="45491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94846" y="1009650"/>
            <a:ext cx="4413600" cy="360000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einfügen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5096446" y="1011357"/>
            <a:ext cx="4413600" cy="360000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einfügen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3971" y="1369650"/>
            <a:ext cx="4414953" cy="45491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8976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ed pictur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3970" y="4221088"/>
            <a:ext cx="9117033" cy="169771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5"/>
          </p:nvPr>
        </p:nvSpPr>
        <p:spPr>
          <a:xfrm>
            <a:off x="384680" y="1056135"/>
            <a:ext cx="9126242" cy="2876921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45191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E469CE-573C-4BA6-B213-E4A5950FA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496" y="2132856"/>
            <a:ext cx="9116951" cy="1152128"/>
          </a:xfrm>
        </p:spPr>
        <p:txBody>
          <a:bodyPr/>
          <a:lstStyle>
            <a:lvl1pPr>
              <a:defRPr sz="3200" spc="0" baseline="0"/>
            </a:lvl1pPr>
          </a:lstStyle>
          <a:p>
            <a:r>
              <a:rPr lang="en-US" noProof="0"/>
              <a:t>Subheading</a:t>
            </a:r>
            <a:br>
              <a:rPr lang="en-US" noProof="0"/>
            </a:br>
            <a:r>
              <a:rPr lang="en-US" noProof="0"/>
              <a:t>second line here</a:t>
            </a:r>
            <a:br>
              <a:rPr lang="en-US" noProof="0"/>
            </a:br>
            <a:endParaRPr lang="en-US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0266CD-A41F-49F7-9D98-4209AA88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4979" y="6439491"/>
            <a:ext cx="432048" cy="23063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A52F4D17-1AD6-42D9-B93A-EB002C62F43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76853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Content and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3DA6-F7AB-40BB-91D7-9F2137F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1577B-CA73-4BEF-836E-9EF0D974C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</p:spTree>
    <p:extLst>
      <p:ext uri="{BB962C8B-B14F-4D97-AF65-F5344CB8AC3E}">
        <p14:creationId xmlns:p14="http://schemas.microsoft.com/office/powerpoint/2010/main" val="353218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713E3ED-78BF-4AEF-A5C2-46B7E751DB0E}"/>
              </a:ext>
            </a:extLst>
          </p:cNvPr>
          <p:cNvSpPr/>
          <p:nvPr userDrawn="1"/>
        </p:nvSpPr>
        <p:spPr>
          <a:xfrm>
            <a:off x="1" y="380577"/>
            <a:ext cx="9906000" cy="502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4225" y="537344"/>
            <a:ext cx="8456577" cy="62340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14000"/>
              </a:lnSpc>
              <a:defRPr sz="24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9453" y="2444703"/>
            <a:ext cx="8456576" cy="516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cap="none" spc="65" baseline="0">
                <a:solidFill>
                  <a:schemeClr val="bg1"/>
                </a:solidFill>
              </a:defRPr>
            </a:lvl1pPr>
            <a:lvl2pPr marL="495328" indent="0" algn="ctr">
              <a:buNone/>
              <a:defRPr sz="2167"/>
            </a:lvl2pPr>
            <a:lvl3pPr marL="990657" indent="0" algn="ctr">
              <a:buNone/>
              <a:defRPr sz="1950"/>
            </a:lvl3pPr>
            <a:lvl4pPr marL="1485984" indent="0" algn="ctr">
              <a:buNone/>
              <a:defRPr sz="1733"/>
            </a:lvl4pPr>
            <a:lvl5pPr marL="1981313" indent="0" algn="ctr">
              <a:buNone/>
              <a:defRPr sz="1733"/>
            </a:lvl5pPr>
            <a:lvl6pPr marL="2476641" indent="0" algn="ctr">
              <a:buNone/>
              <a:defRPr sz="1733"/>
            </a:lvl6pPr>
            <a:lvl7pPr marL="2971970" indent="0" algn="ctr">
              <a:buNone/>
              <a:defRPr sz="1733"/>
            </a:lvl7pPr>
            <a:lvl8pPr marL="3467297" indent="0" algn="ctr">
              <a:buNone/>
              <a:defRPr sz="1733"/>
            </a:lvl8pPr>
            <a:lvl9pPr marL="3962626" indent="0" algn="ctr">
              <a:buNone/>
              <a:defRPr sz="1733"/>
            </a:lvl9pPr>
          </a:lstStyle>
          <a:p>
            <a:r>
              <a:rPr lang="en-US" noProof="0"/>
              <a:t>Date  |  Name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CD8EAD64-AF04-4C84-A4BD-DC7D236650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pic>
        <p:nvPicPr>
          <p:cNvPr id="14" name="Grafik 7">
            <a:extLst>
              <a:ext uri="{FF2B5EF4-FFF2-40B4-BE49-F238E27FC236}">
                <a16:creationId xmlns:a16="http://schemas.microsoft.com/office/drawing/2014/main" id="{F1A4E5FA-E01B-487D-AF33-2995D0586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16" name="Untertitel 2">
            <a:extLst>
              <a:ext uri="{FF2B5EF4-FFF2-40B4-BE49-F238E27FC236}">
                <a16:creationId xmlns:a16="http://schemas.microsoft.com/office/drawing/2014/main" id="{EEE304FD-5CB5-4A27-B953-09ADE21E98ED}"/>
              </a:ext>
            </a:extLst>
          </p:cNvPr>
          <p:cNvSpPr txBox="1">
            <a:spLocks/>
          </p:cNvSpPr>
          <p:nvPr userDrawn="1"/>
        </p:nvSpPr>
        <p:spPr>
          <a:xfrm>
            <a:off x="726585" y="4797152"/>
            <a:ext cx="8456579" cy="360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cap="none" baseline="0" noProof="0" dirty="0"/>
              <a:t>ICE-2: Jülich Systems Analysis</a:t>
            </a:r>
          </a:p>
          <a:p>
            <a:pPr algn="ctr"/>
            <a:endParaRPr lang="en-US" sz="1600" b="1" cap="none" baseline="0" noProof="0" dirty="0"/>
          </a:p>
        </p:txBody>
      </p:sp>
    </p:spTree>
    <p:extLst>
      <p:ext uri="{BB962C8B-B14F-4D97-AF65-F5344CB8AC3E}">
        <p14:creationId xmlns:p14="http://schemas.microsoft.com/office/powerpoint/2010/main" val="257769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7">
          <p15:clr>
            <a:srgbClr val="FBAE40"/>
          </p15:clr>
        </p15:guide>
        <p15:guide id="2" pos="578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0266CD-A41F-49F7-9D98-4209AA88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3240" y="6527063"/>
            <a:ext cx="432048" cy="2306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9">
            <a:extLst>
              <a:ext uri="{FF2B5EF4-FFF2-40B4-BE49-F238E27FC236}">
                <a16:creationId xmlns:a16="http://schemas.microsoft.com/office/drawing/2014/main" id="{EAF7FF5F-7CD5-4C32-BB7A-2E24C7952AE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E2AAA4B-C7FD-4739-AE96-822F44261205}"/>
              </a:ext>
            </a:extLst>
          </p:cNvPr>
          <p:cNvSpPr txBox="1">
            <a:spLocks/>
          </p:cNvSpPr>
          <p:nvPr userDrawn="1"/>
        </p:nvSpPr>
        <p:spPr>
          <a:xfrm>
            <a:off x="2936776" y="6520259"/>
            <a:ext cx="3750544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noProof="0"/>
              <a:t>IEK-3: Techno-Economic Systems Analysis</a:t>
            </a:r>
          </a:p>
        </p:txBody>
      </p:sp>
      <p:pic>
        <p:nvPicPr>
          <p:cNvPr id="21" name="Grafik 6">
            <a:extLst>
              <a:ext uri="{FF2B5EF4-FFF2-40B4-BE49-F238E27FC236}">
                <a16:creationId xmlns:a16="http://schemas.microsoft.com/office/drawing/2014/main" id="{1A42DDE9-2901-4A80-99CD-BF27E488D35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D0E59E6C-3BD9-419B-B907-E627DABB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71" y="322022"/>
            <a:ext cx="9116951" cy="4426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FA5AC7C-2CD3-41D9-AB7D-975F870B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971" y="1052736"/>
            <a:ext cx="9116951" cy="4752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4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6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8" r:id="rId14"/>
    <p:sldLayoutId id="2147483688" r:id="rId15"/>
  </p:sldLayoutIdLst>
  <p:hf hdr="0" ftr="0"/>
  <p:txStyles>
    <p:titleStyle>
      <a:lvl1pPr algn="l" defTabSz="990657" rtl="0" eaLnBrk="1" latinLnBrk="0" hangingPunct="1">
        <a:lnSpc>
          <a:spcPct val="114000"/>
        </a:lnSpc>
        <a:spcBef>
          <a:spcPct val="0"/>
        </a:spcBef>
        <a:buNone/>
        <a:defRPr sz="2000" b="1" kern="1200" cap="none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7664" indent="-24766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88449" indent="-25454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22353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70017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10802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305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633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961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10290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28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5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984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13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41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29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26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248" userDrawn="1">
          <p15:clr>
            <a:srgbClr val="F26B43"/>
          </p15:clr>
        </p15:guide>
        <p15:guide id="3" pos="5992" userDrawn="1">
          <p15:clr>
            <a:srgbClr val="F26B43"/>
          </p15:clr>
        </p15:guide>
        <p15:guide id="4" orient="horz" pos="278" userDrawn="1">
          <p15:clr>
            <a:srgbClr val="F26B43"/>
          </p15:clr>
        </p15:guide>
        <p15:guide id="6" pos="2935" userDrawn="1">
          <p15:clr>
            <a:srgbClr val="F26B43"/>
          </p15:clr>
        </p15:guide>
        <p15:guide id="7" pos="3305" userDrawn="1">
          <p15:clr>
            <a:srgbClr val="F26B43"/>
          </p15:clr>
        </p15:guide>
        <p15:guide id="8" orient="horz" pos="36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z-juelich.sciebo.de/s/BgKPud3OyVZggyV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ds.climate.copernicus.eu/cdsapp#!/dataset/reanalysis-era5-single-levels?tab=overview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mao.gsfc.nasa.gov/reanalysis/MERRA-2/docs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solaranywhere.com/support/data-fields/definitions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solaranywhere.com/support/data-fields/definitions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pvlib-python.readthedocs.io/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i.org/10.3390/en12071208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sv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sv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svg"/><Relationship Id="rId27" Type="http://schemas.openxmlformats.org/officeDocument/2006/relationships/image" Target="../media/image57.png"/><Relationship Id="rId30" Type="http://schemas.openxmlformats.org/officeDocument/2006/relationships/image" Target="../media/image60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E0D442-5A2D-4B5C-B541-D25F7EB2C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25" y="897384"/>
            <a:ext cx="8456577" cy="803424"/>
          </a:xfrm>
        </p:spPr>
        <p:txBody>
          <a:bodyPr/>
          <a:lstStyle/>
          <a:p>
            <a:pPr algn="ctr"/>
            <a:r>
              <a:rPr lang="en-US" sz="1600" cap="none" dirty="0">
                <a:cs typeface="Arial" panose="020B0604020202020204" pitchFamily="34" charset="0"/>
              </a:rPr>
              <a:t>IMP-EGH: Interdisciplinary Master Program – Energy &amp; Green Hydrogen </a:t>
            </a:r>
            <a:br>
              <a:rPr lang="en-US" sz="1600" cap="none" dirty="0">
                <a:cs typeface="Arial" panose="020B0604020202020204" pitchFamily="34" charset="0"/>
              </a:rPr>
            </a:br>
            <a:r>
              <a:rPr lang="en-US" sz="1600" cap="none" dirty="0">
                <a:cs typeface="Arial" panose="020B0604020202020204" pitchFamily="34" charset="0"/>
              </a:rPr>
              <a:t>Track 6: Systems Analysis for Green Hydrogen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88AD4B-5237-41FA-97FC-513ED4689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453" y="1916832"/>
            <a:ext cx="8456576" cy="1044627"/>
          </a:xfrm>
        </p:spPr>
        <p:txBody>
          <a:bodyPr>
            <a:normAutofit/>
          </a:bodyPr>
          <a:lstStyle/>
          <a:p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Semester | Heidi U. Heinrichs,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David Franzmann, 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Shuying Chen</a:t>
            </a:r>
            <a:endParaRPr lang="en-US" sz="2000" dirty="0"/>
          </a:p>
          <a:p>
            <a:pPr algn="ctr"/>
            <a:r>
              <a:rPr 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s.chen@fz-juelich.de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6A378C28-4B8B-4FC5-8F7A-49D0C31C9E36}"/>
              </a:ext>
            </a:extLst>
          </p:cNvPr>
          <p:cNvSpPr txBox="1">
            <a:spLocks/>
          </p:cNvSpPr>
          <p:nvPr/>
        </p:nvSpPr>
        <p:spPr>
          <a:xfrm>
            <a:off x="726587" y="4158208"/>
            <a:ext cx="8456579" cy="3007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D187ECF2-D84A-4D7C-A88D-025259E692AC}"/>
              </a:ext>
            </a:extLst>
          </p:cNvPr>
          <p:cNvSpPr txBox="1">
            <a:spLocks/>
          </p:cNvSpPr>
          <p:nvPr/>
        </p:nvSpPr>
        <p:spPr>
          <a:xfrm>
            <a:off x="726587" y="3416300"/>
            <a:ext cx="8456579" cy="732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cap="none" dirty="0" err="1">
                <a:solidFill>
                  <a:prstClr val="white"/>
                </a:solidFill>
                <a:cs typeface="Arial" panose="020B0604020202020204" pitchFamily="34" charset="0"/>
              </a:rPr>
              <a:t>Exercise</a:t>
            </a:r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 Unit 5</a:t>
            </a:r>
          </a:p>
          <a:p>
            <a:pPr algn="ctr"/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March 2025</a:t>
            </a:r>
          </a:p>
          <a:p>
            <a:pPr algn="ctr"/>
            <a:endParaRPr lang="de-DE" cap="none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0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38"/>
    </mc:Choice>
    <mc:Fallback xmlns="">
      <p:transition spd="slow" advTm="198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5F59-615C-1653-FAF2-7E0DB549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AB89D1A-B47C-6B71-A226-598C57E7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energy simulation</a:t>
            </a:r>
            <a:br>
              <a:rPr lang="en-US" dirty="0"/>
            </a:br>
            <a:r>
              <a:rPr lang="en-US" dirty="0"/>
              <a:t>Schedule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156B310-FEEA-D5A5-B702-7E27E4FF1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D0B117-5876-0BA8-D9E2-F41F0340A7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28C81A-D5EF-D56B-DB4D-B7F4CE0621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1F830C-B581-85BB-C898-A59941C8F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15190"/>
              </p:ext>
            </p:extLst>
          </p:nvPr>
        </p:nvGraphicFramePr>
        <p:xfrm>
          <a:off x="1651000" y="1227666"/>
          <a:ext cx="66040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74460107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539920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2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09:00 – 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Theory portion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362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10:15 – 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94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10:45 –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Theory portion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48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12:00 –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Lunch 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0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13:00 – 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 exercise,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9083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FF8F01-3B7D-3A8B-0166-4804D077F03E}"/>
              </a:ext>
            </a:extLst>
          </p:cNvPr>
          <p:cNvSpPr txBox="1"/>
          <p:nvPr/>
        </p:nvSpPr>
        <p:spPr>
          <a:xfrm>
            <a:off x="906516" y="4437993"/>
            <a:ext cx="8604405" cy="1052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dirty="0"/>
              <a:t>Exercise resources download</a:t>
            </a:r>
          </a:p>
          <a:p>
            <a:pPr algn="l">
              <a:lnSpc>
                <a:spcPct val="95000"/>
              </a:lnSpc>
            </a:pPr>
            <a:r>
              <a:rPr lang="en-US" dirty="0"/>
              <a:t>Class examples: https://github.com/chrisjwin/IMP_EGH_ICE2</a:t>
            </a:r>
          </a:p>
          <a:p>
            <a:pPr algn="l">
              <a:lnSpc>
                <a:spcPct val="95000"/>
              </a:lnSpc>
            </a:pPr>
            <a:r>
              <a:rPr lang="en-US" dirty="0"/>
              <a:t>Further exploration in ECOWAS area: folder </a:t>
            </a:r>
            <a:r>
              <a:rPr lang="en-US" dirty="0" err="1"/>
              <a:t>weather_data</a:t>
            </a:r>
            <a:r>
              <a:rPr lang="en-US" dirty="0"/>
              <a:t> at </a:t>
            </a:r>
            <a:r>
              <a:rPr lang="en-US" dirty="0">
                <a:hlinkClick r:id="rId2" tooltip="https://fz-juelich.sciebo.de/s/bgkpud3oyvzggyv"/>
              </a:rPr>
              <a:t>https://fz-juelich.sciebo.de/s/BgKPud3OyVZggyV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4335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14F8ADD-EFC6-9514-CAE1-1923A02B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energy simulation</a:t>
            </a:r>
            <a:br>
              <a:rPr lang="en-US" dirty="0"/>
            </a:br>
            <a:r>
              <a:rPr lang="en-US" dirty="0"/>
              <a:t>Topics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141D3B4-991A-09AE-FF83-5D7D3909B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CC6430-B0BD-BD56-7132-94423DE8EA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7E65ABD-7C33-D3C9-A9FE-7598064BDB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Motivation General Workflow</a:t>
            </a:r>
          </a:p>
          <a:p>
            <a:r>
              <a:rPr lang="en-US" dirty="0"/>
              <a:t>Overview of weather data</a:t>
            </a:r>
          </a:p>
          <a:p>
            <a:r>
              <a:rPr lang="en-US" dirty="0"/>
              <a:t>Technologies: solar photovoltaics (PV) energy, Onshore wind energy</a:t>
            </a:r>
          </a:p>
          <a:p>
            <a:pPr lvl="1"/>
            <a:r>
              <a:rPr lang="en-US" dirty="0"/>
              <a:t>Physical principles</a:t>
            </a:r>
          </a:p>
          <a:p>
            <a:pPr lvl="1"/>
            <a:r>
              <a:rPr lang="en-US" dirty="0"/>
              <a:t>Workflow</a:t>
            </a:r>
          </a:p>
          <a:p>
            <a:r>
              <a:rPr lang="en-US" dirty="0"/>
              <a:t>Exemplary Results / H2 Africa application</a:t>
            </a:r>
          </a:p>
          <a:p>
            <a:r>
              <a:rPr lang="en-US" dirty="0"/>
              <a:t>Python session</a:t>
            </a:r>
          </a:p>
        </p:txBody>
      </p:sp>
    </p:spTree>
    <p:extLst>
      <p:ext uri="{BB962C8B-B14F-4D97-AF65-F5344CB8AC3E}">
        <p14:creationId xmlns:p14="http://schemas.microsoft.com/office/powerpoint/2010/main" val="189031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90022AEE-7D29-A153-7A41-0A57255B51F1}"/>
              </a:ext>
            </a:extLst>
          </p:cNvPr>
          <p:cNvSpPr/>
          <p:nvPr/>
        </p:nvSpPr>
        <p:spPr>
          <a:xfrm>
            <a:off x="5634182" y="1099127"/>
            <a:ext cx="3876740" cy="48853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Output to Energy System Model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F484711-A5A9-3CDE-752C-7D38758C8402}"/>
              </a:ext>
            </a:extLst>
          </p:cNvPr>
          <p:cNvSpPr/>
          <p:nvPr/>
        </p:nvSpPr>
        <p:spPr>
          <a:xfrm>
            <a:off x="393972" y="1099127"/>
            <a:ext cx="3633084" cy="49222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Input from LEA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AFED0-A21F-8354-662B-CD85B8F8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of Renewables Simulation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A6A047E-F4E5-594E-C1E7-8BEDC8C65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4FBEED-B64D-4B00-532B-33A441E2E5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F9B8773-6729-97EE-CBD7-077ADE988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7101" y="1556492"/>
            <a:ext cx="1137039" cy="165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6A74C33A-428E-E024-62ED-9FDF8DFB8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71505" y="1514984"/>
            <a:ext cx="1140757" cy="170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D09986EE-C2FA-A979-C3CD-307B16D1B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088205"/>
              </p:ext>
            </p:extLst>
          </p:nvPr>
        </p:nvGraphicFramePr>
        <p:xfrm>
          <a:off x="5885693" y="1997255"/>
          <a:ext cx="3373717" cy="3736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862D2E39-08A2-585D-047A-5AED51294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570190"/>
              </p:ext>
            </p:extLst>
          </p:nvPr>
        </p:nvGraphicFramePr>
        <p:xfrm>
          <a:off x="646591" y="3313316"/>
          <a:ext cx="3027550" cy="2610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24">
                  <a:extLst>
                    <a:ext uri="{9D8B030D-6E8A-4147-A177-3AD203B41FA5}">
                      <a16:colId xmlns:a16="http://schemas.microsoft.com/office/drawing/2014/main" val="1725953960"/>
                    </a:ext>
                  </a:extLst>
                </a:gridCol>
                <a:gridCol w="815285">
                  <a:extLst>
                    <a:ext uri="{9D8B030D-6E8A-4147-A177-3AD203B41FA5}">
                      <a16:colId xmlns:a16="http://schemas.microsoft.com/office/drawing/2014/main" val="4268601154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2609780834"/>
                    </a:ext>
                  </a:extLst>
                </a:gridCol>
                <a:gridCol w="958650">
                  <a:extLst>
                    <a:ext uri="{9D8B030D-6E8A-4147-A177-3AD203B41FA5}">
                      <a16:colId xmlns:a16="http://schemas.microsoft.com/office/drawing/2014/main" val="1044868507"/>
                    </a:ext>
                  </a:extLst>
                </a:gridCol>
              </a:tblGrid>
              <a:tr h="290011"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No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Lon [°]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Lat</a:t>
                      </a: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[°]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Area [m²]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3930522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39.153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2814.98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835235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39.288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-4.066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2739.98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6894738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39.280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-3.980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2444.98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7270052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39.345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-4.056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2274.98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652525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39.312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-4.082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1979.98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2540550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39.336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-4.084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944.99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9760334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39.252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1654.98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6676081"/>
                  </a:ext>
                </a:extLst>
              </a:tr>
              <a:tr h="290011"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39.292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-4.102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1794.98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9423131"/>
                  </a:ext>
                </a:extLst>
              </a:tr>
            </a:tbl>
          </a:graphicData>
        </a:graphic>
      </p:graphicFrame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0F96172E-0463-3621-C1A3-5C66FB85899D}"/>
              </a:ext>
            </a:extLst>
          </p:cNvPr>
          <p:cNvSpPr/>
          <p:nvPr/>
        </p:nvSpPr>
        <p:spPr>
          <a:xfrm>
            <a:off x="4311306" y="2994661"/>
            <a:ext cx="895927" cy="63730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0D34D12-2FF6-86B1-3DE8-D0D61F0872B7}"/>
              </a:ext>
            </a:extLst>
          </p:cNvPr>
          <p:cNvSpPr txBox="1"/>
          <p:nvPr/>
        </p:nvSpPr>
        <p:spPr>
          <a:xfrm>
            <a:off x="4220660" y="2657637"/>
            <a:ext cx="1077218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225177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03EBA-F373-B4EE-DB58-D1587EDC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of Renewables Simulation: Geographical Representation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A157B9-054A-13CE-7B63-A3A4866B4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41A446-8992-3B1C-9420-D88F2672A7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6021388"/>
            <a:ext cx="8310017" cy="431800"/>
          </a:xfrm>
        </p:spPr>
        <p:txBody>
          <a:bodyPr/>
          <a:lstStyle/>
          <a:p>
            <a:r>
              <a:rPr lang="en-US" dirty="0"/>
              <a:t>[ref] Winkler, C. et al. Participatory mapping of local green hydrogen cost-potentials in Sub-Saharan Africa. International Journal of Hydrogen Energy 112, 289-321 (2025). https://doi.org:https://doi.org/10.1016/j.ijhydene.2025.02.015</a:t>
            </a:r>
          </a:p>
        </p:txBody>
      </p:sp>
      <p:pic>
        <p:nvPicPr>
          <p:cNvPr id="6" name="Picture 2" descr="A map of different countries/regions&#10;&#10;Description automatically generated with medium confidence">
            <a:extLst>
              <a:ext uri="{FF2B5EF4-FFF2-40B4-BE49-F238E27FC236}">
                <a16:creationId xmlns:a16="http://schemas.microsoft.com/office/drawing/2014/main" id="{F53A3E15-4530-8C05-A271-1D77DADE58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71" y="1052736"/>
            <a:ext cx="6001018" cy="2478852"/>
          </a:xfrm>
          <a:prstGeom prst="rect">
            <a:avLst/>
          </a:prstGeom>
          <a:noFill/>
        </p:spPr>
      </p:pic>
      <p:pic>
        <p:nvPicPr>
          <p:cNvPr id="7" name="Grafik 6" descr="Ein Bild, das Karte enthält.&#10;&#10;Automatisch generierte Beschreibung">
            <a:extLst>
              <a:ext uri="{FF2B5EF4-FFF2-40B4-BE49-F238E27FC236}">
                <a16:creationId xmlns:a16="http://schemas.microsoft.com/office/drawing/2014/main" id="{387CD5CA-B376-9581-ABB0-79E14C7C4E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49"/>
          <a:stretch/>
        </p:blipFill>
        <p:spPr bwMode="auto">
          <a:xfrm>
            <a:off x="4618182" y="3285911"/>
            <a:ext cx="4919789" cy="26328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Solarmodule Silhouette">
            <a:extLst>
              <a:ext uri="{FF2B5EF4-FFF2-40B4-BE49-F238E27FC236}">
                <a16:creationId xmlns:a16="http://schemas.microsoft.com/office/drawing/2014/main" id="{5932925B-5EB0-8284-C146-00A932881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9766" y="3125682"/>
            <a:ext cx="914400" cy="914400"/>
          </a:xfrm>
          <a:prstGeom prst="rect">
            <a:avLst/>
          </a:prstGeom>
        </p:spPr>
      </p:pic>
      <p:pic>
        <p:nvPicPr>
          <p:cNvPr id="10" name="Grafik 9" descr="Solarmodule Silhouette">
            <a:extLst>
              <a:ext uri="{FF2B5EF4-FFF2-40B4-BE49-F238E27FC236}">
                <a16:creationId xmlns:a16="http://schemas.microsoft.com/office/drawing/2014/main" id="{1A523DA7-2DB8-DBF0-E984-823CD3FA9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6131" y="1043910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46DFCFF-5773-F0D7-BA16-2A2DC13E45EC}"/>
              </a:ext>
            </a:extLst>
          </p:cNvPr>
          <p:cNvSpPr txBox="1"/>
          <p:nvPr/>
        </p:nvSpPr>
        <p:spPr>
          <a:xfrm>
            <a:off x="550929" y="1055623"/>
            <a:ext cx="1243930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Eligible land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FA68488-17F0-7CE7-C7AC-A840D3DBC04F}"/>
              </a:ext>
            </a:extLst>
          </p:cNvPr>
          <p:cNvSpPr txBox="1"/>
          <p:nvPr/>
        </p:nvSpPr>
        <p:spPr>
          <a:xfrm>
            <a:off x="4952446" y="3451308"/>
            <a:ext cx="1692771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Energy Potential</a:t>
            </a:r>
          </a:p>
        </p:txBody>
      </p:sp>
      <p:sp>
        <p:nvSpPr>
          <p:cNvPr id="13" name="Pfeil: gebogen 12">
            <a:extLst>
              <a:ext uri="{FF2B5EF4-FFF2-40B4-BE49-F238E27FC236}">
                <a16:creationId xmlns:a16="http://schemas.microsoft.com/office/drawing/2014/main" id="{6CA0A8BC-6750-3816-1A8A-DB1ED89799C9}"/>
              </a:ext>
            </a:extLst>
          </p:cNvPr>
          <p:cNvSpPr/>
          <p:nvPr/>
        </p:nvSpPr>
        <p:spPr>
          <a:xfrm flipV="1">
            <a:off x="2011449" y="3582882"/>
            <a:ext cx="2123763" cy="1463580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95BCB71-013C-5D4E-EB0C-953F7BDA7029}"/>
              </a:ext>
            </a:extLst>
          </p:cNvPr>
          <p:cNvSpPr txBox="1"/>
          <p:nvPr/>
        </p:nvSpPr>
        <p:spPr>
          <a:xfrm>
            <a:off x="1570182" y="5149050"/>
            <a:ext cx="2449388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b="1" dirty="0"/>
              <a:t>Renewable Simulation</a:t>
            </a:r>
          </a:p>
        </p:txBody>
      </p:sp>
    </p:spTree>
    <p:extLst>
      <p:ext uri="{BB962C8B-B14F-4D97-AF65-F5344CB8AC3E}">
        <p14:creationId xmlns:p14="http://schemas.microsoft.com/office/powerpoint/2010/main" val="250019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64EA9A-B73C-4157-F472-ECDC5750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 Potentials: Requirements for Energy System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4CE99AC-D3BA-6C1A-AFE9-413E516B4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F5678A-96D8-EB95-10DE-88F9E1DC85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282AAF4-35D7-A13A-BDE8-E6BD2F58C3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Resolution:</a:t>
            </a:r>
          </a:p>
          <a:p>
            <a:pPr lvl="1"/>
            <a:r>
              <a:rPr lang="en-US" dirty="0"/>
              <a:t>High spatial resolution</a:t>
            </a:r>
          </a:p>
          <a:p>
            <a:pPr lvl="1"/>
            <a:r>
              <a:rPr lang="en-US" dirty="0"/>
              <a:t>Hourly temporal resolution</a:t>
            </a:r>
          </a:p>
          <a:p>
            <a:r>
              <a:rPr lang="en-US" dirty="0"/>
              <a:t>Variables:</a:t>
            </a:r>
          </a:p>
          <a:p>
            <a:pPr lvl="1"/>
            <a:r>
              <a:rPr lang="en-US" dirty="0"/>
              <a:t>Capacity of each plant</a:t>
            </a:r>
          </a:p>
          <a:p>
            <a:pPr lvl="1"/>
            <a:r>
              <a:rPr lang="en-US" dirty="0"/>
              <a:t>Capacity factor time series of each plant</a:t>
            </a:r>
          </a:p>
          <a:p>
            <a:pPr lvl="1"/>
            <a:r>
              <a:rPr lang="en-US" dirty="0"/>
              <a:t>Cost parameters of each plant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8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99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06CBA05C-464A-CF21-F7CE-7C97E0286BF4}"/>
              </a:ext>
            </a:extLst>
          </p:cNvPr>
          <p:cNvSpPr/>
          <p:nvPr/>
        </p:nvSpPr>
        <p:spPr>
          <a:xfrm flipH="1">
            <a:off x="4491698" y="2299456"/>
            <a:ext cx="922604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8436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33AD9-483C-67FA-906C-7114AC01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Data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205B1B-DA9C-9F06-21C8-705C8F4E7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24D3E1-11FE-47F1-7680-F6FCC7EE0B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[picture] https://www.cen.uni-hamburg.de/icdc/data/atmosphere/reanalysis-atmosphere/ecmwf-era5.html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373F27-B18D-4562-F7B4-EE30A149ED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Usually, we want to simulate future energy systems, but we cannot forecast weather until 2050 (2100)</a:t>
            </a:r>
          </a:p>
          <a:p>
            <a:r>
              <a:rPr lang="en-US" dirty="0"/>
              <a:t>Use historic weather data and apply statistics</a:t>
            </a:r>
          </a:p>
          <a:p>
            <a:r>
              <a:rPr lang="en-US" dirty="0"/>
              <a:t>Historic weather data: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DC2A204-9897-DAF4-D13C-66A5A6D8A7D2}"/>
              </a:ext>
            </a:extLst>
          </p:cNvPr>
          <p:cNvSpPr/>
          <p:nvPr/>
        </p:nvSpPr>
        <p:spPr>
          <a:xfrm>
            <a:off x="393971" y="2844801"/>
            <a:ext cx="2281382" cy="8312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Measure data from ground stations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4EFDAC3-F364-6FE0-5F2A-B9A1C49F9080}"/>
              </a:ext>
            </a:extLst>
          </p:cNvPr>
          <p:cNvSpPr/>
          <p:nvPr/>
        </p:nvSpPr>
        <p:spPr>
          <a:xfrm>
            <a:off x="3178735" y="2844800"/>
            <a:ext cx="2281382" cy="8312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Measure data from </a:t>
            </a:r>
            <a:r>
              <a:rPr lang="en-US" dirty="0" err="1"/>
              <a:t>satelites</a:t>
            </a:r>
            <a:r>
              <a:rPr lang="en-US" dirty="0"/>
              <a:t> / weather balloons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A6D0DF1-5032-301D-137C-81C4525C6590}"/>
              </a:ext>
            </a:extLst>
          </p:cNvPr>
          <p:cNvSpPr/>
          <p:nvPr/>
        </p:nvSpPr>
        <p:spPr>
          <a:xfrm>
            <a:off x="393971" y="4071645"/>
            <a:ext cx="5066146" cy="580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Weather models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3978959-E252-C4E9-CEDD-36BC5E9E8E67}"/>
              </a:ext>
            </a:extLst>
          </p:cNvPr>
          <p:cNvSpPr/>
          <p:nvPr/>
        </p:nvSpPr>
        <p:spPr>
          <a:xfrm>
            <a:off x="393971" y="4970360"/>
            <a:ext cx="5066146" cy="5809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Weather data set</a:t>
            </a:r>
          </a:p>
        </p:txBody>
      </p:sp>
      <p:pic>
        <p:nvPicPr>
          <p:cNvPr id="11" name="Grafik 10" descr="Ein Bild, das Farbigkeit, Bild, Kunst, Natur enthält.&#10;&#10;Automatisch generierte Beschreibung">
            <a:extLst>
              <a:ext uri="{FF2B5EF4-FFF2-40B4-BE49-F238E27FC236}">
                <a16:creationId xmlns:a16="http://schemas.microsoft.com/office/drawing/2014/main" id="{7A47BCF0-E6A7-1D28-5AC9-C84117EF4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970" y="2846870"/>
            <a:ext cx="3844636" cy="192872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711D4405-31BB-4642-BEAC-54A08E12ED1D}"/>
              </a:ext>
            </a:extLst>
          </p:cNvPr>
          <p:cNvSpPr txBox="1"/>
          <p:nvPr/>
        </p:nvSpPr>
        <p:spPr>
          <a:xfrm>
            <a:off x="5622970" y="4849471"/>
            <a:ext cx="3844636" cy="701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dirty="0"/>
              <a:t>Global 2 m Temperature from ECMWF's ERA5 at 1st January 1979 0:00h. Copyright: UHH/CEN/AJB</a:t>
            </a:r>
          </a:p>
        </p:txBody>
      </p:sp>
      <p:sp>
        <p:nvSpPr>
          <p:cNvPr id="13" name="Pfeil: nach unten 12">
            <a:extLst>
              <a:ext uri="{FF2B5EF4-FFF2-40B4-BE49-F238E27FC236}">
                <a16:creationId xmlns:a16="http://schemas.microsoft.com/office/drawing/2014/main" id="{EF5EAAC6-2EE2-D2B8-8DA7-014C1041E6F9}"/>
              </a:ext>
            </a:extLst>
          </p:cNvPr>
          <p:cNvSpPr/>
          <p:nvPr/>
        </p:nvSpPr>
        <p:spPr>
          <a:xfrm>
            <a:off x="1368407" y="3733197"/>
            <a:ext cx="332509" cy="2668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  <p:sp>
        <p:nvSpPr>
          <p:cNvPr id="14" name="Pfeil: nach unten 13">
            <a:extLst>
              <a:ext uri="{FF2B5EF4-FFF2-40B4-BE49-F238E27FC236}">
                <a16:creationId xmlns:a16="http://schemas.microsoft.com/office/drawing/2014/main" id="{36524F4F-AA21-E0F1-896B-5DE386646A96}"/>
              </a:ext>
            </a:extLst>
          </p:cNvPr>
          <p:cNvSpPr/>
          <p:nvPr/>
        </p:nvSpPr>
        <p:spPr>
          <a:xfrm>
            <a:off x="4153171" y="3777070"/>
            <a:ext cx="332509" cy="2668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  <p:sp>
        <p:nvSpPr>
          <p:cNvPr id="15" name="Pfeil: nach unten 14">
            <a:extLst>
              <a:ext uri="{FF2B5EF4-FFF2-40B4-BE49-F238E27FC236}">
                <a16:creationId xmlns:a16="http://schemas.microsoft.com/office/drawing/2014/main" id="{87BD71A9-6BD2-B319-677A-AA8B77DA8205}"/>
              </a:ext>
            </a:extLst>
          </p:cNvPr>
          <p:cNvSpPr/>
          <p:nvPr/>
        </p:nvSpPr>
        <p:spPr>
          <a:xfrm>
            <a:off x="2760789" y="4678021"/>
            <a:ext cx="332509" cy="2668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162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Raum, Weltraum, Erde, Planet enthält.&#10;&#10;Automatisch generierte Beschreibung">
            <a:extLst>
              <a:ext uri="{FF2B5EF4-FFF2-40B4-BE49-F238E27FC236}">
                <a16:creationId xmlns:a16="http://schemas.microsoft.com/office/drawing/2014/main" id="{33E1FBAD-378E-8C0B-1FFE-34D59829B0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40" b="24252"/>
          <a:stretch/>
        </p:blipFill>
        <p:spPr>
          <a:xfrm>
            <a:off x="39254" y="1033723"/>
            <a:ext cx="9866746" cy="47715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1289AA0-C9F5-EEF9-5BCD-B8AD0687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weather data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FD44639-92C7-6AF0-7CCD-F9AE66445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8BA136-80F7-3979-CACF-239C6BEA19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5805264"/>
            <a:ext cx="7151417" cy="647924"/>
          </a:xfrm>
        </p:spPr>
        <p:txBody>
          <a:bodyPr/>
          <a:lstStyle/>
          <a:p>
            <a:r>
              <a:rPr lang="en-US" dirty="0"/>
              <a:t>[1] </a:t>
            </a:r>
            <a:r>
              <a:rPr lang="en-US" dirty="0">
                <a:hlinkClick r:id="rId3"/>
              </a:rPr>
              <a:t>https://cds.climate.copernicus.eu/cdsapp#!/dataset/reanalysis-era5-single-levels?tab=overview</a:t>
            </a:r>
            <a:endParaRPr lang="en-US" dirty="0"/>
          </a:p>
          <a:p>
            <a:r>
              <a:rPr lang="en-US" dirty="0"/>
              <a:t>[2] </a:t>
            </a:r>
            <a:r>
              <a:rPr lang="en-US" dirty="0">
                <a:hlinkClick r:id="rId4"/>
              </a:rPr>
              <a:t>https://gmao.gsfc.nasa.gov/reanalysis/MERRA-2/docs/</a:t>
            </a:r>
            <a:r>
              <a:rPr lang="en-US" dirty="0"/>
              <a:t> [3] https://navigator.eumetsat.int/product/EO:EUM:DAT:0863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EACC65-8096-015A-8D31-C973A244A1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4683046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7765BFC-10CC-7E42-1655-7455F068F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617527"/>
              </p:ext>
            </p:extLst>
          </p:nvPr>
        </p:nvGraphicFramePr>
        <p:xfrm>
          <a:off x="381000" y="1122218"/>
          <a:ext cx="8865668" cy="4199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417">
                  <a:extLst>
                    <a:ext uri="{9D8B030D-6E8A-4147-A177-3AD203B41FA5}">
                      <a16:colId xmlns:a16="http://schemas.microsoft.com/office/drawing/2014/main" val="2907028391"/>
                    </a:ext>
                  </a:extLst>
                </a:gridCol>
                <a:gridCol w="2216417">
                  <a:extLst>
                    <a:ext uri="{9D8B030D-6E8A-4147-A177-3AD203B41FA5}">
                      <a16:colId xmlns:a16="http://schemas.microsoft.com/office/drawing/2014/main" val="934246139"/>
                    </a:ext>
                  </a:extLst>
                </a:gridCol>
                <a:gridCol w="2216417">
                  <a:extLst>
                    <a:ext uri="{9D8B030D-6E8A-4147-A177-3AD203B41FA5}">
                      <a16:colId xmlns:a16="http://schemas.microsoft.com/office/drawing/2014/main" val="3406267471"/>
                    </a:ext>
                  </a:extLst>
                </a:gridCol>
                <a:gridCol w="2216417">
                  <a:extLst>
                    <a:ext uri="{9D8B030D-6E8A-4147-A177-3AD203B41FA5}">
                      <a16:colId xmlns:a16="http://schemas.microsoft.com/office/drawing/2014/main" val="3996490361"/>
                    </a:ext>
                  </a:extLst>
                </a:gridCol>
              </a:tblGrid>
              <a:tr h="706321">
                <a:tc>
                  <a:txBody>
                    <a:bodyPr/>
                    <a:lstStyle/>
                    <a:p>
                      <a:r>
                        <a:rPr lang="de-DE" dirty="0"/>
                        <a:t>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Spatial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resolution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Temporal </a:t>
                      </a:r>
                      <a:r>
                        <a:rPr lang="de-DE" dirty="0" err="1"/>
                        <a:t>resolution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Scope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29014"/>
                  </a:ext>
                </a:extLst>
              </a:tr>
              <a:tr h="1012394">
                <a:tc>
                  <a:txBody>
                    <a:bodyPr/>
                    <a:lstStyle/>
                    <a:p>
                      <a:r>
                        <a:rPr lang="de-DE" dirty="0"/>
                        <a:t>ERA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0.25° x 0.25°,</a:t>
                      </a:r>
                    </a:p>
                    <a:p>
                      <a:r>
                        <a:rPr lang="en-US" dirty="0"/>
                        <a:t>1940 to present (-5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Globally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813858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de-DE" dirty="0"/>
                        <a:t>MERRA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0.5° </a:t>
                      </a:r>
                      <a:r>
                        <a:rPr lang="en-US" dirty="0" err="1"/>
                        <a:t>lat</a:t>
                      </a:r>
                      <a:r>
                        <a:rPr lang="en-US" dirty="0"/>
                        <a:t> x 0.625° </a:t>
                      </a:r>
                      <a:r>
                        <a:rPr lang="en-US" dirty="0" err="1"/>
                        <a:t>lon</a:t>
                      </a:r>
                      <a:r>
                        <a:rPr lang="en-US" dirty="0"/>
                        <a:t>,</a:t>
                      </a:r>
                    </a:p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Globally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149475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de-DE" dirty="0"/>
                        <a:t>SAHRA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0.05°x0.05°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 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Europe, </a:t>
                      </a:r>
                      <a:r>
                        <a:rPr lang="de-DE" dirty="0" err="1"/>
                        <a:t>Africa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485987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de-DE" dirty="0"/>
                        <a:t>Global Wind Atlas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300mx300m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Only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averages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Globally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828020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de-DE" dirty="0"/>
                        <a:t>Global Solar Atlas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250mx250m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Only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averages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Globally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30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49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8D25B-A579-BD35-9924-1F14551C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 5variables used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DE1E0AC-2C87-84EC-25E2-4BF5CF07E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3964A7-84E5-936D-DCC0-4E05EFA46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5034F5-02AA-6126-5F4E-932FE7F5A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0DDA22A-7B42-FE21-9EA1-421249E32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64517"/>
              </p:ext>
            </p:extLst>
          </p:nvPr>
        </p:nvGraphicFramePr>
        <p:xfrm>
          <a:off x="393971" y="1311761"/>
          <a:ext cx="9116952" cy="4528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984">
                  <a:extLst>
                    <a:ext uri="{9D8B030D-6E8A-4147-A177-3AD203B41FA5}">
                      <a16:colId xmlns:a16="http://schemas.microsoft.com/office/drawing/2014/main" val="2907028391"/>
                    </a:ext>
                  </a:extLst>
                </a:gridCol>
                <a:gridCol w="3038984">
                  <a:extLst>
                    <a:ext uri="{9D8B030D-6E8A-4147-A177-3AD203B41FA5}">
                      <a16:colId xmlns:a16="http://schemas.microsoft.com/office/drawing/2014/main" val="934246139"/>
                    </a:ext>
                  </a:extLst>
                </a:gridCol>
                <a:gridCol w="3038984">
                  <a:extLst>
                    <a:ext uri="{9D8B030D-6E8A-4147-A177-3AD203B41FA5}">
                      <a16:colId xmlns:a16="http://schemas.microsoft.com/office/drawing/2014/main" val="3406267471"/>
                    </a:ext>
                  </a:extLst>
                </a:gridCol>
              </a:tblGrid>
              <a:tr h="633474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Varaible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29014"/>
                  </a:ext>
                </a:extLst>
              </a:tr>
              <a:tr h="678257">
                <a:tc>
                  <a:txBody>
                    <a:bodyPr/>
                    <a:lstStyle/>
                    <a:p>
                      <a:r>
                        <a:rPr lang="en-US" noProof="0" dirty="0"/>
                        <a:t>Surface wind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Temperature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813858"/>
                  </a:ext>
                </a:extLst>
              </a:tr>
              <a:tr h="615069">
                <a:tc>
                  <a:txBody>
                    <a:bodyPr/>
                    <a:lstStyle/>
                    <a:p>
                      <a:r>
                        <a:rPr lang="en-US" noProof="0" dirty="0"/>
                        <a:t>Surface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Temperature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149475"/>
                  </a:ext>
                </a:extLst>
              </a:tr>
              <a:tr h="615069">
                <a:tc>
                  <a:txBody>
                    <a:bodyPr/>
                    <a:lstStyle/>
                    <a:p>
                      <a:r>
                        <a:rPr lang="en-US" noProof="0" dirty="0"/>
                        <a:t>Surface air temp.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Temperature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485987"/>
                  </a:ext>
                </a:extLst>
              </a:tr>
              <a:tr h="615069">
                <a:tc>
                  <a:txBody>
                    <a:bodyPr/>
                    <a:lstStyle/>
                    <a:p>
                      <a:r>
                        <a:rPr lang="en-US" noProof="0" dirty="0"/>
                        <a:t>Surface dew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Temperature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93673"/>
                  </a:ext>
                </a:extLst>
              </a:tr>
              <a:tr h="615069">
                <a:tc>
                  <a:txBody>
                    <a:bodyPr/>
                    <a:lstStyle/>
                    <a:p>
                      <a:r>
                        <a:rPr lang="en-US" noProof="0" dirty="0"/>
                        <a:t>Global horizontal irradiance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Irradiance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913216"/>
                  </a:ext>
                </a:extLst>
              </a:tr>
              <a:tr h="615069">
                <a:tc>
                  <a:txBody>
                    <a:bodyPr/>
                    <a:lstStyle/>
                    <a:p>
                      <a:r>
                        <a:rPr lang="en-US" noProof="0" dirty="0"/>
                        <a:t>Direct horizontal irradiance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Irradiance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235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251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8D25B-A579-BD35-9924-1F14551C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 5variables used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DE1E0AC-2C87-84EC-25E2-4BF5CF07E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3964A7-84E5-936D-DCC0-4E05EFA46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5034F5-02AA-6126-5F4E-932FE7F5A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0DDA22A-7B42-FE21-9EA1-421249E32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794409"/>
              </p:ext>
            </p:extLst>
          </p:nvPr>
        </p:nvGraphicFramePr>
        <p:xfrm>
          <a:off x="393971" y="1178526"/>
          <a:ext cx="9131028" cy="2663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676">
                  <a:extLst>
                    <a:ext uri="{9D8B030D-6E8A-4147-A177-3AD203B41FA5}">
                      <a16:colId xmlns:a16="http://schemas.microsoft.com/office/drawing/2014/main" val="2907028391"/>
                    </a:ext>
                  </a:extLst>
                </a:gridCol>
                <a:gridCol w="3043676">
                  <a:extLst>
                    <a:ext uri="{9D8B030D-6E8A-4147-A177-3AD203B41FA5}">
                      <a16:colId xmlns:a16="http://schemas.microsoft.com/office/drawing/2014/main" val="934246139"/>
                    </a:ext>
                  </a:extLst>
                </a:gridCol>
                <a:gridCol w="3043676">
                  <a:extLst>
                    <a:ext uri="{9D8B030D-6E8A-4147-A177-3AD203B41FA5}">
                      <a16:colId xmlns:a16="http://schemas.microsoft.com/office/drawing/2014/main" val="3406267471"/>
                    </a:ext>
                  </a:extLst>
                </a:gridCol>
              </a:tblGrid>
              <a:tr h="706321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Varaible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29014"/>
                  </a:ext>
                </a:extLst>
              </a:tr>
              <a:tr h="756254">
                <a:tc>
                  <a:txBody>
                    <a:bodyPr/>
                    <a:lstStyle/>
                    <a:p>
                      <a:r>
                        <a:rPr lang="en-US" noProof="0" dirty="0"/>
                        <a:t>Elevated wind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noProof="0" dirty="0"/>
                        <a:t>Wind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noProof="0" dirty="0"/>
                        <a:t>Windspeed </a:t>
                      </a:r>
                      <a:r>
                        <a:rPr lang="de-DE" noProof="0" dirty="0" err="1"/>
                        <a:t>model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813858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en-US" noProof="0" dirty="0"/>
                        <a:t>Surface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noProof="0" dirty="0"/>
                        <a:t>Wind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noProof="0" dirty="0"/>
                        <a:t>Simulation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149475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en-US" noProof="0" dirty="0"/>
                        <a:t>Surface air temp.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noProof="0" dirty="0"/>
                        <a:t>Wind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noProof="0" dirty="0"/>
                        <a:t>Simulation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485987"/>
                  </a:ext>
                </a:extLst>
              </a:tr>
              <a:tr h="400249">
                <a:tc>
                  <a:txBody>
                    <a:bodyPr/>
                    <a:lstStyle/>
                    <a:p>
                      <a:r>
                        <a:rPr lang="en-US" noProof="0" dirty="0"/>
                        <a:t>Boundary layer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noProof="0" dirty="0"/>
                        <a:t>Wind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noProof="0" dirty="0"/>
                        <a:t>Windspeed </a:t>
                      </a:r>
                      <a:r>
                        <a:rPr lang="de-DE" noProof="0" dirty="0" err="1"/>
                        <a:t>model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9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70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91A6F6-E068-21EA-8D40-1BA64AA6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PV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B4C0A29-1D93-B59F-12F8-7DE5DB109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95270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AABB869-18D6-0EE6-2655-571910F978E7}"/>
              </a:ext>
            </a:extLst>
          </p:cNvPr>
          <p:cNvSpPr/>
          <p:nvPr/>
        </p:nvSpPr>
        <p:spPr>
          <a:xfrm>
            <a:off x="7113240" y="2154830"/>
            <a:ext cx="2048826" cy="895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irradiances at time step and location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D20B73-2DD9-1D95-478D-7ADC628D6B4B}"/>
              </a:ext>
            </a:extLst>
          </p:cNvPr>
          <p:cNvSpPr/>
          <p:nvPr/>
        </p:nvSpPr>
        <p:spPr>
          <a:xfrm>
            <a:off x="7113240" y="3317065"/>
            <a:ext cx="2048826" cy="8393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irradiances on module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8F62EED-3869-429D-90DE-B77BE5572A8A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90326" y="2602794"/>
            <a:ext cx="222914" cy="108594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39AC5E-E11F-150D-A4F1-A181A9E6C8A3}"/>
              </a:ext>
            </a:extLst>
          </p:cNvPr>
          <p:cNvCxnSpPr>
            <a:cxnSpLocks/>
          </p:cNvCxnSpPr>
          <p:nvPr/>
        </p:nvCxnSpPr>
        <p:spPr>
          <a:xfrm>
            <a:off x="6890326" y="3736721"/>
            <a:ext cx="222914" cy="2589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C52198-713D-FA78-22E9-59C75FF0310F}"/>
              </a:ext>
            </a:extLst>
          </p:cNvPr>
          <p:cNvSpPr/>
          <p:nvPr/>
        </p:nvSpPr>
        <p:spPr>
          <a:xfrm>
            <a:off x="6073651" y="2268418"/>
            <a:ext cx="928132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546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D04BF-C7E7-F80D-AF8A-EC715AEA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1: Solar Irradiance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FAA658-BA7F-B729-8DEA-9A5095CC0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46BD4-618C-40D3-43FF-E599DA19A3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[1] Thesis Ryberg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762D601-F17E-7809-DBBD-ACCA8CB39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A07428B-4044-93F2-70B3-7AED566C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53" y="1721526"/>
            <a:ext cx="5221064" cy="352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37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5AA95-65B6-13E6-840F-6471C99D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2: Irradiances Types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872EB9-E87B-6476-8A0C-3A83053F3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03596E-AB7E-C703-7BE3-0911EF802C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5684535"/>
            <a:ext cx="7151417" cy="730999"/>
          </a:xfrm>
        </p:spPr>
        <p:txBody>
          <a:bodyPr/>
          <a:lstStyle/>
          <a:p>
            <a:r>
              <a:rPr lang="en-US" dirty="0"/>
              <a:t>GHI: Global horizontal irradiance, DNI: Direct normal irradiance [1] </a:t>
            </a:r>
            <a:r>
              <a:rPr lang="en-US" dirty="0">
                <a:hlinkClick r:id="rId2"/>
              </a:rPr>
              <a:t>https://www.solaranywhere.com/support/data-fields/definitions/</a:t>
            </a:r>
            <a:r>
              <a:rPr lang="en-US" dirty="0"/>
              <a:t> [2] https://www.researchgate.net/publication/335238562_Availability_Performance_and_Reliability_Evaluation_for_PV_Distributed_Generation/figures?lo=1&amp;utm_source=google&amp;utm_medium=organic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B187679-0935-AF30-B04D-58021000F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971" y="901254"/>
            <a:ext cx="6394755" cy="2527746"/>
          </a:xfrm>
          <a:prstGeom prst="rect">
            <a:avLst/>
          </a:prstGeom>
        </p:spPr>
      </p:pic>
      <p:pic>
        <p:nvPicPr>
          <p:cNvPr id="13" name="Grafik 12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7C0F631E-2B63-9D07-4004-5AA0CB3EA9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917" y="3502875"/>
            <a:ext cx="3560915" cy="242142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E5265A5-C661-D43E-BFF4-3C21389786BA}"/>
              </a:ext>
            </a:extLst>
          </p:cNvPr>
          <p:cNvSpPr txBox="1"/>
          <p:nvPr/>
        </p:nvSpPr>
        <p:spPr>
          <a:xfrm>
            <a:off x="393971" y="3502875"/>
            <a:ext cx="4972356" cy="1052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Global horizontal irradiance:</a:t>
            </a:r>
          </a:p>
          <a:p>
            <a:pPr algn="l">
              <a:lnSpc>
                <a:spcPct val="95000"/>
              </a:lnSpc>
            </a:pPr>
            <a:r>
              <a:rPr lang="en-US" dirty="0"/>
              <a:t>„total irradiance on a horizontal surface plane“</a:t>
            </a:r>
          </a:p>
          <a:p>
            <a:pPr algn="l"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GHI = </a:t>
            </a:r>
            <a:r>
              <a:rPr lang="en-US" dirty="0">
                <a:effectLst/>
              </a:rPr>
              <a:t>DHI + </a:t>
            </a:r>
            <a:r>
              <a:rPr lang="en-US" dirty="0" err="1">
                <a:effectLst/>
              </a:rPr>
              <a:t>DNI</a:t>
            </a:r>
            <a:r>
              <a:rPr lang="en-US" dirty="0" err="1"/>
              <a:t>∗cos</a:t>
            </a:r>
            <a:r>
              <a:rPr lang="en-US" dirty="0"/>
              <a:t>⁡(</a:t>
            </a:r>
            <a:r>
              <a:rPr lang="en-US" dirty="0">
                <a:effectLst/>
              </a:rPr>
              <a:t>α</a:t>
            </a:r>
            <a:r>
              <a:rPr lang="en-US" baseline="-25000" dirty="0">
                <a:effectLst/>
              </a:rPr>
              <a:t>zenith</a:t>
            </a:r>
            <a:r>
              <a:rPr lang="en-US" dirty="0"/>
              <a:t>​)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99CC48-CD44-4ECD-28BC-2503DA0EB064}"/>
              </a:ext>
            </a:extLst>
          </p:cNvPr>
          <p:cNvSpPr txBox="1"/>
          <p:nvPr/>
        </p:nvSpPr>
        <p:spPr>
          <a:xfrm>
            <a:off x="6788726" y="942808"/>
            <a:ext cx="2445106" cy="263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1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7537C-CB99-E93A-0DB9-CA425A0B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Irradiances Types with ERA5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2E91513-8A64-94E5-9E8E-18554E065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605B83-25DA-637E-9D49-E7D9FE4AB6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GHI: Global horizontal irradiance, DNI: Direct normal irradiance DHI: Diffuse horizontal irradiance [1] </a:t>
            </a:r>
            <a:r>
              <a:rPr lang="en-US" dirty="0">
                <a:hlinkClick r:id="rId2"/>
              </a:rPr>
              <a:t>https://www.solaranywhere.com/support/data-fields/definitions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45BC3F-8AA8-EE4F-5476-DBF0CE312E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Available:</a:t>
            </a:r>
          </a:p>
          <a:p>
            <a:pPr lvl="1"/>
            <a:r>
              <a:rPr lang="en-US" dirty="0"/>
              <a:t>Global horizontal irradiance (good!)</a:t>
            </a:r>
          </a:p>
          <a:p>
            <a:pPr lvl="1"/>
            <a:r>
              <a:rPr lang="en-US" dirty="0"/>
              <a:t>Direct </a:t>
            </a:r>
            <a:r>
              <a:rPr lang="en-US" b="1" dirty="0"/>
              <a:t>horizontal</a:t>
            </a:r>
            <a:r>
              <a:rPr lang="en-US" dirty="0"/>
              <a:t> irradiance (not good!)</a:t>
            </a:r>
          </a:p>
          <a:p>
            <a:r>
              <a:rPr lang="en-US" dirty="0"/>
              <a:t>Needed:</a:t>
            </a:r>
          </a:p>
          <a:p>
            <a:pPr lvl="1"/>
            <a:r>
              <a:rPr lang="en-US" dirty="0"/>
              <a:t>GHI (Global horizontal irradiance)</a:t>
            </a:r>
          </a:p>
          <a:p>
            <a:pPr lvl="1"/>
            <a:r>
              <a:rPr lang="en-US" dirty="0"/>
              <a:t>DNI (Direct </a:t>
            </a:r>
            <a:r>
              <a:rPr lang="en-US" b="1" dirty="0"/>
              <a:t>normal</a:t>
            </a:r>
            <a:r>
              <a:rPr lang="en-US" dirty="0"/>
              <a:t> irradiance)</a:t>
            </a:r>
          </a:p>
          <a:p>
            <a:pPr lvl="2"/>
            <a:r>
              <a:rPr lang="en-US" dirty="0">
                <a:effectLst/>
              </a:rPr>
              <a:t>DNI = </a:t>
            </a:r>
            <a:r>
              <a:rPr lang="en-US" dirty="0"/>
              <a:t>Direct </a:t>
            </a:r>
            <a:r>
              <a:rPr lang="en-US" b="1" dirty="0"/>
              <a:t>horizontal</a:t>
            </a:r>
            <a:r>
              <a:rPr lang="en-US" dirty="0"/>
              <a:t> irradiance * </a:t>
            </a:r>
            <a:r>
              <a:rPr lang="en-US" dirty="0">
                <a:effectLst/>
              </a:rPr>
              <a:t>1/</a:t>
            </a:r>
            <a:r>
              <a:rPr lang="en-US" dirty="0"/>
              <a:t>cos⁡(</a:t>
            </a:r>
            <a:r>
              <a:rPr lang="en-US" dirty="0">
                <a:effectLst/>
              </a:rPr>
              <a:t>α</a:t>
            </a:r>
            <a:r>
              <a:rPr lang="en-US" baseline="-25000" dirty="0">
                <a:effectLst/>
              </a:rPr>
              <a:t>zenith</a:t>
            </a:r>
            <a:r>
              <a:rPr lang="en-US" dirty="0"/>
              <a:t>​)</a:t>
            </a:r>
          </a:p>
          <a:p>
            <a:pPr lvl="1"/>
            <a:r>
              <a:rPr lang="en-US" dirty="0"/>
              <a:t>DHI (Diffuse horizontal irradiance)</a:t>
            </a:r>
          </a:p>
          <a:p>
            <a:pPr lvl="2"/>
            <a:r>
              <a:rPr lang="en-US" dirty="0">
                <a:effectLst/>
              </a:rPr>
              <a:t>DHI = GHI – DNI </a:t>
            </a:r>
            <a:r>
              <a:rPr lang="en-US" dirty="0"/>
              <a:t>∗ cos⁡(</a:t>
            </a:r>
            <a:r>
              <a:rPr lang="en-US" dirty="0">
                <a:effectLst/>
              </a:rPr>
              <a:t>α</a:t>
            </a:r>
            <a:r>
              <a:rPr lang="en-US" baseline="-25000" dirty="0">
                <a:effectLst/>
              </a:rPr>
              <a:t>zenith</a:t>
            </a:r>
            <a:r>
              <a:rPr lang="en-US" dirty="0"/>
              <a:t>​)</a:t>
            </a:r>
          </a:p>
          <a:p>
            <a:r>
              <a:rPr lang="en-US" dirty="0">
                <a:effectLst/>
              </a:rPr>
              <a:t>α</a:t>
            </a:r>
            <a:r>
              <a:rPr lang="en-US" baseline="-25000" dirty="0">
                <a:effectLst/>
              </a:rPr>
              <a:t>zenith </a:t>
            </a:r>
            <a:r>
              <a:rPr lang="en-US" dirty="0">
                <a:effectLst/>
              </a:rPr>
              <a:t>needed: solar position and 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time series need to be matched</a:t>
            </a:r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DDF857-7E42-2FD5-7FC0-675F70387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9897" y="3784814"/>
            <a:ext cx="5492057" cy="21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36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79C1C-6F18-96B0-D347-F1EC7F85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Averages (LRA)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7D92416-9E64-FB95-EBCB-770B8E81C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248623-21BF-7A79-64D3-8A43A95B6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GHI: Global horizontal irradiance, DNI: Direct normal irradiance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D85DE80-9AAE-9285-BF47-51DAD90B1D4F}"/>
                  </a:ext>
                </a:extLst>
              </p:cNvPr>
              <p:cNvSpPr txBox="1"/>
              <p:nvPr/>
            </p:nvSpPr>
            <p:spPr>
              <a:xfrm>
                <a:off x="2706202" y="3653815"/>
                <a:ext cx="4428007" cy="568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𝐿𝑅𝐴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𝐺𝐻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𝐺𝑙𝑜𝑏𝑎𝑙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𝑠𝑜𝑙𝑎𝑟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𝑎𝑡𝑙𝑎𝑠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𝐺𝐻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𝐸𝑅𝐴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𝑎𝑣𝑒𝑟𝑎𝑔𝑒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D85DE80-9AAE-9285-BF47-51DAD90B1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202" y="3653815"/>
                <a:ext cx="4428007" cy="568874"/>
              </a:xfrm>
              <a:prstGeom prst="rect">
                <a:avLst/>
              </a:prstGeom>
              <a:blipFill>
                <a:blip r:embed="rId2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B923416D-D480-739B-F548-C5A52E9666A5}"/>
              </a:ext>
            </a:extLst>
          </p:cNvPr>
          <p:cNvSpPr/>
          <p:nvPr/>
        </p:nvSpPr>
        <p:spPr>
          <a:xfrm>
            <a:off x="753453" y="1047787"/>
            <a:ext cx="3643746" cy="14456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ERA5: hourly resolution, but only 0,25° (20km at lat45°) resolution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B68E87F-F429-E1A5-C27A-6336673E36C7}"/>
              </a:ext>
            </a:extLst>
          </p:cNvPr>
          <p:cNvSpPr/>
          <p:nvPr/>
        </p:nvSpPr>
        <p:spPr>
          <a:xfrm>
            <a:off x="5330277" y="1047787"/>
            <a:ext cx="3643746" cy="14456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Global solar atlas: resolution of 250m, but only 40-year average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1892C26-5B99-112F-6625-ED062283F604}"/>
              </a:ext>
            </a:extLst>
          </p:cNvPr>
          <p:cNvSpPr txBox="1"/>
          <p:nvPr/>
        </p:nvSpPr>
        <p:spPr>
          <a:xfrm>
            <a:off x="3606333" y="2966684"/>
            <a:ext cx="2359620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Can this be combined?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DE926C0-4870-4628-C16B-4A749D924495}"/>
              </a:ext>
            </a:extLst>
          </p:cNvPr>
          <p:cNvCxnSpPr/>
          <p:nvPr/>
        </p:nvCxnSpPr>
        <p:spPr>
          <a:xfrm flipH="1">
            <a:off x="7062719" y="3444263"/>
            <a:ext cx="724845" cy="34112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194C074-F6FD-3F12-6D46-BD58B3EBEA22}"/>
              </a:ext>
            </a:extLst>
          </p:cNvPr>
          <p:cNvSpPr txBox="1"/>
          <p:nvPr/>
        </p:nvSpPr>
        <p:spPr>
          <a:xfrm>
            <a:off x="7839530" y="3328506"/>
            <a:ext cx="859210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High res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F20EF5B-EAC1-BD00-8D29-33D1E9975188}"/>
              </a:ext>
            </a:extLst>
          </p:cNvPr>
          <p:cNvSpPr txBox="1"/>
          <p:nvPr/>
        </p:nvSpPr>
        <p:spPr>
          <a:xfrm>
            <a:off x="7787564" y="4189661"/>
            <a:ext cx="807913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Low res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A9FE150-40C5-BB81-E67F-4773411A768D}"/>
              </a:ext>
            </a:extLst>
          </p:cNvPr>
          <p:cNvCxnSpPr>
            <a:cxnSpLocks/>
          </p:cNvCxnSpPr>
          <p:nvPr/>
        </p:nvCxnSpPr>
        <p:spPr>
          <a:xfrm flipH="1" flipV="1">
            <a:off x="7017358" y="4197031"/>
            <a:ext cx="626833" cy="12420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3B15F609-0527-56FC-B9A9-092B272D57A6}"/>
              </a:ext>
            </a:extLst>
          </p:cNvPr>
          <p:cNvSpPr txBox="1"/>
          <p:nvPr/>
        </p:nvSpPr>
        <p:spPr>
          <a:xfrm>
            <a:off x="1118759" y="4352534"/>
            <a:ext cx="1750479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High res + hourly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5D7AC69-FC78-7DB3-2295-4AEDC8E66265}"/>
              </a:ext>
            </a:extLst>
          </p:cNvPr>
          <p:cNvCxnSpPr>
            <a:cxnSpLocks/>
          </p:cNvCxnSpPr>
          <p:nvPr/>
        </p:nvCxnSpPr>
        <p:spPr>
          <a:xfrm flipV="1">
            <a:off x="2302020" y="4041528"/>
            <a:ext cx="332496" cy="31100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CCC3299-C79C-DDF9-CA2D-AA344480C703}"/>
              </a:ext>
            </a:extLst>
          </p:cNvPr>
          <p:cNvSpPr txBox="1"/>
          <p:nvPr/>
        </p:nvSpPr>
        <p:spPr>
          <a:xfrm>
            <a:off x="4953000" y="4839033"/>
            <a:ext cx="628377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hourly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0C5C28A-E1E0-6F48-0893-776FE7045416}"/>
              </a:ext>
            </a:extLst>
          </p:cNvPr>
          <p:cNvCxnSpPr>
            <a:cxnSpLocks/>
          </p:cNvCxnSpPr>
          <p:nvPr/>
        </p:nvCxnSpPr>
        <p:spPr>
          <a:xfrm flipH="1" flipV="1">
            <a:off x="4579932" y="4177131"/>
            <a:ext cx="337225" cy="79347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194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AABB869-18D6-0EE6-2655-571910F978E7}"/>
              </a:ext>
            </a:extLst>
          </p:cNvPr>
          <p:cNvSpPr/>
          <p:nvPr/>
        </p:nvSpPr>
        <p:spPr>
          <a:xfrm>
            <a:off x="7113240" y="2154830"/>
            <a:ext cx="2048826" cy="895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irradiances at time step and location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D20B73-2DD9-1D95-478D-7ADC628D6B4B}"/>
              </a:ext>
            </a:extLst>
          </p:cNvPr>
          <p:cNvSpPr/>
          <p:nvPr/>
        </p:nvSpPr>
        <p:spPr>
          <a:xfrm>
            <a:off x="7113240" y="3317065"/>
            <a:ext cx="2048826" cy="8393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irradiances on module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8F62EED-3869-429D-90DE-B77BE5572A8A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90326" y="2602794"/>
            <a:ext cx="222914" cy="108594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39AC5E-E11F-150D-A4F1-A181A9E6C8A3}"/>
              </a:ext>
            </a:extLst>
          </p:cNvPr>
          <p:cNvCxnSpPr>
            <a:cxnSpLocks/>
          </p:cNvCxnSpPr>
          <p:nvPr/>
        </p:nvCxnSpPr>
        <p:spPr>
          <a:xfrm>
            <a:off x="6890326" y="3736721"/>
            <a:ext cx="222914" cy="2589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45C2E68D-978A-DD86-D91A-DC70778FF486}"/>
              </a:ext>
            </a:extLst>
          </p:cNvPr>
          <p:cNvSpPr/>
          <p:nvPr/>
        </p:nvSpPr>
        <p:spPr>
          <a:xfrm rot="2171697">
            <a:off x="6303129" y="2601133"/>
            <a:ext cx="928132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2014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87ACE-714A-82B0-E4F5-303D1C29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Plane of Array (POA)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9507B2A-64D0-69BD-3974-0D1924C7E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platzhalter 10">
                <a:extLst>
                  <a:ext uri="{FF2B5EF4-FFF2-40B4-BE49-F238E27FC236}">
                    <a16:creationId xmlns:a16="http://schemas.microsoft.com/office/drawing/2014/main" id="{C6BF2AC4-30B1-5341-57D7-7FD2140B648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irradiance data is transposed to the plane of the array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𝑃𝑂𝐴</m:t>
                        </m:r>
                      </m:sub>
                    </m:sSub>
                  </m:oMath>
                </a14:m>
                <a:r>
                  <a:rPr lang="en-US" dirty="0"/>
                  <a:t>: Energy which hits the actual array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𝑃𝑂𝐴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0" dirty="0"/>
                  <a:t> direct beam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dirty="0"/>
                  <a:t>: ground reflected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b="0" dirty="0"/>
                  <a:t>: diffuse radiation</a:t>
                </a:r>
                <a:endParaRPr lang="en-US" dirty="0"/>
              </a:p>
              <a:p>
                <a:r>
                  <a:rPr lang="en-US" b="0" dirty="0"/>
                  <a:t>Depending on:</a:t>
                </a:r>
              </a:p>
              <a:p>
                <a:pPr lvl="1"/>
                <a:r>
                  <a:rPr lang="en-US" b="0" dirty="0"/>
                  <a:t>sun position</a:t>
                </a:r>
              </a:p>
              <a:p>
                <a:pPr lvl="1"/>
                <a:r>
                  <a:rPr lang="en-US" dirty="0"/>
                  <a:t>Array orientation and tracking</a:t>
                </a:r>
              </a:p>
              <a:p>
                <a:pPr lvl="1"/>
                <a:r>
                  <a:rPr lang="en-US" dirty="0"/>
                  <a:t>Irradiance components (DNI, DHI)</a:t>
                </a:r>
              </a:p>
              <a:p>
                <a:pPr lvl="1"/>
                <a:r>
                  <a:rPr lang="en-US" dirty="0"/>
                  <a:t>Ground albedo</a:t>
                </a:r>
              </a:p>
              <a:p>
                <a:pPr lvl="1"/>
                <a:endParaRPr lang="en-US" b="0" dirty="0"/>
              </a:p>
              <a:p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1" name="Textplatzhalter 10">
                <a:extLst>
                  <a:ext uri="{FF2B5EF4-FFF2-40B4-BE49-F238E27FC236}">
                    <a16:creationId xmlns:a16="http://schemas.microsoft.com/office/drawing/2014/main" id="{C6BF2AC4-30B1-5341-57D7-7FD2140B6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52" t="-125" r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B5BD36-8071-7E44-C5AD-6F156C7CB1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[1] https://pvpmc.sandia.gov/modeling-guide/1-weather-design-inputs/plane-of-array-poa-irradiance/</a:t>
            </a:r>
          </a:p>
        </p:txBody>
      </p:sp>
      <p:pic>
        <p:nvPicPr>
          <p:cNvPr id="13" name="Inhaltsplatzhalter 12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3F82B8A0-AA08-1E85-3DA0-CDBDC70621C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1871150"/>
            <a:ext cx="4424363" cy="32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43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AABB869-18D6-0EE6-2655-571910F978E7}"/>
              </a:ext>
            </a:extLst>
          </p:cNvPr>
          <p:cNvSpPr/>
          <p:nvPr/>
        </p:nvSpPr>
        <p:spPr>
          <a:xfrm>
            <a:off x="7113240" y="2154830"/>
            <a:ext cx="2048826" cy="895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irradiances at time step and location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D20B73-2DD9-1D95-478D-7ADC628D6B4B}"/>
              </a:ext>
            </a:extLst>
          </p:cNvPr>
          <p:cNvSpPr/>
          <p:nvPr/>
        </p:nvSpPr>
        <p:spPr>
          <a:xfrm>
            <a:off x="7113240" y="3317065"/>
            <a:ext cx="2048826" cy="8393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irradiances on module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8F62EED-3869-429D-90DE-B77BE5572A8A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90326" y="2602794"/>
            <a:ext cx="222914" cy="108594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39AC5E-E11F-150D-A4F1-A181A9E6C8A3}"/>
              </a:ext>
            </a:extLst>
          </p:cNvPr>
          <p:cNvCxnSpPr>
            <a:cxnSpLocks/>
          </p:cNvCxnSpPr>
          <p:nvPr/>
        </p:nvCxnSpPr>
        <p:spPr>
          <a:xfrm>
            <a:off x="6890326" y="3736721"/>
            <a:ext cx="222914" cy="2589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45C2E68D-978A-DD86-D91A-DC70778FF486}"/>
              </a:ext>
            </a:extLst>
          </p:cNvPr>
          <p:cNvSpPr/>
          <p:nvPr/>
        </p:nvSpPr>
        <p:spPr>
          <a:xfrm>
            <a:off x="4679421" y="4557751"/>
            <a:ext cx="928132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5035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00624-3005-45D3-D64D-D6C28CD6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Step 1: Estimation of Cell Temperature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11ACB25-DD25-105F-FE83-511C4C505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2EAD14B-4003-5966-E32C-85B5D4E84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5805264"/>
            <a:ext cx="7151417" cy="647924"/>
          </a:xfrm>
        </p:spPr>
        <p:txBody>
          <a:bodyPr/>
          <a:lstStyle/>
          <a:p>
            <a:r>
              <a:rPr lang="en-US" dirty="0"/>
              <a:t>[1] https://pvlib-python.readthedocs.io/en/stable/reference/generated/pvlib.temperature.sapm_cell.html?highlight=pvlib.temperature.sapm_cell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platzhalter 8">
                <a:extLst>
                  <a:ext uri="{FF2B5EF4-FFF2-40B4-BE49-F238E27FC236}">
                    <a16:creationId xmlns:a16="http://schemas.microsoft.com/office/drawing/2014/main" id="{E1FDAAC7-3E82-2E51-7A9F-E32801F55413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Temperature can be estimated from empirical model: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𝐶𝑒𝑙𝑙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𝑏𝑎𝑐𝑘𝑠𝑢𝑟𝑓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𝑃𝑂𝐴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𝑏𝑎𝑐𝑘𝑠𝑢𝑟𝑓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𝑃𝑂𝐴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𝑤𝑖𝑛𝑑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Based on:</a:t>
                </a:r>
              </a:p>
              <a:p>
                <a:pPr lvl="1"/>
                <a:r>
                  <a:rPr lang="en-US" dirty="0"/>
                  <a:t>Irradiance on module: POA</a:t>
                </a:r>
              </a:p>
              <a:p>
                <a:pPr lvl="1"/>
                <a:r>
                  <a:rPr lang="en-US" dirty="0"/>
                  <a:t>Ambient temperature: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Empirical model of windspeed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𝑤𝑖𝑛𝑑</m:t>
                        </m:r>
                      </m:sub>
                    </m:sSub>
                  </m:oMath>
                </a14:m>
                <a:r>
                  <a:rPr lang="en-US" dirty="0"/>
                  <a:t> and calibration parameter: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Based on PV-Lib (parameters and equations) [1]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Textplatzhalter 8">
                <a:extLst>
                  <a:ext uri="{FF2B5EF4-FFF2-40B4-BE49-F238E27FC236}">
                    <a16:creationId xmlns:a16="http://schemas.microsoft.com/office/drawing/2014/main" id="{E1FDAAC7-3E82-2E51-7A9F-E32801F554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l="-267" t="-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>
            <a:extLst>
              <a:ext uri="{FF2B5EF4-FFF2-40B4-BE49-F238E27FC236}">
                <a16:creationId xmlns:a16="http://schemas.microsoft.com/office/drawing/2014/main" id="{5E4478BD-4046-7374-6B5F-BB8DCFA6F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274" y="3757020"/>
            <a:ext cx="3432365" cy="197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17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53828-28FA-908B-1412-988F5E50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Step 2: Calculation of Power Output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8F0E4F-F6D4-9E04-006C-F0C8C0E85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0315FF-342B-8DD6-8CDE-2776CA9769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5768502"/>
            <a:ext cx="7151417" cy="684686"/>
          </a:xfrm>
        </p:spPr>
        <p:txBody>
          <a:bodyPr/>
          <a:lstStyle/>
          <a:p>
            <a:r>
              <a:rPr lang="en-US" dirty="0"/>
              <a:t>[1] W. De Soto et al., “Improvement and validation of a model for photovoltaic array performance”, Solar Energy, vol 80, pp. 78-88, 2006. [2] </a:t>
            </a:r>
            <a:r>
              <a:rPr lang="en-US" dirty="0">
                <a:hlinkClick r:id="rId2"/>
              </a:rPr>
              <a:t>https://pvlib-python.readthedocs.io</a:t>
            </a:r>
            <a:r>
              <a:rPr lang="en-US" dirty="0"/>
              <a:t> [fig] https://www.atonometrics.com/applications/what-is-a-pv-module-iv-curve/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E680D8A-E5FA-C455-6CC2-9BC3F75F891B}"/>
              </a:ext>
            </a:extLst>
          </p:cNvPr>
          <p:cNvSpPr/>
          <p:nvPr/>
        </p:nvSpPr>
        <p:spPr>
          <a:xfrm>
            <a:off x="867349" y="2410294"/>
            <a:ext cx="3102330" cy="2313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Calculation of the single diode equation from De Soto et al. [1]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A91DF3-64A6-0BE1-A40A-ECCE110BD5F3}"/>
              </a:ext>
            </a:extLst>
          </p:cNvPr>
          <p:cNvSpPr/>
          <p:nvPr/>
        </p:nvSpPr>
        <p:spPr>
          <a:xfrm>
            <a:off x="4717914" y="2410294"/>
            <a:ext cx="4035911" cy="1246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Solve the single diode equation to obtain a photovoltaic IV curve [2]</a:t>
            </a:r>
          </a:p>
        </p:txBody>
      </p:sp>
      <p:pic>
        <p:nvPicPr>
          <p:cNvPr id="9" name="Grafik 8" descr="Ein Bild, das Nacht, Reihe, Licht enthält.&#10;&#10;Automatisch generierte Beschreibung">
            <a:extLst>
              <a:ext uri="{FF2B5EF4-FFF2-40B4-BE49-F238E27FC236}">
                <a16:creationId xmlns:a16="http://schemas.microsoft.com/office/drawing/2014/main" id="{BF8BEB02-8613-93D1-24E4-3ADF4E6A9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914" y="3731087"/>
            <a:ext cx="4270443" cy="2216426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15C4719-63F4-A6DA-E4C7-7A28B51B9843}"/>
              </a:ext>
            </a:extLst>
          </p:cNvPr>
          <p:cNvSpPr/>
          <p:nvPr/>
        </p:nvSpPr>
        <p:spPr>
          <a:xfrm>
            <a:off x="660689" y="990071"/>
            <a:ext cx="8327668" cy="9360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Irradiance, temperature and electrical module params from </a:t>
            </a:r>
            <a:r>
              <a:rPr lang="en-US" dirty="0" err="1"/>
              <a:t>PVlib</a:t>
            </a:r>
            <a:r>
              <a:rPr lang="en-US" dirty="0"/>
              <a:t> database [2]</a:t>
            </a:r>
          </a:p>
        </p:txBody>
      </p:sp>
      <p:sp>
        <p:nvSpPr>
          <p:cNvPr id="11" name="Gleichschenkliges Dreieck 10">
            <a:extLst>
              <a:ext uri="{FF2B5EF4-FFF2-40B4-BE49-F238E27FC236}">
                <a16:creationId xmlns:a16="http://schemas.microsoft.com/office/drawing/2014/main" id="{4C0CC2FF-4772-09C3-F65E-10BB1AB3A89A}"/>
              </a:ext>
            </a:extLst>
          </p:cNvPr>
          <p:cNvSpPr/>
          <p:nvPr/>
        </p:nvSpPr>
        <p:spPr>
          <a:xfrm rot="10800000">
            <a:off x="2284202" y="2018076"/>
            <a:ext cx="324000" cy="3240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  <p:sp>
        <p:nvSpPr>
          <p:cNvPr id="12" name="Gleichschenkliges Dreieck 11">
            <a:extLst>
              <a:ext uri="{FF2B5EF4-FFF2-40B4-BE49-F238E27FC236}">
                <a16:creationId xmlns:a16="http://schemas.microsoft.com/office/drawing/2014/main" id="{ACD8535B-DCF0-4722-7763-725A942CFDC8}"/>
              </a:ext>
            </a:extLst>
          </p:cNvPr>
          <p:cNvSpPr/>
          <p:nvPr/>
        </p:nvSpPr>
        <p:spPr>
          <a:xfrm rot="5400000">
            <a:off x="4218682" y="2871753"/>
            <a:ext cx="324000" cy="3240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8844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F47B005-C977-35B3-34D3-8B63904D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PV Potentials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24A427C-2573-39CC-5512-223760ABE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F68FA18-84FE-6E20-5F9A-1FDD99165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211FB8-E302-EAEB-4132-2D3D6C088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Apply this </a:t>
            </a:r>
            <a:r>
              <a:rPr lang="en-US" dirty="0" err="1"/>
              <a:t>algrithm</a:t>
            </a:r>
            <a:r>
              <a:rPr lang="en-US" dirty="0"/>
              <a:t> for each placement (up to millions) and different weather years to calculate average potential</a:t>
            </a:r>
          </a:p>
        </p:txBody>
      </p:sp>
      <p:pic>
        <p:nvPicPr>
          <p:cNvPr id="4" name="Grafik 3" descr="Ein Bild, das Karte enthält.&#10;&#10;Automatisch generierte Beschreibung">
            <a:extLst>
              <a:ext uri="{FF2B5EF4-FFF2-40B4-BE49-F238E27FC236}">
                <a16:creationId xmlns:a16="http://schemas.microsoft.com/office/drawing/2014/main" id="{D9D7381C-6377-088D-5EE0-805B8C7434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49"/>
          <a:stretch/>
        </p:blipFill>
        <p:spPr bwMode="auto">
          <a:xfrm>
            <a:off x="1187584" y="1670793"/>
            <a:ext cx="7543801" cy="40371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Solarmodule Silhouette">
            <a:extLst>
              <a:ext uri="{FF2B5EF4-FFF2-40B4-BE49-F238E27FC236}">
                <a16:creationId xmlns:a16="http://schemas.microsoft.com/office/drawing/2014/main" id="{B9F25A4C-7855-2C1A-93BC-DB9A100DC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2677" y="16707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25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FDF7E-C1ED-20E0-3ADD-65ACC5F2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Wind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8851CCF-C1D9-8545-BFAF-9FC819C67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408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1F3EC3-CEFD-3AFE-7295-CF409892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1472DD4-EDE2-ED07-2E94-5E42DD9DE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F0B46C-FDD6-CA16-3097-B7513B1821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[</a:t>
            </a:r>
            <a:r>
              <a:rPr lang="de-DE" dirty="0" err="1"/>
              <a:t>fig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]</a:t>
            </a:r>
            <a:r>
              <a:rPr lang="en-US" dirty="0">
                <a:hlinkClick r:id="rId2"/>
              </a:rPr>
              <a:t> https://doi.org/10.3390/en12071208</a:t>
            </a:r>
            <a:r>
              <a:rPr lang="de-DE" dirty="0"/>
              <a:t> [</a:t>
            </a:r>
            <a:r>
              <a:rPr lang="de-DE" dirty="0" err="1"/>
              <a:t>fig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] Thesis Ryberg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689D6311-0311-6593-071E-A92F4646239C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Energy from wind: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𝑊𝑖𝑛𝑑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Maximal technical extractable power: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𝑊𝑖𝑛𝑑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>
                        <a:latin typeface="Cambria Math" panose="02040503050406030204" pitchFamily="18" charset="0"/>
                      </a:rPr>
                      <m:t>16/27=0.593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(Betz law, not an efficiency)</a:t>
                </a:r>
              </a:p>
              <a:p>
                <a:r>
                  <a:rPr lang="en-US" dirty="0"/>
                  <a:t>Windspeed is intermittent. Therefore, distributions are often modelled as Weibull distributions</a:t>
                </a:r>
              </a:p>
              <a:p>
                <a:r>
                  <a:rPr lang="en-US" dirty="0"/>
                  <a:t>Wind creates a boundary layer above the surface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689D6311-0311-6593-071E-A92F46462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3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8A6A442A-4A16-B953-B1CD-0BC94B311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884" y="3457712"/>
            <a:ext cx="5494304" cy="1958120"/>
          </a:xfrm>
          <a:prstGeom prst="rect">
            <a:avLst/>
          </a:prstGeom>
        </p:spPr>
      </p:pic>
      <p:pic>
        <p:nvPicPr>
          <p:cNvPr id="9" name="Grafik 8" descr="Ein Bild, das Turbine, Windmühle enthält.&#10;&#10;Automatisch generierte Beschreibung">
            <a:extLst>
              <a:ext uri="{FF2B5EF4-FFF2-40B4-BE49-F238E27FC236}">
                <a16:creationId xmlns:a16="http://schemas.microsoft.com/office/drawing/2014/main" id="{BE6F5C4D-4617-3B17-821D-085B85382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39590"/>
            <a:ext cx="3108966" cy="287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46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AABB869-18D6-0EE6-2655-571910F978E7}"/>
              </a:ext>
            </a:extLst>
          </p:cNvPr>
          <p:cNvSpPr/>
          <p:nvPr/>
        </p:nvSpPr>
        <p:spPr>
          <a:xfrm>
            <a:off x="7113240" y="2154830"/>
            <a:ext cx="2048826" cy="895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wind speed at time step and location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D20B73-2DD9-1D95-478D-7ADC628D6B4B}"/>
              </a:ext>
            </a:extLst>
          </p:cNvPr>
          <p:cNvSpPr/>
          <p:nvPr/>
        </p:nvSpPr>
        <p:spPr>
          <a:xfrm>
            <a:off x="7113240" y="3317065"/>
            <a:ext cx="2048826" cy="8393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Model wind speed at turbine height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8F62EED-3869-429D-90DE-B77BE5572A8A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6890326" y="2602794"/>
            <a:ext cx="222914" cy="108594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39AC5E-E11F-150D-A4F1-A181A9E6C8A3}"/>
              </a:ext>
            </a:extLst>
          </p:cNvPr>
          <p:cNvCxnSpPr>
            <a:cxnSpLocks/>
          </p:cNvCxnSpPr>
          <p:nvPr/>
        </p:nvCxnSpPr>
        <p:spPr>
          <a:xfrm>
            <a:off x="6890326" y="3736721"/>
            <a:ext cx="222914" cy="2589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C52198-713D-FA78-22E9-59C75FF0310F}"/>
              </a:ext>
            </a:extLst>
          </p:cNvPr>
          <p:cNvSpPr/>
          <p:nvPr/>
        </p:nvSpPr>
        <p:spPr>
          <a:xfrm>
            <a:off x="6073651" y="2268418"/>
            <a:ext cx="928132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895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79C1C-6F18-96B0-D347-F1EC7F85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Averages (LRA)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7D92416-9E64-FB95-EBCB-770B8E81C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248623-21BF-7A79-64D3-8A43A95B6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GHI: Global horizontal irradiance, DNI: Direct normal irradiance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D85DE80-9AAE-9285-BF47-51DAD90B1D4F}"/>
                  </a:ext>
                </a:extLst>
              </p:cNvPr>
              <p:cNvSpPr txBox="1"/>
              <p:nvPr/>
            </p:nvSpPr>
            <p:spPr>
              <a:xfrm>
                <a:off x="2706202" y="3653815"/>
                <a:ext cx="4949752" cy="525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𝑤𝑖𝑛𝑑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𝐿𝑅𝐴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𝑤𝑖𝑛𝑑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𝐺𝑙𝑜𝑏𝑎𝑙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𝑎𝑡𝑙𝑎𝑠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𝐸𝑅𝐴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𝑎𝑣𝑒𝑟𝑎𝑔𝑒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D85DE80-9AAE-9285-BF47-51DAD90B1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202" y="3653815"/>
                <a:ext cx="4949752" cy="525593"/>
              </a:xfrm>
              <a:prstGeom prst="rect">
                <a:avLst/>
              </a:prstGeom>
              <a:blipFill>
                <a:blip r:embed="rId2"/>
                <a:stretch>
                  <a:fillRect l="-123" t="-5747" b="-12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B923416D-D480-739B-F548-C5A52E9666A5}"/>
              </a:ext>
            </a:extLst>
          </p:cNvPr>
          <p:cNvSpPr/>
          <p:nvPr/>
        </p:nvSpPr>
        <p:spPr>
          <a:xfrm>
            <a:off x="753453" y="1047787"/>
            <a:ext cx="3643746" cy="14456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ERA5: hourly resolution, but only 0,25° (20km at lat45°) resolution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B68E87F-F429-E1A5-C27A-6336673E36C7}"/>
              </a:ext>
            </a:extLst>
          </p:cNvPr>
          <p:cNvSpPr/>
          <p:nvPr/>
        </p:nvSpPr>
        <p:spPr>
          <a:xfrm>
            <a:off x="5330277" y="1047787"/>
            <a:ext cx="3643746" cy="14456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Global wind atlas: resolution of 250m, but only 40-year average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1892C26-5B99-112F-6625-ED062283F604}"/>
              </a:ext>
            </a:extLst>
          </p:cNvPr>
          <p:cNvSpPr txBox="1"/>
          <p:nvPr/>
        </p:nvSpPr>
        <p:spPr>
          <a:xfrm>
            <a:off x="3606333" y="2966684"/>
            <a:ext cx="2359620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Can this be combined?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DE926C0-4870-4628-C16B-4A749D924495}"/>
              </a:ext>
            </a:extLst>
          </p:cNvPr>
          <p:cNvCxnSpPr/>
          <p:nvPr/>
        </p:nvCxnSpPr>
        <p:spPr>
          <a:xfrm flipH="1">
            <a:off x="7062719" y="3444263"/>
            <a:ext cx="724845" cy="34112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194C074-F6FD-3F12-6D46-BD58B3EBEA22}"/>
              </a:ext>
            </a:extLst>
          </p:cNvPr>
          <p:cNvSpPr txBox="1"/>
          <p:nvPr/>
        </p:nvSpPr>
        <p:spPr>
          <a:xfrm>
            <a:off x="7839530" y="3328506"/>
            <a:ext cx="859210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High res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F20EF5B-EAC1-BD00-8D29-33D1E9975188}"/>
              </a:ext>
            </a:extLst>
          </p:cNvPr>
          <p:cNvSpPr txBox="1"/>
          <p:nvPr/>
        </p:nvSpPr>
        <p:spPr>
          <a:xfrm>
            <a:off x="7787564" y="4189661"/>
            <a:ext cx="807913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Low res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A9FE150-40C5-BB81-E67F-4773411A768D}"/>
              </a:ext>
            </a:extLst>
          </p:cNvPr>
          <p:cNvCxnSpPr>
            <a:cxnSpLocks/>
          </p:cNvCxnSpPr>
          <p:nvPr/>
        </p:nvCxnSpPr>
        <p:spPr>
          <a:xfrm flipH="1" flipV="1">
            <a:off x="7017358" y="4197031"/>
            <a:ext cx="626833" cy="12420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3B15F609-0527-56FC-B9A9-092B272D57A6}"/>
              </a:ext>
            </a:extLst>
          </p:cNvPr>
          <p:cNvSpPr txBox="1"/>
          <p:nvPr/>
        </p:nvSpPr>
        <p:spPr>
          <a:xfrm>
            <a:off x="1118759" y="4352534"/>
            <a:ext cx="1750479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High res + hourly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5D7AC69-FC78-7DB3-2295-4AEDC8E66265}"/>
              </a:ext>
            </a:extLst>
          </p:cNvPr>
          <p:cNvCxnSpPr>
            <a:cxnSpLocks/>
          </p:cNvCxnSpPr>
          <p:nvPr/>
        </p:nvCxnSpPr>
        <p:spPr>
          <a:xfrm flipV="1">
            <a:off x="2302020" y="4041528"/>
            <a:ext cx="332496" cy="31100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CCC3299-C79C-DDF9-CA2D-AA344480C703}"/>
              </a:ext>
            </a:extLst>
          </p:cNvPr>
          <p:cNvSpPr txBox="1"/>
          <p:nvPr/>
        </p:nvSpPr>
        <p:spPr>
          <a:xfrm>
            <a:off x="4953000" y="4839033"/>
            <a:ext cx="628377" cy="2631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hourly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0C5C28A-E1E0-6F48-0893-776FE7045416}"/>
              </a:ext>
            </a:extLst>
          </p:cNvPr>
          <p:cNvCxnSpPr>
            <a:cxnSpLocks/>
          </p:cNvCxnSpPr>
          <p:nvPr/>
        </p:nvCxnSpPr>
        <p:spPr>
          <a:xfrm flipH="1" flipV="1">
            <a:off x="4579932" y="4177131"/>
            <a:ext cx="337225" cy="79347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577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AABB869-18D6-0EE6-2655-571910F978E7}"/>
              </a:ext>
            </a:extLst>
          </p:cNvPr>
          <p:cNvSpPr/>
          <p:nvPr/>
        </p:nvSpPr>
        <p:spPr>
          <a:xfrm>
            <a:off x="7113240" y="2154830"/>
            <a:ext cx="2048826" cy="895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wind speed at time step and location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D20B73-2DD9-1D95-478D-7ADC628D6B4B}"/>
              </a:ext>
            </a:extLst>
          </p:cNvPr>
          <p:cNvSpPr/>
          <p:nvPr/>
        </p:nvSpPr>
        <p:spPr>
          <a:xfrm>
            <a:off x="7113240" y="3317065"/>
            <a:ext cx="2048826" cy="8393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Model wind speed at turbine height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8F62EED-3869-429D-90DE-B77BE5572A8A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6890326" y="2602794"/>
            <a:ext cx="222914" cy="108594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39AC5E-E11F-150D-A4F1-A181A9E6C8A3}"/>
              </a:ext>
            </a:extLst>
          </p:cNvPr>
          <p:cNvCxnSpPr>
            <a:cxnSpLocks/>
          </p:cNvCxnSpPr>
          <p:nvPr/>
        </p:nvCxnSpPr>
        <p:spPr>
          <a:xfrm>
            <a:off x="6890326" y="3736721"/>
            <a:ext cx="222914" cy="2589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C52198-713D-FA78-22E9-59C75FF0310F}"/>
              </a:ext>
            </a:extLst>
          </p:cNvPr>
          <p:cNvSpPr/>
          <p:nvPr/>
        </p:nvSpPr>
        <p:spPr>
          <a:xfrm>
            <a:off x="6170129" y="3395120"/>
            <a:ext cx="928132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4281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88EBE-F34E-622C-D965-49A9D0AE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to Wind Speed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B91F21E-6210-6910-3D14-92BD41629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96C542-67B5-989B-0C9B-63EA18787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5B29AE-272D-CD84-590C-B711A73F50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5816495-12BB-005E-008B-0A4A56F31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477" y="978861"/>
            <a:ext cx="597673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24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55DE-FCB7-B3F3-9B63-D8D965F8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General Workflow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311C98-6BE6-675F-7323-97AE1FCE7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CF6BD-F338-2FB6-4B20-B16B42067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781F1F-EF62-AB5A-320D-850CEAFDB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6E0CE2-5236-B516-811F-9D9F5E4B2310}"/>
              </a:ext>
            </a:extLst>
          </p:cNvPr>
          <p:cNvSpPr/>
          <p:nvPr/>
        </p:nvSpPr>
        <p:spPr>
          <a:xfrm>
            <a:off x="554182" y="1219200"/>
            <a:ext cx="1745673" cy="895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Placements</a:t>
            </a:r>
          </a:p>
          <a:p>
            <a:pPr algn="ctr">
              <a:lnSpc>
                <a:spcPct val="95000"/>
              </a:lnSpc>
            </a:pPr>
            <a:r>
              <a:rPr lang="en-US" dirty="0">
                <a:solidFill>
                  <a:schemeClr val="tx1"/>
                </a:solidFill>
              </a:rPr>
              <a:t>at position x/y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7B04758-AAE2-C853-721F-AB5612F337AC}"/>
              </a:ext>
            </a:extLst>
          </p:cNvPr>
          <p:cNvSpPr/>
          <p:nvPr/>
        </p:nvSpPr>
        <p:spPr>
          <a:xfrm>
            <a:off x="1991469" y="2217715"/>
            <a:ext cx="2331150" cy="895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Load all weather data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C6020B-A472-F622-AF3D-E0DC747629A3}"/>
              </a:ext>
            </a:extLst>
          </p:cNvPr>
          <p:cNvSpPr/>
          <p:nvPr/>
        </p:nvSpPr>
        <p:spPr>
          <a:xfrm>
            <a:off x="3519465" y="3216231"/>
            <a:ext cx="3370861" cy="945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Process weather 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D2C268-873B-B686-EF95-648BAAEEDD66}"/>
              </a:ext>
            </a:extLst>
          </p:cNvPr>
          <p:cNvSpPr/>
          <p:nvPr/>
        </p:nvSpPr>
        <p:spPr>
          <a:xfrm>
            <a:off x="5928510" y="4449286"/>
            <a:ext cx="3233556" cy="839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Simulate renewable energies</a:t>
            </a:r>
          </a:p>
        </p:txBody>
      </p:sp>
      <p:sp>
        <p:nvSpPr>
          <p:cNvPr id="10" name="Pfeil: gebogen 9">
            <a:extLst>
              <a:ext uri="{FF2B5EF4-FFF2-40B4-BE49-F238E27FC236}">
                <a16:creationId xmlns:a16="http://schemas.microsoft.com/office/drawing/2014/main" id="{4E6E045F-3C5E-089B-4021-618821722A76}"/>
              </a:ext>
            </a:extLst>
          </p:cNvPr>
          <p:cNvSpPr/>
          <p:nvPr/>
        </p:nvSpPr>
        <p:spPr>
          <a:xfrm flipV="1">
            <a:off x="985011" y="2281591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429424D9-5EB6-9E50-1706-C9E76101654C}"/>
              </a:ext>
            </a:extLst>
          </p:cNvPr>
          <p:cNvSpPr/>
          <p:nvPr/>
        </p:nvSpPr>
        <p:spPr>
          <a:xfrm flipV="1">
            <a:off x="2488746" y="345990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DE3EC4EF-F78A-C4E1-9A71-01B29ACF42CE}"/>
              </a:ext>
            </a:extLst>
          </p:cNvPr>
          <p:cNvSpPr/>
          <p:nvPr/>
        </p:nvSpPr>
        <p:spPr>
          <a:xfrm flipV="1">
            <a:off x="4618297" y="4449286"/>
            <a:ext cx="668298" cy="653089"/>
          </a:xfrm>
          <a:prstGeom prst="bentArrow">
            <a:avLst>
              <a:gd name="adj1" fmla="val 39143"/>
              <a:gd name="adj2" fmla="val 37021"/>
              <a:gd name="adj3" fmla="val 25000"/>
              <a:gd name="adj4" fmla="val 4375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AABB869-18D6-0EE6-2655-571910F978E7}"/>
              </a:ext>
            </a:extLst>
          </p:cNvPr>
          <p:cNvSpPr/>
          <p:nvPr/>
        </p:nvSpPr>
        <p:spPr>
          <a:xfrm>
            <a:off x="7113240" y="2154830"/>
            <a:ext cx="2048826" cy="895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Get wind speed at time step and location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D20B73-2DD9-1D95-478D-7ADC628D6B4B}"/>
              </a:ext>
            </a:extLst>
          </p:cNvPr>
          <p:cNvSpPr/>
          <p:nvPr/>
        </p:nvSpPr>
        <p:spPr>
          <a:xfrm>
            <a:off x="7113240" y="3317065"/>
            <a:ext cx="2048826" cy="8393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Model wind speed at turbine height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8F62EED-3869-429D-90DE-B77BE5572A8A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6890326" y="2602794"/>
            <a:ext cx="222914" cy="108594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639AC5E-E11F-150D-A4F1-A181A9E6C8A3}"/>
              </a:ext>
            </a:extLst>
          </p:cNvPr>
          <p:cNvCxnSpPr>
            <a:cxnSpLocks/>
          </p:cNvCxnSpPr>
          <p:nvPr/>
        </p:nvCxnSpPr>
        <p:spPr>
          <a:xfrm>
            <a:off x="6890326" y="3736721"/>
            <a:ext cx="222914" cy="2589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C52198-713D-FA78-22E9-59C75FF0310F}"/>
              </a:ext>
            </a:extLst>
          </p:cNvPr>
          <p:cNvSpPr/>
          <p:nvPr/>
        </p:nvSpPr>
        <p:spPr>
          <a:xfrm>
            <a:off x="4822529" y="4551330"/>
            <a:ext cx="928132" cy="63522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3065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DE348-0A16-31DC-65E3-89325601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Curve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09B792-6D4F-CD72-CF09-9202E00D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FDF931-927B-0CBD-3139-9829303EFE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Power curve: electrical power determined by the wind speed</a:t>
            </a:r>
          </a:p>
          <a:p>
            <a:r>
              <a:rPr lang="en-US" dirty="0"/>
              <a:t>Real generation is </a:t>
            </a:r>
            <a:r>
              <a:rPr lang="en-US" dirty="0" err="1"/>
              <a:t>distrubuted</a:t>
            </a:r>
            <a:r>
              <a:rPr lang="en-US" dirty="0"/>
              <a:t> around the ideal generation due to:</a:t>
            </a:r>
          </a:p>
          <a:p>
            <a:pPr lvl="1"/>
            <a:r>
              <a:rPr lang="en-US" dirty="0"/>
              <a:t>Dynamic effects</a:t>
            </a:r>
          </a:p>
          <a:p>
            <a:pPr lvl="1"/>
            <a:r>
              <a:rPr lang="en-US" dirty="0"/>
              <a:t>Wind shears</a:t>
            </a:r>
          </a:p>
          <a:p>
            <a:pPr lvl="1"/>
            <a:r>
              <a:rPr lang="en-US" dirty="0"/>
              <a:t>Wind speed estimations</a:t>
            </a:r>
          </a:p>
          <a:p>
            <a:pPr lvl="1"/>
            <a:r>
              <a:rPr lang="en-US" dirty="0"/>
              <a:t>Changing air density …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E28AA8E-01BD-2807-6F12-F45B0BD1BE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11993A6-6B1C-CCFB-70FA-F035F6506BF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EBC0DD6-6079-4F1B-1047-B59AB2AC5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6" y="3199034"/>
            <a:ext cx="4967634" cy="267794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904576C-D493-F469-32B2-0246EB20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49" y="953547"/>
            <a:ext cx="5717289" cy="214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95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DE348-0A16-31DC-65E3-89325601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Curve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09B792-6D4F-CD72-CF09-9202E00D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FDF931-927B-0CBD-3139-9829303EFE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Convolution used as statistical measure to account for these effects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E28AA8E-01BD-2807-6F12-F45B0BD1BE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11993A6-6B1C-CCFB-70FA-F035F6506BF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0BC4742-EFDD-133F-EEF1-737331C5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6" y="1145209"/>
            <a:ext cx="5411981" cy="14985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6B8F6AE-0B6D-E63F-0983-548E0E7AC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75" y="3076952"/>
            <a:ext cx="5213112" cy="227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68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F47B005-C977-35B3-34D3-8B63904D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Onshore Wind Potentials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24A427C-2573-39CC-5512-223760ABE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F68FA18-84FE-6E20-5F9A-1FDD99165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211FB8-E302-EAEB-4132-2D3D6C088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Apply this algorithm for each placement (up to millions) and different weather years to calculate average potential</a:t>
            </a:r>
          </a:p>
        </p:txBody>
      </p:sp>
      <p:pic>
        <p:nvPicPr>
          <p:cNvPr id="4" name="Grafik 3" descr="Ein Bild, das Karte enthält.&#10;&#10;Automatisch generierte Beschreibung">
            <a:extLst>
              <a:ext uri="{FF2B5EF4-FFF2-40B4-BE49-F238E27FC236}">
                <a16:creationId xmlns:a16="http://schemas.microsoft.com/office/drawing/2014/main" id="{D9D7381C-6377-088D-5EE0-805B8C7434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49"/>
          <a:stretch/>
        </p:blipFill>
        <p:spPr bwMode="auto">
          <a:xfrm>
            <a:off x="1187584" y="1670793"/>
            <a:ext cx="7543801" cy="40371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4978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FDF7E-C1ED-20E0-3ADD-65ACC5F2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8851CCF-C1D9-8545-BFAF-9FC819C67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35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9298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0DF7F7-A8F0-3CB5-17B9-F9C9EBCA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LCOE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5CFD1DC-1E2C-2F52-7E97-C280B4629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225B6F-BA17-2F6E-00DF-01C90C465D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AF8FE82B-E335-7675-7F9D-AD787D084747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Levelized costs of electricity (LCOE): the average net present cost of electricity generation for a generator over its lifetime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𝐿𝐶𝑂𝐸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num>
                      <m:den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1800" dirty="0"/>
                  <a:t>Costs: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Investment costs (2050: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~350 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𝐸𝑈𝑅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𝑃𝑉</m:t>
                        </m:r>
                      </m:sub>
                    </m:sSub>
                  </m:oMath>
                </a14:m>
                <a:r>
                  <a:rPr lang="en-US" sz="1800" dirty="0"/>
                  <a:t>, ~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𝐸𝑈𝑅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𝑊𝑖𝑛𝑑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Operation and maintenance costs (2% Invest/a)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Fuel costs (usually zero)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Carbon dioxide mitigation costs (usually zero)</a:t>
                </a:r>
              </a:p>
              <a:p>
                <a:r>
                  <a:rPr lang="en-US" sz="1800" dirty="0"/>
                  <a:t>Energy: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electrical energy per year (from simulation)</a:t>
                </a:r>
              </a:p>
              <a:p>
                <a:r>
                  <a:rPr lang="en-US" sz="1800" dirty="0"/>
                  <a:t>Other: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Discount rate (here 8%)</a:t>
                </a:r>
              </a:p>
              <a:p>
                <a:pPr lvl="1"/>
                <a:r>
                  <a:rPr lang="en-US" sz="1800" dirty="0"/>
                  <a:t>n: lifetime (20-25 years)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AF8FE82B-E335-7675-7F9D-AD787D084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3"/>
                <a:stretch>
                  <a:fillRect l="-334" t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374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11392-64EC-5538-0988-417E6A64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assumptions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04132A8-5453-9FBC-24F4-21232838C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37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2ED9B6-8624-43FC-BEFC-D45A45D1D3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[1] Stolten et al.; KSG2045; 2023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18BF0C7-A891-14DD-11B0-2E50E52BB3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9A3B7D-23D9-7BB7-D107-931B00AB7C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24"/>
          <a:stretch/>
        </p:blipFill>
        <p:spPr>
          <a:xfrm>
            <a:off x="1238582" y="1263192"/>
            <a:ext cx="7789771" cy="44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3043E-C477-FF3C-A4F2-FC86AF82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Potential of Renewable Energies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70BE82-48E0-4106-6A30-81F8BF543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947A59-5C0D-0431-7063-CC20F2AB4D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H2Atlas project: https://africa.h2atlas.de/africa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9A970F-DF0C-2BEA-4FAC-A1EA7B8093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77C080-6D85-C7AA-4026-3C7F83089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0" y="950148"/>
            <a:ext cx="8965870" cy="476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66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62DE7-D0C7-8D13-898B-B7384E18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5B7F68-B3F5-8574-C9A5-05875058A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02CE00-C97D-1B7E-78D7-3D167E3D7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9B3A34-3001-25DD-3F31-EE1143AE88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IEK-3 developed Python-tool. </a:t>
            </a:r>
            <a:r>
              <a:rPr lang="en-US" dirty="0" err="1"/>
              <a:t>ETHOS.RESkit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69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C981E2-B39E-40F9-99CD-F1569D86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63" y="250014"/>
            <a:ext cx="9116951" cy="442682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>
                <a:solidFill>
                  <a:srgbClr val="023D6B"/>
                </a:solidFill>
              </a:rPr>
              <a:t>ETHOS: </a:t>
            </a:r>
            <a:r>
              <a:rPr lang="en-US" u="sng">
                <a:solidFill>
                  <a:srgbClr val="023D6B"/>
                </a:solidFill>
              </a:rPr>
              <a:t>E</a:t>
            </a:r>
            <a:r>
              <a:rPr lang="en-US">
                <a:solidFill>
                  <a:srgbClr val="023D6B"/>
                </a:solidFill>
              </a:rPr>
              <a:t>nergy </a:t>
            </a:r>
            <a:r>
              <a:rPr lang="en-US" u="sng">
                <a:solidFill>
                  <a:srgbClr val="023D6B"/>
                </a:solidFill>
              </a:rPr>
              <a:t>T</a:t>
            </a:r>
            <a:r>
              <a:rPr lang="en-US">
                <a:solidFill>
                  <a:srgbClr val="023D6B"/>
                </a:solidFill>
              </a:rPr>
              <a:t>ransformation </a:t>
            </a:r>
            <a:r>
              <a:rPr lang="en-US" err="1">
                <a:solidFill>
                  <a:srgbClr val="023D6B"/>
                </a:solidFill>
              </a:rPr>
              <a:t>Pat</a:t>
            </a:r>
            <a:r>
              <a:rPr lang="en-US" u="sng" err="1">
                <a:solidFill>
                  <a:srgbClr val="023D6B"/>
                </a:solidFill>
              </a:rPr>
              <a:t>H</a:t>
            </a:r>
            <a:r>
              <a:rPr lang="en-US" err="1">
                <a:solidFill>
                  <a:srgbClr val="023D6B"/>
                </a:solidFill>
              </a:rPr>
              <a:t>way</a:t>
            </a:r>
            <a:r>
              <a:rPr lang="en-US">
                <a:solidFill>
                  <a:srgbClr val="023D6B"/>
                </a:solidFill>
              </a:rPr>
              <a:t> </a:t>
            </a:r>
            <a:r>
              <a:rPr lang="en-US" u="sng">
                <a:solidFill>
                  <a:srgbClr val="023D6B"/>
                </a:solidFill>
              </a:rPr>
              <a:t>O</a:t>
            </a:r>
            <a:r>
              <a:rPr lang="en-US">
                <a:solidFill>
                  <a:srgbClr val="023D6B"/>
                </a:solidFill>
              </a:rPr>
              <a:t>ptimization </a:t>
            </a:r>
            <a:r>
              <a:rPr lang="en-US" u="sng">
                <a:solidFill>
                  <a:srgbClr val="023D6B"/>
                </a:solidFill>
              </a:rPr>
              <a:t>S</a:t>
            </a:r>
            <a:r>
              <a:rPr lang="en-US">
                <a:solidFill>
                  <a:srgbClr val="023D6B"/>
                </a:solidFill>
              </a:rPr>
              <a:t>uite</a:t>
            </a:r>
            <a:endParaRPr lang="en-US" sz="1800" b="0">
              <a:solidFill>
                <a:srgbClr val="4E9C4E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AD87D0-26B8-4B3E-9222-491C143E3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9911184F-59A7-4651-8181-BED5AB79F963}"/>
              </a:ext>
            </a:extLst>
          </p:cNvPr>
          <p:cNvGrpSpPr/>
          <p:nvPr/>
        </p:nvGrpSpPr>
        <p:grpSpPr>
          <a:xfrm>
            <a:off x="2592000" y="756000"/>
            <a:ext cx="2221266" cy="764481"/>
            <a:chOff x="2649295" y="968815"/>
            <a:chExt cx="2221266" cy="764481"/>
          </a:xfrm>
        </p:grpSpPr>
        <p:sp>
          <p:nvSpPr>
            <p:cNvPr id="16" name="Diagonal liegende Ecken des Rechtecks abrunden 15"/>
            <p:cNvSpPr/>
            <p:nvPr/>
          </p:nvSpPr>
          <p:spPr>
            <a:xfrm>
              <a:off x="2649295" y="968815"/>
              <a:ext cx="2214784" cy="720000"/>
            </a:xfrm>
            <a:prstGeom prst="round2Diag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2676056" y="1026949"/>
              <a:ext cx="1359858" cy="7063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Renewable Energy</a:t>
              </a:r>
            </a:p>
            <a:p>
              <a:pPr marL="0" marR="0" lvl="0" indent="0" algn="l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Resources</a:t>
              </a:r>
            </a:p>
          </p:txBody>
        </p:sp>
        <p:pic>
          <p:nvPicPr>
            <p:cNvPr id="28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746" b="11826"/>
            <a:stretch/>
          </p:blipFill>
          <p:spPr bwMode="auto">
            <a:xfrm>
              <a:off x="3728793" y="1003841"/>
              <a:ext cx="1141768" cy="649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" name="Rechteck 28"/>
            <p:cNvSpPr/>
            <p:nvPr/>
          </p:nvSpPr>
          <p:spPr>
            <a:xfrm>
              <a:off x="4245485" y="995739"/>
              <a:ext cx="514003" cy="106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C8DAE68-E0E2-0232-4CED-02182C03DBB5}"/>
              </a:ext>
            </a:extLst>
          </p:cNvPr>
          <p:cNvGrpSpPr/>
          <p:nvPr/>
        </p:nvGrpSpPr>
        <p:grpSpPr>
          <a:xfrm>
            <a:off x="451184" y="3780000"/>
            <a:ext cx="2108616" cy="720001"/>
            <a:chOff x="451184" y="3456002"/>
            <a:chExt cx="2108616" cy="720001"/>
          </a:xfrm>
        </p:grpSpPr>
        <p:grpSp>
          <p:nvGrpSpPr>
            <p:cNvPr id="48" name="Gruppieren 47"/>
            <p:cNvGrpSpPr/>
            <p:nvPr/>
          </p:nvGrpSpPr>
          <p:grpSpPr>
            <a:xfrm>
              <a:off x="451184" y="3456002"/>
              <a:ext cx="2108616" cy="720001"/>
              <a:chOff x="467175" y="1536977"/>
              <a:chExt cx="2181529" cy="607170"/>
            </a:xfrm>
          </p:grpSpPr>
          <p:sp>
            <p:nvSpPr>
              <p:cNvPr id="49" name="Diagonal liegende Ecken des Rechtecks abrunden 48"/>
              <p:cNvSpPr/>
              <p:nvPr/>
            </p:nvSpPr>
            <p:spPr>
              <a:xfrm>
                <a:off x="488704" y="1536977"/>
                <a:ext cx="2160000" cy="607170"/>
              </a:xfrm>
              <a:prstGeom prst="round2Diag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Textfeld 49"/>
              <p:cNvSpPr txBox="1"/>
              <p:nvPr/>
            </p:nvSpPr>
            <p:spPr>
              <a:xfrm>
                <a:off x="467175" y="1725035"/>
                <a:ext cx="1048462" cy="275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i="0" u="none" strike="noStrike" kern="1200" cap="none" spc="0" normalizeH="0" baseline="0" noProof="0">
                    <a:ln>
                      <a:noFill/>
                    </a:ln>
                    <a:solidFill>
                      <a:srgbClr val="023D6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Buildings</a:t>
                </a:r>
              </a:p>
            </p:txBody>
          </p:sp>
        </p:grpSp>
        <p:pic>
          <p:nvPicPr>
            <p:cNvPr id="65" name="Grafik 6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4270" y="3490151"/>
              <a:ext cx="758805" cy="655392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6063AE1-2B3A-44CB-ACF2-D20474F4B725}"/>
              </a:ext>
            </a:extLst>
          </p:cNvPr>
          <p:cNvGrpSpPr/>
          <p:nvPr/>
        </p:nvGrpSpPr>
        <p:grpSpPr>
          <a:xfrm>
            <a:off x="5536076" y="756000"/>
            <a:ext cx="2381152" cy="720000"/>
            <a:chOff x="5334650" y="925847"/>
            <a:chExt cx="2087808" cy="754285"/>
          </a:xfrm>
        </p:grpSpPr>
        <p:grpSp>
          <p:nvGrpSpPr>
            <p:cNvPr id="55" name="Gruppieren 54"/>
            <p:cNvGrpSpPr/>
            <p:nvPr/>
          </p:nvGrpSpPr>
          <p:grpSpPr>
            <a:xfrm>
              <a:off x="5334650" y="925847"/>
              <a:ext cx="2087808" cy="754285"/>
              <a:chOff x="488704" y="1536977"/>
              <a:chExt cx="2160000" cy="636083"/>
            </a:xfrm>
          </p:grpSpPr>
          <p:sp>
            <p:nvSpPr>
              <p:cNvPr id="56" name="Diagonal liegende Ecken des Rechtecks abrunden 55"/>
              <p:cNvSpPr/>
              <p:nvPr/>
            </p:nvSpPr>
            <p:spPr>
              <a:xfrm>
                <a:off x="488704" y="1536977"/>
                <a:ext cx="2160000" cy="636083"/>
              </a:xfrm>
              <a:prstGeom prst="round2Diag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Textfeld 56"/>
              <p:cNvSpPr txBox="1"/>
              <p:nvPr/>
            </p:nvSpPr>
            <p:spPr>
              <a:xfrm>
                <a:off x="549037" y="1566372"/>
                <a:ext cx="1371531" cy="595657"/>
              </a:xfrm>
              <a:prstGeom prst="rect">
                <a:avLst/>
              </a:prstGeom>
              <a:ln w="28575"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>
                    <a:solidFill>
                      <a:schemeClr val="accent1"/>
                    </a:solidFill>
                    <a:latin typeface="Arial"/>
                  </a:rPr>
                  <a:t>Electricity transmission &amp; distribution grids</a:t>
                </a:r>
              </a:p>
            </p:txBody>
          </p:sp>
        </p:grpSp>
        <p:pic>
          <p:nvPicPr>
            <p:cNvPr id="77" name="Picture 7" descr="front_page.pdf - Adobe Acrobat Reader DC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96" t="16400" r="25549" b="6951"/>
            <a:stretch/>
          </p:blipFill>
          <p:spPr>
            <a:xfrm>
              <a:off x="6671699" y="1011162"/>
              <a:ext cx="687622" cy="612151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pic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E975E87-E5A2-3C4C-5B7D-C0FCFFFF4A0C}"/>
              </a:ext>
            </a:extLst>
          </p:cNvPr>
          <p:cNvGrpSpPr/>
          <p:nvPr/>
        </p:nvGrpSpPr>
        <p:grpSpPr>
          <a:xfrm>
            <a:off x="6816782" y="1512000"/>
            <a:ext cx="2104275" cy="745270"/>
            <a:chOff x="6906203" y="1759037"/>
            <a:chExt cx="2104275" cy="745270"/>
          </a:xfrm>
        </p:grpSpPr>
        <p:sp>
          <p:nvSpPr>
            <p:cNvPr id="59" name="Diagonal liegende Ecken des Rechtecks abrunden 58"/>
            <p:cNvSpPr/>
            <p:nvPr/>
          </p:nvSpPr>
          <p:spPr>
            <a:xfrm>
              <a:off x="6922671" y="1759037"/>
              <a:ext cx="2087807" cy="720000"/>
            </a:xfrm>
            <a:prstGeom prst="round2Diag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Textfeld 59"/>
            <p:cNvSpPr txBox="1"/>
            <p:nvPr/>
          </p:nvSpPr>
          <p:spPr>
            <a:xfrm>
              <a:off x="6906203" y="1797960"/>
              <a:ext cx="1189749" cy="706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>
                <a:lnSpc>
                  <a:spcPct val="95000"/>
                </a:lnSpc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Gas </a:t>
              </a:r>
              <a:br>
                <a:rPr lang="en-US" sz="1400">
                  <a:solidFill>
                    <a:schemeClr val="accent1"/>
                  </a:solidFill>
                  <a:latin typeface="Arial"/>
                </a:rPr>
              </a:br>
              <a:r>
                <a:rPr lang="en-US" sz="1400">
                  <a:solidFill>
                    <a:schemeClr val="accent1"/>
                  </a:solidFill>
                  <a:latin typeface="Arial"/>
                </a:rPr>
                <a:t>transmission</a:t>
              </a:r>
              <a:br>
                <a:rPr lang="en-US" sz="1400">
                  <a:solidFill>
                    <a:schemeClr val="accent1"/>
                  </a:solidFill>
                  <a:latin typeface="Arial"/>
                </a:rPr>
              </a:br>
              <a:r>
                <a:rPr lang="en-US" sz="1400">
                  <a:solidFill>
                    <a:schemeClr val="accent1"/>
                  </a:solidFill>
                  <a:latin typeface="Arial"/>
                </a:rPr>
                <a:t>grid</a:t>
              </a: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DFBB8F74-30CC-444F-A745-5BC0FE9713AA}"/>
                </a:ext>
              </a:extLst>
            </p:cNvPr>
            <p:cNvGrpSpPr/>
            <p:nvPr/>
          </p:nvGrpSpPr>
          <p:grpSpPr>
            <a:xfrm>
              <a:off x="8004536" y="1970563"/>
              <a:ext cx="873677" cy="404598"/>
              <a:chOff x="8202905" y="3032003"/>
              <a:chExt cx="873677" cy="404598"/>
            </a:xfrm>
          </p:grpSpPr>
          <p:sp>
            <p:nvSpPr>
              <p:cNvPr id="79" name="Freeform 407"/>
              <p:cNvSpPr>
                <a:spLocks/>
              </p:cNvSpPr>
              <p:nvPr/>
            </p:nvSpPr>
            <p:spPr bwMode="auto">
              <a:xfrm>
                <a:off x="8232387" y="3125441"/>
                <a:ext cx="194588" cy="13608"/>
              </a:xfrm>
              <a:custGeom>
                <a:avLst/>
                <a:gdLst>
                  <a:gd name="T0" fmla="*/ 13 w 198"/>
                  <a:gd name="T1" fmla="*/ 15 h 15"/>
                  <a:gd name="T2" fmla="*/ 198 w 198"/>
                  <a:gd name="T3" fmla="*/ 15 h 15"/>
                  <a:gd name="T4" fmla="*/ 166 w 198"/>
                  <a:gd name="T5" fmla="*/ 0 h 15"/>
                  <a:gd name="T6" fmla="*/ 0 w 198"/>
                  <a:gd name="T7" fmla="*/ 0 h 15"/>
                  <a:gd name="T8" fmla="*/ 13 w 198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5">
                    <a:moveTo>
                      <a:pt x="13" y="15"/>
                    </a:moveTo>
                    <a:lnTo>
                      <a:pt x="198" y="15"/>
                    </a:lnTo>
                    <a:lnTo>
                      <a:pt x="166" y="0"/>
                    </a:lnTo>
                    <a:lnTo>
                      <a:pt x="0" y="0"/>
                    </a:lnTo>
                    <a:lnTo>
                      <a:pt x="13" y="15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Rectangle 408"/>
              <p:cNvSpPr>
                <a:spLocks noChangeArrowheads="1"/>
              </p:cNvSpPr>
              <p:nvPr/>
            </p:nvSpPr>
            <p:spPr bwMode="auto">
              <a:xfrm>
                <a:off x="8245162" y="3139048"/>
                <a:ext cx="181811" cy="1814"/>
              </a:xfrm>
              <a:prstGeom prst="rect">
                <a:avLst/>
              </a:pr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Freeform 409"/>
              <p:cNvSpPr>
                <a:spLocks/>
              </p:cNvSpPr>
              <p:nvPr/>
            </p:nvSpPr>
            <p:spPr bwMode="auto">
              <a:xfrm>
                <a:off x="8232387" y="3125441"/>
                <a:ext cx="12776" cy="15422"/>
              </a:xfrm>
              <a:custGeom>
                <a:avLst/>
                <a:gdLst>
                  <a:gd name="T0" fmla="*/ 13 w 13"/>
                  <a:gd name="T1" fmla="*/ 15 h 17"/>
                  <a:gd name="T2" fmla="*/ 0 w 13"/>
                  <a:gd name="T3" fmla="*/ 0 h 17"/>
                  <a:gd name="T4" fmla="*/ 0 w 13"/>
                  <a:gd name="T5" fmla="*/ 2 h 17"/>
                  <a:gd name="T6" fmla="*/ 13 w 13"/>
                  <a:gd name="T7" fmla="*/ 17 h 17"/>
                  <a:gd name="T8" fmla="*/ 13 w 13"/>
                  <a:gd name="T9" fmla="*/ 1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7">
                    <a:moveTo>
                      <a:pt x="13" y="15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13" y="17"/>
                    </a:lnTo>
                    <a:lnTo>
                      <a:pt x="13" y="15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2" name="Rectangle 410"/>
              <p:cNvSpPr>
                <a:spLocks noChangeArrowheads="1"/>
              </p:cNvSpPr>
              <p:nvPr/>
            </p:nvSpPr>
            <p:spPr bwMode="auto">
              <a:xfrm>
                <a:off x="8254990" y="3109112"/>
                <a:ext cx="14742" cy="22679"/>
              </a:xfrm>
              <a:prstGeom prst="rect">
                <a:avLst/>
              </a:pr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3" name="Freeform 411"/>
              <p:cNvSpPr>
                <a:spLocks/>
              </p:cNvSpPr>
              <p:nvPr/>
            </p:nvSpPr>
            <p:spPr bwMode="auto">
              <a:xfrm>
                <a:off x="8252042" y="3104576"/>
                <a:ext cx="2949" cy="27215"/>
              </a:xfrm>
              <a:custGeom>
                <a:avLst/>
                <a:gdLst>
                  <a:gd name="T0" fmla="*/ 3 w 3"/>
                  <a:gd name="T1" fmla="*/ 30 h 30"/>
                  <a:gd name="T2" fmla="*/ 0 w 3"/>
                  <a:gd name="T3" fmla="*/ 25 h 30"/>
                  <a:gd name="T4" fmla="*/ 0 w 3"/>
                  <a:gd name="T5" fmla="*/ 0 h 30"/>
                  <a:gd name="T6" fmla="*/ 3 w 3"/>
                  <a:gd name="T7" fmla="*/ 5 h 30"/>
                  <a:gd name="T8" fmla="*/ 3 w 3"/>
                  <a:gd name="T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0">
                    <a:moveTo>
                      <a:pt x="3" y="30"/>
                    </a:moveTo>
                    <a:lnTo>
                      <a:pt x="0" y="25"/>
                    </a:lnTo>
                    <a:lnTo>
                      <a:pt x="0" y="0"/>
                    </a:lnTo>
                    <a:lnTo>
                      <a:pt x="3" y="5"/>
                    </a:lnTo>
                    <a:lnTo>
                      <a:pt x="3" y="30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Rectangle 412"/>
              <p:cNvSpPr>
                <a:spLocks noChangeArrowheads="1"/>
              </p:cNvSpPr>
              <p:nvPr/>
            </p:nvSpPr>
            <p:spPr bwMode="auto">
              <a:xfrm>
                <a:off x="8353266" y="3109112"/>
                <a:ext cx="14742" cy="22679"/>
              </a:xfrm>
              <a:prstGeom prst="rect">
                <a:avLst/>
              </a:pr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Freeform 413"/>
              <p:cNvSpPr>
                <a:spLocks/>
              </p:cNvSpPr>
              <p:nvPr/>
            </p:nvSpPr>
            <p:spPr bwMode="auto">
              <a:xfrm>
                <a:off x="8351301" y="3107298"/>
                <a:ext cx="1966" cy="24494"/>
              </a:xfrm>
              <a:custGeom>
                <a:avLst/>
                <a:gdLst>
                  <a:gd name="T0" fmla="*/ 2 w 2"/>
                  <a:gd name="T1" fmla="*/ 27 h 27"/>
                  <a:gd name="T2" fmla="*/ 0 w 2"/>
                  <a:gd name="T3" fmla="*/ 22 h 27"/>
                  <a:gd name="T4" fmla="*/ 0 w 2"/>
                  <a:gd name="T5" fmla="*/ 0 h 27"/>
                  <a:gd name="T6" fmla="*/ 2 w 2"/>
                  <a:gd name="T7" fmla="*/ 2 h 27"/>
                  <a:gd name="T8" fmla="*/ 2 w 2"/>
                  <a:gd name="T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7">
                    <a:moveTo>
                      <a:pt x="2" y="27"/>
                    </a:moveTo>
                    <a:lnTo>
                      <a:pt x="0" y="22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2" y="27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Freeform 414"/>
              <p:cNvSpPr>
                <a:spLocks/>
              </p:cNvSpPr>
              <p:nvPr/>
            </p:nvSpPr>
            <p:spPr bwMode="auto">
              <a:xfrm>
                <a:off x="8353266" y="3299617"/>
                <a:ext cx="469761" cy="31751"/>
              </a:xfrm>
              <a:custGeom>
                <a:avLst/>
                <a:gdLst>
                  <a:gd name="T0" fmla="*/ 30 w 478"/>
                  <a:gd name="T1" fmla="*/ 35 h 35"/>
                  <a:gd name="T2" fmla="*/ 478 w 478"/>
                  <a:gd name="T3" fmla="*/ 35 h 35"/>
                  <a:gd name="T4" fmla="*/ 398 w 478"/>
                  <a:gd name="T5" fmla="*/ 5 h 35"/>
                  <a:gd name="T6" fmla="*/ 0 w 478"/>
                  <a:gd name="T7" fmla="*/ 0 h 35"/>
                  <a:gd name="T8" fmla="*/ 30 w 478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8" h="35">
                    <a:moveTo>
                      <a:pt x="30" y="35"/>
                    </a:moveTo>
                    <a:lnTo>
                      <a:pt x="478" y="35"/>
                    </a:lnTo>
                    <a:lnTo>
                      <a:pt x="398" y="5"/>
                    </a:lnTo>
                    <a:lnTo>
                      <a:pt x="0" y="0"/>
                    </a:lnTo>
                    <a:lnTo>
                      <a:pt x="30" y="35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Rectangle 415"/>
              <p:cNvSpPr>
                <a:spLocks noChangeArrowheads="1"/>
              </p:cNvSpPr>
              <p:nvPr/>
            </p:nvSpPr>
            <p:spPr bwMode="auto">
              <a:xfrm>
                <a:off x="8382749" y="3331368"/>
                <a:ext cx="440278" cy="9072"/>
              </a:xfrm>
              <a:prstGeom prst="rect">
                <a:avLst/>
              </a:pr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8" name="Freeform 416"/>
              <p:cNvSpPr>
                <a:spLocks/>
              </p:cNvSpPr>
              <p:nvPr/>
            </p:nvSpPr>
            <p:spPr bwMode="auto">
              <a:xfrm>
                <a:off x="8353266" y="3299617"/>
                <a:ext cx="29483" cy="40823"/>
              </a:xfrm>
              <a:custGeom>
                <a:avLst/>
                <a:gdLst>
                  <a:gd name="T0" fmla="*/ 30 w 30"/>
                  <a:gd name="T1" fmla="*/ 35 h 45"/>
                  <a:gd name="T2" fmla="*/ 0 w 30"/>
                  <a:gd name="T3" fmla="*/ 0 h 45"/>
                  <a:gd name="T4" fmla="*/ 0 w 30"/>
                  <a:gd name="T5" fmla="*/ 8 h 45"/>
                  <a:gd name="T6" fmla="*/ 30 w 30"/>
                  <a:gd name="T7" fmla="*/ 45 h 45"/>
                  <a:gd name="T8" fmla="*/ 30 w 30"/>
                  <a:gd name="T9" fmla="*/ 3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45">
                    <a:moveTo>
                      <a:pt x="30" y="35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30" y="45"/>
                    </a:lnTo>
                    <a:lnTo>
                      <a:pt x="30" y="35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9" name="Rectangle 417"/>
              <p:cNvSpPr>
                <a:spLocks noChangeArrowheads="1"/>
              </p:cNvSpPr>
              <p:nvPr/>
            </p:nvSpPr>
            <p:spPr bwMode="auto">
              <a:xfrm>
                <a:off x="8407319" y="3263331"/>
                <a:ext cx="34397" cy="52616"/>
              </a:xfrm>
              <a:prstGeom prst="rect">
                <a:avLst/>
              </a:pr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0" name="Freeform 418"/>
              <p:cNvSpPr>
                <a:spLocks/>
              </p:cNvSpPr>
              <p:nvPr/>
            </p:nvSpPr>
            <p:spPr bwMode="auto">
              <a:xfrm>
                <a:off x="8397491" y="3252444"/>
                <a:ext cx="9828" cy="63502"/>
              </a:xfrm>
              <a:custGeom>
                <a:avLst/>
                <a:gdLst>
                  <a:gd name="T0" fmla="*/ 10 w 10"/>
                  <a:gd name="T1" fmla="*/ 70 h 70"/>
                  <a:gd name="T2" fmla="*/ 0 w 10"/>
                  <a:gd name="T3" fmla="*/ 60 h 70"/>
                  <a:gd name="T4" fmla="*/ 0 w 10"/>
                  <a:gd name="T5" fmla="*/ 0 h 70"/>
                  <a:gd name="T6" fmla="*/ 10 w 10"/>
                  <a:gd name="T7" fmla="*/ 12 h 70"/>
                  <a:gd name="T8" fmla="*/ 10 w 10"/>
                  <a:gd name="T9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0">
                    <a:moveTo>
                      <a:pt x="10" y="70"/>
                    </a:moveTo>
                    <a:lnTo>
                      <a:pt x="0" y="60"/>
                    </a:lnTo>
                    <a:lnTo>
                      <a:pt x="0" y="0"/>
                    </a:lnTo>
                    <a:lnTo>
                      <a:pt x="10" y="12"/>
                    </a:lnTo>
                    <a:lnTo>
                      <a:pt x="10" y="70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1" name="Rectangle 419"/>
              <p:cNvSpPr>
                <a:spLocks noChangeArrowheads="1"/>
              </p:cNvSpPr>
              <p:nvPr/>
            </p:nvSpPr>
            <p:spPr bwMode="auto">
              <a:xfrm>
                <a:off x="8646130" y="3266052"/>
                <a:ext cx="34397" cy="51709"/>
              </a:xfrm>
              <a:prstGeom prst="rect">
                <a:avLst/>
              </a:pr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" name="Freeform 420"/>
              <p:cNvSpPr>
                <a:spLocks/>
              </p:cNvSpPr>
              <p:nvPr/>
            </p:nvSpPr>
            <p:spPr bwMode="auto">
              <a:xfrm>
                <a:off x="8636302" y="3254259"/>
                <a:ext cx="9828" cy="63502"/>
              </a:xfrm>
              <a:custGeom>
                <a:avLst/>
                <a:gdLst>
                  <a:gd name="T0" fmla="*/ 10 w 10"/>
                  <a:gd name="T1" fmla="*/ 70 h 70"/>
                  <a:gd name="T2" fmla="*/ 0 w 10"/>
                  <a:gd name="T3" fmla="*/ 58 h 70"/>
                  <a:gd name="T4" fmla="*/ 0 w 10"/>
                  <a:gd name="T5" fmla="*/ 0 h 70"/>
                  <a:gd name="T6" fmla="*/ 10 w 10"/>
                  <a:gd name="T7" fmla="*/ 13 h 70"/>
                  <a:gd name="T8" fmla="*/ 10 w 10"/>
                  <a:gd name="T9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0">
                    <a:moveTo>
                      <a:pt x="10" y="70"/>
                    </a:moveTo>
                    <a:lnTo>
                      <a:pt x="0" y="58"/>
                    </a:lnTo>
                    <a:lnTo>
                      <a:pt x="0" y="0"/>
                    </a:lnTo>
                    <a:lnTo>
                      <a:pt x="10" y="13"/>
                    </a:lnTo>
                    <a:lnTo>
                      <a:pt x="10" y="70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3" name="Freeform 421"/>
              <p:cNvSpPr>
                <a:spLocks/>
              </p:cNvSpPr>
              <p:nvPr/>
            </p:nvSpPr>
            <p:spPr bwMode="auto">
              <a:xfrm>
                <a:off x="8240249" y="3032003"/>
                <a:ext cx="720366" cy="368310"/>
              </a:xfrm>
              <a:custGeom>
                <a:avLst/>
                <a:gdLst>
                  <a:gd name="T0" fmla="*/ 293 w 293"/>
                  <a:gd name="T1" fmla="*/ 55 h 162"/>
                  <a:gd name="T2" fmla="*/ 12 w 293"/>
                  <a:gd name="T3" fmla="*/ 1 h 162"/>
                  <a:gd name="T4" fmla="*/ 10 w 293"/>
                  <a:gd name="T5" fmla="*/ 1 h 162"/>
                  <a:gd name="T6" fmla="*/ 0 w 293"/>
                  <a:gd name="T7" fmla="*/ 8 h 162"/>
                  <a:gd name="T8" fmla="*/ 4 w 293"/>
                  <a:gd name="T9" fmla="*/ 17 h 162"/>
                  <a:gd name="T10" fmla="*/ 251 w 293"/>
                  <a:gd name="T11" fmla="*/ 162 h 162"/>
                  <a:gd name="T12" fmla="*/ 293 w 293"/>
                  <a:gd name="T13" fmla="*/ 55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3" h="162">
                    <a:moveTo>
                      <a:pt x="293" y="55"/>
                    </a:moveTo>
                    <a:cubicBezTo>
                      <a:pt x="12" y="1"/>
                      <a:pt x="12" y="1"/>
                      <a:pt x="12" y="1"/>
                    </a:cubicBezTo>
                    <a:cubicBezTo>
                      <a:pt x="11" y="1"/>
                      <a:pt x="11" y="1"/>
                      <a:pt x="10" y="1"/>
                    </a:cubicBezTo>
                    <a:cubicBezTo>
                      <a:pt x="5" y="0"/>
                      <a:pt x="1" y="4"/>
                      <a:pt x="0" y="8"/>
                    </a:cubicBezTo>
                    <a:cubicBezTo>
                      <a:pt x="0" y="12"/>
                      <a:pt x="2" y="15"/>
                      <a:pt x="4" y="17"/>
                    </a:cubicBezTo>
                    <a:cubicBezTo>
                      <a:pt x="251" y="162"/>
                      <a:pt x="251" y="162"/>
                      <a:pt x="251" y="162"/>
                    </a:cubicBezTo>
                    <a:lnTo>
                      <a:pt x="293" y="55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4" name="Freeform 422"/>
              <p:cNvSpPr>
                <a:spLocks/>
              </p:cNvSpPr>
              <p:nvPr/>
            </p:nvSpPr>
            <p:spPr bwMode="auto">
              <a:xfrm>
                <a:off x="8768976" y="3143585"/>
                <a:ext cx="307606" cy="279408"/>
              </a:xfrm>
              <a:custGeom>
                <a:avLst/>
                <a:gdLst>
                  <a:gd name="T0" fmla="*/ 121 w 125"/>
                  <a:gd name="T1" fmla="*/ 68 h 123"/>
                  <a:gd name="T2" fmla="*/ 56 w 125"/>
                  <a:gd name="T3" fmla="*/ 119 h 123"/>
                  <a:gd name="T4" fmla="*/ 4 w 125"/>
                  <a:gd name="T5" fmla="*/ 55 h 123"/>
                  <a:gd name="T6" fmla="*/ 69 w 125"/>
                  <a:gd name="T7" fmla="*/ 4 h 123"/>
                  <a:gd name="T8" fmla="*/ 121 w 125"/>
                  <a:gd name="T9" fmla="*/ 6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123">
                    <a:moveTo>
                      <a:pt x="121" y="68"/>
                    </a:moveTo>
                    <a:cubicBezTo>
                      <a:pt x="117" y="100"/>
                      <a:pt x="88" y="123"/>
                      <a:pt x="56" y="119"/>
                    </a:cubicBezTo>
                    <a:cubicBezTo>
                      <a:pt x="24" y="115"/>
                      <a:pt x="0" y="86"/>
                      <a:pt x="4" y="55"/>
                    </a:cubicBezTo>
                    <a:cubicBezTo>
                      <a:pt x="8" y="23"/>
                      <a:pt x="37" y="0"/>
                      <a:pt x="69" y="4"/>
                    </a:cubicBezTo>
                    <a:cubicBezTo>
                      <a:pt x="102" y="8"/>
                      <a:pt x="125" y="37"/>
                      <a:pt x="121" y="6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5" name="Freeform 423"/>
              <p:cNvSpPr>
                <a:spLocks/>
              </p:cNvSpPr>
              <p:nvPr/>
            </p:nvSpPr>
            <p:spPr bwMode="auto">
              <a:xfrm>
                <a:off x="8552768" y="3090969"/>
                <a:ext cx="162156" cy="170548"/>
              </a:xfrm>
              <a:custGeom>
                <a:avLst/>
                <a:gdLst>
                  <a:gd name="T0" fmla="*/ 24 w 66"/>
                  <a:gd name="T1" fmla="*/ 73 h 75"/>
                  <a:gd name="T2" fmla="*/ 8 w 66"/>
                  <a:gd name="T3" fmla="*/ 38 h 75"/>
                  <a:gd name="T4" fmla="*/ 48 w 66"/>
                  <a:gd name="T5" fmla="*/ 6 h 75"/>
                  <a:gd name="T6" fmla="*/ 56 w 66"/>
                  <a:gd name="T7" fmla="*/ 8 h 75"/>
                  <a:gd name="T8" fmla="*/ 66 w 66"/>
                  <a:gd name="T9" fmla="*/ 10 h 75"/>
                  <a:gd name="T10" fmla="*/ 49 w 66"/>
                  <a:gd name="T11" fmla="*/ 4 h 75"/>
                  <a:gd name="T12" fmla="*/ 44 w 66"/>
                  <a:gd name="T13" fmla="*/ 3 h 75"/>
                  <a:gd name="T14" fmla="*/ 2 w 66"/>
                  <a:gd name="T15" fmla="*/ 36 h 75"/>
                  <a:gd name="T16" fmla="*/ 26 w 66"/>
                  <a:gd name="T17" fmla="*/ 75 h 75"/>
                  <a:gd name="T18" fmla="*/ 24 w 66"/>
                  <a:gd name="T19" fmla="*/ 7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" h="75">
                    <a:moveTo>
                      <a:pt x="24" y="73"/>
                    </a:moveTo>
                    <a:cubicBezTo>
                      <a:pt x="13" y="65"/>
                      <a:pt x="6" y="52"/>
                      <a:pt x="8" y="38"/>
                    </a:cubicBezTo>
                    <a:cubicBezTo>
                      <a:pt x="10" y="18"/>
                      <a:pt x="28" y="4"/>
                      <a:pt x="48" y="6"/>
                    </a:cubicBezTo>
                    <a:cubicBezTo>
                      <a:pt x="51" y="7"/>
                      <a:pt x="53" y="7"/>
                      <a:pt x="56" y="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1" y="7"/>
                      <a:pt x="55" y="4"/>
                      <a:pt x="49" y="4"/>
                    </a:cubicBezTo>
                    <a:cubicBezTo>
                      <a:pt x="47" y="3"/>
                      <a:pt x="46" y="3"/>
                      <a:pt x="44" y="3"/>
                    </a:cubicBezTo>
                    <a:cubicBezTo>
                      <a:pt x="23" y="0"/>
                      <a:pt x="4" y="15"/>
                      <a:pt x="2" y="36"/>
                    </a:cubicBezTo>
                    <a:cubicBezTo>
                      <a:pt x="0" y="53"/>
                      <a:pt x="10" y="69"/>
                      <a:pt x="26" y="75"/>
                    </a:cubicBezTo>
                    <a:lnTo>
                      <a:pt x="24" y="73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6" name="Freeform 424"/>
              <p:cNvSpPr>
                <a:spLocks/>
              </p:cNvSpPr>
              <p:nvPr/>
            </p:nvSpPr>
            <p:spPr bwMode="auto">
              <a:xfrm>
                <a:off x="8582251" y="3098227"/>
                <a:ext cx="170018" cy="178712"/>
              </a:xfrm>
              <a:custGeom>
                <a:avLst/>
                <a:gdLst>
                  <a:gd name="T0" fmla="*/ 25 w 69"/>
                  <a:gd name="T1" fmla="*/ 77 h 79"/>
                  <a:gd name="T2" fmla="*/ 8 w 69"/>
                  <a:gd name="T3" fmla="*/ 39 h 79"/>
                  <a:gd name="T4" fmla="*/ 51 w 69"/>
                  <a:gd name="T5" fmla="*/ 6 h 79"/>
                  <a:gd name="T6" fmla="*/ 59 w 69"/>
                  <a:gd name="T7" fmla="*/ 8 h 79"/>
                  <a:gd name="T8" fmla="*/ 69 w 69"/>
                  <a:gd name="T9" fmla="*/ 10 h 79"/>
                  <a:gd name="T10" fmla="*/ 51 w 69"/>
                  <a:gd name="T11" fmla="*/ 4 h 79"/>
                  <a:gd name="T12" fmla="*/ 47 w 69"/>
                  <a:gd name="T13" fmla="*/ 3 h 79"/>
                  <a:gd name="T14" fmla="*/ 2 w 69"/>
                  <a:gd name="T15" fmla="*/ 37 h 79"/>
                  <a:gd name="T16" fmla="*/ 27 w 69"/>
                  <a:gd name="T17" fmla="*/ 79 h 79"/>
                  <a:gd name="T18" fmla="*/ 25 w 69"/>
                  <a:gd name="T19" fmla="*/ 7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" h="79">
                    <a:moveTo>
                      <a:pt x="25" y="77"/>
                    </a:moveTo>
                    <a:cubicBezTo>
                      <a:pt x="14" y="69"/>
                      <a:pt x="6" y="55"/>
                      <a:pt x="8" y="39"/>
                    </a:cubicBezTo>
                    <a:cubicBezTo>
                      <a:pt x="11" y="19"/>
                      <a:pt x="30" y="4"/>
                      <a:pt x="51" y="6"/>
                    </a:cubicBezTo>
                    <a:cubicBezTo>
                      <a:pt x="54" y="7"/>
                      <a:pt x="56" y="7"/>
                      <a:pt x="59" y="8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4" y="7"/>
                      <a:pt x="58" y="4"/>
                      <a:pt x="51" y="4"/>
                    </a:cubicBezTo>
                    <a:cubicBezTo>
                      <a:pt x="50" y="3"/>
                      <a:pt x="48" y="3"/>
                      <a:pt x="47" y="3"/>
                    </a:cubicBezTo>
                    <a:cubicBezTo>
                      <a:pt x="24" y="0"/>
                      <a:pt x="4" y="16"/>
                      <a:pt x="2" y="37"/>
                    </a:cubicBezTo>
                    <a:cubicBezTo>
                      <a:pt x="0" y="56"/>
                      <a:pt x="10" y="72"/>
                      <a:pt x="27" y="79"/>
                    </a:cubicBezTo>
                    <a:lnTo>
                      <a:pt x="25" y="77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7" name="Freeform 425"/>
              <p:cNvSpPr>
                <a:spLocks/>
              </p:cNvSpPr>
              <p:nvPr/>
            </p:nvSpPr>
            <p:spPr bwMode="auto">
              <a:xfrm>
                <a:off x="8291353" y="3041075"/>
                <a:ext cx="61914" cy="58966"/>
              </a:xfrm>
              <a:custGeom>
                <a:avLst/>
                <a:gdLst>
                  <a:gd name="T0" fmla="*/ 9 w 25"/>
                  <a:gd name="T1" fmla="*/ 26 h 26"/>
                  <a:gd name="T2" fmla="*/ 3 w 25"/>
                  <a:gd name="T3" fmla="*/ 13 h 26"/>
                  <a:gd name="T4" fmla="*/ 17 w 25"/>
                  <a:gd name="T5" fmla="*/ 2 h 26"/>
                  <a:gd name="T6" fmla="*/ 20 w 25"/>
                  <a:gd name="T7" fmla="*/ 2 h 26"/>
                  <a:gd name="T8" fmla="*/ 25 w 25"/>
                  <a:gd name="T9" fmla="*/ 3 h 26"/>
                  <a:gd name="T10" fmla="*/ 17 w 25"/>
                  <a:gd name="T11" fmla="*/ 1 h 26"/>
                  <a:gd name="T12" fmla="*/ 16 w 25"/>
                  <a:gd name="T13" fmla="*/ 1 h 26"/>
                  <a:gd name="T14" fmla="*/ 0 w 25"/>
                  <a:gd name="T15" fmla="*/ 12 h 26"/>
                  <a:gd name="T16" fmla="*/ 9 w 25"/>
                  <a:gd name="T1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26">
                    <a:moveTo>
                      <a:pt x="9" y="26"/>
                    </a:moveTo>
                    <a:cubicBezTo>
                      <a:pt x="5" y="23"/>
                      <a:pt x="2" y="18"/>
                      <a:pt x="3" y="13"/>
                    </a:cubicBezTo>
                    <a:cubicBezTo>
                      <a:pt x="3" y="6"/>
                      <a:pt x="10" y="1"/>
                      <a:pt x="17" y="2"/>
                    </a:cubicBezTo>
                    <a:cubicBezTo>
                      <a:pt x="18" y="2"/>
                      <a:pt x="19" y="2"/>
                      <a:pt x="20" y="2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3" y="2"/>
                      <a:pt x="20" y="1"/>
                      <a:pt x="17" y="1"/>
                    </a:cubicBezTo>
                    <a:cubicBezTo>
                      <a:pt x="17" y="1"/>
                      <a:pt x="16" y="1"/>
                      <a:pt x="16" y="1"/>
                    </a:cubicBezTo>
                    <a:cubicBezTo>
                      <a:pt x="8" y="0"/>
                      <a:pt x="1" y="5"/>
                      <a:pt x="0" y="12"/>
                    </a:cubicBezTo>
                    <a:cubicBezTo>
                      <a:pt x="0" y="19"/>
                      <a:pt x="3" y="24"/>
                      <a:pt x="9" y="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8" name="Freeform 426"/>
              <p:cNvSpPr>
                <a:spLocks/>
              </p:cNvSpPr>
              <p:nvPr/>
            </p:nvSpPr>
            <p:spPr bwMode="auto">
              <a:xfrm>
                <a:off x="8291353" y="3041075"/>
                <a:ext cx="64862" cy="63502"/>
              </a:xfrm>
              <a:custGeom>
                <a:avLst/>
                <a:gdLst>
                  <a:gd name="T0" fmla="*/ 9 w 26"/>
                  <a:gd name="T1" fmla="*/ 27 h 28"/>
                  <a:gd name="T2" fmla="*/ 3 w 26"/>
                  <a:gd name="T3" fmla="*/ 14 h 28"/>
                  <a:gd name="T4" fmla="*/ 18 w 26"/>
                  <a:gd name="T5" fmla="*/ 2 h 28"/>
                  <a:gd name="T6" fmla="*/ 21 w 26"/>
                  <a:gd name="T7" fmla="*/ 3 h 28"/>
                  <a:gd name="T8" fmla="*/ 26 w 26"/>
                  <a:gd name="T9" fmla="*/ 4 h 28"/>
                  <a:gd name="T10" fmla="*/ 19 w 26"/>
                  <a:gd name="T11" fmla="*/ 1 h 28"/>
                  <a:gd name="T12" fmla="*/ 17 w 26"/>
                  <a:gd name="T13" fmla="*/ 1 h 28"/>
                  <a:gd name="T14" fmla="*/ 1 w 26"/>
                  <a:gd name="T15" fmla="*/ 13 h 28"/>
                  <a:gd name="T16" fmla="*/ 10 w 26"/>
                  <a:gd name="T17" fmla="*/ 28 h 28"/>
                  <a:gd name="T18" fmla="*/ 9 w 26"/>
                  <a:gd name="T19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28">
                    <a:moveTo>
                      <a:pt x="9" y="27"/>
                    </a:moveTo>
                    <a:cubicBezTo>
                      <a:pt x="5" y="24"/>
                      <a:pt x="3" y="19"/>
                      <a:pt x="3" y="14"/>
                    </a:cubicBezTo>
                    <a:cubicBezTo>
                      <a:pt x="4" y="6"/>
                      <a:pt x="11" y="1"/>
                      <a:pt x="18" y="2"/>
                    </a:cubicBezTo>
                    <a:cubicBezTo>
                      <a:pt x="19" y="2"/>
                      <a:pt x="20" y="2"/>
                      <a:pt x="21" y="3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4" y="2"/>
                      <a:pt x="21" y="1"/>
                      <a:pt x="19" y="1"/>
                    </a:cubicBezTo>
                    <a:cubicBezTo>
                      <a:pt x="18" y="1"/>
                      <a:pt x="17" y="1"/>
                      <a:pt x="17" y="1"/>
                    </a:cubicBezTo>
                    <a:cubicBezTo>
                      <a:pt x="9" y="0"/>
                      <a:pt x="2" y="5"/>
                      <a:pt x="1" y="13"/>
                    </a:cubicBezTo>
                    <a:cubicBezTo>
                      <a:pt x="0" y="19"/>
                      <a:pt x="4" y="25"/>
                      <a:pt x="10" y="28"/>
                    </a:cubicBezTo>
                    <a:lnTo>
                      <a:pt x="9" y="27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9" name="Freeform 427"/>
              <p:cNvSpPr>
                <a:spLocks/>
              </p:cNvSpPr>
              <p:nvPr/>
            </p:nvSpPr>
            <p:spPr bwMode="auto">
              <a:xfrm>
                <a:off x="8202905" y="3034725"/>
                <a:ext cx="467796" cy="353795"/>
              </a:xfrm>
              <a:custGeom>
                <a:avLst/>
                <a:gdLst>
                  <a:gd name="T0" fmla="*/ 190 w 190"/>
                  <a:gd name="T1" fmla="*/ 57 h 156"/>
                  <a:gd name="T2" fmla="*/ 14 w 190"/>
                  <a:gd name="T3" fmla="*/ 2 h 156"/>
                  <a:gd name="T4" fmla="*/ 12 w 190"/>
                  <a:gd name="T5" fmla="*/ 2 h 156"/>
                  <a:gd name="T6" fmla="*/ 1 w 190"/>
                  <a:gd name="T7" fmla="*/ 9 h 156"/>
                  <a:gd name="T8" fmla="*/ 4 w 190"/>
                  <a:gd name="T9" fmla="*/ 18 h 156"/>
                  <a:gd name="T10" fmla="*/ 129 w 190"/>
                  <a:gd name="T11" fmla="*/ 156 h 156"/>
                  <a:gd name="T12" fmla="*/ 190 w 190"/>
                  <a:gd name="T13" fmla="*/ 57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0" h="156">
                    <a:moveTo>
                      <a:pt x="190" y="57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3" y="2"/>
                      <a:pt x="12" y="2"/>
                      <a:pt x="12" y="2"/>
                    </a:cubicBezTo>
                    <a:cubicBezTo>
                      <a:pt x="7" y="0"/>
                      <a:pt x="2" y="4"/>
                      <a:pt x="1" y="9"/>
                    </a:cubicBezTo>
                    <a:cubicBezTo>
                      <a:pt x="0" y="12"/>
                      <a:pt x="1" y="16"/>
                      <a:pt x="4" y="18"/>
                    </a:cubicBezTo>
                    <a:cubicBezTo>
                      <a:pt x="129" y="156"/>
                      <a:pt x="129" y="156"/>
                      <a:pt x="129" y="156"/>
                    </a:cubicBezTo>
                    <a:lnTo>
                      <a:pt x="190" y="57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0" name="Freeform 428"/>
              <p:cNvSpPr>
                <a:spLocks/>
              </p:cNvSpPr>
              <p:nvPr/>
            </p:nvSpPr>
            <p:spPr bwMode="auto">
              <a:xfrm>
                <a:off x="8459405" y="3143586"/>
                <a:ext cx="322347" cy="293015"/>
              </a:xfrm>
              <a:custGeom>
                <a:avLst/>
                <a:gdLst>
                  <a:gd name="T0" fmla="*/ 124 w 131"/>
                  <a:gd name="T1" fmla="*/ 77 h 129"/>
                  <a:gd name="T2" fmla="*/ 54 w 131"/>
                  <a:gd name="T3" fmla="*/ 123 h 129"/>
                  <a:gd name="T4" fmla="*/ 7 w 131"/>
                  <a:gd name="T5" fmla="*/ 53 h 129"/>
                  <a:gd name="T6" fmla="*/ 77 w 131"/>
                  <a:gd name="T7" fmla="*/ 7 h 129"/>
                  <a:gd name="T8" fmla="*/ 124 w 131"/>
                  <a:gd name="T9" fmla="*/ 77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129">
                    <a:moveTo>
                      <a:pt x="124" y="77"/>
                    </a:moveTo>
                    <a:cubicBezTo>
                      <a:pt x="118" y="109"/>
                      <a:pt x="86" y="129"/>
                      <a:pt x="54" y="123"/>
                    </a:cubicBezTo>
                    <a:cubicBezTo>
                      <a:pt x="21" y="116"/>
                      <a:pt x="0" y="85"/>
                      <a:pt x="7" y="53"/>
                    </a:cubicBezTo>
                    <a:cubicBezTo>
                      <a:pt x="13" y="21"/>
                      <a:pt x="45" y="0"/>
                      <a:pt x="77" y="7"/>
                    </a:cubicBezTo>
                    <a:cubicBezTo>
                      <a:pt x="110" y="14"/>
                      <a:pt x="131" y="45"/>
                      <a:pt x="124" y="7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1" name="Freeform 429"/>
              <p:cNvSpPr>
                <a:spLocks/>
              </p:cNvSpPr>
              <p:nvPr/>
            </p:nvSpPr>
            <p:spPr bwMode="auto">
              <a:xfrm>
                <a:off x="8318870" y="3080084"/>
                <a:ext cx="160191" cy="158755"/>
              </a:xfrm>
              <a:custGeom>
                <a:avLst/>
                <a:gdLst>
                  <a:gd name="T0" fmla="*/ 21 w 65"/>
                  <a:gd name="T1" fmla="*/ 69 h 70"/>
                  <a:gd name="T2" fmla="*/ 8 w 65"/>
                  <a:gd name="T3" fmla="*/ 34 h 70"/>
                  <a:gd name="T4" fmla="*/ 49 w 65"/>
                  <a:gd name="T5" fmla="*/ 8 h 70"/>
                  <a:gd name="T6" fmla="*/ 55 w 65"/>
                  <a:gd name="T7" fmla="*/ 10 h 70"/>
                  <a:gd name="T8" fmla="*/ 65 w 65"/>
                  <a:gd name="T9" fmla="*/ 13 h 70"/>
                  <a:gd name="T10" fmla="*/ 49 w 65"/>
                  <a:gd name="T11" fmla="*/ 5 h 70"/>
                  <a:gd name="T12" fmla="*/ 45 w 65"/>
                  <a:gd name="T13" fmla="*/ 4 h 70"/>
                  <a:gd name="T14" fmla="*/ 3 w 65"/>
                  <a:gd name="T15" fmla="*/ 32 h 70"/>
                  <a:gd name="T16" fmla="*/ 22 w 65"/>
                  <a:gd name="T17" fmla="*/ 70 h 70"/>
                  <a:gd name="T18" fmla="*/ 21 w 65"/>
                  <a:gd name="T19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" h="70">
                    <a:moveTo>
                      <a:pt x="21" y="69"/>
                    </a:moveTo>
                    <a:cubicBezTo>
                      <a:pt x="11" y="60"/>
                      <a:pt x="5" y="47"/>
                      <a:pt x="8" y="34"/>
                    </a:cubicBezTo>
                    <a:cubicBezTo>
                      <a:pt x="12" y="16"/>
                      <a:pt x="30" y="4"/>
                      <a:pt x="49" y="8"/>
                    </a:cubicBezTo>
                    <a:cubicBezTo>
                      <a:pt x="51" y="8"/>
                      <a:pt x="53" y="9"/>
                      <a:pt x="55" y="10"/>
                    </a:cubicBezTo>
                    <a:cubicBezTo>
                      <a:pt x="65" y="13"/>
                      <a:pt x="65" y="13"/>
                      <a:pt x="65" y="13"/>
                    </a:cubicBezTo>
                    <a:cubicBezTo>
                      <a:pt x="60" y="9"/>
                      <a:pt x="55" y="7"/>
                      <a:pt x="49" y="5"/>
                    </a:cubicBezTo>
                    <a:cubicBezTo>
                      <a:pt x="48" y="5"/>
                      <a:pt x="46" y="5"/>
                      <a:pt x="45" y="4"/>
                    </a:cubicBezTo>
                    <a:cubicBezTo>
                      <a:pt x="26" y="0"/>
                      <a:pt x="7" y="13"/>
                      <a:pt x="3" y="32"/>
                    </a:cubicBezTo>
                    <a:cubicBezTo>
                      <a:pt x="0" y="48"/>
                      <a:pt x="8" y="63"/>
                      <a:pt x="22" y="70"/>
                    </a:cubicBezTo>
                    <a:lnTo>
                      <a:pt x="21" y="69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2" name="Freeform 430"/>
              <p:cNvSpPr>
                <a:spLocks/>
              </p:cNvSpPr>
              <p:nvPr/>
            </p:nvSpPr>
            <p:spPr bwMode="auto">
              <a:xfrm>
                <a:off x="8338526" y="3089155"/>
                <a:ext cx="179846" cy="176898"/>
              </a:xfrm>
              <a:custGeom>
                <a:avLst/>
                <a:gdLst>
                  <a:gd name="T0" fmla="*/ 24 w 73"/>
                  <a:gd name="T1" fmla="*/ 76 h 78"/>
                  <a:gd name="T2" fmla="*/ 10 w 73"/>
                  <a:gd name="T3" fmla="*/ 38 h 78"/>
                  <a:gd name="T4" fmla="*/ 55 w 73"/>
                  <a:gd name="T5" fmla="*/ 8 h 78"/>
                  <a:gd name="T6" fmla="*/ 63 w 73"/>
                  <a:gd name="T7" fmla="*/ 11 h 78"/>
                  <a:gd name="T8" fmla="*/ 73 w 73"/>
                  <a:gd name="T9" fmla="*/ 14 h 78"/>
                  <a:gd name="T10" fmla="*/ 56 w 73"/>
                  <a:gd name="T11" fmla="*/ 6 h 78"/>
                  <a:gd name="T12" fmla="*/ 51 w 73"/>
                  <a:gd name="T13" fmla="*/ 4 h 78"/>
                  <a:gd name="T14" fmla="*/ 4 w 73"/>
                  <a:gd name="T15" fmla="*/ 35 h 78"/>
                  <a:gd name="T16" fmla="*/ 26 w 73"/>
                  <a:gd name="T17" fmla="*/ 78 h 78"/>
                  <a:gd name="T18" fmla="*/ 24 w 73"/>
                  <a:gd name="T19" fmla="*/ 7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" h="78">
                    <a:moveTo>
                      <a:pt x="24" y="76"/>
                    </a:moveTo>
                    <a:cubicBezTo>
                      <a:pt x="13" y="67"/>
                      <a:pt x="7" y="53"/>
                      <a:pt x="10" y="38"/>
                    </a:cubicBezTo>
                    <a:cubicBezTo>
                      <a:pt x="14" y="17"/>
                      <a:pt x="34" y="4"/>
                      <a:pt x="55" y="8"/>
                    </a:cubicBezTo>
                    <a:cubicBezTo>
                      <a:pt x="58" y="9"/>
                      <a:pt x="61" y="10"/>
                      <a:pt x="63" y="11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68" y="10"/>
                      <a:pt x="62" y="7"/>
                      <a:pt x="56" y="6"/>
                    </a:cubicBezTo>
                    <a:cubicBezTo>
                      <a:pt x="54" y="5"/>
                      <a:pt x="53" y="5"/>
                      <a:pt x="51" y="4"/>
                    </a:cubicBezTo>
                    <a:cubicBezTo>
                      <a:pt x="29" y="0"/>
                      <a:pt x="8" y="14"/>
                      <a:pt x="4" y="35"/>
                    </a:cubicBezTo>
                    <a:cubicBezTo>
                      <a:pt x="0" y="53"/>
                      <a:pt x="10" y="70"/>
                      <a:pt x="26" y="78"/>
                    </a:cubicBezTo>
                    <a:lnTo>
                      <a:pt x="24" y="76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3" name="Freeform 431"/>
              <p:cNvSpPr>
                <a:spLocks/>
              </p:cNvSpPr>
              <p:nvPr/>
            </p:nvSpPr>
            <p:spPr bwMode="auto">
              <a:xfrm>
                <a:off x="8230417" y="3045611"/>
                <a:ext cx="73708" cy="75295"/>
              </a:xfrm>
              <a:custGeom>
                <a:avLst/>
                <a:gdLst>
                  <a:gd name="T0" fmla="*/ 10 w 30"/>
                  <a:gd name="T1" fmla="*/ 32 h 33"/>
                  <a:gd name="T2" fmla="*/ 4 w 30"/>
                  <a:gd name="T3" fmla="*/ 16 h 33"/>
                  <a:gd name="T4" fmla="*/ 23 w 30"/>
                  <a:gd name="T5" fmla="*/ 3 h 33"/>
                  <a:gd name="T6" fmla="*/ 26 w 30"/>
                  <a:gd name="T7" fmla="*/ 4 h 33"/>
                  <a:gd name="T8" fmla="*/ 30 w 30"/>
                  <a:gd name="T9" fmla="*/ 6 h 33"/>
                  <a:gd name="T10" fmla="*/ 23 w 30"/>
                  <a:gd name="T11" fmla="*/ 2 h 33"/>
                  <a:gd name="T12" fmla="*/ 21 w 30"/>
                  <a:gd name="T13" fmla="*/ 2 h 33"/>
                  <a:gd name="T14" fmla="*/ 2 w 30"/>
                  <a:gd name="T15" fmla="*/ 15 h 33"/>
                  <a:gd name="T16" fmla="*/ 11 w 30"/>
                  <a:gd name="T17" fmla="*/ 33 h 33"/>
                  <a:gd name="T18" fmla="*/ 10 w 30"/>
                  <a:gd name="T19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3">
                    <a:moveTo>
                      <a:pt x="10" y="32"/>
                    </a:moveTo>
                    <a:cubicBezTo>
                      <a:pt x="5" y="28"/>
                      <a:pt x="3" y="22"/>
                      <a:pt x="4" y="16"/>
                    </a:cubicBezTo>
                    <a:cubicBezTo>
                      <a:pt x="6" y="7"/>
                      <a:pt x="14" y="2"/>
                      <a:pt x="23" y="3"/>
                    </a:cubicBezTo>
                    <a:cubicBezTo>
                      <a:pt x="24" y="4"/>
                      <a:pt x="25" y="4"/>
                      <a:pt x="26" y="4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8" y="4"/>
                      <a:pt x="26" y="3"/>
                      <a:pt x="23" y="2"/>
                    </a:cubicBezTo>
                    <a:cubicBezTo>
                      <a:pt x="23" y="2"/>
                      <a:pt x="22" y="2"/>
                      <a:pt x="21" y="2"/>
                    </a:cubicBezTo>
                    <a:cubicBezTo>
                      <a:pt x="12" y="0"/>
                      <a:pt x="3" y="6"/>
                      <a:pt x="2" y="15"/>
                    </a:cubicBezTo>
                    <a:cubicBezTo>
                      <a:pt x="0" y="22"/>
                      <a:pt x="4" y="29"/>
                      <a:pt x="11" y="33"/>
                    </a:cubicBezTo>
                    <a:lnTo>
                      <a:pt x="10" y="32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4" name="Freeform 432"/>
              <p:cNvSpPr>
                <a:spLocks/>
              </p:cNvSpPr>
              <p:nvPr/>
            </p:nvSpPr>
            <p:spPr bwMode="auto">
              <a:xfrm>
                <a:off x="8232382" y="3045611"/>
                <a:ext cx="76655" cy="77110"/>
              </a:xfrm>
              <a:custGeom>
                <a:avLst/>
                <a:gdLst>
                  <a:gd name="T0" fmla="*/ 10 w 31"/>
                  <a:gd name="T1" fmla="*/ 33 h 34"/>
                  <a:gd name="T2" fmla="*/ 4 w 31"/>
                  <a:gd name="T3" fmla="*/ 17 h 34"/>
                  <a:gd name="T4" fmla="*/ 23 w 31"/>
                  <a:gd name="T5" fmla="*/ 4 h 34"/>
                  <a:gd name="T6" fmla="*/ 27 w 31"/>
                  <a:gd name="T7" fmla="*/ 5 h 34"/>
                  <a:gd name="T8" fmla="*/ 31 w 31"/>
                  <a:gd name="T9" fmla="*/ 6 h 34"/>
                  <a:gd name="T10" fmla="*/ 24 w 31"/>
                  <a:gd name="T11" fmla="*/ 3 h 34"/>
                  <a:gd name="T12" fmla="*/ 22 w 31"/>
                  <a:gd name="T13" fmla="*/ 2 h 34"/>
                  <a:gd name="T14" fmla="*/ 1 w 31"/>
                  <a:gd name="T15" fmla="*/ 15 h 34"/>
                  <a:gd name="T16" fmla="*/ 11 w 31"/>
                  <a:gd name="T17" fmla="*/ 34 h 34"/>
                  <a:gd name="T18" fmla="*/ 10 w 31"/>
                  <a:gd name="T19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34">
                    <a:moveTo>
                      <a:pt x="10" y="33"/>
                    </a:moveTo>
                    <a:cubicBezTo>
                      <a:pt x="5" y="29"/>
                      <a:pt x="2" y="23"/>
                      <a:pt x="4" y="17"/>
                    </a:cubicBezTo>
                    <a:cubicBezTo>
                      <a:pt x="6" y="8"/>
                      <a:pt x="14" y="2"/>
                      <a:pt x="23" y="4"/>
                    </a:cubicBezTo>
                    <a:cubicBezTo>
                      <a:pt x="25" y="4"/>
                      <a:pt x="26" y="4"/>
                      <a:pt x="27" y="5"/>
                    </a:cubicBezTo>
                    <a:cubicBezTo>
                      <a:pt x="31" y="6"/>
                      <a:pt x="31" y="6"/>
                      <a:pt x="31" y="6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23" y="2"/>
                      <a:pt x="22" y="2"/>
                      <a:pt x="22" y="2"/>
                    </a:cubicBezTo>
                    <a:cubicBezTo>
                      <a:pt x="12" y="0"/>
                      <a:pt x="3" y="6"/>
                      <a:pt x="1" y="15"/>
                    </a:cubicBezTo>
                    <a:cubicBezTo>
                      <a:pt x="0" y="23"/>
                      <a:pt x="4" y="31"/>
                      <a:pt x="11" y="34"/>
                    </a:cubicBezTo>
                    <a:lnTo>
                      <a:pt x="10" y="33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05" name="Gruppieren 104"/>
          <p:cNvGrpSpPr/>
          <p:nvPr/>
        </p:nvGrpSpPr>
        <p:grpSpPr>
          <a:xfrm>
            <a:off x="7169127" y="3888000"/>
            <a:ext cx="2087807" cy="720000"/>
            <a:chOff x="7350915" y="1518834"/>
            <a:chExt cx="2087807" cy="720000"/>
          </a:xfrm>
        </p:grpSpPr>
        <p:sp>
          <p:nvSpPr>
            <p:cNvPr id="106" name="Diagonal liegende Ecken des Rechtecks abrunden 105"/>
            <p:cNvSpPr/>
            <p:nvPr/>
          </p:nvSpPr>
          <p:spPr>
            <a:xfrm>
              <a:off x="7350915" y="1518834"/>
              <a:ext cx="2087807" cy="720000"/>
            </a:xfrm>
            <a:prstGeom prst="round2Diag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07" name="Picture 2"/>
            <p:cNvPicPr>
              <a:picLocks noChangeAspect="1" noChangeArrowheads="1"/>
            </p:cNvPicPr>
            <p:nvPr/>
          </p:nvPicPr>
          <p:blipFill rotWithShape="1">
            <a:blip r:embed="rId6"/>
            <a:srcRect l="5453" r="3852" b="1942"/>
            <a:stretch/>
          </p:blipFill>
          <p:spPr bwMode="auto">
            <a:xfrm>
              <a:off x="8149551" y="1594628"/>
              <a:ext cx="1273909" cy="5779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  <p:sp>
          <p:nvSpPr>
            <p:cNvPr id="108" name="Textfeld 107"/>
            <p:cNvSpPr txBox="1"/>
            <p:nvPr/>
          </p:nvSpPr>
          <p:spPr>
            <a:xfrm>
              <a:off x="7360979" y="1796222"/>
              <a:ext cx="909223" cy="2970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95000"/>
                </a:lnSpc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H</a:t>
              </a:r>
              <a:r>
                <a:rPr lang="en-US" sz="1400" baseline="-25000">
                  <a:solidFill>
                    <a:schemeClr val="accent1"/>
                  </a:solidFill>
                  <a:latin typeface="Arial"/>
                </a:rPr>
                <a:t>2</a:t>
              </a:r>
              <a:r>
                <a:rPr lang="en-US" sz="1400">
                  <a:solidFill>
                    <a:schemeClr val="accent1"/>
                  </a:solidFill>
                  <a:latin typeface="Arial"/>
                </a:rPr>
                <a:t> global</a:t>
              </a:r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DD6BA863-E2EB-4CC7-975B-2F5CEA604323}"/>
              </a:ext>
            </a:extLst>
          </p:cNvPr>
          <p:cNvGrpSpPr/>
          <p:nvPr/>
        </p:nvGrpSpPr>
        <p:grpSpPr>
          <a:xfrm>
            <a:off x="7224731" y="2268000"/>
            <a:ext cx="2109722" cy="792000"/>
            <a:chOff x="8819942" y="5234776"/>
            <a:chExt cx="2109722" cy="792000"/>
          </a:xfrm>
        </p:grpSpPr>
        <p:sp>
          <p:nvSpPr>
            <p:cNvPr id="362" name="Diagonal liegende Ecken des Rechtecks abrunden 361"/>
            <p:cNvSpPr/>
            <p:nvPr/>
          </p:nvSpPr>
          <p:spPr>
            <a:xfrm>
              <a:off x="8845823" y="5234776"/>
              <a:ext cx="2083841" cy="792000"/>
            </a:xfrm>
            <a:prstGeom prst="round2Diag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3" name="Textfeld 362"/>
            <p:cNvSpPr txBox="1"/>
            <p:nvPr/>
          </p:nvSpPr>
          <p:spPr>
            <a:xfrm>
              <a:off x="8819942" y="5375080"/>
              <a:ext cx="1336660" cy="5016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>
                <a:lnSpc>
                  <a:spcPct val="95000"/>
                </a:lnSpc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H</a:t>
              </a:r>
              <a:r>
                <a:rPr lang="en-US" sz="1400" baseline="-25000">
                  <a:solidFill>
                    <a:schemeClr val="accent1"/>
                  </a:solidFill>
                  <a:latin typeface="Arial"/>
                </a:rPr>
                <a:t>2</a:t>
              </a:r>
              <a:r>
                <a:rPr lang="en-US" sz="1400">
                  <a:solidFill>
                    <a:schemeClr val="accent1"/>
                  </a:solidFill>
                  <a:latin typeface="Arial"/>
                </a:rPr>
                <a:t> and </a:t>
              </a:r>
              <a:r>
                <a:rPr lang="en-US" sz="1400" err="1">
                  <a:solidFill>
                    <a:schemeClr val="accent1"/>
                  </a:solidFill>
                  <a:latin typeface="Arial"/>
                </a:rPr>
                <a:t>PtX</a:t>
              </a:r>
              <a:endParaRPr lang="en-US" sz="1400">
                <a:solidFill>
                  <a:schemeClr val="accent1"/>
                </a:solidFill>
                <a:latin typeface="Arial"/>
              </a:endParaRPr>
            </a:p>
            <a:p>
              <a:pPr lvl="0">
                <a:lnSpc>
                  <a:spcPct val="95000"/>
                </a:lnSpc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Infrastructure</a:t>
              </a:r>
            </a:p>
          </p:txBody>
        </p:sp>
        <p:pic>
          <p:nvPicPr>
            <p:cNvPr id="364" name="Grafik 363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810" t="50675" r="14690" b="11212"/>
            <a:stretch/>
          </p:blipFill>
          <p:spPr>
            <a:xfrm>
              <a:off x="10094756" y="5305351"/>
              <a:ext cx="574356" cy="70332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8" name="Gruppieren 7"/>
          <p:cNvGrpSpPr/>
          <p:nvPr/>
        </p:nvGrpSpPr>
        <p:grpSpPr>
          <a:xfrm>
            <a:off x="811398" y="4536000"/>
            <a:ext cx="2102564" cy="720000"/>
            <a:chOff x="403419" y="4092657"/>
            <a:chExt cx="2102564" cy="720000"/>
          </a:xfrm>
          <a:effectLst/>
        </p:grpSpPr>
        <p:grpSp>
          <p:nvGrpSpPr>
            <p:cNvPr id="355" name="Gruppieren 354"/>
            <p:cNvGrpSpPr/>
            <p:nvPr/>
          </p:nvGrpSpPr>
          <p:grpSpPr>
            <a:xfrm>
              <a:off x="403419" y="4092657"/>
              <a:ext cx="2102564" cy="720000"/>
              <a:chOff x="5048537" y="3318865"/>
              <a:chExt cx="2102564" cy="720000"/>
            </a:xfrm>
          </p:grpSpPr>
          <p:sp>
            <p:nvSpPr>
              <p:cNvPr id="356" name="Diagonal liegende Ecken des Rechtecks abrunden 355"/>
              <p:cNvSpPr/>
              <p:nvPr/>
            </p:nvSpPr>
            <p:spPr>
              <a:xfrm>
                <a:off x="5063294" y="3318865"/>
                <a:ext cx="2087807" cy="720000"/>
              </a:xfrm>
              <a:prstGeom prst="round2Diag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7" name="Textfeld 356"/>
              <p:cNvSpPr txBox="1"/>
              <p:nvPr/>
            </p:nvSpPr>
            <p:spPr>
              <a:xfrm>
                <a:off x="5048537" y="3538165"/>
                <a:ext cx="914033" cy="326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i="0" u="none" strike="noStrike" kern="1200" cap="none" spc="0" normalizeH="0" baseline="0" noProof="0">
                    <a:ln>
                      <a:noFill/>
                    </a:ln>
                    <a:solidFill>
                      <a:srgbClr val="023D6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Districts</a:t>
                </a:r>
              </a:p>
            </p:txBody>
          </p:sp>
        </p:grpSp>
        <p:pic>
          <p:nvPicPr>
            <p:cNvPr id="110" name="Grafik 10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00680" y="4127859"/>
              <a:ext cx="920371" cy="651316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0B95E767-BA41-433A-B314-7D8EE34BF50D}"/>
              </a:ext>
            </a:extLst>
          </p:cNvPr>
          <p:cNvGrpSpPr/>
          <p:nvPr/>
        </p:nvGrpSpPr>
        <p:grpSpPr>
          <a:xfrm>
            <a:off x="2093856" y="5292000"/>
            <a:ext cx="2440281" cy="720000"/>
            <a:chOff x="1911116" y="4726536"/>
            <a:chExt cx="2440281" cy="720000"/>
          </a:xfrm>
          <a:effectLst/>
        </p:grpSpPr>
        <p:sp>
          <p:nvSpPr>
            <p:cNvPr id="113" name="Diagonal liegende Ecken des Rechtecks abrunden 112"/>
            <p:cNvSpPr/>
            <p:nvPr/>
          </p:nvSpPr>
          <p:spPr>
            <a:xfrm>
              <a:off x="1911116" y="4726536"/>
              <a:ext cx="2440281" cy="720000"/>
            </a:xfrm>
            <a:prstGeom prst="round2Diag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rtl="0">
                <a:lnSpc>
                  <a:spcPct val="95000"/>
                </a:lnSpc>
                <a:defRPr/>
              </a:pPr>
              <a:r>
                <a:rPr kumimoji="0" lang="en-US" sz="1400" i="0" u="none" strike="noStrike" kern="1200" cap="none" spc="0" normalizeH="0" baseline="0" noProof="0">
                  <a:ln>
                    <a:noFill/>
                  </a:ln>
                  <a:solidFill>
                    <a:srgbClr val="023D6B"/>
                  </a:solidFill>
                  <a:effectLst/>
                  <a:uLnTx/>
                  <a:uFillTx/>
                  <a:latin typeface="Arial"/>
                </a:rPr>
                <a:t>From demand </a:t>
              </a:r>
              <a:br>
                <a:rPr kumimoji="0" lang="en-US" sz="1400" i="0" u="none" strike="noStrike" kern="1200" cap="none" spc="0" normalizeH="0" baseline="0" noProof="0">
                  <a:ln>
                    <a:noFill/>
                  </a:ln>
                  <a:solidFill>
                    <a:srgbClr val="023D6B"/>
                  </a:solidFill>
                  <a:effectLst/>
                  <a:uLnTx/>
                  <a:uFillTx/>
                  <a:latin typeface="Arial"/>
                </a:rPr>
              </a:br>
              <a:r>
                <a:rPr kumimoji="0" lang="en-US" sz="1400" i="0" u="none" strike="noStrike" kern="1200" cap="none" spc="0" normalizeH="0" baseline="0" noProof="0">
                  <a:ln>
                    <a:noFill/>
                  </a:ln>
                  <a:solidFill>
                    <a:srgbClr val="023D6B"/>
                  </a:solidFill>
                  <a:effectLst/>
                  <a:uLnTx/>
                  <a:uFillTx/>
                  <a:latin typeface="Arial"/>
                </a:rPr>
                <a:t>to load p</a:t>
              </a:r>
              <a:r>
                <a:rPr lang="en-US" sz="1400" err="1">
                  <a:solidFill>
                    <a:srgbClr val="023D6B"/>
                  </a:solidFill>
                  <a:latin typeface="Arial"/>
                </a:rPr>
                <a:t>rofile</a:t>
              </a:r>
              <a:endPara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23D6B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09" name="Grafik 10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3136192" y="4777195"/>
              <a:ext cx="1162532" cy="636592"/>
            </a:xfrm>
            <a:prstGeom prst="rect">
              <a:avLst/>
            </a:prstGeom>
          </p:spPr>
        </p:pic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4B618268-06A2-6930-6A48-08908F3543C5}"/>
              </a:ext>
            </a:extLst>
          </p:cNvPr>
          <p:cNvGrpSpPr/>
          <p:nvPr/>
        </p:nvGrpSpPr>
        <p:grpSpPr>
          <a:xfrm>
            <a:off x="2804548" y="1742000"/>
            <a:ext cx="4178782" cy="3348659"/>
            <a:chOff x="2804548" y="1696280"/>
            <a:chExt cx="4178782" cy="3348659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D098FF6F-E48C-471B-ADCC-79647107D4EF}"/>
                </a:ext>
              </a:extLst>
            </p:cNvPr>
            <p:cNvGrpSpPr/>
            <p:nvPr/>
          </p:nvGrpSpPr>
          <p:grpSpPr>
            <a:xfrm>
              <a:off x="2804548" y="1938434"/>
              <a:ext cx="4178782" cy="3106505"/>
              <a:chOff x="2914407" y="2562050"/>
              <a:chExt cx="4076017" cy="2553638"/>
            </a:xfrm>
          </p:grpSpPr>
          <p:sp>
            <p:nvSpPr>
              <p:cNvPr id="23" name="Textfeld 22"/>
              <p:cNvSpPr txBox="1"/>
              <p:nvPr/>
            </p:nvSpPr>
            <p:spPr>
              <a:xfrm>
                <a:off x="3222866" y="4153181"/>
                <a:ext cx="1556977" cy="412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4">
                        <a:lumMod val="75000"/>
                      </a:schemeClr>
                    </a:solidFill>
                    <a:effectLst/>
                    <a:uLnTx/>
                    <a:uFillTx/>
                    <a:latin typeface="Arial"/>
                  </a:rPr>
                  <a:t>Cost optimized </a:t>
                </a:r>
                <a:r>
                  <a:rPr lang="en-US" sz="1400">
                    <a:solidFill>
                      <a:schemeClr val="accent4">
                        <a:lumMod val="75000"/>
                      </a:schemeClr>
                    </a:solidFill>
                    <a:latin typeface="Arial"/>
                  </a:rPr>
                  <a:t>e</a:t>
                </a:r>
                <a:r>
                  <a:rPr kumimoji="0" lang="en-US" sz="1400" i="0" u="none" strike="noStrike" kern="1200" cap="none" spc="0" normalizeH="0" baseline="0" noProof="0" err="1">
                    <a:ln>
                      <a:noFill/>
                    </a:ln>
                    <a:solidFill>
                      <a:schemeClr val="accent4">
                        <a:lumMod val="75000"/>
                      </a:schemeClr>
                    </a:solidFill>
                    <a:effectLst/>
                    <a:uLnTx/>
                    <a:uFillTx/>
                    <a:latin typeface="Arial"/>
                  </a:rPr>
                  <a:t>nergy</a:t>
                </a:r>
                <a:r>
                  <a:rPr kumimoji="0" lang="en-US" sz="1400" i="0" u="none" strike="noStrike" kern="1200" cap="none" spc="0" normalizeH="0" baseline="0" noProof="0">
                    <a:ln>
                      <a:noFill/>
                    </a:ln>
                    <a:solidFill>
                      <a:schemeClr val="accent4">
                        <a:lumMod val="75000"/>
                      </a:schemeClr>
                    </a:solidFill>
                    <a:effectLst/>
                    <a:uLnTx/>
                    <a:uFillTx/>
                    <a:latin typeface="Arial"/>
                  </a:rPr>
                  <a:t> systems</a:t>
                </a:r>
              </a:p>
            </p:txBody>
          </p:sp>
          <p:sp>
            <p:nvSpPr>
              <p:cNvPr id="68" name="Textfeld 67"/>
              <p:cNvSpPr txBox="1"/>
              <p:nvPr/>
            </p:nvSpPr>
            <p:spPr>
              <a:xfrm>
                <a:off x="5080664" y="4153181"/>
                <a:ext cx="1701490" cy="5806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i="0" u="none" strike="noStrike" kern="1200" cap="none" spc="0" normalizeH="0" baseline="0" noProof="0">
                    <a:ln>
                      <a:noFill/>
                    </a:ln>
                    <a:solidFill>
                      <a:schemeClr val="accent4">
                        <a:lumMod val="75000"/>
                      </a:schemeClr>
                    </a:solidFill>
                    <a:effectLst/>
                    <a:uLnTx/>
                    <a:uFillTx/>
                    <a:latin typeface="Arial"/>
                  </a:rPr>
                  <a:t>Regionalized via </a:t>
                </a:r>
                <a:br>
                  <a:rPr kumimoji="0" lang="en-US" sz="1400" i="0" u="none" strike="noStrike" kern="1200" cap="none" spc="0" normalizeH="0" baseline="0" noProof="0">
                    <a:ln>
                      <a:noFill/>
                    </a:ln>
                    <a:solidFill>
                      <a:schemeClr val="accent4">
                        <a:lumMod val="75000"/>
                      </a:schemeClr>
                    </a:solidFill>
                    <a:effectLst/>
                    <a:uLnTx/>
                    <a:uFillTx/>
                    <a:latin typeface="Arial"/>
                  </a:rPr>
                </a:br>
                <a:r>
                  <a:rPr lang="en-US" sz="1400" b="1">
                    <a:solidFill>
                      <a:schemeClr val="accent4">
                        <a:lumMod val="75000"/>
                      </a:schemeClr>
                    </a:solidFill>
                    <a:latin typeface="Arial"/>
                  </a:rPr>
                  <a:t>local demand and </a:t>
                </a:r>
              </a:p>
              <a:p>
                <a:pPr marL="0" marR="0" lvl="0" indent="0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4">
                        <a:lumMod val="75000"/>
                      </a:schemeClr>
                    </a:solidFill>
                    <a:effectLst/>
                    <a:uLnTx/>
                    <a:uFillTx/>
                    <a:latin typeface="Arial"/>
                  </a:rPr>
                  <a:t>infrastructure</a:t>
                </a:r>
              </a:p>
            </p:txBody>
          </p:sp>
          <p:pic>
            <p:nvPicPr>
              <p:cNvPr id="76" name="Grafik 7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40650" y="3220667"/>
                <a:ext cx="1512315" cy="905475"/>
              </a:xfrm>
              <a:prstGeom prst="rect">
                <a:avLst/>
              </a:prstGeom>
              <a:ln w="28575">
                <a:noFill/>
              </a:ln>
            </p:spPr>
          </p:pic>
          <p:pic>
            <p:nvPicPr>
              <p:cNvPr id="350" name="Grafik 349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72323" y="3258847"/>
                <a:ext cx="1456064" cy="961408"/>
              </a:xfrm>
              <a:prstGeom prst="rect">
                <a:avLst/>
              </a:prstGeom>
            </p:spPr>
          </p:pic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8BEF0462-8A58-417A-B7ED-7CCDEA6E191F}"/>
                  </a:ext>
                </a:extLst>
              </p:cNvPr>
              <p:cNvSpPr/>
              <p:nvPr/>
            </p:nvSpPr>
            <p:spPr>
              <a:xfrm>
                <a:off x="2914407" y="2562050"/>
                <a:ext cx="4076017" cy="2553638"/>
              </a:xfrm>
              <a:prstGeom prst="ellipse">
                <a:avLst/>
              </a:prstGeom>
              <a:noFill/>
              <a:ln w="28575">
                <a:solidFill>
                  <a:srgbClr val="486B8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5000"/>
                  </a:lnSpc>
                </a:pPr>
                <a:endParaRPr lang="en-US" sz="2400" err="1"/>
              </a:p>
            </p:txBody>
          </p:sp>
        </p:grp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FFAFDA24-C816-4ADC-B6AD-F6BD1183A317}"/>
                </a:ext>
              </a:extLst>
            </p:cNvPr>
            <p:cNvSpPr/>
            <p:nvPr/>
          </p:nvSpPr>
          <p:spPr>
            <a:xfrm>
              <a:off x="2963951" y="1815343"/>
              <a:ext cx="3895708" cy="2448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128645"/>
                </a:avLst>
              </a:prstTxWarp>
              <a:spAutoFit/>
            </a:bodyPr>
            <a:lstStyle/>
            <a:p>
              <a:pPr algn="ctr"/>
              <a:r>
                <a:rPr lang="en-US" sz="1600" cap="none" spc="30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Integrated Hourly Optimization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551CC65F-02D4-47F9-B4E6-CC9BC12C4D9E}"/>
                </a:ext>
              </a:extLst>
            </p:cNvPr>
            <p:cNvSpPr txBox="1"/>
            <p:nvPr/>
          </p:nvSpPr>
          <p:spPr>
            <a:xfrm>
              <a:off x="3404908" y="2457935"/>
              <a:ext cx="1276311" cy="3262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>
                  <a:solidFill>
                    <a:schemeClr val="accent4">
                      <a:lumMod val="75000"/>
                    </a:schemeClr>
                  </a:solidFill>
                </a:rPr>
                <a:t>Single-node</a:t>
              </a:r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8AC6921C-E6C4-4D11-B202-55040E9DB394}"/>
                </a:ext>
              </a:extLst>
            </p:cNvPr>
            <p:cNvSpPr txBox="1"/>
            <p:nvPr/>
          </p:nvSpPr>
          <p:spPr>
            <a:xfrm>
              <a:off x="5097931" y="2467307"/>
              <a:ext cx="1319592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sz="1600">
                  <a:solidFill>
                    <a:schemeClr val="accent4">
                      <a:lumMod val="75000"/>
                    </a:schemeClr>
                  </a:solidFill>
                  <a:ea typeface="Cambria Math" panose="02040503050406030204" pitchFamily="18" charset="0"/>
                </a:rPr>
                <a:t>&lt; 400 n</a:t>
              </a:r>
              <a:r>
                <a:rPr lang="en-US" sz="1600">
                  <a:solidFill>
                    <a:schemeClr val="accent4">
                      <a:lumMod val="75000"/>
                    </a:schemeClr>
                  </a:solidFill>
                </a:rPr>
                <a:t>odes</a:t>
              </a:r>
            </a:p>
            <a:p>
              <a:pPr algn="ctr">
                <a:lnSpc>
                  <a:spcPct val="80000"/>
                </a:lnSpc>
              </a:pPr>
              <a:endParaRPr lang="en-US" sz="120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D66ACCAE-E9E1-459E-914E-5111E67F569E}"/>
                </a:ext>
              </a:extLst>
            </p:cNvPr>
            <p:cNvSpPr/>
            <p:nvPr/>
          </p:nvSpPr>
          <p:spPr>
            <a:xfrm>
              <a:off x="3737958" y="1696280"/>
              <a:ext cx="2254828" cy="2828480"/>
            </a:xfrm>
            <a:prstGeom prst="blockArc">
              <a:avLst>
                <a:gd name="adj1" fmla="val 21574907"/>
                <a:gd name="adj2" fmla="val 0"/>
                <a:gd name="adj3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2400" err="1">
                <a:solidFill>
                  <a:schemeClr val="tx1"/>
                </a:solidFill>
              </a:endParaRPr>
            </a:p>
          </p:txBody>
        </p:sp>
        <p:sp>
          <p:nvSpPr>
            <p:cNvPr id="44" name="Pfeil: nach rechts 43">
              <a:extLst>
                <a:ext uri="{FF2B5EF4-FFF2-40B4-BE49-F238E27FC236}">
                  <a16:creationId xmlns:a16="http://schemas.microsoft.com/office/drawing/2014/main" id="{73AEB61E-743A-4193-A5B1-F7561FB2BE74}"/>
                </a:ext>
              </a:extLst>
            </p:cNvPr>
            <p:cNvSpPr/>
            <p:nvPr/>
          </p:nvSpPr>
          <p:spPr>
            <a:xfrm>
              <a:off x="4685612" y="3212427"/>
              <a:ext cx="254120" cy="309466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2400" err="1"/>
            </a:p>
          </p:txBody>
        </p:sp>
      </p:grpSp>
      <p:sp>
        <p:nvSpPr>
          <p:cNvPr id="112" name="Title 3">
            <a:extLst>
              <a:ext uri="{FF2B5EF4-FFF2-40B4-BE49-F238E27FC236}">
                <a16:creationId xmlns:a16="http://schemas.microsoft.com/office/drawing/2014/main" id="{EBA1F5FF-86F9-40C3-81C8-233AAE792546}"/>
              </a:ext>
            </a:extLst>
          </p:cNvPr>
          <p:cNvSpPr txBox="1">
            <a:spLocks/>
          </p:cNvSpPr>
          <p:nvPr/>
        </p:nvSpPr>
        <p:spPr>
          <a:xfrm>
            <a:off x="378663" y="652279"/>
            <a:ext cx="9116951" cy="8667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90657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sz="2000" b="1" kern="1200" cap="none" spc="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5000"/>
              </a:lnSpc>
            </a:pPr>
            <a:endParaRPr lang="en-US" sz="1800">
              <a:solidFill>
                <a:schemeClr val="tx1"/>
              </a:solidFill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D75F6651-E71E-4DDA-9428-DDA45DF872CD}"/>
              </a:ext>
            </a:extLst>
          </p:cNvPr>
          <p:cNvGrpSpPr/>
          <p:nvPr/>
        </p:nvGrpSpPr>
        <p:grpSpPr>
          <a:xfrm>
            <a:off x="518670" y="2268000"/>
            <a:ext cx="2109722" cy="720000"/>
            <a:chOff x="-1292041" y="1432605"/>
            <a:chExt cx="2109722" cy="720000"/>
          </a:xfrm>
          <a:effectLst/>
        </p:grpSpPr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4F50E38D-71D9-4DAC-A926-87710C772CD7}"/>
                </a:ext>
              </a:extLst>
            </p:cNvPr>
            <p:cNvGrpSpPr/>
            <p:nvPr/>
          </p:nvGrpSpPr>
          <p:grpSpPr>
            <a:xfrm>
              <a:off x="-1292041" y="1432605"/>
              <a:ext cx="2109722" cy="720000"/>
              <a:chOff x="8819942" y="5234776"/>
              <a:chExt cx="2109722" cy="720000"/>
            </a:xfrm>
          </p:grpSpPr>
          <p:sp>
            <p:nvSpPr>
              <p:cNvPr id="128" name="Diagonal liegende Ecken des Rechtecks abrunden 361">
                <a:extLst>
                  <a:ext uri="{FF2B5EF4-FFF2-40B4-BE49-F238E27FC236}">
                    <a16:creationId xmlns:a16="http://schemas.microsoft.com/office/drawing/2014/main" id="{A59D1AC6-1937-4991-B163-2F1C1A634076}"/>
                  </a:ext>
                </a:extLst>
              </p:cNvPr>
              <p:cNvSpPr/>
              <p:nvPr/>
            </p:nvSpPr>
            <p:spPr>
              <a:xfrm>
                <a:off x="8845823" y="5234776"/>
                <a:ext cx="2083841" cy="720000"/>
              </a:xfrm>
              <a:prstGeom prst="round2Diag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C792C8FB-0700-4E5C-A7F9-0023246A0AA8}"/>
                  </a:ext>
                </a:extLst>
              </p:cNvPr>
              <p:cNvSpPr txBox="1"/>
              <p:nvPr/>
            </p:nvSpPr>
            <p:spPr>
              <a:xfrm>
                <a:off x="8819942" y="5375080"/>
                <a:ext cx="1336660" cy="501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95000"/>
                  </a:lnSpc>
                  <a:defRPr/>
                </a:pPr>
                <a:r>
                  <a:rPr lang="de-DE" sz="1400">
                    <a:solidFill>
                      <a:schemeClr val="accent1"/>
                    </a:solidFill>
                    <a:latin typeface="Arial"/>
                  </a:rPr>
                  <a:t>Technology Database</a:t>
                </a:r>
                <a:endParaRPr lang="en-US" sz="1400">
                  <a:solidFill>
                    <a:schemeClr val="accent1"/>
                  </a:solidFill>
                  <a:latin typeface="Arial"/>
                </a:endParaRPr>
              </a:p>
            </p:txBody>
          </p:sp>
        </p:grpSp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53D97C0D-073D-408A-A3DC-8926D4B81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41211" t="1972" r="12939" b="8952"/>
            <a:stretch/>
          </p:blipFill>
          <p:spPr>
            <a:xfrm>
              <a:off x="-109316" y="1470291"/>
              <a:ext cx="727658" cy="651860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B7A8345-16F2-B668-DDFF-1257398A152B}"/>
              </a:ext>
            </a:extLst>
          </p:cNvPr>
          <p:cNvGrpSpPr/>
          <p:nvPr/>
        </p:nvGrpSpPr>
        <p:grpSpPr>
          <a:xfrm>
            <a:off x="1044000" y="1512000"/>
            <a:ext cx="2109722" cy="747351"/>
            <a:chOff x="925292" y="1728000"/>
            <a:chExt cx="2109722" cy="747351"/>
          </a:xfrm>
        </p:grpSpPr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6F09BC5E-2352-4EA4-8691-8F83731B63FC}"/>
                </a:ext>
              </a:extLst>
            </p:cNvPr>
            <p:cNvGrpSpPr/>
            <p:nvPr/>
          </p:nvGrpSpPr>
          <p:grpSpPr>
            <a:xfrm>
              <a:off x="925292" y="1728000"/>
              <a:ext cx="2109722" cy="720000"/>
              <a:chOff x="8819942" y="5234776"/>
              <a:chExt cx="2109722" cy="720000"/>
            </a:xfrm>
          </p:grpSpPr>
          <p:sp>
            <p:nvSpPr>
              <p:cNvPr id="118" name="Diagonal liegende Ecken des Rechtecks abrunden 361">
                <a:extLst>
                  <a:ext uri="{FF2B5EF4-FFF2-40B4-BE49-F238E27FC236}">
                    <a16:creationId xmlns:a16="http://schemas.microsoft.com/office/drawing/2014/main" id="{96E23E69-869B-4050-93BD-F6C4732F070F}"/>
                  </a:ext>
                </a:extLst>
              </p:cNvPr>
              <p:cNvSpPr/>
              <p:nvPr/>
            </p:nvSpPr>
            <p:spPr>
              <a:xfrm>
                <a:off x="8845823" y="5234776"/>
                <a:ext cx="2083841" cy="720000"/>
              </a:xfrm>
              <a:prstGeom prst="round2Diag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BD302B81-B38F-4B37-85E6-25ECD60C88A7}"/>
                  </a:ext>
                </a:extLst>
              </p:cNvPr>
              <p:cNvSpPr txBox="1"/>
              <p:nvPr/>
            </p:nvSpPr>
            <p:spPr>
              <a:xfrm>
                <a:off x="8819942" y="5375080"/>
                <a:ext cx="1336660" cy="501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95000"/>
                  </a:lnSpc>
                  <a:defRPr/>
                </a:pPr>
                <a:r>
                  <a:rPr lang="en-US" sz="1400">
                    <a:solidFill>
                      <a:schemeClr val="accent1"/>
                    </a:solidFill>
                    <a:latin typeface="Arial"/>
                  </a:rPr>
                  <a:t>Societal feasibility</a:t>
                </a:r>
              </a:p>
            </p:txBody>
          </p:sp>
        </p:grpSp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6D75E0DE-A06F-40D3-91ED-2C5E0F0F7016}"/>
                </a:ext>
              </a:extLst>
            </p:cNvPr>
            <p:cNvGrpSpPr/>
            <p:nvPr/>
          </p:nvGrpSpPr>
          <p:grpSpPr>
            <a:xfrm>
              <a:off x="2230001" y="1737284"/>
              <a:ext cx="649125" cy="686299"/>
              <a:chOff x="460375" y="1816099"/>
              <a:chExt cx="1454148" cy="1511301"/>
            </a:xfrm>
            <a:solidFill>
              <a:schemeClr val="accent1"/>
            </a:solidFill>
          </p:grpSpPr>
          <p:sp>
            <p:nvSpPr>
              <p:cNvPr id="133" name="Freeform 6">
                <a:extLst>
                  <a:ext uri="{FF2B5EF4-FFF2-40B4-BE49-F238E27FC236}">
                    <a16:creationId xmlns:a16="http://schemas.microsoft.com/office/drawing/2014/main" id="{FCFFC705-11BD-4FF0-BE95-F2A804840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34" name="Freeform 7">
                <a:extLst>
                  <a:ext uri="{FF2B5EF4-FFF2-40B4-BE49-F238E27FC236}">
                    <a16:creationId xmlns:a16="http://schemas.microsoft.com/office/drawing/2014/main" id="{FF942F75-3D82-4560-85F3-C3A893BF9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35" name="Freeform 8">
                <a:extLst>
                  <a:ext uri="{FF2B5EF4-FFF2-40B4-BE49-F238E27FC236}">
                    <a16:creationId xmlns:a16="http://schemas.microsoft.com/office/drawing/2014/main" id="{9F1B6C0A-4BC6-4DCA-91F0-7F2E0D320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36" name="Freeform 9">
                <a:extLst>
                  <a:ext uri="{FF2B5EF4-FFF2-40B4-BE49-F238E27FC236}">
                    <a16:creationId xmlns:a16="http://schemas.microsoft.com/office/drawing/2014/main" id="{8F0D9E5A-C55D-4940-B8F6-E683F8E45A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37" name="Freeform 11">
                <a:extLst>
                  <a:ext uri="{FF2B5EF4-FFF2-40B4-BE49-F238E27FC236}">
                    <a16:creationId xmlns:a16="http://schemas.microsoft.com/office/drawing/2014/main" id="{D25887CE-658D-47EF-A396-EEC593125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38" name="Freeform 12">
                <a:extLst>
                  <a:ext uri="{FF2B5EF4-FFF2-40B4-BE49-F238E27FC236}">
                    <a16:creationId xmlns:a16="http://schemas.microsoft.com/office/drawing/2014/main" id="{A5B5521C-2251-4ED9-9827-F6BF67961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39" name="Freeform 13">
                <a:extLst>
                  <a:ext uri="{FF2B5EF4-FFF2-40B4-BE49-F238E27FC236}">
                    <a16:creationId xmlns:a16="http://schemas.microsoft.com/office/drawing/2014/main" id="{C07A1162-A63A-4D29-84AC-D8979C3CF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0" name="Freeform 14">
                <a:extLst>
                  <a:ext uri="{FF2B5EF4-FFF2-40B4-BE49-F238E27FC236}">
                    <a16:creationId xmlns:a16="http://schemas.microsoft.com/office/drawing/2014/main" id="{22C2BB18-86C1-4F79-891E-E8949AE87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1" name="Freeform 15">
                <a:extLst>
                  <a:ext uri="{FF2B5EF4-FFF2-40B4-BE49-F238E27FC236}">
                    <a16:creationId xmlns:a16="http://schemas.microsoft.com/office/drawing/2014/main" id="{65847305-35C8-498D-99B6-D7A1C8E6D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2" name="Freeform 16">
                <a:extLst>
                  <a:ext uri="{FF2B5EF4-FFF2-40B4-BE49-F238E27FC236}">
                    <a16:creationId xmlns:a16="http://schemas.microsoft.com/office/drawing/2014/main" id="{72FBD239-267D-440F-94B6-2C664E978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3" name="Oval 17">
                <a:extLst>
                  <a:ext uri="{FF2B5EF4-FFF2-40B4-BE49-F238E27FC236}">
                    <a16:creationId xmlns:a16="http://schemas.microsoft.com/office/drawing/2014/main" id="{41B26BF8-4FB2-4D28-A49D-E17B7CEF3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4" name="Oval 18">
                <a:extLst>
                  <a:ext uri="{FF2B5EF4-FFF2-40B4-BE49-F238E27FC236}">
                    <a16:creationId xmlns:a16="http://schemas.microsoft.com/office/drawing/2014/main" id="{ACB9B5B9-DEE1-41E3-ACC7-BA344672D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5" name="Oval 19">
                <a:extLst>
                  <a:ext uri="{FF2B5EF4-FFF2-40B4-BE49-F238E27FC236}">
                    <a16:creationId xmlns:a16="http://schemas.microsoft.com/office/drawing/2014/main" id="{2E807D0F-AAD6-4F89-9DEE-C2CEF7A6E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6" name="Oval 20">
                <a:extLst>
                  <a:ext uri="{FF2B5EF4-FFF2-40B4-BE49-F238E27FC236}">
                    <a16:creationId xmlns:a16="http://schemas.microsoft.com/office/drawing/2014/main" id="{72435898-122F-419A-9641-98205789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7" name="Freeform 22">
                <a:extLst>
                  <a:ext uri="{FF2B5EF4-FFF2-40B4-BE49-F238E27FC236}">
                    <a16:creationId xmlns:a16="http://schemas.microsoft.com/office/drawing/2014/main" id="{1A292E31-27DD-4A7B-B157-42E0E0589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8" name="Freeform 23">
                <a:extLst>
                  <a:ext uri="{FF2B5EF4-FFF2-40B4-BE49-F238E27FC236}">
                    <a16:creationId xmlns:a16="http://schemas.microsoft.com/office/drawing/2014/main" id="{2742DA28-B9CF-4C42-A68F-F56C726F1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49" name="Freeform 24">
                <a:extLst>
                  <a:ext uri="{FF2B5EF4-FFF2-40B4-BE49-F238E27FC236}">
                    <a16:creationId xmlns:a16="http://schemas.microsoft.com/office/drawing/2014/main" id="{4BC75E59-45E3-45CB-98C7-4D3AE71BD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0" name="Freeform 25">
                <a:extLst>
                  <a:ext uri="{FF2B5EF4-FFF2-40B4-BE49-F238E27FC236}">
                    <a16:creationId xmlns:a16="http://schemas.microsoft.com/office/drawing/2014/main" id="{D7A0CDC5-909E-4A18-9163-3BBE084C0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1" name="Freeform 27">
                <a:extLst>
                  <a:ext uri="{FF2B5EF4-FFF2-40B4-BE49-F238E27FC236}">
                    <a16:creationId xmlns:a16="http://schemas.microsoft.com/office/drawing/2014/main" id="{919C5BF7-E755-42B1-9486-94FF8A239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2" name="Freeform 28">
                <a:extLst>
                  <a:ext uri="{FF2B5EF4-FFF2-40B4-BE49-F238E27FC236}">
                    <a16:creationId xmlns:a16="http://schemas.microsoft.com/office/drawing/2014/main" id="{8FC2DA4A-385F-4675-A030-20519C8D2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3" name="Freeform 29">
                <a:extLst>
                  <a:ext uri="{FF2B5EF4-FFF2-40B4-BE49-F238E27FC236}">
                    <a16:creationId xmlns:a16="http://schemas.microsoft.com/office/drawing/2014/main" id="{644DDD5F-0B96-4A33-BFBD-286496079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4" name="Freeform 30">
                <a:extLst>
                  <a:ext uri="{FF2B5EF4-FFF2-40B4-BE49-F238E27FC236}">
                    <a16:creationId xmlns:a16="http://schemas.microsoft.com/office/drawing/2014/main" id="{39DCF0F0-47DA-437B-8108-D76719AB9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5" name="Freeform 31">
                <a:extLst>
                  <a:ext uri="{FF2B5EF4-FFF2-40B4-BE49-F238E27FC236}">
                    <a16:creationId xmlns:a16="http://schemas.microsoft.com/office/drawing/2014/main" id="{34298C65-5C8F-4A07-8399-B9B5428FA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6" name="Freeform 32">
                <a:extLst>
                  <a:ext uri="{FF2B5EF4-FFF2-40B4-BE49-F238E27FC236}">
                    <a16:creationId xmlns:a16="http://schemas.microsoft.com/office/drawing/2014/main" id="{67187ECF-9A30-45C8-8C80-36008AA14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7" name="Freeform 33">
                <a:extLst>
                  <a:ext uri="{FF2B5EF4-FFF2-40B4-BE49-F238E27FC236}">
                    <a16:creationId xmlns:a16="http://schemas.microsoft.com/office/drawing/2014/main" id="{7192496D-116E-4BE1-8D61-0CD217A9F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8" name="Freeform 34">
                <a:extLst>
                  <a:ext uri="{FF2B5EF4-FFF2-40B4-BE49-F238E27FC236}">
                    <a16:creationId xmlns:a16="http://schemas.microsoft.com/office/drawing/2014/main" id="{9C9F9E1E-67E1-4D67-9355-579B8A953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59" name="Freeform 35">
                <a:extLst>
                  <a:ext uri="{FF2B5EF4-FFF2-40B4-BE49-F238E27FC236}">
                    <a16:creationId xmlns:a16="http://schemas.microsoft.com/office/drawing/2014/main" id="{E0F7CF92-536F-493E-86CF-D2EA7049E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0" name="Freeform 36">
                <a:extLst>
                  <a:ext uri="{FF2B5EF4-FFF2-40B4-BE49-F238E27FC236}">
                    <a16:creationId xmlns:a16="http://schemas.microsoft.com/office/drawing/2014/main" id="{249BEB8F-77AE-4D6B-B92C-8C71614FA3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1" name="Rectangle 37">
                <a:extLst>
                  <a:ext uri="{FF2B5EF4-FFF2-40B4-BE49-F238E27FC236}">
                    <a16:creationId xmlns:a16="http://schemas.microsoft.com/office/drawing/2014/main" id="{3CA5CB30-C111-4F12-84FC-86C243A61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949" y="2633662"/>
                <a:ext cx="3175" cy="1588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2" name="Freeform 38">
                <a:extLst>
                  <a:ext uri="{FF2B5EF4-FFF2-40B4-BE49-F238E27FC236}">
                    <a16:creationId xmlns:a16="http://schemas.microsoft.com/office/drawing/2014/main" id="{8A48D88E-509A-4756-AB0D-B59500FCF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3" name="Freeform 39">
                <a:extLst>
                  <a:ext uri="{FF2B5EF4-FFF2-40B4-BE49-F238E27FC236}">
                    <a16:creationId xmlns:a16="http://schemas.microsoft.com/office/drawing/2014/main" id="{73FB3541-CB7E-4532-809A-71F7E62B5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4" name="Freeform 40">
                <a:extLst>
                  <a:ext uri="{FF2B5EF4-FFF2-40B4-BE49-F238E27FC236}">
                    <a16:creationId xmlns:a16="http://schemas.microsoft.com/office/drawing/2014/main" id="{3BECA510-DBF2-46B2-BEAD-68078F634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5" name="Freeform 41">
                <a:extLst>
                  <a:ext uri="{FF2B5EF4-FFF2-40B4-BE49-F238E27FC236}">
                    <a16:creationId xmlns:a16="http://schemas.microsoft.com/office/drawing/2014/main" id="{2B33A57D-A762-4BF8-9BDA-713184FAD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6" name="Freeform 43">
                <a:extLst>
                  <a:ext uri="{FF2B5EF4-FFF2-40B4-BE49-F238E27FC236}">
                    <a16:creationId xmlns:a16="http://schemas.microsoft.com/office/drawing/2014/main" id="{51B104C7-9843-4E27-9049-2B921630D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7" name="Freeform 44">
                <a:extLst>
                  <a:ext uri="{FF2B5EF4-FFF2-40B4-BE49-F238E27FC236}">
                    <a16:creationId xmlns:a16="http://schemas.microsoft.com/office/drawing/2014/main" id="{BDE9646D-1B26-4330-A893-4350F23CE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8" name="Freeform 45">
                <a:extLst>
                  <a:ext uri="{FF2B5EF4-FFF2-40B4-BE49-F238E27FC236}">
                    <a16:creationId xmlns:a16="http://schemas.microsoft.com/office/drawing/2014/main" id="{D2D99978-9C55-4322-A0CD-13E115BC25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9" name="Freeform 46">
                <a:extLst>
                  <a:ext uri="{FF2B5EF4-FFF2-40B4-BE49-F238E27FC236}">
                    <a16:creationId xmlns:a16="http://schemas.microsoft.com/office/drawing/2014/main" id="{A695B191-A0F5-4856-83AB-B74DC7949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0" name="Freeform 48">
                <a:extLst>
                  <a:ext uri="{FF2B5EF4-FFF2-40B4-BE49-F238E27FC236}">
                    <a16:creationId xmlns:a16="http://schemas.microsoft.com/office/drawing/2014/main" id="{91AD5909-7C0E-4C26-89D5-C83A1B869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1" name="Freeform 49">
                <a:extLst>
                  <a:ext uri="{FF2B5EF4-FFF2-40B4-BE49-F238E27FC236}">
                    <a16:creationId xmlns:a16="http://schemas.microsoft.com/office/drawing/2014/main" id="{E75DBB52-BD2C-4D27-83A3-944CD0E6F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2" name="Freeform 50">
                <a:extLst>
                  <a:ext uri="{FF2B5EF4-FFF2-40B4-BE49-F238E27FC236}">
                    <a16:creationId xmlns:a16="http://schemas.microsoft.com/office/drawing/2014/main" id="{1F23C728-2D84-4C5E-9542-33AB4CD2D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100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3" name="Freeform 51">
                <a:extLst>
                  <a:ext uri="{FF2B5EF4-FFF2-40B4-BE49-F238E27FC236}">
                    <a16:creationId xmlns:a16="http://schemas.microsoft.com/office/drawing/2014/main" id="{16DDFB77-F015-4787-8D6E-622E0105F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099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4" name="Freeform 52">
                <a:extLst>
                  <a:ext uri="{FF2B5EF4-FFF2-40B4-BE49-F238E27FC236}">
                    <a16:creationId xmlns:a16="http://schemas.microsoft.com/office/drawing/2014/main" id="{86F26652-B5BE-4C2A-BEAA-1460E2380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2" y="2260599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5" name="Freeform 53">
                <a:extLst>
                  <a:ext uri="{FF2B5EF4-FFF2-40B4-BE49-F238E27FC236}">
                    <a16:creationId xmlns:a16="http://schemas.microsoft.com/office/drawing/2014/main" id="{434489CE-01AE-41A3-9DED-ABC828832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2260600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6" name="Freeform 54">
                <a:extLst>
                  <a:ext uri="{FF2B5EF4-FFF2-40B4-BE49-F238E27FC236}">
                    <a16:creationId xmlns:a16="http://schemas.microsoft.com/office/drawing/2014/main" id="{39B4A4E8-F98F-42F9-B743-9E5EFC01B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7" name="Freeform 55">
                <a:extLst>
                  <a:ext uri="{FF2B5EF4-FFF2-40B4-BE49-F238E27FC236}">
                    <a16:creationId xmlns:a16="http://schemas.microsoft.com/office/drawing/2014/main" id="{A977861A-452C-49EB-B9FA-94E670CD7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8" name="Freeform 56">
                <a:extLst>
                  <a:ext uri="{FF2B5EF4-FFF2-40B4-BE49-F238E27FC236}">
                    <a16:creationId xmlns:a16="http://schemas.microsoft.com/office/drawing/2014/main" id="{0A18E425-3B48-4364-BF02-CE19DEE2E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9" name="Freeform 57">
                <a:extLst>
                  <a:ext uri="{FF2B5EF4-FFF2-40B4-BE49-F238E27FC236}">
                    <a16:creationId xmlns:a16="http://schemas.microsoft.com/office/drawing/2014/main" id="{D617FF27-35A1-441B-A84F-A2360457A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0" name="Rectangle 58">
                <a:extLst>
                  <a:ext uri="{FF2B5EF4-FFF2-40B4-BE49-F238E27FC236}">
                    <a16:creationId xmlns:a16="http://schemas.microsoft.com/office/drawing/2014/main" id="{D1624EFA-A7D0-4F17-A495-E7C1F5226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5262" y="2771775"/>
                <a:ext cx="4763" cy="4763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1" name="Freeform 59">
                <a:extLst>
                  <a:ext uri="{FF2B5EF4-FFF2-40B4-BE49-F238E27FC236}">
                    <a16:creationId xmlns:a16="http://schemas.microsoft.com/office/drawing/2014/main" id="{18C90A41-FA0D-4A46-9A5E-43801A8AE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2" name="Freeform 60">
                <a:extLst>
                  <a:ext uri="{FF2B5EF4-FFF2-40B4-BE49-F238E27FC236}">
                    <a16:creationId xmlns:a16="http://schemas.microsoft.com/office/drawing/2014/main" id="{A7F07C19-A593-4694-861A-5635459F5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3" name="Freeform 61">
                <a:extLst>
                  <a:ext uri="{FF2B5EF4-FFF2-40B4-BE49-F238E27FC236}">
                    <a16:creationId xmlns:a16="http://schemas.microsoft.com/office/drawing/2014/main" id="{66A362CE-448A-42BD-84E6-1C4CEE517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3" y="2295524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4" name="Freeform 62">
                <a:extLst>
                  <a:ext uri="{FF2B5EF4-FFF2-40B4-BE49-F238E27FC236}">
                    <a16:creationId xmlns:a16="http://schemas.microsoft.com/office/drawing/2014/main" id="{883A530C-2B2C-43CC-AE88-0BB25C5B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6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DBB7BCDA-80BE-4DC2-95DA-41A38A186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069583" y="1980334"/>
              <a:ext cx="466142" cy="495017"/>
            </a:xfrm>
            <a:prstGeom prst="rect">
              <a:avLst/>
            </a:prstGeom>
          </p:spPr>
        </p:pic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9AB581F-9F2B-7520-F303-C0930ECCA464}"/>
              </a:ext>
            </a:extLst>
          </p:cNvPr>
          <p:cNvGrpSpPr/>
          <p:nvPr/>
        </p:nvGrpSpPr>
        <p:grpSpPr>
          <a:xfrm>
            <a:off x="5071223" y="5400000"/>
            <a:ext cx="2381879" cy="720000"/>
            <a:chOff x="5211983" y="5304567"/>
            <a:chExt cx="2381879" cy="720000"/>
          </a:xfrm>
        </p:grpSpPr>
        <p:sp>
          <p:nvSpPr>
            <p:cNvPr id="53" name="Diagonal liegende Ecken des Rechtecks abrunden 52"/>
            <p:cNvSpPr/>
            <p:nvPr/>
          </p:nvSpPr>
          <p:spPr>
            <a:xfrm>
              <a:off x="5211983" y="5304567"/>
              <a:ext cx="2381879" cy="720000"/>
            </a:xfrm>
            <a:prstGeom prst="round2Diag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tIns="0" rIns="0" bIns="0" rtlCol="0" anchor="ctr"/>
            <a:lstStyle/>
            <a:p>
              <a:pPr marL="0" marR="0" lvl="0" indent="0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Transport sector</a:t>
              </a:r>
            </a:p>
            <a:p>
              <a:pPr marL="216000" marR="0" lvl="0" indent="-144000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kumimoji="0" lang="en-US" sz="140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Passenger</a:t>
              </a:r>
            </a:p>
            <a:p>
              <a:pPr marL="216000" marR="0" lvl="0" indent="-144000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Freight</a:t>
              </a:r>
              <a:endPara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85" name="Grafik 184">
              <a:extLst>
                <a:ext uri="{FF2B5EF4-FFF2-40B4-BE49-F238E27FC236}">
                  <a16:creationId xmlns:a16="http://schemas.microsoft.com/office/drawing/2014/main" id="{2807B5DB-7697-5B94-2B9B-747D80C6D2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609" t="29248" r="8927" b="24611"/>
            <a:stretch/>
          </p:blipFill>
          <p:spPr>
            <a:xfrm>
              <a:off x="6583840" y="5766799"/>
              <a:ext cx="312996" cy="16898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6" name="Grafik 185">
              <a:extLst>
                <a:ext uri="{FF2B5EF4-FFF2-40B4-BE49-F238E27FC236}">
                  <a16:creationId xmlns:a16="http://schemas.microsoft.com/office/drawing/2014/main" id="{F443CB7D-604A-9606-0E63-F0A5957B01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0435" t="18486" r="14826" b="30434"/>
            <a:stretch/>
          </p:blipFill>
          <p:spPr>
            <a:xfrm>
              <a:off x="6393160" y="5594555"/>
              <a:ext cx="263366" cy="18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7" name="Grafik 186">
              <a:extLst>
                <a:ext uri="{FF2B5EF4-FFF2-40B4-BE49-F238E27FC236}">
                  <a16:creationId xmlns:a16="http://schemas.microsoft.com/office/drawing/2014/main" id="{5C907D35-9CDF-C8AB-3571-E7F202A1AB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5345" t="15499" r="21990" b="14021"/>
            <a:stretch/>
          </p:blipFill>
          <p:spPr>
            <a:xfrm>
              <a:off x="7076137" y="5757337"/>
              <a:ext cx="198310" cy="26538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8" name="Grafik 187">
              <a:extLst>
                <a:ext uri="{FF2B5EF4-FFF2-40B4-BE49-F238E27FC236}">
                  <a16:creationId xmlns:a16="http://schemas.microsoft.com/office/drawing/2014/main" id="{FF03F265-27CB-9160-83CC-A77C1A31A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2205" t="22369" r="13056" b="20109"/>
            <a:stretch/>
          </p:blipFill>
          <p:spPr>
            <a:xfrm>
              <a:off x="7214669" y="5760824"/>
              <a:ext cx="252000" cy="19394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9" name="Grafik 188">
              <a:extLst>
                <a:ext uri="{FF2B5EF4-FFF2-40B4-BE49-F238E27FC236}">
                  <a16:creationId xmlns:a16="http://schemas.microsoft.com/office/drawing/2014/main" id="{8C7002D1-8990-640F-289A-FC10F707BE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1788" t="18488" r="14601" b="12704"/>
            <a:stretch/>
          </p:blipFill>
          <p:spPr>
            <a:xfrm rot="20968842">
              <a:off x="7353621" y="5615194"/>
              <a:ext cx="231079" cy="216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0" name="Grafik 189">
              <a:extLst>
                <a:ext uri="{FF2B5EF4-FFF2-40B4-BE49-F238E27FC236}">
                  <a16:creationId xmlns:a16="http://schemas.microsoft.com/office/drawing/2014/main" id="{147DDC41-0DC3-2086-8C94-6AC7C3870C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8354" t="16352" r="16256" b="13000"/>
            <a:stretch/>
          </p:blipFill>
          <p:spPr>
            <a:xfrm>
              <a:off x="6904123" y="5786522"/>
              <a:ext cx="180000" cy="22958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1" name="Grafik 190" descr="Kraftstoff mit einfarbiger Füllung">
              <a:extLst>
                <a:ext uri="{FF2B5EF4-FFF2-40B4-BE49-F238E27FC236}">
                  <a16:creationId xmlns:a16="http://schemas.microsoft.com/office/drawing/2014/main" id="{582F82CF-9BE6-ECDB-B1DB-A38F51F1E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195592" y="5326039"/>
              <a:ext cx="252000" cy="252000"/>
            </a:xfrm>
            <a:prstGeom prst="rect">
              <a:avLst/>
            </a:prstGeom>
          </p:spPr>
        </p:pic>
        <p:pic>
          <p:nvPicPr>
            <p:cNvPr id="192" name="Grafik 191" descr="Blitz mit einfarbiger Füllung">
              <a:extLst>
                <a:ext uri="{FF2B5EF4-FFF2-40B4-BE49-F238E27FC236}">
                  <a16:creationId xmlns:a16="http://schemas.microsoft.com/office/drawing/2014/main" id="{73B6080E-82F8-55E7-80B9-FDCC5DD12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652123" y="5329300"/>
              <a:ext cx="252000" cy="252000"/>
            </a:xfrm>
            <a:prstGeom prst="rect">
              <a:avLst/>
            </a:prstGeom>
          </p:spPr>
        </p:pic>
        <p:pic>
          <p:nvPicPr>
            <p:cNvPr id="193" name="Grafik 192">
              <a:extLst>
                <a:ext uri="{FF2B5EF4-FFF2-40B4-BE49-F238E27FC236}">
                  <a16:creationId xmlns:a16="http://schemas.microsoft.com/office/drawing/2014/main" id="{5F2E1BE6-14C0-1074-B0CD-7C6BABD159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rcRect l="22968" t="10309" r="29140" b="7810"/>
            <a:stretch/>
          </p:blipFill>
          <p:spPr>
            <a:xfrm>
              <a:off x="6957542" y="5322552"/>
              <a:ext cx="147393" cy="252000"/>
            </a:xfrm>
            <a:prstGeom prst="rect">
              <a:avLst/>
            </a:prstGeom>
          </p:spPr>
        </p:pic>
        <p:cxnSp>
          <p:nvCxnSpPr>
            <p:cNvPr id="194" name="Gerader Verbinder 193">
              <a:extLst>
                <a:ext uri="{FF2B5EF4-FFF2-40B4-BE49-F238E27FC236}">
                  <a16:creationId xmlns:a16="http://schemas.microsoft.com/office/drawing/2014/main" id="{B86FE2B8-E7D1-516C-7FB3-99ADB7E4BFCF}"/>
                </a:ext>
              </a:extLst>
            </p:cNvPr>
            <p:cNvCxnSpPr>
              <a:cxnSpLocks/>
              <a:stCxn id="192" idx="2"/>
              <a:endCxn id="185" idx="0"/>
            </p:cNvCxnSpPr>
            <p:nvPr/>
          </p:nvCxnSpPr>
          <p:spPr>
            <a:xfrm flipH="1">
              <a:off x="6740338" y="5581300"/>
              <a:ext cx="37785" cy="185499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4B125574-E6EF-3069-8EBE-7999261A49A7}"/>
                </a:ext>
              </a:extLst>
            </p:cNvPr>
            <p:cNvCxnSpPr>
              <a:cxnSpLocks/>
              <a:stCxn id="193" idx="2"/>
              <a:endCxn id="185" idx="0"/>
            </p:cNvCxnSpPr>
            <p:nvPr/>
          </p:nvCxnSpPr>
          <p:spPr>
            <a:xfrm flipH="1">
              <a:off x="6740338" y="5574552"/>
              <a:ext cx="290901" cy="192247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r Verbinder 195">
              <a:extLst>
                <a:ext uri="{FF2B5EF4-FFF2-40B4-BE49-F238E27FC236}">
                  <a16:creationId xmlns:a16="http://schemas.microsoft.com/office/drawing/2014/main" id="{BBA47F29-B694-849E-9B89-C6EE234F8EE3}"/>
                </a:ext>
              </a:extLst>
            </p:cNvPr>
            <p:cNvCxnSpPr>
              <a:cxnSpLocks/>
              <a:stCxn id="191" idx="2"/>
              <a:endCxn id="185" idx="0"/>
            </p:cNvCxnSpPr>
            <p:nvPr/>
          </p:nvCxnSpPr>
          <p:spPr>
            <a:xfrm flipH="1">
              <a:off x="6740338" y="5578039"/>
              <a:ext cx="581254" cy="1887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516CA8BF-B556-AC88-22F9-73CEC338DE29}"/>
                </a:ext>
              </a:extLst>
            </p:cNvPr>
            <p:cNvCxnSpPr>
              <a:cxnSpLocks/>
              <a:stCxn id="191" idx="2"/>
              <a:endCxn id="186" idx="3"/>
            </p:cNvCxnSpPr>
            <p:nvPr/>
          </p:nvCxnSpPr>
          <p:spPr>
            <a:xfrm flipH="1">
              <a:off x="6656526" y="5578039"/>
              <a:ext cx="665066" cy="106516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Gerader Verbinder 197">
              <a:extLst>
                <a:ext uri="{FF2B5EF4-FFF2-40B4-BE49-F238E27FC236}">
                  <a16:creationId xmlns:a16="http://schemas.microsoft.com/office/drawing/2014/main" id="{689D6B02-9BF4-F034-7CA9-327E28E3CA3D}"/>
                </a:ext>
              </a:extLst>
            </p:cNvPr>
            <p:cNvCxnSpPr>
              <a:cxnSpLocks/>
              <a:stCxn id="193" idx="2"/>
              <a:endCxn id="186" idx="3"/>
            </p:cNvCxnSpPr>
            <p:nvPr/>
          </p:nvCxnSpPr>
          <p:spPr>
            <a:xfrm flipH="1">
              <a:off x="6656526" y="5574552"/>
              <a:ext cx="374713" cy="110003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Gerader Verbinder 198">
              <a:extLst>
                <a:ext uri="{FF2B5EF4-FFF2-40B4-BE49-F238E27FC236}">
                  <a16:creationId xmlns:a16="http://schemas.microsoft.com/office/drawing/2014/main" id="{7E0B492B-2D10-04AA-C33E-22AECD04C499}"/>
                </a:ext>
              </a:extLst>
            </p:cNvPr>
            <p:cNvCxnSpPr>
              <a:cxnSpLocks/>
              <a:stCxn id="192" idx="2"/>
              <a:endCxn id="186" idx="3"/>
            </p:cNvCxnSpPr>
            <p:nvPr/>
          </p:nvCxnSpPr>
          <p:spPr>
            <a:xfrm flipH="1">
              <a:off x="6656526" y="5581300"/>
              <a:ext cx="121597" cy="10325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Gerader Verbinder 199">
              <a:extLst>
                <a:ext uri="{FF2B5EF4-FFF2-40B4-BE49-F238E27FC236}">
                  <a16:creationId xmlns:a16="http://schemas.microsoft.com/office/drawing/2014/main" id="{F75A1BCF-C267-3C2D-62D8-E7B7D20AAA0D}"/>
                </a:ext>
              </a:extLst>
            </p:cNvPr>
            <p:cNvCxnSpPr>
              <a:cxnSpLocks/>
              <a:stCxn id="192" idx="2"/>
              <a:endCxn id="187" idx="0"/>
            </p:cNvCxnSpPr>
            <p:nvPr/>
          </p:nvCxnSpPr>
          <p:spPr>
            <a:xfrm>
              <a:off x="6778123" y="5581300"/>
              <a:ext cx="397169" cy="176037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Gerader Verbinder 200">
              <a:extLst>
                <a:ext uri="{FF2B5EF4-FFF2-40B4-BE49-F238E27FC236}">
                  <a16:creationId xmlns:a16="http://schemas.microsoft.com/office/drawing/2014/main" id="{FE47EDAD-1802-51DD-52F0-0A3A19682A69}"/>
                </a:ext>
              </a:extLst>
            </p:cNvPr>
            <p:cNvCxnSpPr>
              <a:cxnSpLocks/>
              <a:stCxn id="187" idx="0"/>
              <a:endCxn id="193" idx="2"/>
            </p:cNvCxnSpPr>
            <p:nvPr/>
          </p:nvCxnSpPr>
          <p:spPr>
            <a:xfrm flipH="1" flipV="1">
              <a:off x="7031239" y="5574552"/>
              <a:ext cx="144053" cy="18278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Gerader Verbinder 201">
              <a:extLst>
                <a:ext uri="{FF2B5EF4-FFF2-40B4-BE49-F238E27FC236}">
                  <a16:creationId xmlns:a16="http://schemas.microsoft.com/office/drawing/2014/main" id="{5AABD0F3-0CD1-F66D-C599-82B427E7DA30}"/>
                </a:ext>
              </a:extLst>
            </p:cNvPr>
            <p:cNvCxnSpPr>
              <a:cxnSpLocks/>
              <a:stCxn id="187" idx="0"/>
              <a:endCxn id="191" idx="2"/>
            </p:cNvCxnSpPr>
            <p:nvPr/>
          </p:nvCxnSpPr>
          <p:spPr>
            <a:xfrm flipV="1">
              <a:off x="7175292" y="5578039"/>
              <a:ext cx="146300" cy="179298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Gerader Verbinder 202">
              <a:extLst>
                <a:ext uri="{FF2B5EF4-FFF2-40B4-BE49-F238E27FC236}">
                  <a16:creationId xmlns:a16="http://schemas.microsoft.com/office/drawing/2014/main" id="{91F34E88-74B4-BD68-539D-2DB7E6ED1899}"/>
                </a:ext>
              </a:extLst>
            </p:cNvPr>
            <p:cNvCxnSpPr>
              <a:cxnSpLocks/>
              <a:stCxn id="189" idx="0"/>
              <a:endCxn id="191" idx="2"/>
            </p:cNvCxnSpPr>
            <p:nvPr/>
          </p:nvCxnSpPr>
          <p:spPr>
            <a:xfrm flipH="1" flipV="1">
              <a:off x="7321592" y="5578039"/>
              <a:ext cx="127852" cy="3897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Gerader Verbinder 203">
              <a:extLst>
                <a:ext uri="{FF2B5EF4-FFF2-40B4-BE49-F238E27FC236}">
                  <a16:creationId xmlns:a16="http://schemas.microsoft.com/office/drawing/2014/main" id="{7773DFF9-6C30-E7DA-2E71-A86AAE0E5786}"/>
                </a:ext>
              </a:extLst>
            </p:cNvPr>
            <p:cNvCxnSpPr>
              <a:cxnSpLocks/>
              <a:stCxn id="189" idx="0"/>
              <a:endCxn id="193" idx="2"/>
            </p:cNvCxnSpPr>
            <p:nvPr/>
          </p:nvCxnSpPr>
          <p:spPr>
            <a:xfrm flipH="1" flipV="1">
              <a:off x="7031239" y="5574552"/>
              <a:ext cx="418205" cy="42457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r Verbinder 204">
              <a:extLst>
                <a:ext uri="{FF2B5EF4-FFF2-40B4-BE49-F238E27FC236}">
                  <a16:creationId xmlns:a16="http://schemas.microsoft.com/office/drawing/2014/main" id="{752EA148-7788-B468-EBCF-074CDFC08978}"/>
                </a:ext>
              </a:extLst>
            </p:cNvPr>
            <p:cNvCxnSpPr>
              <a:cxnSpLocks/>
              <a:stCxn id="190" idx="0"/>
              <a:endCxn id="192" idx="2"/>
            </p:cNvCxnSpPr>
            <p:nvPr/>
          </p:nvCxnSpPr>
          <p:spPr>
            <a:xfrm flipH="1" flipV="1">
              <a:off x="6778123" y="5581300"/>
              <a:ext cx="216000" cy="205222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Gerader Verbinder 205">
              <a:extLst>
                <a:ext uri="{FF2B5EF4-FFF2-40B4-BE49-F238E27FC236}">
                  <a16:creationId xmlns:a16="http://schemas.microsoft.com/office/drawing/2014/main" id="{DEB97CBB-FC6E-2F98-7CE5-8D4110BF8787}"/>
                </a:ext>
              </a:extLst>
            </p:cNvPr>
            <p:cNvCxnSpPr>
              <a:cxnSpLocks/>
              <a:stCxn id="190" idx="0"/>
              <a:endCxn id="193" idx="2"/>
            </p:cNvCxnSpPr>
            <p:nvPr/>
          </p:nvCxnSpPr>
          <p:spPr>
            <a:xfrm flipV="1">
              <a:off x="6994123" y="5574552"/>
              <a:ext cx="37116" cy="21197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CE3A35F6-AB95-BE5C-4BE8-099D423C7B01}"/>
                </a:ext>
              </a:extLst>
            </p:cNvPr>
            <p:cNvCxnSpPr>
              <a:cxnSpLocks/>
              <a:stCxn id="190" idx="0"/>
              <a:endCxn id="191" idx="2"/>
            </p:cNvCxnSpPr>
            <p:nvPr/>
          </p:nvCxnSpPr>
          <p:spPr>
            <a:xfrm flipV="1">
              <a:off x="6994123" y="5578039"/>
              <a:ext cx="327469" cy="208483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Gerader Verbinder 207">
              <a:extLst>
                <a:ext uri="{FF2B5EF4-FFF2-40B4-BE49-F238E27FC236}">
                  <a16:creationId xmlns:a16="http://schemas.microsoft.com/office/drawing/2014/main" id="{72B7192C-D092-2690-D279-3E283339B601}"/>
                </a:ext>
              </a:extLst>
            </p:cNvPr>
            <p:cNvCxnSpPr>
              <a:cxnSpLocks/>
              <a:stCxn id="188" idx="0"/>
              <a:endCxn id="191" idx="2"/>
            </p:cNvCxnSpPr>
            <p:nvPr/>
          </p:nvCxnSpPr>
          <p:spPr>
            <a:xfrm flipH="1" flipV="1">
              <a:off x="7321592" y="5578039"/>
              <a:ext cx="19077" cy="18278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Gerader Verbinder 208">
              <a:extLst>
                <a:ext uri="{FF2B5EF4-FFF2-40B4-BE49-F238E27FC236}">
                  <a16:creationId xmlns:a16="http://schemas.microsoft.com/office/drawing/2014/main" id="{BA9121EB-849A-C2C5-B84C-D29A32496A9E}"/>
                </a:ext>
              </a:extLst>
            </p:cNvPr>
            <p:cNvCxnSpPr>
              <a:cxnSpLocks/>
              <a:stCxn id="188" idx="0"/>
              <a:endCxn id="193" idx="2"/>
            </p:cNvCxnSpPr>
            <p:nvPr/>
          </p:nvCxnSpPr>
          <p:spPr>
            <a:xfrm flipH="1" flipV="1">
              <a:off x="7031239" y="5574552"/>
              <a:ext cx="309430" cy="186272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Gerader Verbinder 209">
              <a:extLst>
                <a:ext uri="{FF2B5EF4-FFF2-40B4-BE49-F238E27FC236}">
                  <a16:creationId xmlns:a16="http://schemas.microsoft.com/office/drawing/2014/main" id="{DB08541D-4BA3-D3FC-5DDC-BD2277B7CCEB}"/>
                </a:ext>
              </a:extLst>
            </p:cNvPr>
            <p:cNvCxnSpPr>
              <a:cxnSpLocks/>
              <a:stCxn id="189" idx="0"/>
              <a:endCxn id="192" idx="2"/>
            </p:cNvCxnSpPr>
            <p:nvPr/>
          </p:nvCxnSpPr>
          <p:spPr>
            <a:xfrm flipH="1" flipV="1">
              <a:off x="6778123" y="5581300"/>
              <a:ext cx="671321" cy="35709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1CF5E46-F2F8-9E5D-1657-C31D20CCB131}"/>
              </a:ext>
            </a:extLst>
          </p:cNvPr>
          <p:cNvGrpSpPr/>
          <p:nvPr/>
        </p:nvGrpSpPr>
        <p:grpSpPr>
          <a:xfrm>
            <a:off x="6793157" y="4644000"/>
            <a:ext cx="2386458" cy="720000"/>
            <a:chOff x="6885788" y="4407158"/>
            <a:chExt cx="2386458" cy="720000"/>
          </a:xfrm>
        </p:grpSpPr>
        <p:sp>
          <p:nvSpPr>
            <p:cNvPr id="46" name="Diagonal liegende Ecken des Rechtecks abrunden 45"/>
            <p:cNvSpPr/>
            <p:nvPr/>
          </p:nvSpPr>
          <p:spPr>
            <a:xfrm>
              <a:off x="6885788" y="4407158"/>
              <a:ext cx="2386458" cy="720000"/>
            </a:xfrm>
            <a:prstGeom prst="round2Diag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tIns="0" rIns="0" rtlCol="0" anchor="ctr"/>
            <a:lstStyle/>
            <a:p>
              <a:pPr>
                <a:lnSpc>
                  <a:spcPts val="1900"/>
                </a:lnSpc>
                <a:defRPr/>
              </a:pPr>
              <a:r>
                <a:rPr lang="en-US" sz="1400">
                  <a:solidFill>
                    <a:schemeClr val="accent1"/>
                  </a:solidFill>
                  <a:latin typeface="Arial"/>
                </a:rPr>
                <a:t>Activity-based </a:t>
              </a:r>
              <a:br>
                <a:rPr lang="en-US" sz="1400">
                  <a:solidFill>
                    <a:schemeClr val="accent1"/>
                  </a:solidFill>
                  <a:latin typeface="Arial"/>
                </a:rPr>
              </a:br>
              <a:r>
                <a:rPr lang="en-US" sz="1400">
                  <a:solidFill>
                    <a:schemeClr val="accent1"/>
                  </a:solidFill>
                  <a:latin typeface="Arial"/>
                </a:rPr>
                <a:t>transport demand</a:t>
              </a:r>
            </a:p>
          </p:txBody>
        </p:sp>
        <p:pic>
          <p:nvPicPr>
            <p:cNvPr id="211" name="Grafik 210">
              <a:extLst>
                <a:ext uri="{FF2B5EF4-FFF2-40B4-BE49-F238E27FC236}">
                  <a16:creationId xmlns:a16="http://schemas.microsoft.com/office/drawing/2014/main" id="{211821DF-B8F5-15B0-DABC-A15D16C0D165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42" y="4437760"/>
              <a:ext cx="648000" cy="64800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FD0BC46-AF42-D0F6-018E-26181BA39402}"/>
              </a:ext>
            </a:extLst>
          </p:cNvPr>
          <p:cNvGrpSpPr/>
          <p:nvPr/>
        </p:nvGrpSpPr>
        <p:grpSpPr>
          <a:xfrm>
            <a:off x="7493763" y="3096000"/>
            <a:ext cx="1981349" cy="753025"/>
            <a:chOff x="7493763" y="3018960"/>
            <a:chExt cx="1981349" cy="753025"/>
          </a:xfrm>
        </p:grpSpPr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02F6865D-F440-B1E1-F05A-E15164B9CE38}"/>
                </a:ext>
              </a:extLst>
            </p:cNvPr>
            <p:cNvGrpSpPr/>
            <p:nvPr/>
          </p:nvGrpSpPr>
          <p:grpSpPr>
            <a:xfrm>
              <a:off x="7493763" y="3024000"/>
              <a:ext cx="1981349" cy="743808"/>
              <a:chOff x="8819942" y="5234776"/>
              <a:chExt cx="2109722" cy="792000"/>
            </a:xfrm>
          </p:grpSpPr>
          <p:sp>
            <p:nvSpPr>
              <p:cNvPr id="213" name="Diagonal liegende Ecken des Rechtecks abrunden 361">
                <a:extLst>
                  <a:ext uri="{FF2B5EF4-FFF2-40B4-BE49-F238E27FC236}">
                    <a16:creationId xmlns:a16="http://schemas.microsoft.com/office/drawing/2014/main" id="{C5B275AB-7C9E-7BD6-7B00-95586493F86A}"/>
                  </a:ext>
                </a:extLst>
              </p:cNvPr>
              <p:cNvSpPr/>
              <p:nvPr/>
            </p:nvSpPr>
            <p:spPr>
              <a:xfrm>
                <a:off x="8845823" y="5234776"/>
                <a:ext cx="2083841" cy="792000"/>
              </a:xfrm>
              <a:prstGeom prst="round2Diag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4" name="Textfeld 213">
                <a:extLst>
                  <a:ext uri="{FF2B5EF4-FFF2-40B4-BE49-F238E27FC236}">
                    <a16:creationId xmlns:a16="http://schemas.microsoft.com/office/drawing/2014/main" id="{38D4D26A-4537-B441-A690-C6F93B59AF01}"/>
                  </a:ext>
                </a:extLst>
              </p:cNvPr>
              <p:cNvSpPr txBox="1"/>
              <p:nvPr/>
            </p:nvSpPr>
            <p:spPr>
              <a:xfrm>
                <a:off x="8819942" y="5375080"/>
                <a:ext cx="1336661" cy="534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95000"/>
                  </a:lnSpc>
                  <a:defRPr/>
                </a:pPr>
                <a:r>
                  <a:rPr lang="en-US" sz="1400">
                    <a:solidFill>
                      <a:schemeClr val="accent1"/>
                    </a:solidFill>
                    <a:latin typeface="Arial"/>
                  </a:rPr>
                  <a:t>Life Cycle Assessment*</a:t>
                </a:r>
              </a:p>
            </p:txBody>
          </p:sp>
        </p:grpSp>
        <p:pic>
          <p:nvPicPr>
            <p:cNvPr id="218" name="Grafik 217" descr="Pfeil Kreis mit einfarbiger Füllung">
              <a:extLst>
                <a:ext uri="{FF2B5EF4-FFF2-40B4-BE49-F238E27FC236}">
                  <a16:creationId xmlns:a16="http://schemas.microsoft.com/office/drawing/2014/main" id="{470F0FB3-25D7-A363-D438-A08F7C68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8648150" y="3018960"/>
              <a:ext cx="753025" cy="753025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773799C-9AB2-36A8-7B8B-AED8DAD343AB}"/>
              </a:ext>
            </a:extLst>
          </p:cNvPr>
          <p:cNvGrpSpPr/>
          <p:nvPr/>
        </p:nvGrpSpPr>
        <p:grpSpPr>
          <a:xfrm>
            <a:off x="143173" y="3024000"/>
            <a:ext cx="1981349" cy="724291"/>
            <a:chOff x="143173" y="3024000"/>
            <a:chExt cx="1981349" cy="724291"/>
          </a:xfrm>
        </p:grpSpPr>
        <p:grpSp>
          <p:nvGrpSpPr>
            <p:cNvPr id="215" name="Gruppieren 214">
              <a:extLst>
                <a:ext uri="{FF2B5EF4-FFF2-40B4-BE49-F238E27FC236}">
                  <a16:creationId xmlns:a16="http://schemas.microsoft.com/office/drawing/2014/main" id="{ECC3035A-C780-AE9C-893D-D8B131E99883}"/>
                </a:ext>
              </a:extLst>
            </p:cNvPr>
            <p:cNvGrpSpPr/>
            <p:nvPr/>
          </p:nvGrpSpPr>
          <p:grpSpPr>
            <a:xfrm>
              <a:off x="143173" y="3024000"/>
              <a:ext cx="1981349" cy="720000"/>
              <a:chOff x="8819942" y="5234776"/>
              <a:chExt cx="2109722" cy="766649"/>
            </a:xfrm>
          </p:grpSpPr>
          <p:sp>
            <p:nvSpPr>
              <p:cNvPr id="216" name="Diagonal liegende Ecken des Rechtecks abrunden 361">
                <a:extLst>
                  <a:ext uri="{FF2B5EF4-FFF2-40B4-BE49-F238E27FC236}">
                    <a16:creationId xmlns:a16="http://schemas.microsoft.com/office/drawing/2014/main" id="{2A914088-C594-3B51-EFEC-170D4792E378}"/>
                  </a:ext>
                </a:extLst>
              </p:cNvPr>
              <p:cNvSpPr/>
              <p:nvPr/>
            </p:nvSpPr>
            <p:spPr>
              <a:xfrm>
                <a:off x="8845823" y="5234776"/>
                <a:ext cx="2083841" cy="766649"/>
              </a:xfrm>
              <a:prstGeom prst="round2Diag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7" name="Textfeld 216">
                <a:extLst>
                  <a:ext uri="{FF2B5EF4-FFF2-40B4-BE49-F238E27FC236}">
                    <a16:creationId xmlns:a16="http://schemas.microsoft.com/office/drawing/2014/main" id="{C715240C-489F-724A-B082-60F15E01870B}"/>
                  </a:ext>
                </a:extLst>
              </p:cNvPr>
              <p:cNvSpPr txBox="1"/>
              <p:nvPr/>
            </p:nvSpPr>
            <p:spPr>
              <a:xfrm>
                <a:off x="8819942" y="5375080"/>
                <a:ext cx="1336661" cy="534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lvl="0">
                  <a:lnSpc>
                    <a:spcPct val="95000"/>
                  </a:lnSpc>
                  <a:defRPr/>
                </a:pPr>
                <a:r>
                  <a:rPr lang="en-US" sz="1400">
                    <a:solidFill>
                      <a:schemeClr val="accent1"/>
                    </a:solidFill>
                    <a:latin typeface="Arial"/>
                  </a:rPr>
                  <a:t>Macro-economics*</a:t>
                </a:r>
              </a:p>
            </p:txBody>
          </p:sp>
        </p:grpSp>
        <p:pic>
          <p:nvPicPr>
            <p:cNvPr id="219" name="Grafik 218" descr="Fahrrad mit Personen mit einfarbiger Füllung">
              <a:extLst>
                <a:ext uri="{FF2B5EF4-FFF2-40B4-BE49-F238E27FC236}">
                  <a16:creationId xmlns:a16="http://schemas.microsoft.com/office/drawing/2014/main" id="{B8C0D410-4EF3-66EE-CF32-AA8EE7DD9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291358" y="3053562"/>
              <a:ext cx="694729" cy="694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717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62DE7-D0C7-8D13-898B-B7384E18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5B7F68-B3F5-8574-C9A5-05875058A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02CE00-C97D-1B7E-78D7-3D167E3D7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9B3A34-3001-25DD-3F31-EE1143AE88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IEK-3 developed Python-tool. </a:t>
            </a:r>
            <a:r>
              <a:rPr lang="en-US" dirty="0" err="1"/>
              <a:t>ETHOS.RESkit</a:t>
            </a:r>
            <a:endParaRPr lang="en-US" dirty="0"/>
          </a:p>
          <a:p>
            <a:r>
              <a:rPr lang="en-US" dirty="0"/>
              <a:t>Publicly available at:</a:t>
            </a:r>
          </a:p>
          <a:p>
            <a:pPr lvl="1"/>
            <a:r>
              <a:rPr lang="en-US" dirty="0"/>
              <a:t>https://github.com/FZJ-IEK3-VSA/RESKit/tree/master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BE1F2C2-BEE7-25D5-610A-4484B81D5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145" y="2121007"/>
            <a:ext cx="6439710" cy="368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76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C23E4D1-0831-074D-430E-4F2AD875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 of PV: Placements </a:t>
            </a:r>
            <a:r>
              <a:rPr lang="de-DE" dirty="0" err="1"/>
              <a:t>as</a:t>
            </a:r>
            <a:r>
              <a:rPr lang="de-DE" dirty="0"/>
              <a:t> Input Data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BC03C3F-DEB7-205F-88DC-36EF40436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42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0226825-BAA3-7319-033C-0E5D9A18AE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506A3AC9-40E8-BAB1-D5BD-55396789E4E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2037878" y="1011971"/>
            <a:ext cx="4876800" cy="479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30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C54AF6-5C30-F350-3301-DB3AA5C0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PV Simulation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7DB639E-BDC8-9620-8FD7-313F1ED95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9CFE9-161A-717A-BB09-1C03A5C19C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8CEB71D-7A5E-B3A5-EF03-B2C8DD7956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938CA93-A2F3-1E6C-C358-7FD42E953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56" y="2645923"/>
            <a:ext cx="6953288" cy="2410939"/>
          </a:xfrm>
          <a:prstGeom prst="rect">
            <a:avLst/>
          </a:prstGeom>
        </p:spPr>
      </p:pic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EB3D5126-AEAB-8C06-96E4-255FB11324D2}"/>
              </a:ext>
            </a:extLst>
          </p:cNvPr>
          <p:cNvSpPr/>
          <p:nvPr/>
        </p:nvSpPr>
        <p:spPr>
          <a:xfrm>
            <a:off x="393971" y="1173583"/>
            <a:ext cx="3419272" cy="752494"/>
          </a:xfrm>
          <a:prstGeom prst="wedgeRectCallout">
            <a:avLst>
              <a:gd name="adj1" fmla="val 8324"/>
              <a:gd name="adj2" fmla="val 21898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Output: Placements with results</a:t>
            </a: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413868AD-EB8D-ECC4-886E-92E84181CFF7}"/>
              </a:ext>
            </a:extLst>
          </p:cNvPr>
          <p:cNvSpPr/>
          <p:nvPr/>
        </p:nvSpPr>
        <p:spPr>
          <a:xfrm>
            <a:off x="4383123" y="1205245"/>
            <a:ext cx="3419272" cy="752494"/>
          </a:xfrm>
          <a:prstGeom prst="wedgeRectCallout">
            <a:avLst>
              <a:gd name="adj1" fmla="val -49997"/>
              <a:gd name="adj2" fmla="val 24224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Placements from results</a:t>
            </a:r>
          </a:p>
        </p:txBody>
      </p:sp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7EB37F44-D316-95D8-B9D8-B10D2496544F}"/>
              </a:ext>
            </a:extLst>
          </p:cNvPr>
          <p:cNvSpPr/>
          <p:nvPr/>
        </p:nvSpPr>
        <p:spPr>
          <a:xfrm>
            <a:off x="1476356" y="5195019"/>
            <a:ext cx="3419272" cy="752494"/>
          </a:xfrm>
          <a:prstGeom prst="wedgeRectCallout">
            <a:avLst>
              <a:gd name="adj1" fmla="val 29946"/>
              <a:gd name="adj2" fmla="val -25027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Path to ERA-5 data</a:t>
            </a:r>
          </a:p>
        </p:txBody>
      </p:sp>
      <p:sp>
        <p:nvSpPr>
          <p:cNvPr id="13" name="Sprechblase: rechteckig 12">
            <a:extLst>
              <a:ext uri="{FF2B5EF4-FFF2-40B4-BE49-F238E27FC236}">
                <a16:creationId xmlns:a16="http://schemas.microsoft.com/office/drawing/2014/main" id="{CCCCAB2B-253E-578C-F601-4C6A5589D4C9}"/>
              </a:ext>
            </a:extLst>
          </p:cNvPr>
          <p:cNvSpPr/>
          <p:nvPr/>
        </p:nvSpPr>
        <p:spPr>
          <a:xfrm>
            <a:off x="5403604" y="5159450"/>
            <a:ext cx="3419272" cy="752494"/>
          </a:xfrm>
          <a:prstGeom prst="wedgeRectCallout">
            <a:avLst>
              <a:gd name="adj1" fmla="val -15573"/>
              <a:gd name="adj2" fmla="val -210204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Path to GSA (GHI/DNI)</a:t>
            </a:r>
          </a:p>
        </p:txBody>
      </p:sp>
    </p:spTree>
    <p:extLst>
      <p:ext uri="{BB962C8B-B14F-4D97-AF65-F5344CB8AC3E}">
        <p14:creationId xmlns:p14="http://schemas.microsoft.com/office/powerpoint/2010/main" val="271858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5D716-626F-20B6-59DA-98FDED96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Whole Code </a:t>
            </a:r>
            <a:r>
              <a:rPr lang="de-DE" dirty="0" err="1"/>
              <a:t>for</a:t>
            </a:r>
            <a:r>
              <a:rPr lang="de-DE" dirty="0"/>
              <a:t> PV: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090848C-FDE5-322A-09C6-CD6AB59F8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noProof="0" smtClean="0"/>
              <a:pPr/>
              <a:t>44</a:t>
            </a:fld>
            <a:endParaRPr lang="en-US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1CDC8D-D383-236F-55C9-9E567E1804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58CD68-A9A3-8D80-C8A1-39B2DF94C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DA083F-91A6-7187-5C36-81313453812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8FA13B-C63E-7706-CF25-83943B2A6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25" y="1550983"/>
            <a:ext cx="7368176" cy="341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49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C23E4D1-0831-074D-430E-4F2AD875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PV: Results are Different Variables as Time Series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BC03C3F-DEB7-205F-88DC-36EF40436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5853A2-B4B6-C932-D143-6ABA5C18F8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0226825-BAA3-7319-033C-0E5D9A18AE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98547A-3344-2C6B-C230-E23780B33DE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8F92AE7-73D5-2C83-1768-572A7D862EDA}"/>
              </a:ext>
            </a:extLst>
          </p:cNvPr>
          <p:cNvGrpSpPr/>
          <p:nvPr/>
        </p:nvGrpSpPr>
        <p:grpSpPr>
          <a:xfrm>
            <a:off x="1327826" y="1117115"/>
            <a:ext cx="6571033" cy="4551861"/>
            <a:chOff x="1915693" y="0"/>
            <a:chExt cx="6074060" cy="4081200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F89D218A-2FD1-7900-F79F-85CE1E25ED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8085"/>
            <a:stretch/>
          </p:blipFill>
          <p:spPr>
            <a:xfrm>
              <a:off x="1916247" y="0"/>
              <a:ext cx="6073506" cy="2188723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BCB274A3-FC38-AC12-CAED-64B042326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2380" b="25"/>
            <a:stretch/>
          </p:blipFill>
          <p:spPr>
            <a:xfrm>
              <a:off x="1915693" y="2188723"/>
              <a:ext cx="6073506" cy="1892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990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8A7C7-4C95-B05B-8166-B5D4F78E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 of Wind: Placements </a:t>
            </a:r>
            <a:r>
              <a:rPr lang="de-DE" dirty="0" err="1"/>
              <a:t>as</a:t>
            </a:r>
            <a:r>
              <a:rPr lang="de-DE" dirty="0"/>
              <a:t> Input Data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DA43-AE76-9EF3-C623-5B4943E1F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46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1DE4ED-66F8-08A1-EC38-4C60416501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B1DDB2-9C81-546E-8666-1A935A502A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B5EA14A-ABB4-8016-FEE4-449893FE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7" y="1181100"/>
            <a:ext cx="54197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13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C54AF6-5C30-F350-3301-DB3AA5C0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Simulation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7DB639E-BDC8-9620-8FD7-313F1ED95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9CFE9-161A-717A-BB09-1C03A5C19C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8CEB71D-7A5E-B3A5-EF03-B2C8DD7956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938CA93-A2F3-1E6C-C358-7FD42E953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6356" y="2825855"/>
            <a:ext cx="6953288" cy="2051074"/>
          </a:xfrm>
          <a:prstGeom prst="rect">
            <a:avLst/>
          </a:prstGeom>
        </p:spPr>
      </p:pic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EB3D5126-AEAB-8C06-96E4-255FB11324D2}"/>
              </a:ext>
            </a:extLst>
          </p:cNvPr>
          <p:cNvSpPr/>
          <p:nvPr/>
        </p:nvSpPr>
        <p:spPr>
          <a:xfrm>
            <a:off x="393971" y="1173583"/>
            <a:ext cx="3419272" cy="752494"/>
          </a:xfrm>
          <a:prstGeom prst="wedgeRectCallout">
            <a:avLst>
              <a:gd name="adj1" fmla="val 4238"/>
              <a:gd name="adj2" fmla="val 18691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Output: Placements with results</a:t>
            </a: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413868AD-EB8D-ECC4-886E-92E84181CFF7}"/>
              </a:ext>
            </a:extLst>
          </p:cNvPr>
          <p:cNvSpPr/>
          <p:nvPr/>
        </p:nvSpPr>
        <p:spPr>
          <a:xfrm>
            <a:off x="4383123" y="1205245"/>
            <a:ext cx="3419272" cy="752494"/>
          </a:xfrm>
          <a:prstGeom prst="wedgeRectCallout">
            <a:avLst>
              <a:gd name="adj1" fmla="val -47026"/>
              <a:gd name="adj2" fmla="val 213558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Placements from results</a:t>
            </a:r>
          </a:p>
        </p:txBody>
      </p:sp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7EB37F44-D316-95D8-B9D8-B10D2496544F}"/>
              </a:ext>
            </a:extLst>
          </p:cNvPr>
          <p:cNvSpPr/>
          <p:nvPr/>
        </p:nvSpPr>
        <p:spPr>
          <a:xfrm>
            <a:off x="1476356" y="5195019"/>
            <a:ext cx="1939944" cy="752494"/>
          </a:xfrm>
          <a:prstGeom prst="wedgeRectCallout">
            <a:avLst>
              <a:gd name="adj1" fmla="val 73645"/>
              <a:gd name="adj2" fmla="val -25534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Path to ERA-5 data</a:t>
            </a:r>
          </a:p>
        </p:txBody>
      </p:sp>
      <p:sp>
        <p:nvSpPr>
          <p:cNvPr id="13" name="Sprechblase: rechteckig 12">
            <a:extLst>
              <a:ext uri="{FF2B5EF4-FFF2-40B4-BE49-F238E27FC236}">
                <a16:creationId xmlns:a16="http://schemas.microsoft.com/office/drawing/2014/main" id="{CCCCAB2B-253E-578C-F601-4C6A5589D4C9}"/>
              </a:ext>
            </a:extLst>
          </p:cNvPr>
          <p:cNvSpPr/>
          <p:nvPr/>
        </p:nvSpPr>
        <p:spPr>
          <a:xfrm>
            <a:off x="3693968" y="5180663"/>
            <a:ext cx="2071832" cy="752494"/>
          </a:xfrm>
          <a:prstGeom prst="wedgeRectCallout">
            <a:avLst>
              <a:gd name="adj1" fmla="val 51855"/>
              <a:gd name="adj2" fmla="val -223706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path to global wind atlas</a:t>
            </a:r>
          </a:p>
        </p:txBody>
      </p:sp>
      <p:sp>
        <p:nvSpPr>
          <p:cNvPr id="6" name="Sprechblase: rechteckig 5">
            <a:extLst>
              <a:ext uri="{FF2B5EF4-FFF2-40B4-BE49-F238E27FC236}">
                <a16:creationId xmlns:a16="http://schemas.microsoft.com/office/drawing/2014/main" id="{80AC4A0C-2F04-3AA9-5838-75AE5C9C02DE}"/>
              </a:ext>
            </a:extLst>
          </p:cNvPr>
          <p:cNvSpPr/>
          <p:nvPr/>
        </p:nvSpPr>
        <p:spPr>
          <a:xfrm>
            <a:off x="6092759" y="5193963"/>
            <a:ext cx="2071832" cy="752494"/>
          </a:xfrm>
          <a:prstGeom prst="wedgeRectCallout">
            <a:avLst>
              <a:gd name="adj1" fmla="val 12011"/>
              <a:gd name="adj2" fmla="val -17982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Input: path to land cover dataset</a:t>
            </a:r>
          </a:p>
        </p:txBody>
      </p:sp>
    </p:spTree>
    <p:extLst>
      <p:ext uri="{BB962C8B-B14F-4D97-AF65-F5344CB8AC3E}">
        <p14:creationId xmlns:p14="http://schemas.microsoft.com/office/powerpoint/2010/main" val="257560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2DABC-2F8C-D21E-8306-DB02BED6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Wind: Results are Different Variables as Time Series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79D6E03-BD2E-921D-C38F-E2B1EA5CC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8FAB23-394F-F025-3C8D-46915F0B4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A21C39-5D95-A52E-F7AB-28558F5A5E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AA78908-9281-60C6-E736-9A90A036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295400"/>
            <a:ext cx="70485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61579"/>
      </p:ext>
    </p:extLst>
  </p:cSld>
  <p:clrMapOvr>
    <a:masterClrMapping/>
  </p:clrMapOvr>
</p:sld>
</file>

<file path=ppt/theme/theme1.xml><?xml version="1.0" encoding="utf-8"?>
<a:theme xmlns:a="http://schemas.openxmlformats.org/drawingml/2006/main" name="2018-02-28_ppt_a4">
  <a:themeElements>
    <a:clrScheme name="Benutzerdefiniert 292">
      <a:dk1>
        <a:sysClr val="windowText" lastClr="000000"/>
      </a:dk1>
      <a:lt1>
        <a:sysClr val="window" lastClr="FFFFFF"/>
      </a:lt1>
      <a:dk2>
        <a:srgbClr val="6D268E"/>
      </a:dk2>
      <a:lt2>
        <a:srgbClr val="EBEBEB"/>
      </a:lt2>
      <a:accent1>
        <a:srgbClr val="023D6B"/>
      </a:accent1>
      <a:accent2>
        <a:srgbClr val="ADBDE3"/>
      </a:accent2>
      <a:accent3>
        <a:srgbClr val="30A93B"/>
      </a:accent3>
      <a:accent4>
        <a:srgbClr val="FFE900"/>
      </a:accent4>
      <a:accent5>
        <a:srgbClr val="FF8C0C"/>
      </a:accent5>
      <a:accent6>
        <a:srgbClr val="DF0F44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5000"/>
          </a:lnSpc>
          <a:defRPr sz="2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5000"/>
          </a:lnSpc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english_ IEK3_presentation_df.pptx" id="{384F8FB1-5C4D-46E2-8071-58DD0CFA8CD2}" vid="{28AD976C-E48A-491F-9AB8-8116C463C884}"/>
    </a:ext>
  </a:extLst>
</a:theme>
</file>

<file path=ppt/theme/theme2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180314A710F7A4EB1047E73480405AC" ma:contentTypeVersion="2" ma:contentTypeDescription="Ein neues Dokument erstellen." ma:contentTypeScope="" ma:versionID="5fce66a760adaa0c3bc41a29ccc7320c">
  <xsd:schema xmlns:xsd="http://www.w3.org/2001/XMLSchema" xmlns:xs="http://www.w3.org/2001/XMLSchema" xmlns:p="http://schemas.microsoft.com/office/2006/metadata/properties" xmlns:ns2="d7b0c8ab-ab56-4bff-bbcf-7cef73c6fd20" targetNamespace="http://schemas.microsoft.com/office/2006/metadata/properties" ma:root="true" ma:fieldsID="6ba31731252026cfbdc8e38cee30aacc" ns2:_="">
    <xsd:import namespace="d7b0c8ab-ab56-4bff-bbcf-7cef73c6fd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0c8ab-ab56-4bff-bbcf-7cef73c6fd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BFB196-69DD-47B3-A2FC-0C63F3CA58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A508FC-C280-40AD-8398-BAA377701E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8BCB8-3A48-4D84-8E08-2A3E06938E31}">
  <ds:schemaRefs>
    <ds:schemaRef ds:uri="d7b0c8ab-ab56-4bff-bbcf-7cef73c6fd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Template_english_ IEK3_presentation_df</Template>
  <TotalTime>0</TotalTime>
  <Words>2154</Words>
  <Application>Microsoft Office PowerPoint</Application>
  <PresentationFormat>A4 Paper (210x297 mm)</PresentationFormat>
  <Paragraphs>434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Cambria Math</vt:lpstr>
      <vt:lpstr>Symbol</vt:lpstr>
      <vt:lpstr>Wingdings</vt:lpstr>
      <vt:lpstr>2018-02-28_ppt_a4</vt:lpstr>
      <vt:lpstr>IMP-EGH: Interdisciplinary Master Program – Energy &amp; Green Hydrogen  Track 6: Systems Analysis for Green Hydrogen</vt:lpstr>
      <vt:lpstr>Renewable energy simulation Schedule</vt:lpstr>
      <vt:lpstr>Renewable energy simulation Topics</vt:lpstr>
      <vt:lpstr>I/O of Renewables Simulation</vt:lpstr>
      <vt:lpstr>I/O of Renewables Simulation: Geographical Representation</vt:lpstr>
      <vt:lpstr>RES Potentials: Requirements for Energy System</vt:lpstr>
      <vt:lpstr>Overview: General Workflow</vt:lpstr>
      <vt:lpstr>Overview: General Workflow</vt:lpstr>
      <vt:lpstr>Weather Data</vt:lpstr>
      <vt:lpstr>Different weather data</vt:lpstr>
      <vt:lpstr>ERA 5variables used</vt:lpstr>
      <vt:lpstr>ERA 5variables used</vt:lpstr>
      <vt:lpstr>PV</vt:lpstr>
      <vt:lpstr>Overview: General Workflow</vt:lpstr>
      <vt:lpstr>Background 1: Solar Irradiance</vt:lpstr>
      <vt:lpstr>Background 2: Irradiances Types</vt:lpstr>
      <vt:lpstr>Irradiances Types with ERA5</vt:lpstr>
      <vt:lpstr>Long Run Averages (LRA)</vt:lpstr>
      <vt:lpstr>Overview: General Workflow</vt:lpstr>
      <vt:lpstr>Plane of Array (POA)</vt:lpstr>
      <vt:lpstr>Overview: General Workflow</vt:lpstr>
      <vt:lpstr>Simulation Step 1: Estimation of Cell Temperature</vt:lpstr>
      <vt:lpstr>Simulation Step 2: Calculation of Power Output</vt:lpstr>
      <vt:lpstr>Result: PV Potentials</vt:lpstr>
      <vt:lpstr>Wind</vt:lpstr>
      <vt:lpstr>Background</vt:lpstr>
      <vt:lpstr>Overview: General Workflow</vt:lpstr>
      <vt:lpstr>Long Run Averages (LRA)</vt:lpstr>
      <vt:lpstr>Overview: General Workflow</vt:lpstr>
      <vt:lpstr>Projection to Wind Speed</vt:lpstr>
      <vt:lpstr>Overview: General Workflow</vt:lpstr>
      <vt:lpstr>Power Curve</vt:lpstr>
      <vt:lpstr>Power Curve</vt:lpstr>
      <vt:lpstr>Result: Onshore Wind Potentials</vt:lpstr>
      <vt:lpstr>Cost model</vt:lpstr>
      <vt:lpstr>Determining the LCOE</vt:lpstr>
      <vt:lpstr>Cost assumptions</vt:lpstr>
      <vt:lpstr>Cost Potential of Renewable Energies</vt:lpstr>
      <vt:lpstr>Python Implementation:</vt:lpstr>
      <vt:lpstr>ETHOS: Energy Transformation PatHway Optimization Suite</vt:lpstr>
      <vt:lpstr>Python Implementation:</vt:lpstr>
      <vt:lpstr>Simulation of PV: Placements as Input Data</vt:lpstr>
      <vt:lpstr>PV Simulation</vt:lpstr>
      <vt:lpstr>Whole Code for PV:</vt:lpstr>
      <vt:lpstr>Simulation of PV: Results are Different Variables as Time Series</vt:lpstr>
      <vt:lpstr>Simulation of Wind: Placements as Input Data</vt:lpstr>
      <vt:lpstr>Wind Simulation</vt:lpstr>
      <vt:lpstr>Simulation of Wind: Results are Different Variables as Time Series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Renewable Energies</dc:title>
  <dc:creator>Franzmann, David</dc:creator>
  <cp:lastModifiedBy>Chen, Shuying</cp:lastModifiedBy>
  <cp:revision>5</cp:revision>
  <dcterms:created xsi:type="dcterms:W3CDTF">2024-05-08T07:59:33Z</dcterms:created>
  <dcterms:modified xsi:type="dcterms:W3CDTF">2025-03-24T14:01:10Z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0x010100D180314A710F7A4EB1047E73480405AC</vt:lpwstr>
  </property>
</Properties>
</file>