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497" r:id="rId5"/>
    <p:sldId id="2012" r:id="rId6"/>
    <p:sldId id="2013" r:id="rId7"/>
    <p:sldId id="2011" r:id="rId8"/>
    <p:sldId id="2014" r:id="rId9"/>
    <p:sldId id="2016" r:id="rId10"/>
    <p:sldId id="2024" r:id="rId11"/>
    <p:sldId id="2025" r:id="rId12"/>
    <p:sldId id="2027" r:id="rId13"/>
    <p:sldId id="2010" r:id="rId14"/>
    <p:sldId id="2019" r:id="rId15"/>
    <p:sldId id="2020" r:id="rId16"/>
    <p:sldId id="2023" r:id="rId1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248" userDrawn="1">
          <p15:clr>
            <a:srgbClr val="A4A3A4"/>
          </p15:clr>
        </p15:guide>
        <p15:guide id="3" orient="horz" pos="799">
          <p15:clr>
            <a:srgbClr val="A4A3A4"/>
          </p15:clr>
        </p15:guide>
        <p15:guide id="4" pos="2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in Beer" initials="RB" lastIdx="122" clrIdx="0">
    <p:extLst>
      <p:ext uri="{19B8F6BF-5375-455C-9EA6-DF929625EA0E}">
        <p15:presenceInfo xmlns:p15="http://schemas.microsoft.com/office/powerpoint/2012/main" userId="S-1-5-21-789336058-725345543-839522115-933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3F3F3"/>
    <a:srgbClr val="023D6B"/>
    <a:srgbClr val="30A93B"/>
    <a:srgbClr val="6281CA"/>
    <a:srgbClr val="1395FB"/>
    <a:srgbClr val="FFFFFF"/>
    <a:srgbClr val="247F2C"/>
    <a:srgbClr val="7F7F7F"/>
    <a:srgbClr val="DA8032"/>
    <a:srgbClr val="DF0F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7A0EAE-4D81-4933-BB2A-D65FAA1EF528}" v="129" dt="2022-11-09T13:21:39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60" y="1208"/>
      </p:cViewPr>
      <p:guideLst>
        <p:guide orient="horz" pos="1026"/>
        <p:guide pos="248"/>
        <p:guide orient="horz" pos="799"/>
        <p:guide pos="26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E1389CC-567B-462D-9606-5A6D48725E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2223E6-8DEC-4459-8B52-D06E9BD3DA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9E86A-6679-4EC8-847C-9F954F45BF68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E09F90-192B-4C21-A710-7EFC4BA93B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7B6243-ABD9-472E-9641-6E7B2B863D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8E8B7-5326-4A3E-8AE4-83D3CDA8A9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575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3C419-10E8-4216-A6CC-B7C8A23909AD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6CAD1-FD47-46B0-9C16-1B81F4E690E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1325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E713E3ED-78BF-4AEF-A5C2-46B7E751DB0E}"/>
              </a:ext>
            </a:extLst>
          </p:cNvPr>
          <p:cNvSpPr/>
          <p:nvPr userDrawn="1"/>
        </p:nvSpPr>
        <p:spPr>
          <a:xfrm>
            <a:off x="1" y="380577"/>
            <a:ext cx="9906000" cy="502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34225" y="537344"/>
            <a:ext cx="8456577" cy="623404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14000"/>
              </a:lnSpc>
              <a:defRPr sz="24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9453" y="2444703"/>
            <a:ext cx="8456576" cy="516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cap="none" spc="65" baseline="0">
                <a:solidFill>
                  <a:schemeClr val="bg1"/>
                </a:solidFill>
              </a:defRPr>
            </a:lvl1pPr>
            <a:lvl2pPr marL="495328" indent="0" algn="ctr">
              <a:buNone/>
              <a:defRPr sz="2167"/>
            </a:lvl2pPr>
            <a:lvl3pPr marL="990657" indent="0" algn="ctr">
              <a:buNone/>
              <a:defRPr sz="1950"/>
            </a:lvl3pPr>
            <a:lvl4pPr marL="1485984" indent="0" algn="ctr">
              <a:buNone/>
              <a:defRPr sz="1733"/>
            </a:lvl4pPr>
            <a:lvl5pPr marL="1981313" indent="0" algn="ctr">
              <a:buNone/>
              <a:defRPr sz="1733"/>
            </a:lvl5pPr>
            <a:lvl6pPr marL="2476641" indent="0" algn="ctr">
              <a:buNone/>
              <a:defRPr sz="1733"/>
            </a:lvl6pPr>
            <a:lvl7pPr marL="2971970" indent="0" algn="ctr">
              <a:buNone/>
              <a:defRPr sz="1733"/>
            </a:lvl7pPr>
            <a:lvl8pPr marL="3467297" indent="0" algn="ctr">
              <a:buNone/>
              <a:defRPr sz="1733"/>
            </a:lvl8pPr>
            <a:lvl9pPr marL="3962626" indent="0" algn="ctr">
              <a:buNone/>
              <a:defRPr sz="1733"/>
            </a:lvl9pPr>
          </a:lstStyle>
          <a:p>
            <a:r>
              <a:rPr lang="en-US" noProof="0"/>
              <a:t>Date  |  Name</a:t>
            </a:r>
          </a:p>
        </p:txBody>
      </p:sp>
      <p:pic>
        <p:nvPicPr>
          <p:cNvPr id="10" name="Grafik 13">
            <a:extLst>
              <a:ext uri="{FF2B5EF4-FFF2-40B4-BE49-F238E27FC236}">
                <a16:creationId xmlns:a16="http://schemas.microsoft.com/office/drawing/2014/main" id="{CD8EAD64-AF04-4C84-A4BD-DC7D236650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00" y="6192000"/>
            <a:ext cx="1922022" cy="548854"/>
          </a:xfrm>
          <a:prstGeom prst="rect">
            <a:avLst/>
          </a:prstGeom>
        </p:spPr>
      </p:pic>
      <p:pic>
        <p:nvPicPr>
          <p:cNvPr id="14" name="Grafik 7">
            <a:extLst>
              <a:ext uri="{FF2B5EF4-FFF2-40B4-BE49-F238E27FC236}">
                <a16:creationId xmlns:a16="http://schemas.microsoft.com/office/drawing/2014/main" id="{F1A4E5FA-E01B-487D-AF33-2995D0586B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16" y="6559200"/>
            <a:ext cx="2303553" cy="91462"/>
          </a:xfrm>
          <a:prstGeom prst="rect">
            <a:avLst/>
          </a:prstGeom>
        </p:spPr>
      </p:pic>
      <p:sp>
        <p:nvSpPr>
          <p:cNvPr id="16" name="Untertitel 2">
            <a:extLst>
              <a:ext uri="{FF2B5EF4-FFF2-40B4-BE49-F238E27FC236}">
                <a16:creationId xmlns:a16="http://schemas.microsoft.com/office/drawing/2014/main" id="{EEE304FD-5CB5-4A27-B953-09ADE21E98ED}"/>
              </a:ext>
            </a:extLst>
          </p:cNvPr>
          <p:cNvSpPr txBox="1">
            <a:spLocks/>
          </p:cNvSpPr>
          <p:nvPr userDrawn="1"/>
        </p:nvSpPr>
        <p:spPr>
          <a:xfrm>
            <a:off x="726585" y="4797152"/>
            <a:ext cx="8456579" cy="3600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cap="none" baseline="0" noProof="0"/>
              <a:t>IEK-3: Institute of Techno-Economic Systems Analysis</a:t>
            </a:r>
          </a:p>
          <a:p>
            <a:pPr algn="ctr"/>
            <a:endParaRPr lang="en-US" sz="1600" b="1" cap="none" baseline="0" noProof="0"/>
          </a:p>
        </p:txBody>
      </p:sp>
    </p:spTree>
    <p:extLst>
      <p:ext uri="{BB962C8B-B14F-4D97-AF65-F5344CB8AC3E}">
        <p14:creationId xmlns:p14="http://schemas.microsoft.com/office/powerpoint/2010/main" val="2389604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7" userDrawn="1">
          <p15:clr>
            <a:srgbClr val="FBAE40"/>
          </p15:clr>
        </p15:guide>
        <p15:guide id="2" pos="57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E95F26-FB0C-4F70-ABAA-668B788D4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E469CE-573C-4BA6-B213-E4A5950FA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971" y="322022"/>
            <a:ext cx="9116951" cy="442682"/>
          </a:xfrm>
        </p:spPr>
        <p:txBody>
          <a:bodyPr/>
          <a:lstStyle>
            <a:lvl1pPr>
              <a:defRPr spc="0" baseline="0"/>
            </a:lvl1pPr>
          </a:lstStyle>
          <a:p>
            <a:r>
              <a:rPr lang="de-DE"/>
              <a:t>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0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3DA6-F7AB-40BB-91D7-9F2137F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A1577B-CA73-4BEF-836E-9EF0D974C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71" y="1052736"/>
            <a:ext cx="9131029" cy="486606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4277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971" y="4869160"/>
            <a:ext cx="8375453" cy="442682"/>
          </a:xfrm>
        </p:spPr>
        <p:txBody>
          <a:bodyPr anchor="b"/>
          <a:lstStyle>
            <a:lvl1pPr algn="r">
              <a:defRPr sz="4400" spc="0" baseline="0"/>
            </a:lvl1pPr>
          </a:lstStyle>
          <a:p>
            <a:r>
              <a:rPr lang="de-DE"/>
              <a:t>Headline</a:t>
            </a:r>
            <a:endParaRPr lang="en-US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BFF90422-5EA9-49BF-B256-D3D2AA4EDCC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113600" y="6523435"/>
            <a:ext cx="504056" cy="230633"/>
          </a:xfrm>
        </p:spPr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0266CD-A41F-49F7-9D98-4209AA88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3240" y="6527063"/>
            <a:ext cx="432048" cy="2306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9" name="Grafik 9">
            <a:extLst>
              <a:ext uri="{FF2B5EF4-FFF2-40B4-BE49-F238E27FC236}">
                <a16:creationId xmlns:a16="http://schemas.microsoft.com/office/drawing/2014/main" id="{EAF7FF5F-7CD5-4C32-BB7A-2E24C7952AE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00" y="6192000"/>
            <a:ext cx="1922022" cy="548854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E2AAA4B-C7FD-4739-AE96-822F44261205}"/>
              </a:ext>
            </a:extLst>
          </p:cNvPr>
          <p:cNvSpPr txBox="1">
            <a:spLocks/>
          </p:cNvSpPr>
          <p:nvPr userDrawn="1"/>
        </p:nvSpPr>
        <p:spPr>
          <a:xfrm>
            <a:off x="2936776" y="6520259"/>
            <a:ext cx="3750544" cy="2211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noProof="0"/>
              <a:t>IEK-3: Techno-Economic Systems Analysis</a:t>
            </a:r>
          </a:p>
        </p:txBody>
      </p:sp>
      <p:pic>
        <p:nvPicPr>
          <p:cNvPr id="21" name="Grafik 6">
            <a:extLst>
              <a:ext uri="{FF2B5EF4-FFF2-40B4-BE49-F238E27FC236}">
                <a16:creationId xmlns:a16="http://schemas.microsoft.com/office/drawing/2014/main" id="{1A42DDE9-2901-4A80-99CD-BF27E488D35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16" y="6559200"/>
            <a:ext cx="2303553" cy="91462"/>
          </a:xfrm>
          <a:prstGeom prst="rect">
            <a:avLst/>
          </a:prstGeom>
        </p:spPr>
      </p:pic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D0E59E6C-3BD9-419B-B907-E627DABB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971" y="322022"/>
            <a:ext cx="9116951" cy="4426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5FA5AC7C-2CD3-41D9-AB7D-975F870B0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971" y="1052736"/>
            <a:ext cx="9116951" cy="4752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274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6" r:id="rId4"/>
  </p:sldLayoutIdLst>
  <p:hf hdr="0" ftr="0"/>
  <p:txStyles>
    <p:titleStyle>
      <a:lvl1pPr algn="l" defTabSz="990657" rtl="0" eaLnBrk="1" latinLnBrk="0" hangingPunct="1">
        <a:lnSpc>
          <a:spcPct val="114000"/>
        </a:lnSpc>
        <a:spcBef>
          <a:spcPct val="0"/>
        </a:spcBef>
        <a:buNone/>
        <a:defRPr sz="2000" b="1" kern="1200" cap="none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7664" indent="-247664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88449" indent="-254544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22353" indent="-233905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70017" indent="-233905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10802" indent="-233905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724305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633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961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10290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28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57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984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13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41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0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297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26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2" pos="248" userDrawn="1">
          <p15:clr>
            <a:srgbClr val="F26B43"/>
          </p15:clr>
        </p15:guide>
        <p15:guide id="3" pos="5992" userDrawn="1">
          <p15:clr>
            <a:srgbClr val="F26B43"/>
          </p15:clr>
        </p15:guide>
        <p15:guide id="4" orient="horz" pos="278" userDrawn="1">
          <p15:clr>
            <a:srgbClr val="F26B43"/>
          </p15:clr>
        </p15:guide>
        <p15:guide id="6" pos="2935" userDrawn="1">
          <p15:clr>
            <a:srgbClr val="F26B43"/>
          </p15:clr>
        </p15:guide>
        <p15:guide id="7" pos="3305" userDrawn="1">
          <p15:clr>
            <a:srgbClr val="F26B43"/>
          </p15:clr>
        </p15:guide>
        <p15:guide id="8" orient="horz" pos="36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vsa-fine.readthedocs.io/en/master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sa-fine.readthedocs.io/en/master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vsa-fine.readthedocs.io/en/master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vsa-fine.readthedocs.io/en/master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E0D442-5A2D-4B5C-B541-D25F7EB2C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25" y="897384"/>
            <a:ext cx="8456577" cy="803424"/>
          </a:xfrm>
        </p:spPr>
        <p:txBody>
          <a:bodyPr/>
          <a:lstStyle/>
          <a:p>
            <a:pPr algn="ctr"/>
            <a:r>
              <a:rPr lang="en-US" sz="1600" cap="none" dirty="0">
                <a:cs typeface="Arial" panose="020B0604020202020204" pitchFamily="34" charset="0"/>
              </a:rPr>
              <a:t>IMP-EGH: Interdisciplinary Master Program – Energy &amp; Green Hydrogen </a:t>
            </a:r>
            <a:br>
              <a:rPr lang="en-US" sz="1600" cap="none" dirty="0">
                <a:cs typeface="Arial" panose="020B0604020202020204" pitchFamily="34" charset="0"/>
              </a:rPr>
            </a:br>
            <a:r>
              <a:rPr lang="en-US" sz="1600" cap="none" dirty="0">
                <a:cs typeface="Arial" panose="020B0604020202020204" pitchFamily="34" charset="0"/>
              </a:rPr>
              <a:t>Track 6: Systems Analysis for Green Hydrogen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88AD4B-5237-41FA-97FC-513ED4689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453" y="1916832"/>
            <a:ext cx="8456576" cy="1044627"/>
          </a:xfrm>
        </p:spPr>
        <p:txBody>
          <a:bodyPr>
            <a:normAutofit/>
          </a:bodyPr>
          <a:lstStyle/>
          <a:p>
            <a:r>
              <a:rPr lang="en-US" sz="2000" dirty="0"/>
              <a:t>3</a:t>
            </a:r>
            <a:r>
              <a:rPr lang="en-US" sz="2000" baseline="30000" dirty="0"/>
              <a:t>rd</a:t>
            </a:r>
            <a:r>
              <a:rPr lang="en-US" sz="2000" dirty="0"/>
              <a:t> Semester | Heidi U. Heinrichs, Maximilian Stargardt</a:t>
            </a:r>
          </a:p>
          <a:p>
            <a:pPr algn="ctr"/>
            <a:r>
              <a:rPr lang="de-DE" cap="none" dirty="0">
                <a:latin typeface="Arial" panose="020B0604020202020204" pitchFamily="34" charset="0"/>
                <a:cs typeface="Arial" panose="020B0604020202020204" pitchFamily="34" charset="0"/>
              </a:rPr>
              <a:t>h.heinrichs@fz-juelich.de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6A378C28-4B8B-4FC5-8F7A-49D0C31C9E36}"/>
              </a:ext>
            </a:extLst>
          </p:cNvPr>
          <p:cNvSpPr txBox="1">
            <a:spLocks/>
          </p:cNvSpPr>
          <p:nvPr/>
        </p:nvSpPr>
        <p:spPr>
          <a:xfrm>
            <a:off x="726587" y="4158208"/>
            <a:ext cx="8456579" cy="3007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400" cap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D187ECF2-D84A-4D7C-A88D-025259E692AC}"/>
              </a:ext>
            </a:extLst>
          </p:cNvPr>
          <p:cNvSpPr txBox="1">
            <a:spLocks/>
          </p:cNvSpPr>
          <p:nvPr/>
        </p:nvSpPr>
        <p:spPr>
          <a:xfrm>
            <a:off x="726587" y="3416300"/>
            <a:ext cx="8456579" cy="7327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cap="none" dirty="0" err="1">
                <a:solidFill>
                  <a:prstClr val="white"/>
                </a:solidFill>
                <a:cs typeface="Arial" panose="020B0604020202020204" pitchFamily="34" charset="0"/>
              </a:rPr>
              <a:t>Exercise</a:t>
            </a:r>
            <a:r>
              <a:rPr lang="de-DE" cap="none" dirty="0">
                <a:solidFill>
                  <a:prstClr val="white"/>
                </a:solidFill>
                <a:cs typeface="Arial" panose="020B0604020202020204" pitchFamily="34" charset="0"/>
              </a:rPr>
              <a:t> Unit XYZ</a:t>
            </a:r>
          </a:p>
          <a:p>
            <a:pPr algn="ctr"/>
            <a:r>
              <a:rPr lang="de-DE" cap="none">
                <a:solidFill>
                  <a:prstClr val="white"/>
                </a:solidFill>
                <a:cs typeface="Arial" panose="020B0604020202020204" pitchFamily="34" charset="0"/>
              </a:rPr>
              <a:t>March 2025</a:t>
            </a:r>
            <a:endParaRPr lang="de-DE" cap="none" dirty="0">
              <a:solidFill>
                <a:prstClr val="white"/>
              </a:solidFill>
              <a:cs typeface="Arial" panose="020B0604020202020204" pitchFamily="34" charset="0"/>
            </a:endParaRPr>
          </a:p>
          <a:p>
            <a:pPr algn="ctr"/>
            <a:endParaRPr lang="de-DE" cap="none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10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38"/>
    </mc:Choice>
    <mc:Fallback xmlns="">
      <p:transition spd="slow" advTm="198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64964A-E4B5-48FB-9AA7-A4285BCA9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of This Exercise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A54F5B-6EE9-4703-AC2D-9DBB92497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E7A71-46BA-4A92-BB59-7D29056CEA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Unsplash.com </a:t>
            </a: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C92BC5B2-CF9E-4DEC-A43D-E9D22364D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729" y="1678029"/>
            <a:ext cx="4468618" cy="2979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75A9472-6895-4DCC-9D89-E2BE1B08E7A3}"/>
              </a:ext>
            </a:extLst>
          </p:cNvPr>
          <p:cNvSpPr/>
          <p:nvPr/>
        </p:nvSpPr>
        <p:spPr>
          <a:xfrm>
            <a:off x="578840" y="1678029"/>
            <a:ext cx="4274191" cy="6708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600" dirty="0"/>
              <a:t>What is FINE?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4E5B9F-B736-4EB6-B584-902C22F16288}"/>
              </a:ext>
            </a:extLst>
          </p:cNvPr>
          <p:cNvSpPr/>
          <p:nvPr/>
        </p:nvSpPr>
        <p:spPr>
          <a:xfrm>
            <a:off x="578839" y="2446882"/>
            <a:ext cx="4274191" cy="6708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600" dirty="0"/>
              <a:t>What can FINE be applied for?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7A475F-6DFC-4E2B-9D22-CC5DB335107F}"/>
              </a:ext>
            </a:extLst>
          </p:cNvPr>
          <p:cNvSpPr/>
          <p:nvPr/>
        </p:nvSpPr>
        <p:spPr>
          <a:xfrm>
            <a:off x="578839" y="3217367"/>
            <a:ext cx="4274191" cy="6708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600" dirty="0"/>
              <a:t>Core Components of FINE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A9828-324B-4A95-B084-092B75627943}"/>
              </a:ext>
            </a:extLst>
          </p:cNvPr>
          <p:cNvSpPr/>
          <p:nvPr/>
        </p:nvSpPr>
        <p:spPr>
          <a:xfrm>
            <a:off x="578840" y="3986220"/>
            <a:ext cx="4274191" cy="6708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600" dirty="0"/>
              <a:t>Build your own single-node energy system model </a:t>
            </a:r>
          </a:p>
        </p:txBody>
      </p:sp>
    </p:spTree>
    <p:extLst>
      <p:ext uri="{BB962C8B-B14F-4D97-AF65-F5344CB8AC3E}">
        <p14:creationId xmlns:p14="http://schemas.microsoft.com/office/powerpoint/2010/main" val="1393596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19A0A-B435-4FAE-8F16-2755AE64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as an Open Source Framework to Model Energy Systems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EB969-66BE-459F-9982-9473826B71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1C23B-758F-4D12-94CA-DF94272C34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911790-30D3-432F-BE3D-5FDA94E4CE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70" y="1396704"/>
            <a:ext cx="3834080" cy="4866064"/>
          </a:xfrm>
        </p:spPr>
        <p:txBody>
          <a:bodyPr/>
          <a:lstStyle/>
          <a:p>
            <a:r>
              <a:rPr lang="en-US" b="1" dirty="0"/>
              <a:t>FINE </a:t>
            </a:r>
            <a:r>
              <a:rPr lang="en-US" dirty="0"/>
              <a:t> is abbreviation for:</a:t>
            </a:r>
            <a:br>
              <a:rPr lang="en-US" dirty="0"/>
            </a:br>
            <a:r>
              <a:rPr lang="en-US" b="1" dirty="0"/>
              <a:t>F</a:t>
            </a:r>
            <a:r>
              <a:rPr lang="en-US" dirty="0"/>
              <a:t>ramework for </a:t>
            </a:r>
            <a:r>
              <a:rPr lang="en-US" b="1" dirty="0"/>
              <a:t>In</a:t>
            </a:r>
            <a:r>
              <a:rPr lang="en-US" dirty="0"/>
              <a:t>tegrated </a:t>
            </a:r>
            <a:r>
              <a:rPr lang="en-US" b="1" dirty="0"/>
              <a:t>E</a:t>
            </a:r>
            <a:r>
              <a:rPr lang="en-US" dirty="0"/>
              <a:t>nergy System assessment</a:t>
            </a:r>
          </a:p>
          <a:p>
            <a:r>
              <a:rPr lang="en-US" dirty="0"/>
              <a:t>generating energy system optimization models</a:t>
            </a:r>
          </a:p>
          <a:p>
            <a:r>
              <a:rPr lang="en-US" dirty="0"/>
              <a:t>Open-Source software</a:t>
            </a:r>
          </a:p>
          <a:p>
            <a:r>
              <a:rPr lang="en-US" dirty="0"/>
              <a:t>Easy handling for everyone </a:t>
            </a:r>
          </a:p>
          <a:p>
            <a:r>
              <a:rPr lang="en-US" dirty="0"/>
              <a:t>Finding answers to pressing questions in future energy systems</a:t>
            </a:r>
          </a:p>
          <a:p>
            <a:r>
              <a:rPr lang="en-US" dirty="0"/>
              <a:t>E.g.: (affordability, high share of renewable energy sources, </a:t>
            </a:r>
            <a:br>
              <a:rPr lang="en-US" dirty="0"/>
            </a:br>
            <a:r>
              <a:rPr lang="en-US" dirty="0"/>
              <a:t>low CO</a:t>
            </a:r>
            <a:r>
              <a:rPr lang="en-US" baseline="-25000" dirty="0"/>
              <a:t>2</a:t>
            </a:r>
            <a:r>
              <a:rPr lang="en-US" dirty="0"/>
              <a:t>-emissions</a:t>
            </a:r>
          </a:p>
        </p:txBody>
      </p:sp>
      <p:cxnSp>
        <p:nvCxnSpPr>
          <p:cNvPr id="608" name="Straight Arrow Connector 607">
            <a:extLst>
              <a:ext uri="{FF2B5EF4-FFF2-40B4-BE49-F238E27FC236}">
                <a16:creationId xmlns:a16="http://schemas.microsoft.com/office/drawing/2014/main" id="{4492200B-320A-4031-A23A-F9FC1FB9C964}"/>
              </a:ext>
            </a:extLst>
          </p:cNvPr>
          <p:cNvCxnSpPr>
            <a:cxnSpLocks/>
          </p:cNvCxnSpPr>
          <p:nvPr/>
        </p:nvCxnSpPr>
        <p:spPr>
          <a:xfrm>
            <a:off x="8795943" y="3313079"/>
            <a:ext cx="463722" cy="0"/>
          </a:xfrm>
          <a:prstGeom prst="straightConnector1">
            <a:avLst/>
          </a:prstGeom>
          <a:ln w="127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9" name="TextBox 608">
            <a:extLst>
              <a:ext uri="{FF2B5EF4-FFF2-40B4-BE49-F238E27FC236}">
                <a16:creationId xmlns:a16="http://schemas.microsoft.com/office/drawing/2014/main" id="{D3F3988B-E416-4394-AAE9-93A4389156E7}"/>
              </a:ext>
            </a:extLst>
          </p:cNvPr>
          <p:cNvSpPr txBox="1"/>
          <p:nvPr/>
        </p:nvSpPr>
        <p:spPr>
          <a:xfrm rot="5400000">
            <a:off x="8874007" y="3163019"/>
            <a:ext cx="1426126" cy="3262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dirty="0"/>
              <a:t>Location XY</a:t>
            </a:r>
          </a:p>
        </p:txBody>
      </p:sp>
      <p:grpSp>
        <p:nvGrpSpPr>
          <p:cNvPr id="625" name="Group 624">
            <a:extLst>
              <a:ext uri="{FF2B5EF4-FFF2-40B4-BE49-F238E27FC236}">
                <a16:creationId xmlns:a16="http://schemas.microsoft.com/office/drawing/2014/main" id="{4B315F51-B747-4399-8FB8-708AFE46F9E5}"/>
              </a:ext>
            </a:extLst>
          </p:cNvPr>
          <p:cNvGrpSpPr/>
          <p:nvPr/>
        </p:nvGrpSpPr>
        <p:grpSpPr>
          <a:xfrm>
            <a:off x="4284629" y="1375599"/>
            <a:ext cx="5577428" cy="4085697"/>
            <a:chOff x="4284629" y="1375599"/>
            <a:chExt cx="5577428" cy="4085697"/>
          </a:xfrm>
        </p:grpSpPr>
        <p:sp>
          <p:nvSpPr>
            <p:cNvPr id="595" name="Rectangle: Rounded Corners 594">
              <a:extLst>
                <a:ext uri="{FF2B5EF4-FFF2-40B4-BE49-F238E27FC236}">
                  <a16:creationId xmlns:a16="http://schemas.microsoft.com/office/drawing/2014/main" id="{40108DB5-60B2-4ABF-8C36-6DD95EB78579}"/>
                </a:ext>
              </a:extLst>
            </p:cNvPr>
            <p:cNvSpPr/>
            <p:nvPr/>
          </p:nvSpPr>
          <p:spPr>
            <a:xfrm>
              <a:off x="4284629" y="1375599"/>
              <a:ext cx="4801915" cy="4085697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scene3d>
              <a:camera prst="perspectiveRelaxedModerately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2400" dirty="0" err="1"/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96BD5B5F-A583-41A7-85C2-5F86F7DA5493}"/>
                </a:ext>
              </a:extLst>
            </p:cNvPr>
            <p:cNvSpPr txBox="1"/>
            <p:nvPr/>
          </p:nvSpPr>
          <p:spPr>
            <a:xfrm>
              <a:off x="6007583" y="3139219"/>
              <a:ext cx="1532278" cy="36095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600" dirty="0"/>
                <a:t>Commodity c</a:t>
              </a:r>
              <a:r>
                <a:rPr lang="en-US" sz="1600" baseline="-25000" dirty="0"/>
                <a:t>1 </a:t>
              </a:r>
              <a:r>
                <a:rPr lang="en-US" sz="1600" dirty="0"/>
                <a:t> </a:t>
              </a:r>
            </a:p>
          </p:txBody>
        </p:sp>
        <p:grpSp>
          <p:nvGrpSpPr>
            <p:cNvPr id="621" name="Group 620">
              <a:extLst>
                <a:ext uri="{FF2B5EF4-FFF2-40B4-BE49-F238E27FC236}">
                  <a16:creationId xmlns:a16="http://schemas.microsoft.com/office/drawing/2014/main" id="{97F6A824-083C-4367-8ED6-CD200671CA90}"/>
                </a:ext>
              </a:extLst>
            </p:cNvPr>
            <p:cNvGrpSpPr/>
            <p:nvPr/>
          </p:nvGrpSpPr>
          <p:grpSpPr>
            <a:xfrm>
              <a:off x="5425469" y="1396704"/>
              <a:ext cx="1948690" cy="1728058"/>
              <a:chOff x="5425469" y="1396704"/>
              <a:chExt cx="1948690" cy="1728058"/>
            </a:xfrm>
          </p:grpSpPr>
          <p:grpSp>
            <p:nvGrpSpPr>
              <p:cNvPr id="8" name="Gruppieren 5">
                <a:extLst>
                  <a:ext uri="{FF2B5EF4-FFF2-40B4-BE49-F238E27FC236}">
                    <a16:creationId xmlns:a16="http://schemas.microsoft.com/office/drawing/2014/main" id="{8C708A05-D6EF-4BC6-ACD1-544131E67B43}"/>
                  </a:ext>
                </a:extLst>
              </p:cNvPr>
              <p:cNvGrpSpPr/>
              <p:nvPr/>
            </p:nvGrpSpPr>
            <p:grpSpPr>
              <a:xfrm>
                <a:off x="5425469" y="1703324"/>
                <a:ext cx="510778" cy="426513"/>
                <a:chOff x="460375" y="1816099"/>
                <a:chExt cx="1454148" cy="1511301"/>
              </a:xfrm>
              <a:solidFill>
                <a:schemeClr val="accent1"/>
              </a:solidFill>
            </p:grpSpPr>
            <p:sp>
              <p:nvSpPr>
                <p:cNvPr id="9" name="Freeform 6">
                  <a:extLst>
                    <a:ext uri="{FF2B5EF4-FFF2-40B4-BE49-F238E27FC236}">
                      <a16:creationId xmlns:a16="http://schemas.microsoft.com/office/drawing/2014/main" id="{68AE2AD3-2A89-4CCA-9499-7965B6EB19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6750" y="2319337"/>
                  <a:ext cx="23813" cy="417513"/>
                </a:xfrm>
                <a:custGeom>
                  <a:avLst/>
                  <a:gdLst>
                    <a:gd name="T0" fmla="*/ 3 w 6"/>
                    <a:gd name="T1" fmla="*/ 1 h 105"/>
                    <a:gd name="T2" fmla="*/ 1 w 6"/>
                    <a:gd name="T3" fmla="*/ 0 h 105"/>
                    <a:gd name="T4" fmla="*/ 0 w 6"/>
                    <a:gd name="T5" fmla="*/ 103 h 105"/>
                    <a:gd name="T6" fmla="*/ 6 w 6"/>
                    <a:gd name="T7" fmla="*/ 103 h 105"/>
                    <a:gd name="T8" fmla="*/ 5 w 6"/>
                    <a:gd name="T9" fmla="*/ 0 h 105"/>
                    <a:gd name="T10" fmla="*/ 3 w 6"/>
                    <a:gd name="T11" fmla="*/ 1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" h="105">
                      <a:moveTo>
                        <a:pt x="3" y="1"/>
                      </a:moveTo>
                      <a:cubicBezTo>
                        <a:pt x="2" y="1"/>
                        <a:pt x="2" y="1"/>
                        <a:pt x="1" y="0"/>
                      </a:cubicBezTo>
                      <a:cubicBezTo>
                        <a:pt x="1" y="0"/>
                        <a:pt x="0" y="101"/>
                        <a:pt x="0" y="103"/>
                      </a:cubicBezTo>
                      <a:cubicBezTo>
                        <a:pt x="0" y="105"/>
                        <a:pt x="6" y="104"/>
                        <a:pt x="6" y="103"/>
                      </a:cubicBezTo>
                      <a:cubicBezTo>
                        <a:pt x="6" y="102"/>
                        <a:pt x="5" y="0"/>
                        <a:pt x="5" y="0"/>
                      </a:cubicBezTo>
                      <a:cubicBezTo>
                        <a:pt x="5" y="1"/>
                        <a:pt x="4" y="1"/>
                        <a:pt x="3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10" name="Freeform 7">
                  <a:extLst>
                    <a:ext uri="{FF2B5EF4-FFF2-40B4-BE49-F238E27FC236}">
                      <a16:creationId xmlns:a16="http://schemas.microsoft.com/office/drawing/2014/main" id="{109300AE-6EC6-478E-A2A6-5B0A5C6709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6750" y="2319337"/>
                  <a:ext cx="23813" cy="417513"/>
                </a:xfrm>
                <a:custGeom>
                  <a:avLst/>
                  <a:gdLst>
                    <a:gd name="T0" fmla="*/ 3 w 6"/>
                    <a:gd name="T1" fmla="*/ 1 h 105"/>
                    <a:gd name="T2" fmla="*/ 1 w 6"/>
                    <a:gd name="T3" fmla="*/ 0 h 105"/>
                    <a:gd name="T4" fmla="*/ 0 w 6"/>
                    <a:gd name="T5" fmla="*/ 103 h 105"/>
                    <a:gd name="T6" fmla="*/ 6 w 6"/>
                    <a:gd name="T7" fmla="*/ 103 h 105"/>
                    <a:gd name="T8" fmla="*/ 5 w 6"/>
                    <a:gd name="T9" fmla="*/ 0 h 105"/>
                    <a:gd name="T10" fmla="*/ 3 w 6"/>
                    <a:gd name="T11" fmla="*/ 1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" h="105">
                      <a:moveTo>
                        <a:pt x="3" y="1"/>
                      </a:moveTo>
                      <a:cubicBezTo>
                        <a:pt x="2" y="1"/>
                        <a:pt x="2" y="1"/>
                        <a:pt x="1" y="0"/>
                      </a:cubicBezTo>
                      <a:cubicBezTo>
                        <a:pt x="1" y="0"/>
                        <a:pt x="0" y="101"/>
                        <a:pt x="0" y="103"/>
                      </a:cubicBezTo>
                      <a:cubicBezTo>
                        <a:pt x="0" y="105"/>
                        <a:pt x="6" y="104"/>
                        <a:pt x="6" y="103"/>
                      </a:cubicBezTo>
                      <a:cubicBezTo>
                        <a:pt x="6" y="102"/>
                        <a:pt x="5" y="0"/>
                        <a:pt x="5" y="0"/>
                      </a:cubicBezTo>
                      <a:cubicBezTo>
                        <a:pt x="5" y="1"/>
                        <a:pt x="4" y="1"/>
                        <a:pt x="3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11" name="Freeform 8">
                  <a:extLst>
                    <a:ext uri="{FF2B5EF4-FFF2-40B4-BE49-F238E27FC236}">
                      <a16:creationId xmlns:a16="http://schemas.microsoft.com/office/drawing/2014/main" id="{F2D254FC-7314-43E7-B633-2074BCF972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6750" y="2319337"/>
                  <a:ext cx="23813" cy="417513"/>
                </a:xfrm>
                <a:custGeom>
                  <a:avLst/>
                  <a:gdLst>
                    <a:gd name="T0" fmla="*/ 3 w 6"/>
                    <a:gd name="T1" fmla="*/ 1 h 105"/>
                    <a:gd name="T2" fmla="*/ 1 w 6"/>
                    <a:gd name="T3" fmla="*/ 0 h 105"/>
                    <a:gd name="T4" fmla="*/ 0 w 6"/>
                    <a:gd name="T5" fmla="*/ 103 h 105"/>
                    <a:gd name="T6" fmla="*/ 6 w 6"/>
                    <a:gd name="T7" fmla="*/ 103 h 105"/>
                    <a:gd name="T8" fmla="*/ 5 w 6"/>
                    <a:gd name="T9" fmla="*/ 0 h 105"/>
                    <a:gd name="T10" fmla="*/ 3 w 6"/>
                    <a:gd name="T11" fmla="*/ 1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" h="105">
                      <a:moveTo>
                        <a:pt x="3" y="1"/>
                      </a:moveTo>
                      <a:cubicBezTo>
                        <a:pt x="2" y="1"/>
                        <a:pt x="2" y="1"/>
                        <a:pt x="1" y="0"/>
                      </a:cubicBezTo>
                      <a:cubicBezTo>
                        <a:pt x="1" y="0"/>
                        <a:pt x="0" y="101"/>
                        <a:pt x="0" y="103"/>
                      </a:cubicBezTo>
                      <a:cubicBezTo>
                        <a:pt x="0" y="105"/>
                        <a:pt x="6" y="104"/>
                        <a:pt x="6" y="103"/>
                      </a:cubicBezTo>
                      <a:cubicBezTo>
                        <a:pt x="6" y="102"/>
                        <a:pt x="5" y="0"/>
                        <a:pt x="5" y="0"/>
                      </a:cubicBezTo>
                      <a:cubicBezTo>
                        <a:pt x="5" y="1"/>
                        <a:pt x="4" y="1"/>
                        <a:pt x="3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12" name="Freeform 9">
                  <a:extLst>
                    <a:ext uri="{FF2B5EF4-FFF2-40B4-BE49-F238E27FC236}">
                      <a16:creationId xmlns:a16="http://schemas.microsoft.com/office/drawing/2014/main" id="{5BA2B3FF-C2D2-4BB8-9279-CDE5540984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6750" y="2319337"/>
                  <a:ext cx="23813" cy="417513"/>
                </a:xfrm>
                <a:custGeom>
                  <a:avLst/>
                  <a:gdLst>
                    <a:gd name="T0" fmla="*/ 3 w 6"/>
                    <a:gd name="T1" fmla="*/ 1 h 105"/>
                    <a:gd name="T2" fmla="*/ 1 w 6"/>
                    <a:gd name="T3" fmla="*/ 0 h 105"/>
                    <a:gd name="T4" fmla="*/ 0 w 6"/>
                    <a:gd name="T5" fmla="*/ 103 h 105"/>
                    <a:gd name="T6" fmla="*/ 6 w 6"/>
                    <a:gd name="T7" fmla="*/ 103 h 105"/>
                    <a:gd name="T8" fmla="*/ 5 w 6"/>
                    <a:gd name="T9" fmla="*/ 0 h 105"/>
                    <a:gd name="T10" fmla="*/ 3 w 6"/>
                    <a:gd name="T11" fmla="*/ 1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" h="105">
                      <a:moveTo>
                        <a:pt x="3" y="1"/>
                      </a:moveTo>
                      <a:cubicBezTo>
                        <a:pt x="2" y="1"/>
                        <a:pt x="2" y="1"/>
                        <a:pt x="1" y="0"/>
                      </a:cubicBezTo>
                      <a:cubicBezTo>
                        <a:pt x="1" y="0"/>
                        <a:pt x="0" y="101"/>
                        <a:pt x="0" y="103"/>
                      </a:cubicBezTo>
                      <a:cubicBezTo>
                        <a:pt x="0" y="105"/>
                        <a:pt x="6" y="104"/>
                        <a:pt x="6" y="103"/>
                      </a:cubicBezTo>
                      <a:cubicBezTo>
                        <a:pt x="6" y="102"/>
                        <a:pt x="5" y="0"/>
                        <a:pt x="5" y="0"/>
                      </a:cubicBezTo>
                      <a:cubicBezTo>
                        <a:pt x="5" y="1"/>
                        <a:pt x="4" y="1"/>
                        <a:pt x="3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13" name="Freeform 11">
                  <a:extLst>
                    <a:ext uri="{FF2B5EF4-FFF2-40B4-BE49-F238E27FC236}">
                      <a16:creationId xmlns:a16="http://schemas.microsoft.com/office/drawing/2014/main" id="{A69D0804-9A66-4B22-8354-4066C8F25B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7700" y="2311400"/>
                  <a:ext cx="34925" cy="266700"/>
                </a:xfrm>
                <a:custGeom>
                  <a:avLst/>
                  <a:gdLst>
                    <a:gd name="T0" fmla="*/ 7 w 9"/>
                    <a:gd name="T1" fmla="*/ 34 h 67"/>
                    <a:gd name="T2" fmla="*/ 8 w 9"/>
                    <a:gd name="T3" fmla="*/ 0 h 67"/>
                    <a:gd name="T4" fmla="*/ 2 w 9"/>
                    <a:gd name="T5" fmla="*/ 33 h 67"/>
                    <a:gd name="T6" fmla="*/ 1 w 9"/>
                    <a:gd name="T7" fmla="*/ 67 h 67"/>
                    <a:gd name="T8" fmla="*/ 7 w 9"/>
                    <a:gd name="T9" fmla="*/ 34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" h="67">
                      <a:moveTo>
                        <a:pt x="7" y="34"/>
                      </a:moveTo>
                      <a:cubicBezTo>
                        <a:pt x="9" y="15"/>
                        <a:pt x="9" y="0"/>
                        <a:pt x="8" y="0"/>
                      </a:cubicBezTo>
                      <a:cubicBezTo>
                        <a:pt x="6" y="0"/>
                        <a:pt x="3" y="15"/>
                        <a:pt x="2" y="33"/>
                      </a:cubicBezTo>
                      <a:cubicBezTo>
                        <a:pt x="0" y="52"/>
                        <a:pt x="0" y="67"/>
                        <a:pt x="1" y="67"/>
                      </a:cubicBezTo>
                      <a:cubicBezTo>
                        <a:pt x="3" y="67"/>
                        <a:pt x="5" y="52"/>
                        <a:pt x="7" y="3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14" name="Freeform 12">
                  <a:extLst>
                    <a:ext uri="{FF2B5EF4-FFF2-40B4-BE49-F238E27FC236}">
                      <a16:creationId xmlns:a16="http://schemas.microsoft.com/office/drawing/2014/main" id="{3F08F583-F788-4DFC-998A-9350750040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7700" y="2311400"/>
                  <a:ext cx="34925" cy="266700"/>
                </a:xfrm>
                <a:custGeom>
                  <a:avLst/>
                  <a:gdLst>
                    <a:gd name="T0" fmla="*/ 7 w 9"/>
                    <a:gd name="T1" fmla="*/ 34 h 67"/>
                    <a:gd name="T2" fmla="*/ 8 w 9"/>
                    <a:gd name="T3" fmla="*/ 0 h 67"/>
                    <a:gd name="T4" fmla="*/ 2 w 9"/>
                    <a:gd name="T5" fmla="*/ 33 h 67"/>
                    <a:gd name="T6" fmla="*/ 1 w 9"/>
                    <a:gd name="T7" fmla="*/ 67 h 67"/>
                    <a:gd name="T8" fmla="*/ 7 w 9"/>
                    <a:gd name="T9" fmla="*/ 34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" h="67">
                      <a:moveTo>
                        <a:pt x="7" y="34"/>
                      </a:moveTo>
                      <a:cubicBezTo>
                        <a:pt x="9" y="15"/>
                        <a:pt x="9" y="0"/>
                        <a:pt x="8" y="0"/>
                      </a:cubicBezTo>
                      <a:cubicBezTo>
                        <a:pt x="6" y="0"/>
                        <a:pt x="3" y="15"/>
                        <a:pt x="2" y="33"/>
                      </a:cubicBezTo>
                      <a:cubicBezTo>
                        <a:pt x="0" y="52"/>
                        <a:pt x="0" y="67"/>
                        <a:pt x="1" y="67"/>
                      </a:cubicBezTo>
                      <a:cubicBezTo>
                        <a:pt x="3" y="67"/>
                        <a:pt x="5" y="52"/>
                        <a:pt x="7" y="3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15" name="Freeform 13">
                  <a:extLst>
                    <a:ext uri="{FF2B5EF4-FFF2-40B4-BE49-F238E27FC236}">
                      <a16:creationId xmlns:a16="http://schemas.microsoft.com/office/drawing/2014/main" id="{ADEF21CF-B5D3-4159-ABB5-43DD82CA0E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4688" y="2200274"/>
                  <a:ext cx="246062" cy="119063"/>
                </a:xfrm>
                <a:custGeom>
                  <a:avLst/>
                  <a:gdLst>
                    <a:gd name="T0" fmla="*/ 30 w 62"/>
                    <a:gd name="T1" fmla="*/ 12 h 30"/>
                    <a:gd name="T2" fmla="*/ 1 w 62"/>
                    <a:gd name="T3" fmla="*/ 29 h 30"/>
                    <a:gd name="T4" fmla="*/ 32 w 62"/>
                    <a:gd name="T5" fmla="*/ 18 h 30"/>
                    <a:gd name="T6" fmla="*/ 62 w 62"/>
                    <a:gd name="T7" fmla="*/ 1 h 30"/>
                    <a:gd name="T8" fmla="*/ 30 w 62"/>
                    <a:gd name="T9" fmla="*/ 1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30">
                      <a:moveTo>
                        <a:pt x="30" y="12"/>
                      </a:moveTo>
                      <a:cubicBezTo>
                        <a:pt x="13" y="20"/>
                        <a:pt x="0" y="27"/>
                        <a:pt x="1" y="29"/>
                      </a:cubicBezTo>
                      <a:cubicBezTo>
                        <a:pt x="1" y="30"/>
                        <a:pt x="16" y="25"/>
                        <a:pt x="32" y="18"/>
                      </a:cubicBezTo>
                      <a:cubicBezTo>
                        <a:pt x="49" y="10"/>
                        <a:pt x="62" y="2"/>
                        <a:pt x="62" y="1"/>
                      </a:cubicBezTo>
                      <a:cubicBezTo>
                        <a:pt x="61" y="0"/>
                        <a:pt x="47" y="5"/>
                        <a:pt x="30" y="1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16" name="Freeform 14">
                  <a:extLst>
                    <a:ext uri="{FF2B5EF4-FFF2-40B4-BE49-F238E27FC236}">
                      <a16:creationId xmlns:a16="http://schemas.microsoft.com/office/drawing/2014/main" id="{322649EB-5C46-4D41-99E8-239EC258CD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4688" y="2200274"/>
                  <a:ext cx="246062" cy="119063"/>
                </a:xfrm>
                <a:custGeom>
                  <a:avLst/>
                  <a:gdLst>
                    <a:gd name="T0" fmla="*/ 30 w 62"/>
                    <a:gd name="T1" fmla="*/ 12 h 30"/>
                    <a:gd name="T2" fmla="*/ 1 w 62"/>
                    <a:gd name="T3" fmla="*/ 29 h 30"/>
                    <a:gd name="T4" fmla="*/ 32 w 62"/>
                    <a:gd name="T5" fmla="*/ 18 h 30"/>
                    <a:gd name="T6" fmla="*/ 62 w 62"/>
                    <a:gd name="T7" fmla="*/ 1 h 30"/>
                    <a:gd name="T8" fmla="*/ 30 w 62"/>
                    <a:gd name="T9" fmla="*/ 12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30">
                      <a:moveTo>
                        <a:pt x="30" y="12"/>
                      </a:moveTo>
                      <a:cubicBezTo>
                        <a:pt x="13" y="20"/>
                        <a:pt x="0" y="27"/>
                        <a:pt x="1" y="29"/>
                      </a:cubicBezTo>
                      <a:cubicBezTo>
                        <a:pt x="1" y="30"/>
                        <a:pt x="16" y="25"/>
                        <a:pt x="32" y="18"/>
                      </a:cubicBezTo>
                      <a:cubicBezTo>
                        <a:pt x="49" y="10"/>
                        <a:pt x="62" y="2"/>
                        <a:pt x="62" y="1"/>
                      </a:cubicBezTo>
                      <a:cubicBezTo>
                        <a:pt x="61" y="0"/>
                        <a:pt x="47" y="5"/>
                        <a:pt x="30" y="1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17" name="Freeform 15">
                  <a:extLst>
                    <a:ext uri="{FF2B5EF4-FFF2-40B4-BE49-F238E27FC236}">
                      <a16:creationId xmlns:a16="http://schemas.microsoft.com/office/drawing/2014/main" id="{ECE81EC3-ABD8-431F-A917-31736DF350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375" y="2157412"/>
                  <a:ext cx="222249" cy="161925"/>
                </a:xfrm>
                <a:custGeom>
                  <a:avLst/>
                  <a:gdLst>
                    <a:gd name="T0" fmla="*/ 30 w 56"/>
                    <a:gd name="T1" fmla="*/ 18 h 41"/>
                    <a:gd name="T2" fmla="*/ 1 w 56"/>
                    <a:gd name="T3" fmla="*/ 1 h 41"/>
                    <a:gd name="T4" fmla="*/ 27 w 56"/>
                    <a:gd name="T5" fmla="*/ 23 h 41"/>
                    <a:gd name="T6" fmla="*/ 56 w 56"/>
                    <a:gd name="T7" fmla="*/ 40 h 41"/>
                    <a:gd name="T8" fmla="*/ 56 w 56"/>
                    <a:gd name="T9" fmla="*/ 39 h 41"/>
                    <a:gd name="T10" fmla="*/ 30 w 56"/>
                    <a:gd name="T11" fmla="*/ 18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6" h="41">
                      <a:moveTo>
                        <a:pt x="30" y="18"/>
                      </a:moveTo>
                      <a:cubicBezTo>
                        <a:pt x="15" y="7"/>
                        <a:pt x="2" y="0"/>
                        <a:pt x="1" y="1"/>
                      </a:cubicBezTo>
                      <a:cubicBezTo>
                        <a:pt x="0" y="2"/>
                        <a:pt x="12" y="12"/>
                        <a:pt x="27" y="23"/>
                      </a:cubicBezTo>
                      <a:cubicBezTo>
                        <a:pt x="42" y="33"/>
                        <a:pt x="55" y="41"/>
                        <a:pt x="56" y="40"/>
                      </a:cubicBezTo>
                      <a:cubicBezTo>
                        <a:pt x="56" y="40"/>
                        <a:pt x="56" y="40"/>
                        <a:pt x="56" y="39"/>
                      </a:cubicBezTo>
                      <a:cubicBezTo>
                        <a:pt x="54" y="37"/>
                        <a:pt x="44" y="28"/>
                        <a:pt x="30" y="1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18" name="Freeform 16">
                  <a:extLst>
                    <a:ext uri="{FF2B5EF4-FFF2-40B4-BE49-F238E27FC236}">
                      <a16:creationId xmlns:a16="http://schemas.microsoft.com/office/drawing/2014/main" id="{B1DAA1C8-FD63-4406-853D-686ACF4AC7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375" y="2157412"/>
                  <a:ext cx="222249" cy="161925"/>
                </a:xfrm>
                <a:custGeom>
                  <a:avLst/>
                  <a:gdLst>
                    <a:gd name="T0" fmla="*/ 30 w 56"/>
                    <a:gd name="T1" fmla="*/ 18 h 41"/>
                    <a:gd name="T2" fmla="*/ 1 w 56"/>
                    <a:gd name="T3" fmla="*/ 1 h 41"/>
                    <a:gd name="T4" fmla="*/ 27 w 56"/>
                    <a:gd name="T5" fmla="*/ 23 h 41"/>
                    <a:gd name="T6" fmla="*/ 56 w 56"/>
                    <a:gd name="T7" fmla="*/ 40 h 41"/>
                    <a:gd name="T8" fmla="*/ 56 w 56"/>
                    <a:gd name="T9" fmla="*/ 39 h 41"/>
                    <a:gd name="T10" fmla="*/ 30 w 56"/>
                    <a:gd name="T11" fmla="*/ 18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6" h="41">
                      <a:moveTo>
                        <a:pt x="30" y="18"/>
                      </a:moveTo>
                      <a:cubicBezTo>
                        <a:pt x="15" y="7"/>
                        <a:pt x="2" y="0"/>
                        <a:pt x="1" y="1"/>
                      </a:cubicBezTo>
                      <a:cubicBezTo>
                        <a:pt x="0" y="2"/>
                        <a:pt x="12" y="12"/>
                        <a:pt x="27" y="23"/>
                      </a:cubicBezTo>
                      <a:cubicBezTo>
                        <a:pt x="42" y="33"/>
                        <a:pt x="55" y="41"/>
                        <a:pt x="56" y="40"/>
                      </a:cubicBezTo>
                      <a:cubicBezTo>
                        <a:pt x="56" y="40"/>
                        <a:pt x="56" y="40"/>
                        <a:pt x="56" y="39"/>
                      </a:cubicBezTo>
                      <a:cubicBezTo>
                        <a:pt x="54" y="37"/>
                        <a:pt x="44" y="28"/>
                        <a:pt x="30" y="1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9107F0D8-EEB8-4232-A3BE-101461940A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6750" y="2300287"/>
                  <a:ext cx="23813" cy="23813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3B862718-D306-4C95-ACC4-AC51E5FAD5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6750" y="2300287"/>
                  <a:ext cx="23813" cy="23813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87EE493E-B395-4E57-A210-8A4F7D120E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6750" y="2300287"/>
                  <a:ext cx="23813" cy="23813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8D382503-5D78-43C7-8CA5-3ACE459097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6750" y="2300287"/>
                  <a:ext cx="23813" cy="23813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0AF13803-B6EC-449B-B1C2-7DB16F25F3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20762" y="2366963"/>
                  <a:ext cx="34925" cy="608013"/>
                </a:xfrm>
                <a:custGeom>
                  <a:avLst/>
                  <a:gdLst>
                    <a:gd name="T0" fmla="*/ 5 w 9"/>
                    <a:gd name="T1" fmla="*/ 1 h 153"/>
                    <a:gd name="T2" fmla="*/ 2 w 9"/>
                    <a:gd name="T3" fmla="*/ 0 h 153"/>
                    <a:gd name="T4" fmla="*/ 0 w 9"/>
                    <a:gd name="T5" fmla="*/ 150 h 153"/>
                    <a:gd name="T6" fmla="*/ 9 w 9"/>
                    <a:gd name="T7" fmla="*/ 150 h 153"/>
                    <a:gd name="T8" fmla="*/ 7 w 9"/>
                    <a:gd name="T9" fmla="*/ 0 h 153"/>
                    <a:gd name="T10" fmla="*/ 5 w 9"/>
                    <a:gd name="T11" fmla="*/ 1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153">
                      <a:moveTo>
                        <a:pt x="5" y="1"/>
                      </a:moveTo>
                      <a:cubicBezTo>
                        <a:pt x="4" y="1"/>
                        <a:pt x="3" y="1"/>
                        <a:pt x="2" y="0"/>
                      </a:cubicBezTo>
                      <a:cubicBezTo>
                        <a:pt x="2" y="0"/>
                        <a:pt x="0" y="147"/>
                        <a:pt x="0" y="150"/>
                      </a:cubicBezTo>
                      <a:cubicBezTo>
                        <a:pt x="0" y="153"/>
                        <a:pt x="9" y="151"/>
                        <a:pt x="9" y="150"/>
                      </a:cubicBezTo>
                      <a:cubicBezTo>
                        <a:pt x="9" y="148"/>
                        <a:pt x="7" y="0"/>
                        <a:pt x="7" y="0"/>
                      </a:cubicBezTo>
                      <a:cubicBezTo>
                        <a:pt x="7" y="1"/>
                        <a:pt x="6" y="1"/>
                        <a:pt x="5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13594403-E82B-4026-AC19-74A2717612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20762" y="2366963"/>
                  <a:ext cx="34925" cy="608013"/>
                </a:xfrm>
                <a:custGeom>
                  <a:avLst/>
                  <a:gdLst>
                    <a:gd name="T0" fmla="*/ 5 w 9"/>
                    <a:gd name="T1" fmla="*/ 1 h 153"/>
                    <a:gd name="T2" fmla="*/ 2 w 9"/>
                    <a:gd name="T3" fmla="*/ 0 h 153"/>
                    <a:gd name="T4" fmla="*/ 0 w 9"/>
                    <a:gd name="T5" fmla="*/ 150 h 153"/>
                    <a:gd name="T6" fmla="*/ 9 w 9"/>
                    <a:gd name="T7" fmla="*/ 150 h 153"/>
                    <a:gd name="T8" fmla="*/ 7 w 9"/>
                    <a:gd name="T9" fmla="*/ 0 h 153"/>
                    <a:gd name="T10" fmla="*/ 5 w 9"/>
                    <a:gd name="T11" fmla="*/ 1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153">
                      <a:moveTo>
                        <a:pt x="5" y="1"/>
                      </a:moveTo>
                      <a:cubicBezTo>
                        <a:pt x="4" y="1"/>
                        <a:pt x="3" y="1"/>
                        <a:pt x="2" y="0"/>
                      </a:cubicBezTo>
                      <a:cubicBezTo>
                        <a:pt x="2" y="0"/>
                        <a:pt x="0" y="147"/>
                        <a:pt x="0" y="150"/>
                      </a:cubicBezTo>
                      <a:cubicBezTo>
                        <a:pt x="0" y="153"/>
                        <a:pt x="9" y="151"/>
                        <a:pt x="9" y="150"/>
                      </a:cubicBezTo>
                      <a:cubicBezTo>
                        <a:pt x="9" y="148"/>
                        <a:pt x="7" y="0"/>
                        <a:pt x="7" y="0"/>
                      </a:cubicBezTo>
                      <a:cubicBezTo>
                        <a:pt x="7" y="1"/>
                        <a:pt x="6" y="1"/>
                        <a:pt x="5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05FBCE97-F4EA-4BE7-89B4-6EAD1AA129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20762" y="2366963"/>
                  <a:ext cx="34925" cy="608013"/>
                </a:xfrm>
                <a:custGeom>
                  <a:avLst/>
                  <a:gdLst>
                    <a:gd name="T0" fmla="*/ 5 w 9"/>
                    <a:gd name="T1" fmla="*/ 1 h 153"/>
                    <a:gd name="T2" fmla="*/ 2 w 9"/>
                    <a:gd name="T3" fmla="*/ 0 h 153"/>
                    <a:gd name="T4" fmla="*/ 0 w 9"/>
                    <a:gd name="T5" fmla="*/ 150 h 153"/>
                    <a:gd name="T6" fmla="*/ 9 w 9"/>
                    <a:gd name="T7" fmla="*/ 150 h 153"/>
                    <a:gd name="T8" fmla="*/ 7 w 9"/>
                    <a:gd name="T9" fmla="*/ 0 h 153"/>
                    <a:gd name="T10" fmla="*/ 5 w 9"/>
                    <a:gd name="T11" fmla="*/ 1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153">
                      <a:moveTo>
                        <a:pt x="5" y="1"/>
                      </a:moveTo>
                      <a:cubicBezTo>
                        <a:pt x="4" y="1"/>
                        <a:pt x="3" y="1"/>
                        <a:pt x="2" y="0"/>
                      </a:cubicBezTo>
                      <a:cubicBezTo>
                        <a:pt x="2" y="0"/>
                        <a:pt x="0" y="147"/>
                        <a:pt x="0" y="150"/>
                      </a:cubicBezTo>
                      <a:cubicBezTo>
                        <a:pt x="0" y="153"/>
                        <a:pt x="9" y="151"/>
                        <a:pt x="9" y="150"/>
                      </a:cubicBezTo>
                      <a:cubicBezTo>
                        <a:pt x="9" y="148"/>
                        <a:pt x="7" y="0"/>
                        <a:pt x="7" y="0"/>
                      </a:cubicBezTo>
                      <a:cubicBezTo>
                        <a:pt x="7" y="1"/>
                        <a:pt x="6" y="1"/>
                        <a:pt x="5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3689C7EB-C410-4D73-BCFB-2DB1DBFEED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20762" y="2366963"/>
                  <a:ext cx="34925" cy="608013"/>
                </a:xfrm>
                <a:custGeom>
                  <a:avLst/>
                  <a:gdLst>
                    <a:gd name="T0" fmla="*/ 5 w 9"/>
                    <a:gd name="T1" fmla="*/ 1 h 153"/>
                    <a:gd name="T2" fmla="*/ 2 w 9"/>
                    <a:gd name="T3" fmla="*/ 0 h 153"/>
                    <a:gd name="T4" fmla="*/ 0 w 9"/>
                    <a:gd name="T5" fmla="*/ 150 h 153"/>
                    <a:gd name="T6" fmla="*/ 9 w 9"/>
                    <a:gd name="T7" fmla="*/ 150 h 153"/>
                    <a:gd name="T8" fmla="*/ 7 w 9"/>
                    <a:gd name="T9" fmla="*/ 0 h 153"/>
                    <a:gd name="T10" fmla="*/ 5 w 9"/>
                    <a:gd name="T11" fmla="*/ 1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153">
                      <a:moveTo>
                        <a:pt x="5" y="1"/>
                      </a:moveTo>
                      <a:cubicBezTo>
                        <a:pt x="4" y="1"/>
                        <a:pt x="3" y="1"/>
                        <a:pt x="2" y="0"/>
                      </a:cubicBezTo>
                      <a:cubicBezTo>
                        <a:pt x="2" y="0"/>
                        <a:pt x="0" y="147"/>
                        <a:pt x="0" y="150"/>
                      </a:cubicBezTo>
                      <a:cubicBezTo>
                        <a:pt x="0" y="153"/>
                        <a:pt x="9" y="151"/>
                        <a:pt x="9" y="150"/>
                      </a:cubicBezTo>
                      <a:cubicBezTo>
                        <a:pt x="9" y="148"/>
                        <a:pt x="7" y="0"/>
                        <a:pt x="7" y="0"/>
                      </a:cubicBezTo>
                      <a:cubicBezTo>
                        <a:pt x="7" y="1"/>
                        <a:pt x="6" y="1"/>
                        <a:pt x="5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7" name="Freeform 27">
                  <a:extLst>
                    <a:ext uri="{FF2B5EF4-FFF2-40B4-BE49-F238E27FC236}">
                      <a16:creationId xmlns:a16="http://schemas.microsoft.com/office/drawing/2014/main" id="{211E8485-0C38-4F5B-848B-F5D7860F6C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36637" y="2359025"/>
                  <a:ext cx="369887" cy="150813"/>
                </a:xfrm>
                <a:custGeom>
                  <a:avLst/>
                  <a:gdLst>
                    <a:gd name="T0" fmla="*/ 48 w 93"/>
                    <a:gd name="T1" fmla="*/ 15 h 38"/>
                    <a:gd name="T2" fmla="*/ 1 w 93"/>
                    <a:gd name="T3" fmla="*/ 2 h 38"/>
                    <a:gd name="T4" fmla="*/ 45 w 93"/>
                    <a:gd name="T5" fmla="*/ 23 h 38"/>
                    <a:gd name="T6" fmla="*/ 92 w 93"/>
                    <a:gd name="T7" fmla="*/ 36 h 38"/>
                    <a:gd name="T8" fmla="*/ 48 w 93"/>
                    <a:gd name="T9" fmla="*/ 15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3" h="38">
                      <a:moveTo>
                        <a:pt x="48" y="15"/>
                      </a:moveTo>
                      <a:cubicBezTo>
                        <a:pt x="23" y="6"/>
                        <a:pt x="2" y="0"/>
                        <a:pt x="1" y="2"/>
                      </a:cubicBezTo>
                      <a:cubicBezTo>
                        <a:pt x="0" y="4"/>
                        <a:pt x="20" y="13"/>
                        <a:pt x="45" y="23"/>
                      </a:cubicBezTo>
                      <a:cubicBezTo>
                        <a:pt x="70" y="32"/>
                        <a:pt x="91" y="38"/>
                        <a:pt x="92" y="36"/>
                      </a:cubicBezTo>
                      <a:cubicBezTo>
                        <a:pt x="93" y="34"/>
                        <a:pt x="73" y="24"/>
                        <a:pt x="48" y="15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8" name="Freeform 28">
                  <a:extLst>
                    <a:ext uri="{FF2B5EF4-FFF2-40B4-BE49-F238E27FC236}">
                      <a16:creationId xmlns:a16="http://schemas.microsoft.com/office/drawing/2014/main" id="{AE5B5362-098E-4D1A-A757-CD480DAC6A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36637" y="2359025"/>
                  <a:ext cx="369887" cy="150813"/>
                </a:xfrm>
                <a:custGeom>
                  <a:avLst/>
                  <a:gdLst>
                    <a:gd name="T0" fmla="*/ 48 w 93"/>
                    <a:gd name="T1" fmla="*/ 15 h 38"/>
                    <a:gd name="T2" fmla="*/ 1 w 93"/>
                    <a:gd name="T3" fmla="*/ 2 h 38"/>
                    <a:gd name="T4" fmla="*/ 45 w 93"/>
                    <a:gd name="T5" fmla="*/ 23 h 38"/>
                    <a:gd name="T6" fmla="*/ 92 w 93"/>
                    <a:gd name="T7" fmla="*/ 36 h 38"/>
                    <a:gd name="T8" fmla="*/ 48 w 93"/>
                    <a:gd name="T9" fmla="*/ 15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3" h="38">
                      <a:moveTo>
                        <a:pt x="48" y="15"/>
                      </a:moveTo>
                      <a:cubicBezTo>
                        <a:pt x="23" y="6"/>
                        <a:pt x="2" y="0"/>
                        <a:pt x="1" y="2"/>
                      </a:cubicBezTo>
                      <a:cubicBezTo>
                        <a:pt x="0" y="4"/>
                        <a:pt x="20" y="13"/>
                        <a:pt x="45" y="23"/>
                      </a:cubicBezTo>
                      <a:cubicBezTo>
                        <a:pt x="70" y="32"/>
                        <a:pt x="91" y="38"/>
                        <a:pt x="92" y="36"/>
                      </a:cubicBezTo>
                      <a:cubicBezTo>
                        <a:pt x="93" y="34"/>
                        <a:pt x="73" y="24"/>
                        <a:pt x="48" y="15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9" name="Freeform 29">
                  <a:extLst>
                    <a:ext uri="{FF2B5EF4-FFF2-40B4-BE49-F238E27FC236}">
                      <a16:creationId xmlns:a16="http://schemas.microsoft.com/office/drawing/2014/main" id="{688058F9-8B40-4FBD-88F8-284E2848EC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68374" y="1982788"/>
                  <a:ext cx="84138" cy="384175"/>
                </a:xfrm>
                <a:custGeom>
                  <a:avLst/>
                  <a:gdLst>
                    <a:gd name="T0" fmla="*/ 7 w 21"/>
                    <a:gd name="T1" fmla="*/ 50 h 97"/>
                    <a:gd name="T2" fmla="*/ 19 w 21"/>
                    <a:gd name="T3" fmla="*/ 97 h 97"/>
                    <a:gd name="T4" fmla="*/ 15 w 21"/>
                    <a:gd name="T5" fmla="*/ 48 h 97"/>
                    <a:gd name="T6" fmla="*/ 2 w 21"/>
                    <a:gd name="T7" fmla="*/ 1 h 97"/>
                    <a:gd name="T8" fmla="*/ 7 w 21"/>
                    <a:gd name="T9" fmla="*/ 50 h 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" h="97">
                      <a:moveTo>
                        <a:pt x="7" y="50"/>
                      </a:moveTo>
                      <a:cubicBezTo>
                        <a:pt x="11" y="76"/>
                        <a:pt x="16" y="97"/>
                        <a:pt x="19" y="97"/>
                      </a:cubicBezTo>
                      <a:cubicBezTo>
                        <a:pt x="21" y="96"/>
                        <a:pt x="19" y="75"/>
                        <a:pt x="15" y="48"/>
                      </a:cubicBezTo>
                      <a:cubicBezTo>
                        <a:pt x="10" y="22"/>
                        <a:pt x="5" y="0"/>
                        <a:pt x="2" y="1"/>
                      </a:cubicBezTo>
                      <a:cubicBezTo>
                        <a:pt x="0" y="1"/>
                        <a:pt x="2" y="23"/>
                        <a:pt x="7" y="5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0" name="Freeform 30">
                  <a:extLst>
                    <a:ext uri="{FF2B5EF4-FFF2-40B4-BE49-F238E27FC236}">
                      <a16:creationId xmlns:a16="http://schemas.microsoft.com/office/drawing/2014/main" id="{A5FFB7FA-FD1C-4CB5-B103-AA31DBAA65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68374" y="1982788"/>
                  <a:ext cx="84138" cy="384175"/>
                </a:xfrm>
                <a:custGeom>
                  <a:avLst/>
                  <a:gdLst>
                    <a:gd name="T0" fmla="*/ 7 w 21"/>
                    <a:gd name="T1" fmla="*/ 50 h 97"/>
                    <a:gd name="T2" fmla="*/ 19 w 21"/>
                    <a:gd name="T3" fmla="*/ 97 h 97"/>
                    <a:gd name="T4" fmla="*/ 15 w 21"/>
                    <a:gd name="T5" fmla="*/ 48 h 97"/>
                    <a:gd name="T6" fmla="*/ 2 w 21"/>
                    <a:gd name="T7" fmla="*/ 1 h 97"/>
                    <a:gd name="T8" fmla="*/ 7 w 21"/>
                    <a:gd name="T9" fmla="*/ 50 h 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" h="97">
                      <a:moveTo>
                        <a:pt x="7" y="50"/>
                      </a:moveTo>
                      <a:cubicBezTo>
                        <a:pt x="11" y="76"/>
                        <a:pt x="16" y="97"/>
                        <a:pt x="19" y="97"/>
                      </a:cubicBezTo>
                      <a:cubicBezTo>
                        <a:pt x="21" y="96"/>
                        <a:pt x="19" y="75"/>
                        <a:pt x="15" y="48"/>
                      </a:cubicBezTo>
                      <a:cubicBezTo>
                        <a:pt x="10" y="22"/>
                        <a:pt x="5" y="0"/>
                        <a:pt x="2" y="1"/>
                      </a:cubicBezTo>
                      <a:cubicBezTo>
                        <a:pt x="0" y="1"/>
                        <a:pt x="2" y="23"/>
                        <a:pt x="7" y="5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1" name="Freeform 31">
                  <a:extLst>
                    <a:ext uri="{FF2B5EF4-FFF2-40B4-BE49-F238E27FC236}">
                      <a16:creationId xmlns:a16="http://schemas.microsoft.com/office/drawing/2014/main" id="{5A89805A-F3E6-472A-BC1E-CFB02EF80A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2950" y="2359025"/>
                  <a:ext cx="304800" cy="254000"/>
                </a:xfrm>
                <a:custGeom>
                  <a:avLst/>
                  <a:gdLst>
                    <a:gd name="T0" fmla="*/ 36 w 77"/>
                    <a:gd name="T1" fmla="*/ 28 h 64"/>
                    <a:gd name="T2" fmla="*/ 1 w 77"/>
                    <a:gd name="T3" fmla="*/ 63 h 64"/>
                    <a:gd name="T4" fmla="*/ 41 w 77"/>
                    <a:gd name="T5" fmla="*/ 35 h 64"/>
                    <a:gd name="T6" fmla="*/ 76 w 77"/>
                    <a:gd name="T7" fmla="*/ 1 h 64"/>
                    <a:gd name="T8" fmla="*/ 75 w 77"/>
                    <a:gd name="T9" fmla="*/ 0 h 64"/>
                    <a:gd name="T10" fmla="*/ 36 w 77"/>
                    <a:gd name="T11" fmla="*/ 28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7" h="64">
                      <a:moveTo>
                        <a:pt x="36" y="28"/>
                      </a:moveTo>
                      <a:cubicBezTo>
                        <a:pt x="15" y="46"/>
                        <a:pt x="0" y="61"/>
                        <a:pt x="1" y="63"/>
                      </a:cubicBezTo>
                      <a:cubicBezTo>
                        <a:pt x="2" y="64"/>
                        <a:pt x="20" y="52"/>
                        <a:pt x="41" y="35"/>
                      </a:cubicBezTo>
                      <a:cubicBezTo>
                        <a:pt x="62" y="18"/>
                        <a:pt x="77" y="2"/>
                        <a:pt x="76" y="1"/>
                      </a:cubicBezTo>
                      <a:cubicBezTo>
                        <a:pt x="76" y="0"/>
                        <a:pt x="76" y="0"/>
                        <a:pt x="75" y="0"/>
                      </a:cubicBezTo>
                      <a:cubicBezTo>
                        <a:pt x="71" y="1"/>
                        <a:pt x="55" y="13"/>
                        <a:pt x="36" y="2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2" name="Freeform 32">
                  <a:extLst>
                    <a:ext uri="{FF2B5EF4-FFF2-40B4-BE49-F238E27FC236}">
                      <a16:creationId xmlns:a16="http://schemas.microsoft.com/office/drawing/2014/main" id="{F3B65F1B-795D-42E4-B14E-0F5B431C37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2950" y="2359025"/>
                  <a:ext cx="304800" cy="254000"/>
                </a:xfrm>
                <a:custGeom>
                  <a:avLst/>
                  <a:gdLst>
                    <a:gd name="T0" fmla="*/ 36 w 77"/>
                    <a:gd name="T1" fmla="*/ 28 h 64"/>
                    <a:gd name="T2" fmla="*/ 1 w 77"/>
                    <a:gd name="T3" fmla="*/ 63 h 64"/>
                    <a:gd name="T4" fmla="*/ 41 w 77"/>
                    <a:gd name="T5" fmla="*/ 35 h 64"/>
                    <a:gd name="T6" fmla="*/ 76 w 77"/>
                    <a:gd name="T7" fmla="*/ 1 h 64"/>
                    <a:gd name="T8" fmla="*/ 75 w 77"/>
                    <a:gd name="T9" fmla="*/ 0 h 64"/>
                    <a:gd name="T10" fmla="*/ 36 w 77"/>
                    <a:gd name="T11" fmla="*/ 28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7" h="64">
                      <a:moveTo>
                        <a:pt x="36" y="28"/>
                      </a:moveTo>
                      <a:cubicBezTo>
                        <a:pt x="15" y="46"/>
                        <a:pt x="0" y="61"/>
                        <a:pt x="1" y="63"/>
                      </a:cubicBezTo>
                      <a:cubicBezTo>
                        <a:pt x="2" y="64"/>
                        <a:pt x="20" y="52"/>
                        <a:pt x="41" y="35"/>
                      </a:cubicBezTo>
                      <a:cubicBezTo>
                        <a:pt x="62" y="18"/>
                        <a:pt x="77" y="2"/>
                        <a:pt x="76" y="1"/>
                      </a:cubicBezTo>
                      <a:cubicBezTo>
                        <a:pt x="76" y="0"/>
                        <a:pt x="76" y="0"/>
                        <a:pt x="75" y="0"/>
                      </a:cubicBezTo>
                      <a:cubicBezTo>
                        <a:pt x="71" y="1"/>
                        <a:pt x="55" y="13"/>
                        <a:pt x="36" y="2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3" name="Freeform 33">
                  <a:extLst>
                    <a:ext uri="{FF2B5EF4-FFF2-40B4-BE49-F238E27FC236}">
                      <a16:creationId xmlns:a16="http://schemas.microsoft.com/office/drawing/2014/main" id="{5DEA7882-B056-45F4-BE9A-24413EE38E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0124" y="263366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4" name="Freeform 34">
                  <a:extLst>
                    <a:ext uri="{FF2B5EF4-FFF2-40B4-BE49-F238E27FC236}">
                      <a16:creationId xmlns:a16="http://schemas.microsoft.com/office/drawing/2014/main" id="{F6D3F4C7-8E53-4DBA-AC32-3204CD40B9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0124" y="263366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5" name="Freeform 35">
                  <a:extLst>
                    <a:ext uri="{FF2B5EF4-FFF2-40B4-BE49-F238E27FC236}">
                      <a16:creationId xmlns:a16="http://schemas.microsoft.com/office/drawing/2014/main" id="{E6F55AC9-7E54-4E04-A7E7-E7173FA694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0124" y="263366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6" name="Freeform 36">
                  <a:extLst>
                    <a:ext uri="{FF2B5EF4-FFF2-40B4-BE49-F238E27FC236}">
                      <a16:creationId xmlns:a16="http://schemas.microsoft.com/office/drawing/2014/main" id="{C82DB3C6-BCEC-4446-8443-35A53A51C0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0124" y="263366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F862AB59-C03F-4666-B727-458C497D92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96949" y="2633662"/>
                  <a:ext cx="3175" cy="1588"/>
                </a:xfrm>
                <a:prstGeom prst="rect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8" name="Freeform 38">
                  <a:extLst>
                    <a:ext uri="{FF2B5EF4-FFF2-40B4-BE49-F238E27FC236}">
                      <a16:creationId xmlns:a16="http://schemas.microsoft.com/office/drawing/2014/main" id="{FE33A639-092B-4D8F-954D-B09E8547B9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5999" y="2343150"/>
                  <a:ext cx="44450" cy="39688"/>
                </a:xfrm>
                <a:custGeom>
                  <a:avLst/>
                  <a:gdLst>
                    <a:gd name="T0" fmla="*/ 4 w 11"/>
                    <a:gd name="T1" fmla="*/ 9 h 10"/>
                    <a:gd name="T2" fmla="*/ 10 w 11"/>
                    <a:gd name="T3" fmla="*/ 6 h 10"/>
                    <a:gd name="T4" fmla="*/ 7 w 11"/>
                    <a:gd name="T5" fmla="*/ 0 h 10"/>
                    <a:gd name="T6" fmla="*/ 1 w 11"/>
                    <a:gd name="T7" fmla="*/ 4 h 10"/>
                    <a:gd name="T8" fmla="*/ 4 w 11"/>
                    <a:gd name="T9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" h="10">
                      <a:moveTo>
                        <a:pt x="4" y="9"/>
                      </a:moveTo>
                      <a:cubicBezTo>
                        <a:pt x="7" y="10"/>
                        <a:pt x="9" y="9"/>
                        <a:pt x="10" y="6"/>
                      </a:cubicBezTo>
                      <a:cubicBezTo>
                        <a:pt x="11" y="4"/>
                        <a:pt x="9" y="1"/>
                        <a:pt x="7" y="0"/>
                      </a:cubicBezTo>
                      <a:cubicBezTo>
                        <a:pt x="4" y="0"/>
                        <a:pt x="2" y="1"/>
                        <a:pt x="1" y="4"/>
                      </a:cubicBezTo>
                      <a:cubicBezTo>
                        <a:pt x="0" y="6"/>
                        <a:pt x="2" y="9"/>
                        <a:pt x="4" y="9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9" name="Freeform 39">
                  <a:extLst>
                    <a:ext uri="{FF2B5EF4-FFF2-40B4-BE49-F238E27FC236}">
                      <a16:creationId xmlns:a16="http://schemas.microsoft.com/office/drawing/2014/main" id="{46698CE0-063E-4331-8FE5-057E396710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5999" y="2343150"/>
                  <a:ext cx="44450" cy="39688"/>
                </a:xfrm>
                <a:custGeom>
                  <a:avLst/>
                  <a:gdLst>
                    <a:gd name="T0" fmla="*/ 4 w 11"/>
                    <a:gd name="T1" fmla="*/ 9 h 10"/>
                    <a:gd name="T2" fmla="*/ 10 w 11"/>
                    <a:gd name="T3" fmla="*/ 6 h 10"/>
                    <a:gd name="T4" fmla="*/ 7 w 11"/>
                    <a:gd name="T5" fmla="*/ 0 h 10"/>
                    <a:gd name="T6" fmla="*/ 1 w 11"/>
                    <a:gd name="T7" fmla="*/ 4 h 10"/>
                    <a:gd name="T8" fmla="*/ 4 w 11"/>
                    <a:gd name="T9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" h="10">
                      <a:moveTo>
                        <a:pt x="4" y="9"/>
                      </a:moveTo>
                      <a:cubicBezTo>
                        <a:pt x="7" y="10"/>
                        <a:pt x="9" y="9"/>
                        <a:pt x="10" y="6"/>
                      </a:cubicBezTo>
                      <a:cubicBezTo>
                        <a:pt x="11" y="4"/>
                        <a:pt x="9" y="1"/>
                        <a:pt x="7" y="0"/>
                      </a:cubicBezTo>
                      <a:cubicBezTo>
                        <a:pt x="4" y="0"/>
                        <a:pt x="2" y="1"/>
                        <a:pt x="1" y="4"/>
                      </a:cubicBezTo>
                      <a:cubicBezTo>
                        <a:pt x="0" y="6"/>
                        <a:pt x="2" y="9"/>
                        <a:pt x="4" y="9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0" name="Freeform 40">
                  <a:extLst>
                    <a:ext uri="{FF2B5EF4-FFF2-40B4-BE49-F238E27FC236}">
                      <a16:creationId xmlns:a16="http://schemas.microsoft.com/office/drawing/2014/main" id="{20CC867A-88CF-4AE3-9556-5936058243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5999" y="2343150"/>
                  <a:ext cx="44450" cy="39688"/>
                </a:xfrm>
                <a:custGeom>
                  <a:avLst/>
                  <a:gdLst>
                    <a:gd name="T0" fmla="*/ 4 w 11"/>
                    <a:gd name="T1" fmla="*/ 9 h 10"/>
                    <a:gd name="T2" fmla="*/ 10 w 11"/>
                    <a:gd name="T3" fmla="*/ 6 h 10"/>
                    <a:gd name="T4" fmla="*/ 7 w 11"/>
                    <a:gd name="T5" fmla="*/ 0 h 10"/>
                    <a:gd name="T6" fmla="*/ 1 w 11"/>
                    <a:gd name="T7" fmla="*/ 4 h 10"/>
                    <a:gd name="T8" fmla="*/ 4 w 11"/>
                    <a:gd name="T9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" h="10">
                      <a:moveTo>
                        <a:pt x="4" y="9"/>
                      </a:moveTo>
                      <a:cubicBezTo>
                        <a:pt x="7" y="10"/>
                        <a:pt x="9" y="9"/>
                        <a:pt x="10" y="6"/>
                      </a:cubicBezTo>
                      <a:cubicBezTo>
                        <a:pt x="11" y="4"/>
                        <a:pt x="9" y="1"/>
                        <a:pt x="7" y="0"/>
                      </a:cubicBezTo>
                      <a:cubicBezTo>
                        <a:pt x="4" y="0"/>
                        <a:pt x="2" y="1"/>
                        <a:pt x="1" y="4"/>
                      </a:cubicBezTo>
                      <a:cubicBezTo>
                        <a:pt x="0" y="6"/>
                        <a:pt x="2" y="9"/>
                        <a:pt x="4" y="9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1" name="Freeform 41">
                  <a:extLst>
                    <a:ext uri="{FF2B5EF4-FFF2-40B4-BE49-F238E27FC236}">
                      <a16:creationId xmlns:a16="http://schemas.microsoft.com/office/drawing/2014/main" id="{60D701B8-418D-44AA-BAAC-5BEFE6C310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5999" y="2343150"/>
                  <a:ext cx="44450" cy="39688"/>
                </a:xfrm>
                <a:custGeom>
                  <a:avLst/>
                  <a:gdLst>
                    <a:gd name="T0" fmla="*/ 4 w 11"/>
                    <a:gd name="T1" fmla="*/ 9 h 10"/>
                    <a:gd name="T2" fmla="*/ 10 w 11"/>
                    <a:gd name="T3" fmla="*/ 6 h 10"/>
                    <a:gd name="T4" fmla="*/ 7 w 11"/>
                    <a:gd name="T5" fmla="*/ 0 h 10"/>
                    <a:gd name="T6" fmla="*/ 1 w 11"/>
                    <a:gd name="T7" fmla="*/ 4 h 10"/>
                    <a:gd name="T8" fmla="*/ 4 w 11"/>
                    <a:gd name="T9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" h="10">
                      <a:moveTo>
                        <a:pt x="4" y="9"/>
                      </a:moveTo>
                      <a:cubicBezTo>
                        <a:pt x="7" y="10"/>
                        <a:pt x="9" y="9"/>
                        <a:pt x="10" y="6"/>
                      </a:cubicBezTo>
                      <a:cubicBezTo>
                        <a:pt x="11" y="4"/>
                        <a:pt x="9" y="1"/>
                        <a:pt x="7" y="0"/>
                      </a:cubicBezTo>
                      <a:cubicBezTo>
                        <a:pt x="4" y="0"/>
                        <a:pt x="2" y="1"/>
                        <a:pt x="1" y="4"/>
                      </a:cubicBezTo>
                      <a:cubicBezTo>
                        <a:pt x="0" y="6"/>
                        <a:pt x="2" y="9"/>
                        <a:pt x="4" y="9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2" name="Freeform 43">
                  <a:extLst>
                    <a:ext uri="{FF2B5EF4-FFF2-40B4-BE49-F238E27FC236}">
                      <a16:creationId xmlns:a16="http://schemas.microsoft.com/office/drawing/2014/main" id="{5F8E6504-E573-4B2F-9671-D07572914E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4948" y="2339975"/>
                  <a:ext cx="55563" cy="987425"/>
                </a:xfrm>
                <a:custGeom>
                  <a:avLst/>
                  <a:gdLst>
                    <a:gd name="T0" fmla="*/ 7 w 14"/>
                    <a:gd name="T1" fmla="*/ 2 h 249"/>
                    <a:gd name="T2" fmla="*/ 3 w 14"/>
                    <a:gd name="T3" fmla="*/ 0 h 249"/>
                    <a:gd name="T4" fmla="*/ 0 w 14"/>
                    <a:gd name="T5" fmla="*/ 244 h 249"/>
                    <a:gd name="T6" fmla="*/ 14 w 14"/>
                    <a:gd name="T7" fmla="*/ 244 h 249"/>
                    <a:gd name="T8" fmla="*/ 11 w 14"/>
                    <a:gd name="T9" fmla="*/ 0 h 249"/>
                    <a:gd name="T10" fmla="*/ 7 w 14"/>
                    <a:gd name="T11" fmla="*/ 2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" h="249">
                      <a:moveTo>
                        <a:pt x="7" y="2"/>
                      </a:moveTo>
                      <a:cubicBezTo>
                        <a:pt x="5" y="2"/>
                        <a:pt x="4" y="1"/>
                        <a:pt x="3" y="0"/>
                      </a:cubicBezTo>
                      <a:cubicBezTo>
                        <a:pt x="3" y="0"/>
                        <a:pt x="0" y="239"/>
                        <a:pt x="0" y="244"/>
                      </a:cubicBezTo>
                      <a:cubicBezTo>
                        <a:pt x="0" y="249"/>
                        <a:pt x="14" y="247"/>
                        <a:pt x="14" y="244"/>
                      </a:cubicBezTo>
                      <a:cubicBezTo>
                        <a:pt x="14" y="241"/>
                        <a:pt x="11" y="0"/>
                        <a:pt x="11" y="0"/>
                      </a:cubicBezTo>
                      <a:cubicBezTo>
                        <a:pt x="10" y="1"/>
                        <a:pt x="9" y="2"/>
                        <a:pt x="7" y="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3" name="Freeform 44">
                  <a:extLst>
                    <a:ext uri="{FF2B5EF4-FFF2-40B4-BE49-F238E27FC236}">
                      <a16:creationId xmlns:a16="http://schemas.microsoft.com/office/drawing/2014/main" id="{50FA2E39-41F9-45F8-B59E-C7EA92E1B6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4948" y="2339975"/>
                  <a:ext cx="55563" cy="987425"/>
                </a:xfrm>
                <a:custGeom>
                  <a:avLst/>
                  <a:gdLst>
                    <a:gd name="T0" fmla="*/ 7 w 14"/>
                    <a:gd name="T1" fmla="*/ 2 h 249"/>
                    <a:gd name="T2" fmla="*/ 3 w 14"/>
                    <a:gd name="T3" fmla="*/ 0 h 249"/>
                    <a:gd name="T4" fmla="*/ 0 w 14"/>
                    <a:gd name="T5" fmla="*/ 244 h 249"/>
                    <a:gd name="T6" fmla="*/ 14 w 14"/>
                    <a:gd name="T7" fmla="*/ 244 h 249"/>
                    <a:gd name="T8" fmla="*/ 11 w 14"/>
                    <a:gd name="T9" fmla="*/ 0 h 249"/>
                    <a:gd name="T10" fmla="*/ 7 w 14"/>
                    <a:gd name="T11" fmla="*/ 2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" h="249">
                      <a:moveTo>
                        <a:pt x="7" y="2"/>
                      </a:moveTo>
                      <a:cubicBezTo>
                        <a:pt x="5" y="2"/>
                        <a:pt x="4" y="1"/>
                        <a:pt x="3" y="0"/>
                      </a:cubicBezTo>
                      <a:cubicBezTo>
                        <a:pt x="3" y="0"/>
                        <a:pt x="0" y="239"/>
                        <a:pt x="0" y="244"/>
                      </a:cubicBezTo>
                      <a:cubicBezTo>
                        <a:pt x="0" y="249"/>
                        <a:pt x="14" y="247"/>
                        <a:pt x="14" y="244"/>
                      </a:cubicBezTo>
                      <a:cubicBezTo>
                        <a:pt x="14" y="241"/>
                        <a:pt x="11" y="0"/>
                        <a:pt x="11" y="0"/>
                      </a:cubicBezTo>
                      <a:cubicBezTo>
                        <a:pt x="10" y="1"/>
                        <a:pt x="9" y="2"/>
                        <a:pt x="7" y="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4" name="Freeform 45">
                  <a:extLst>
                    <a:ext uri="{FF2B5EF4-FFF2-40B4-BE49-F238E27FC236}">
                      <a16:creationId xmlns:a16="http://schemas.microsoft.com/office/drawing/2014/main" id="{8D735556-10B8-4240-8103-746D56C713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4948" y="2339975"/>
                  <a:ext cx="55563" cy="987425"/>
                </a:xfrm>
                <a:custGeom>
                  <a:avLst/>
                  <a:gdLst>
                    <a:gd name="T0" fmla="*/ 7 w 14"/>
                    <a:gd name="T1" fmla="*/ 2 h 249"/>
                    <a:gd name="T2" fmla="*/ 3 w 14"/>
                    <a:gd name="T3" fmla="*/ 0 h 249"/>
                    <a:gd name="T4" fmla="*/ 0 w 14"/>
                    <a:gd name="T5" fmla="*/ 244 h 249"/>
                    <a:gd name="T6" fmla="*/ 14 w 14"/>
                    <a:gd name="T7" fmla="*/ 244 h 249"/>
                    <a:gd name="T8" fmla="*/ 11 w 14"/>
                    <a:gd name="T9" fmla="*/ 0 h 249"/>
                    <a:gd name="T10" fmla="*/ 7 w 14"/>
                    <a:gd name="T11" fmla="*/ 2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" h="249">
                      <a:moveTo>
                        <a:pt x="7" y="2"/>
                      </a:moveTo>
                      <a:cubicBezTo>
                        <a:pt x="5" y="2"/>
                        <a:pt x="4" y="1"/>
                        <a:pt x="3" y="0"/>
                      </a:cubicBezTo>
                      <a:cubicBezTo>
                        <a:pt x="3" y="0"/>
                        <a:pt x="0" y="239"/>
                        <a:pt x="0" y="244"/>
                      </a:cubicBezTo>
                      <a:cubicBezTo>
                        <a:pt x="0" y="249"/>
                        <a:pt x="14" y="247"/>
                        <a:pt x="14" y="244"/>
                      </a:cubicBezTo>
                      <a:cubicBezTo>
                        <a:pt x="14" y="241"/>
                        <a:pt x="11" y="0"/>
                        <a:pt x="11" y="0"/>
                      </a:cubicBezTo>
                      <a:cubicBezTo>
                        <a:pt x="10" y="1"/>
                        <a:pt x="9" y="2"/>
                        <a:pt x="7" y="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5" name="Freeform 46">
                  <a:extLst>
                    <a:ext uri="{FF2B5EF4-FFF2-40B4-BE49-F238E27FC236}">
                      <a16:creationId xmlns:a16="http://schemas.microsoft.com/office/drawing/2014/main" id="{EDE060B6-B814-4BFD-A648-2075A6F8A6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4948" y="2339975"/>
                  <a:ext cx="55563" cy="987425"/>
                </a:xfrm>
                <a:custGeom>
                  <a:avLst/>
                  <a:gdLst>
                    <a:gd name="T0" fmla="*/ 7 w 14"/>
                    <a:gd name="T1" fmla="*/ 2 h 249"/>
                    <a:gd name="T2" fmla="*/ 3 w 14"/>
                    <a:gd name="T3" fmla="*/ 0 h 249"/>
                    <a:gd name="T4" fmla="*/ 0 w 14"/>
                    <a:gd name="T5" fmla="*/ 244 h 249"/>
                    <a:gd name="T6" fmla="*/ 14 w 14"/>
                    <a:gd name="T7" fmla="*/ 244 h 249"/>
                    <a:gd name="T8" fmla="*/ 11 w 14"/>
                    <a:gd name="T9" fmla="*/ 0 h 249"/>
                    <a:gd name="T10" fmla="*/ 7 w 14"/>
                    <a:gd name="T11" fmla="*/ 2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" h="249">
                      <a:moveTo>
                        <a:pt x="7" y="2"/>
                      </a:moveTo>
                      <a:cubicBezTo>
                        <a:pt x="5" y="2"/>
                        <a:pt x="4" y="1"/>
                        <a:pt x="3" y="0"/>
                      </a:cubicBezTo>
                      <a:cubicBezTo>
                        <a:pt x="3" y="0"/>
                        <a:pt x="0" y="239"/>
                        <a:pt x="0" y="244"/>
                      </a:cubicBezTo>
                      <a:cubicBezTo>
                        <a:pt x="0" y="249"/>
                        <a:pt x="14" y="247"/>
                        <a:pt x="14" y="244"/>
                      </a:cubicBezTo>
                      <a:cubicBezTo>
                        <a:pt x="14" y="241"/>
                        <a:pt x="11" y="0"/>
                        <a:pt x="11" y="0"/>
                      </a:cubicBezTo>
                      <a:cubicBezTo>
                        <a:pt x="10" y="1"/>
                        <a:pt x="9" y="2"/>
                        <a:pt x="7" y="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6" name="Freeform 48">
                  <a:extLst>
                    <a:ext uri="{FF2B5EF4-FFF2-40B4-BE49-F238E27FC236}">
                      <a16:creationId xmlns:a16="http://schemas.microsoft.com/office/drawing/2014/main" id="{34E7A040-3F44-4C60-9FAC-A63C602119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17648" y="2327275"/>
                  <a:ext cx="290512" cy="587375"/>
                </a:xfrm>
                <a:custGeom>
                  <a:avLst/>
                  <a:gdLst>
                    <a:gd name="T0" fmla="*/ 43 w 73"/>
                    <a:gd name="T1" fmla="*/ 71 h 148"/>
                    <a:gd name="T2" fmla="*/ 4 w 73"/>
                    <a:gd name="T3" fmla="*/ 2 h 148"/>
                    <a:gd name="T4" fmla="*/ 30 w 73"/>
                    <a:gd name="T5" fmla="*/ 77 h 148"/>
                    <a:gd name="T6" fmla="*/ 70 w 73"/>
                    <a:gd name="T7" fmla="*/ 146 h 148"/>
                    <a:gd name="T8" fmla="*/ 43 w 73"/>
                    <a:gd name="T9" fmla="*/ 71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3" h="148">
                      <a:moveTo>
                        <a:pt x="43" y="71"/>
                      </a:moveTo>
                      <a:cubicBezTo>
                        <a:pt x="24" y="31"/>
                        <a:pt x="7" y="0"/>
                        <a:pt x="4" y="2"/>
                      </a:cubicBezTo>
                      <a:cubicBezTo>
                        <a:pt x="0" y="3"/>
                        <a:pt x="12" y="37"/>
                        <a:pt x="30" y="77"/>
                      </a:cubicBezTo>
                      <a:cubicBezTo>
                        <a:pt x="49" y="117"/>
                        <a:pt x="66" y="148"/>
                        <a:pt x="70" y="146"/>
                      </a:cubicBezTo>
                      <a:cubicBezTo>
                        <a:pt x="73" y="145"/>
                        <a:pt x="61" y="111"/>
                        <a:pt x="43" y="7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7" name="Freeform 49">
                  <a:extLst>
                    <a:ext uri="{FF2B5EF4-FFF2-40B4-BE49-F238E27FC236}">
                      <a16:creationId xmlns:a16="http://schemas.microsoft.com/office/drawing/2014/main" id="{B7B3807C-7F43-4107-A78F-6549D4C631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17648" y="2327275"/>
                  <a:ext cx="290512" cy="587375"/>
                </a:xfrm>
                <a:custGeom>
                  <a:avLst/>
                  <a:gdLst>
                    <a:gd name="T0" fmla="*/ 43 w 73"/>
                    <a:gd name="T1" fmla="*/ 71 h 148"/>
                    <a:gd name="T2" fmla="*/ 4 w 73"/>
                    <a:gd name="T3" fmla="*/ 2 h 148"/>
                    <a:gd name="T4" fmla="*/ 30 w 73"/>
                    <a:gd name="T5" fmla="*/ 77 h 148"/>
                    <a:gd name="T6" fmla="*/ 70 w 73"/>
                    <a:gd name="T7" fmla="*/ 146 h 148"/>
                    <a:gd name="T8" fmla="*/ 43 w 73"/>
                    <a:gd name="T9" fmla="*/ 71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3" h="148">
                      <a:moveTo>
                        <a:pt x="43" y="71"/>
                      </a:moveTo>
                      <a:cubicBezTo>
                        <a:pt x="24" y="31"/>
                        <a:pt x="7" y="0"/>
                        <a:pt x="4" y="2"/>
                      </a:cubicBezTo>
                      <a:cubicBezTo>
                        <a:pt x="0" y="3"/>
                        <a:pt x="12" y="37"/>
                        <a:pt x="30" y="77"/>
                      </a:cubicBezTo>
                      <a:cubicBezTo>
                        <a:pt x="49" y="117"/>
                        <a:pt x="66" y="148"/>
                        <a:pt x="70" y="146"/>
                      </a:cubicBezTo>
                      <a:cubicBezTo>
                        <a:pt x="73" y="145"/>
                        <a:pt x="61" y="111"/>
                        <a:pt x="43" y="7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8" name="Freeform 50">
                  <a:extLst>
                    <a:ext uri="{FF2B5EF4-FFF2-40B4-BE49-F238E27FC236}">
                      <a16:creationId xmlns:a16="http://schemas.microsoft.com/office/drawing/2014/main" id="{B22CF018-1809-4E18-87CF-0757DFD836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5586" y="1816100"/>
                  <a:ext cx="388937" cy="531813"/>
                </a:xfrm>
                <a:custGeom>
                  <a:avLst/>
                  <a:gdLst>
                    <a:gd name="T0" fmla="*/ 43 w 98"/>
                    <a:gd name="T1" fmla="*/ 63 h 134"/>
                    <a:gd name="T2" fmla="*/ 3 w 98"/>
                    <a:gd name="T3" fmla="*/ 132 h 134"/>
                    <a:gd name="T4" fmla="*/ 54 w 98"/>
                    <a:gd name="T5" fmla="*/ 71 h 134"/>
                    <a:gd name="T6" fmla="*/ 95 w 98"/>
                    <a:gd name="T7" fmla="*/ 2 h 134"/>
                    <a:gd name="T8" fmla="*/ 43 w 98"/>
                    <a:gd name="T9" fmla="*/ 63 h 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134">
                      <a:moveTo>
                        <a:pt x="43" y="63"/>
                      </a:moveTo>
                      <a:cubicBezTo>
                        <a:pt x="18" y="99"/>
                        <a:pt x="0" y="130"/>
                        <a:pt x="3" y="132"/>
                      </a:cubicBezTo>
                      <a:cubicBezTo>
                        <a:pt x="6" y="134"/>
                        <a:pt x="29" y="107"/>
                        <a:pt x="54" y="71"/>
                      </a:cubicBezTo>
                      <a:cubicBezTo>
                        <a:pt x="79" y="35"/>
                        <a:pt x="98" y="4"/>
                        <a:pt x="95" y="2"/>
                      </a:cubicBezTo>
                      <a:cubicBezTo>
                        <a:pt x="92" y="0"/>
                        <a:pt x="69" y="27"/>
                        <a:pt x="43" y="63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9" name="Freeform 51">
                  <a:extLst>
                    <a:ext uri="{FF2B5EF4-FFF2-40B4-BE49-F238E27FC236}">
                      <a16:creationId xmlns:a16="http://schemas.microsoft.com/office/drawing/2014/main" id="{81F29115-92D8-4D32-B349-E29651CAC8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5586" y="1816099"/>
                  <a:ext cx="388937" cy="531813"/>
                </a:xfrm>
                <a:custGeom>
                  <a:avLst/>
                  <a:gdLst>
                    <a:gd name="T0" fmla="*/ 43 w 98"/>
                    <a:gd name="T1" fmla="*/ 63 h 134"/>
                    <a:gd name="T2" fmla="*/ 3 w 98"/>
                    <a:gd name="T3" fmla="*/ 132 h 134"/>
                    <a:gd name="T4" fmla="*/ 54 w 98"/>
                    <a:gd name="T5" fmla="*/ 71 h 134"/>
                    <a:gd name="T6" fmla="*/ 95 w 98"/>
                    <a:gd name="T7" fmla="*/ 2 h 134"/>
                    <a:gd name="T8" fmla="*/ 43 w 98"/>
                    <a:gd name="T9" fmla="*/ 63 h 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134">
                      <a:moveTo>
                        <a:pt x="43" y="63"/>
                      </a:moveTo>
                      <a:cubicBezTo>
                        <a:pt x="18" y="99"/>
                        <a:pt x="0" y="130"/>
                        <a:pt x="3" y="132"/>
                      </a:cubicBezTo>
                      <a:cubicBezTo>
                        <a:pt x="6" y="134"/>
                        <a:pt x="29" y="107"/>
                        <a:pt x="54" y="71"/>
                      </a:cubicBezTo>
                      <a:cubicBezTo>
                        <a:pt x="79" y="35"/>
                        <a:pt x="98" y="4"/>
                        <a:pt x="95" y="2"/>
                      </a:cubicBezTo>
                      <a:cubicBezTo>
                        <a:pt x="92" y="0"/>
                        <a:pt x="69" y="27"/>
                        <a:pt x="43" y="63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50" name="Freeform 52">
                  <a:extLst>
                    <a:ext uri="{FF2B5EF4-FFF2-40B4-BE49-F238E27FC236}">
                      <a16:creationId xmlns:a16="http://schemas.microsoft.com/office/drawing/2014/main" id="{7C370B0D-B556-4228-8540-5442575969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2812" y="2260599"/>
                  <a:ext cx="628649" cy="87313"/>
                </a:xfrm>
                <a:custGeom>
                  <a:avLst/>
                  <a:gdLst>
                    <a:gd name="T0" fmla="*/ 80 w 158"/>
                    <a:gd name="T1" fmla="*/ 5 h 22"/>
                    <a:gd name="T2" fmla="*/ 0 w 158"/>
                    <a:gd name="T3" fmla="*/ 4 h 22"/>
                    <a:gd name="T4" fmla="*/ 79 w 158"/>
                    <a:gd name="T5" fmla="*/ 18 h 22"/>
                    <a:gd name="T6" fmla="*/ 158 w 158"/>
                    <a:gd name="T7" fmla="*/ 19 h 22"/>
                    <a:gd name="T8" fmla="*/ 158 w 158"/>
                    <a:gd name="T9" fmla="*/ 18 h 22"/>
                    <a:gd name="T10" fmla="*/ 80 w 158"/>
                    <a:gd name="T11" fmla="*/ 5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" h="22">
                      <a:moveTo>
                        <a:pt x="80" y="5"/>
                      </a:moveTo>
                      <a:cubicBezTo>
                        <a:pt x="36" y="0"/>
                        <a:pt x="0" y="0"/>
                        <a:pt x="0" y="4"/>
                      </a:cubicBezTo>
                      <a:cubicBezTo>
                        <a:pt x="0" y="7"/>
                        <a:pt x="35" y="14"/>
                        <a:pt x="79" y="18"/>
                      </a:cubicBezTo>
                      <a:cubicBezTo>
                        <a:pt x="122" y="22"/>
                        <a:pt x="158" y="22"/>
                        <a:pt x="158" y="19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2" y="14"/>
                        <a:pt x="120" y="8"/>
                        <a:pt x="80" y="5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51" name="Freeform 53">
                  <a:extLst>
                    <a:ext uri="{FF2B5EF4-FFF2-40B4-BE49-F238E27FC236}">
                      <a16:creationId xmlns:a16="http://schemas.microsoft.com/office/drawing/2014/main" id="{501D2D96-968B-475E-A9C0-6FFDB83218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2813" y="2260600"/>
                  <a:ext cx="628649" cy="87313"/>
                </a:xfrm>
                <a:custGeom>
                  <a:avLst/>
                  <a:gdLst>
                    <a:gd name="T0" fmla="*/ 80 w 158"/>
                    <a:gd name="T1" fmla="*/ 5 h 22"/>
                    <a:gd name="T2" fmla="*/ 0 w 158"/>
                    <a:gd name="T3" fmla="*/ 4 h 22"/>
                    <a:gd name="T4" fmla="*/ 79 w 158"/>
                    <a:gd name="T5" fmla="*/ 18 h 22"/>
                    <a:gd name="T6" fmla="*/ 158 w 158"/>
                    <a:gd name="T7" fmla="*/ 19 h 22"/>
                    <a:gd name="T8" fmla="*/ 158 w 158"/>
                    <a:gd name="T9" fmla="*/ 18 h 22"/>
                    <a:gd name="T10" fmla="*/ 80 w 158"/>
                    <a:gd name="T11" fmla="*/ 5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" h="22">
                      <a:moveTo>
                        <a:pt x="80" y="5"/>
                      </a:moveTo>
                      <a:cubicBezTo>
                        <a:pt x="36" y="0"/>
                        <a:pt x="0" y="0"/>
                        <a:pt x="0" y="4"/>
                      </a:cubicBezTo>
                      <a:cubicBezTo>
                        <a:pt x="0" y="7"/>
                        <a:pt x="35" y="14"/>
                        <a:pt x="79" y="18"/>
                      </a:cubicBezTo>
                      <a:cubicBezTo>
                        <a:pt x="122" y="22"/>
                        <a:pt x="158" y="22"/>
                        <a:pt x="158" y="19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2" y="14"/>
                        <a:pt x="120" y="8"/>
                        <a:pt x="80" y="5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52" name="Freeform 54">
                  <a:extLst>
                    <a:ext uri="{FF2B5EF4-FFF2-40B4-BE49-F238E27FC236}">
                      <a16:creationId xmlns:a16="http://schemas.microsoft.com/office/drawing/2014/main" id="{94D1A9A4-F2A4-47FD-90E3-C72472DDCA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0024" y="2771775"/>
                  <a:ext cx="0" cy="4763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  <a:gd name="T3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53" name="Freeform 55">
                  <a:extLst>
                    <a:ext uri="{FF2B5EF4-FFF2-40B4-BE49-F238E27FC236}">
                      <a16:creationId xmlns:a16="http://schemas.microsoft.com/office/drawing/2014/main" id="{01B6CEE3-5D4F-4880-9CFD-F75EB2D2E6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0024" y="2771775"/>
                  <a:ext cx="0" cy="4763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  <a:gd name="T3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54" name="Freeform 56">
                  <a:extLst>
                    <a:ext uri="{FF2B5EF4-FFF2-40B4-BE49-F238E27FC236}">
                      <a16:creationId xmlns:a16="http://schemas.microsoft.com/office/drawing/2014/main" id="{D2DF0B41-39A4-4E34-9DC6-6AB6D19355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0024" y="2771775"/>
                  <a:ext cx="0" cy="4763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  <a:gd name="T3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55" name="Freeform 57">
                  <a:extLst>
                    <a:ext uri="{FF2B5EF4-FFF2-40B4-BE49-F238E27FC236}">
                      <a16:creationId xmlns:a16="http://schemas.microsoft.com/office/drawing/2014/main" id="{0EEBB3F0-764C-4A52-A451-C806D86BC0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0024" y="2771775"/>
                  <a:ext cx="0" cy="4763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  <a:gd name="T3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56" name="Rectangle 58">
                  <a:extLst>
                    <a:ext uri="{FF2B5EF4-FFF2-40B4-BE49-F238E27FC236}">
                      <a16:creationId xmlns:a16="http://schemas.microsoft.com/office/drawing/2014/main" id="{EECE8DD7-FE51-47F0-970C-EB65831DE1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5262" y="2771775"/>
                  <a:ext cx="4763" cy="4763"/>
                </a:xfrm>
                <a:prstGeom prst="rect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57" name="Freeform 59">
                  <a:extLst>
                    <a:ext uri="{FF2B5EF4-FFF2-40B4-BE49-F238E27FC236}">
                      <a16:creationId xmlns:a16="http://schemas.microsoft.com/office/drawing/2014/main" id="{D1C14A69-48B5-4400-A1FA-9B5601162E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1774" y="2295525"/>
                  <a:ext cx="66675" cy="68263"/>
                </a:xfrm>
                <a:custGeom>
                  <a:avLst/>
                  <a:gdLst>
                    <a:gd name="T0" fmla="*/ 2 w 17"/>
                    <a:gd name="T1" fmla="*/ 12 h 17"/>
                    <a:gd name="T2" fmla="*/ 12 w 17"/>
                    <a:gd name="T3" fmla="*/ 15 h 17"/>
                    <a:gd name="T4" fmla="*/ 15 w 17"/>
                    <a:gd name="T5" fmla="*/ 5 h 17"/>
                    <a:gd name="T6" fmla="*/ 5 w 17"/>
                    <a:gd name="T7" fmla="*/ 2 h 17"/>
                    <a:gd name="T8" fmla="*/ 2 w 17"/>
                    <a:gd name="T9" fmla="*/ 12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17">
                      <a:moveTo>
                        <a:pt x="2" y="12"/>
                      </a:moveTo>
                      <a:cubicBezTo>
                        <a:pt x="4" y="16"/>
                        <a:pt x="9" y="17"/>
                        <a:pt x="12" y="15"/>
                      </a:cubicBezTo>
                      <a:cubicBezTo>
                        <a:pt x="16" y="13"/>
                        <a:pt x="17" y="8"/>
                        <a:pt x="15" y="5"/>
                      </a:cubicBezTo>
                      <a:cubicBezTo>
                        <a:pt x="13" y="1"/>
                        <a:pt x="8" y="0"/>
                        <a:pt x="5" y="2"/>
                      </a:cubicBezTo>
                      <a:cubicBezTo>
                        <a:pt x="1" y="4"/>
                        <a:pt x="0" y="9"/>
                        <a:pt x="2" y="1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58" name="Freeform 60">
                  <a:extLst>
                    <a:ext uri="{FF2B5EF4-FFF2-40B4-BE49-F238E27FC236}">
                      <a16:creationId xmlns:a16="http://schemas.microsoft.com/office/drawing/2014/main" id="{B7E94EDE-7FE8-4660-9241-BEB38E3C3E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1774" y="2295525"/>
                  <a:ext cx="66675" cy="68263"/>
                </a:xfrm>
                <a:custGeom>
                  <a:avLst/>
                  <a:gdLst>
                    <a:gd name="T0" fmla="*/ 2 w 17"/>
                    <a:gd name="T1" fmla="*/ 12 h 17"/>
                    <a:gd name="T2" fmla="*/ 12 w 17"/>
                    <a:gd name="T3" fmla="*/ 15 h 17"/>
                    <a:gd name="T4" fmla="*/ 15 w 17"/>
                    <a:gd name="T5" fmla="*/ 5 h 17"/>
                    <a:gd name="T6" fmla="*/ 5 w 17"/>
                    <a:gd name="T7" fmla="*/ 2 h 17"/>
                    <a:gd name="T8" fmla="*/ 2 w 17"/>
                    <a:gd name="T9" fmla="*/ 12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17">
                      <a:moveTo>
                        <a:pt x="2" y="12"/>
                      </a:moveTo>
                      <a:cubicBezTo>
                        <a:pt x="4" y="16"/>
                        <a:pt x="9" y="17"/>
                        <a:pt x="12" y="15"/>
                      </a:cubicBezTo>
                      <a:cubicBezTo>
                        <a:pt x="16" y="13"/>
                        <a:pt x="17" y="8"/>
                        <a:pt x="15" y="5"/>
                      </a:cubicBezTo>
                      <a:cubicBezTo>
                        <a:pt x="13" y="1"/>
                        <a:pt x="8" y="0"/>
                        <a:pt x="5" y="2"/>
                      </a:cubicBezTo>
                      <a:cubicBezTo>
                        <a:pt x="1" y="4"/>
                        <a:pt x="0" y="9"/>
                        <a:pt x="2" y="1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59" name="Freeform 61">
                  <a:extLst>
                    <a:ext uri="{FF2B5EF4-FFF2-40B4-BE49-F238E27FC236}">
                      <a16:creationId xmlns:a16="http://schemas.microsoft.com/office/drawing/2014/main" id="{2FD03022-599A-46FD-B7FA-503E2B0EC7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1773" y="2295524"/>
                  <a:ext cx="66675" cy="68263"/>
                </a:xfrm>
                <a:custGeom>
                  <a:avLst/>
                  <a:gdLst>
                    <a:gd name="T0" fmla="*/ 2 w 17"/>
                    <a:gd name="T1" fmla="*/ 12 h 17"/>
                    <a:gd name="T2" fmla="*/ 12 w 17"/>
                    <a:gd name="T3" fmla="*/ 15 h 17"/>
                    <a:gd name="T4" fmla="*/ 15 w 17"/>
                    <a:gd name="T5" fmla="*/ 5 h 17"/>
                    <a:gd name="T6" fmla="*/ 5 w 17"/>
                    <a:gd name="T7" fmla="*/ 2 h 17"/>
                    <a:gd name="T8" fmla="*/ 2 w 17"/>
                    <a:gd name="T9" fmla="*/ 12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17">
                      <a:moveTo>
                        <a:pt x="2" y="12"/>
                      </a:moveTo>
                      <a:cubicBezTo>
                        <a:pt x="4" y="16"/>
                        <a:pt x="9" y="17"/>
                        <a:pt x="12" y="15"/>
                      </a:cubicBezTo>
                      <a:cubicBezTo>
                        <a:pt x="16" y="13"/>
                        <a:pt x="17" y="8"/>
                        <a:pt x="15" y="5"/>
                      </a:cubicBezTo>
                      <a:cubicBezTo>
                        <a:pt x="13" y="1"/>
                        <a:pt x="8" y="0"/>
                        <a:pt x="5" y="2"/>
                      </a:cubicBezTo>
                      <a:cubicBezTo>
                        <a:pt x="1" y="4"/>
                        <a:pt x="0" y="9"/>
                        <a:pt x="2" y="1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60" name="Freeform 62">
                  <a:extLst>
                    <a:ext uri="{FF2B5EF4-FFF2-40B4-BE49-F238E27FC236}">
                      <a16:creationId xmlns:a16="http://schemas.microsoft.com/office/drawing/2014/main" id="{A4EF3DD0-EB87-4533-8106-4667BEDB1E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1776" y="2295525"/>
                  <a:ext cx="66675" cy="68263"/>
                </a:xfrm>
                <a:custGeom>
                  <a:avLst/>
                  <a:gdLst>
                    <a:gd name="T0" fmla="*/ 2 w 17"/>
                    <a:gd name="T1" fmla="*/ 12 h 17"/>
                    <a:gd name="T2" fmla="*/ 12 w 17"/>
                    <a:gd name="T3" fmla="*/ 15 h 17"/>
                    <a:gd name="T4" fmla="*/ 15 w 17"/>
                    <a:gd name="T5" fmla="*/ 5 h 17"/>
                    <a:gd name="T6" fmla="*/ 5 w 17"/>
                    <a:gd name="T7" fmla="*/ 2 h 17"/>
                    <a:gd name="T8" fmla="*/ 2 w 17"/>
                    <a:gd name="T9" fmla="*/ 12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17">
                      <a:moveTo>
                        <a:pt x="2" y="12"/>
                      </a:moveTo>
                      <a:cubicBezTo>
                        <a:pt x="4" y="16"/>
                        <a:pt x="9" y="17"/>
                        <a:pt x="12" y="15"/>
                      </a:cubicBezTo>
                      <a:cubicBezTo>
                        <a:pt x="16" y="13"/>
                        <a:pt x="17" y="8"/>
                        <a:pt x="15" y="5"/>
                      </a:cubicBezTo>
                      <a:cubicBezTo>
                        <a:pt x="13" y="1"/>
                        <a:pt x="8" y="0"/>
                        <a:pt x="5" y="2"/>
                      </a:cubicBezTo>
                      <a:cubicBezTo>
                        <a:pt x="1" y="4"/>
                        <a:pt x="0" y="9"/>
                        <a:pt x="2" y="1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</p:grpSp>
          <p:grpSp>
            <p:nvGrpSpPr>
              <p:cNvPr id="61" name="Gruppieren 1118">
                <a:extLst>
                  <a:ext uri="{FF2B5EF4-FFF2-40B4-BE49-F238E27FC236}">
                    <a16:creationId xmlns:a16="http://schemas.microsoft.com/office/drawing/2014/main" id="{BAE53F70-699E-4C0F-9042-AF4F5E0D4574}"/>
                  </a:ext>
                </a:extLst>
              </p:cNvPr>
              <p:cNvGrpSpPr/>
              <p:nvPr/>
            </p:nvGrpSpPr>
            <p:grpSpPr>
              <a:xfrm>
                <a:off x="5577528" y="2154693"/>
                <a:ext cx="764529" cy="297569"/>
                <a:chOff x="1276911" y="4633118"/>
                <a:chExt cx="4068762" cy="1311276"/>
              </a:xfrm>
              <a:solidFill>
                <a:schemeClr val="accent1"/>
              </a:solidFill>
            </p:grpSpPr>
            <p:sp>
              <p:nvSpPr>
                <p:cNvPr id="62" name="Freeform 6">
                  <a:extLst>
                    <a:ext uri="{FF2B5EF4-FFF2-40B4-BE49-F238E27FC236}">
                      <a16:creationId xmlns:a16="http://schemas.microsoft.com/office/drawing/2014/main" id="{5B0909A6-1A5C-4838-8F34-B615AE5CCB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26323" y="4633118"/>
                  <a:ext cx="1733550" cy="865188"/>
                </a:xfrm>
                <a:custGeom>
                  <a:avLst/>
                  <a:gdLst>
                    <a:gd name="T0" fmla="*/ 167 w 1092"/>
                    <a:gd name="T1" fmla="*/ 545 h 545"/>
                    <a:gd name="T2" fmla="*/ 1092 w 1092"/>
                    <a:gd name="T3" fmla="*/ 545 h 545"/>
                    <a:gd name="T4" fmla="*/ 925 w 1092"/>
                    <a:gd name="T5" fmla="*/ 0 h 545"/>
                    <a:gd name="T6" fmla="*/ 0 w 1092"/>
                    <a:gd name="T7" fmla="*/ 0 h 545"/>
                    <a:gd name="T8" fmla="*/ 167 w 1092"/>
                    <a:gd name="T9" fmla="*/ 545 h 5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92" h="545">
                      <a:moveTo>
                        <a:pt x="167" y="545"/>
                      </a:moveTo>
                      <a:lnTo>
                        <a:pt x="1092" y="545"/>
                      </a:lnTo>
                      <a:lnTo>
                        <a:pt x="925" y="0"/>
                      </a:lnTo>
                      <a:lnTo>
                        <a:pt x="0" y="0"/>
                      </a:lnTo>
                      <a:lnTo>
                        <a:pt x="167" y="545"/>
                      </a:lnTo>
                      <a:close/>
                    </a:path>
                  </a:pathLst>
                </a:cu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Freeform 7">
                  <a:extLst>
                    <a:ext uri="{FF2B5EF4-FFF2-40B4-BE49-F238E27FC236}">
                      <a16:creationId xmlns:a16="http://schemas.microsoft.com/office/drawing/2014/main" id="{C2217FD8-03E8-4CE1-B0EF-81FA62914C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26323" y="4633118"/>
                  <a:ext cx="1733550" cy="865188"/>
                </a:xfrm>
                <a:custGeom>
                  <a:avLst/>
                  <a:gdLst>
                    <a:gd name="T0" fmla="*/ 348 w 2275"/>
                    <a:gd name="T1" fmla="*/ 1135 h 1135"/>
                    <a:gd name="T2" fmla="*/ 2275 w 2275"/>
                    <a:gd name="T3" fmla="*/ 1135 h 1135"/>
                    <a:gd name="T4" fmla="*/ 1928 w 2275"/>
                    <a:gd name="T5" fmla="*/ 0 h 1135"/>
                    <a:gd name="T6" fmla="*/ 0 w 2275"/>
                    <a:gd name="T7" fmla="*/ 0 h 1135"/>
                    <a:gd name="T8" fmla="*/ 348 w 2275"/>
                    <a:gd name="T9" fmla="*/ 1135 h 1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75" h="1135">
                      <a:moveTo>
                        <a:pt x="348" y="1135"/>
                      </a:moveTo>
                      <a:lnTo>
                        <a:pt x="2275" y="1135"/>
                      </a:lnTo>
                      <a:lnTo>
                        <a:pt x="1928" y="0"/>
                      </a:lnTo>
                      <a:lnTo>
                        <a:pt x="0" y="0"/>
                      </a:lnTo>
                      <a:lnTo>
                        <a:pt x="348" y="1135"/>
                      </a:lnTo>
                      <a:close/>
                    </a:path>
                  </a:pathLst>
                </a:cu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" name="Line 8">
                  <a:extLst>
                    <a:ext uri="{FF2B5EF4-FFF2-40B4-BE49-F238E27FC236}">
                      <a16:creationId xmlns:a16="http://schemas.microsoft.com/office/drawing/2014/main" id="{931617D1-A743-416B-B4D5-B9AFFB70BB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6823" y="46331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Line 9">
                  <a:extLst>
                    <a:ext uri="{FF2B5EF4-FFF2-40B4-BE49-F238E27FC236}">
                      <a16:creationId xmlns:a16="http://schemas.microsoft.com/office/drawing/2014/main" id="{7809A424-794B-45D5-88B4-F9578A7249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6823" y="46331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Line 10">
                  <a:extLst>
                    <a:ext uri="{FF2B5EF4-FFF2-40B4-BE49-F238E27FC236}">
                      <a16:creationId xmlns:a16="http://schemas.microsoft.com/office/drawing/2014/main" id="{3EF154DF-FA3F-4659-A9F9-A67B3CCA25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2723" y="46331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Line 11">
                  <a:extLst>
                    <a:ext uri="{FF2B5EF4-FFF2-40B4-BE49-F238E27FC236}">
                      <a16:creationId xmlns:a16="http://schemas.microsoft.com/office/drawing/2014/main" id="{632B4C06-0E12-4C13-98C8-47540D7199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2723" y="46331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Line 12">
                  <a:extLst>
                    <a:ext uri="{FF2B5EF4-FFF2-40B4-BE49-F238E27FC236}">
                      <a16:creationId xmlns:a16="http://schemas.microsoft.com/office/drawing/2014/main" id="{4785AADA-3DD0-42AF-9D59-B66C716E10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623" y="46331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Line 13">
                  <a:extLst>
                    <a:ext uri="{FF2B5EF4-FFF2-40B4-BE49-F238E27FC236}">
                      <a16:creationId xmlns:a16="http://schemas.microsoft.com/office/drawing/2014/main" id="{652397E6-9FD5-44C7-BDA1-485EB5F57A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623" y="46331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Line 14">
                  <a:extLst>
                    <a:ext uri="{FF2B5EF4-FFF2-40B4-BE49-F238E27FC236}">
                      <a16:creationId xmlns:a16="http://schemas.microsoft.com/office/drawing/2014/main" id="{E896AFCA-A872-4129-8016-13D1AD2824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62936" y="46331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Line 15">
                  <a:extLst>
                    <a:ext uri="{FF2B5EF4-FFF2-40B4-BE49-F238E27FC236}">
                      <a16:creationId xmlns:a16="http://schemas.microsoft.com/office/drawing/2014/main" id="{3819021B-9542-4335-A40E-B077866F89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62936" y="46331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Line 16">
                  <a:extLst>
                    <a:ext uri="{FF2B5EF4-FFF2-40B4-BE49-F238E27FC236}">
                      <a16:creationId xmlns:a16="http://schemas.microsoft.com/office/drawing/2014/main" id="{08BDBC62-36CE-4927-B3AA-533F68397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8836" y="46331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Line 17">
                  <a:extLst>
                    <a:ext uri="{FF2B5EF4-FFF2-40B4-BE49-F238E27FC236}">
                      <a16:creationId xmlns:a16="http://schemas.microsoft.com/office/drawing/2014/main" id="{D46A1404-9A60-4F75-A4C0-AA91D86014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8836" y="46331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Line 18">
                  <a:extLst>
                    <a:ext uri="{FF2B5EF4-FFF2-40B4-BE49-F238E27FC236}">
                      <a16:creationId xmlns:a16="http://schemas.microsoft.com/office/drawing/2014/main" id="{5DD7DF5A-2E1E-494A-951B-1A66EA7440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94736" y="46331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Line 19">
                  <a:extLst>
                    <a:ext uri="{FF2B5EF4-FFF2-40B4-BE49-F238E27FC236}">
                      <a16:creationId xmlns:a16="http://schemas.microsoft.com/office/drawing/2014/main" id="{FC580472-CB2E-40C0-9E65-97483E0541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94736" y="46331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Line 20">
                  <a:extLst>
                    <a:ext uri="{FF2B5EF4-FFF2-40B4-BE49-F238E27FC236}">
                      <a16:creationId xmlns:a16="http://schemas.microsoft.com/office/drawing/2014/main" id="{9A8EDCF9-103A-47AA-A781-1746BC1DD7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811" y="492521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Line 21">
                  <a:extLst>
                    <a:ext uri="{FF2B5EF4-FFF2-40B4-BE49-F238E27FC236}">
                      <a16:creationId xmlns:a16="http://schemas.microsoft.com/office/drawing/2014/main" id="{3BEE65AB-6250-4E1F-BED8-9125F81C31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811" y="492521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Line 22">
                  <a:extLst>
                    <a:ext uri="{FF2B5EF4-FFF2-40B4-BE49-F238E27FC236}">
                      <a16:creationId xmlns:a16="http://schemas.microsoft.com/office/drawing/2014/main" id="{044B188A-1372-4D54-9F18-57D5DAB93A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59673" y="5066506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" name="Line 23">
                  <a:extLst>
                    <a:ext uri="{FF2B5EF4-FFF2-40B4-BE49-F238E27FC236}">
                      <a16:creationId xmlns:a16="http://schemas.microsoft.com/office/drawing/2014/main" id="{9EF60DF3-38A3-4DB1-BC34-E33C9AF846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59673" y="5066506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Line 24">
                  <a:extLst>
                    <a:ext uri="{FF2B5EF4-FFF2-40B4-BE49-F238E27FC236}">
                      <a16:creationId xmlns:a16="http://schemas.microsoft.com/office/drawing/2014/main" id="{61A42747-F136-4463-9579-C3CBBB28C9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5711" y="5207793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" name="Line 25">
                  <a:extLst>
                    <a:ext uri="{FF2B5EF4-FFF2-40B4-BE49-F238E27FC236}">
                      <a16:creationId xmlns:a16="http://schemas.microsoft.com/office/drawing/2014/main" id="{0953E69E-74D1-49C9-909B-E85667D02B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5711" y="5207793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" name="Line 26">
                  <a:extLst>
                    <a:ext uri="{FF2B5EF4-FFF2-40B4-BE49-F238E27FC236}">
                      <a16:creationId xmlns:a16="http://schemas.microsoft.com/office/drawing/2014/main" id="{39547A83-BEAA-41ED-98B0-3686BC2059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1748" y="535066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" name="Line 27">
                  <a:extLst>
                    <a:ext uri="{FF2B5EF4-FFF2-40B4-BE49-F238E27FC236}">
                      <a16:creationId xmlns:a16="http://schemas.microsoft.com/office/drawing/2014/main" id="{A0BDD45F-FEFE-46F1-9DD2-13078E1EB8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1748" y="535066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" name="Line 28">
                  <a:extLst>
                    <a:ext uri="{FF2B5EF4-FFF2-40B4-BE49-F238E27FC236}">
                      <a16:creationId xmlns:a16="http://schemas.microsoft.com/office/drawing/2014/main" id="{DF76C3E7-1DBE-445D-93BB-EB479813B5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5536" y="4782343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" name="Line 29">
                  <a:extLst>
                    <a:ext uri="{FF2B5EF4-FFF2-40B4-BE49-F238E27FC236}">
                      <a16:creationId xmlns:a16="http://schemas.microsoft.com/office/drawing/2014/main" id="{18B1FB1A-0202-4A3D-B0D0-F54C2683B0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5536" y="4782343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" name="Freeform 30">
                  <a:extLst>
                    <a:ext uri="{FF2B5EF4-FFF2-40B4-BE49-F238E27FC236}">
                      <a16:creationId xmlns:a16="http://schemas.microsoft.com/office/drawing/2014/main" id="{E4733520-278E-4145-90E8-19CFC2746F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3986" y="4849018"/>
                  <a:ext cx="1733550" cy="865188"/>
                </a:xfrm>
                <a:custGeom>
                  <a:avLst/>
                  <a:gdLst>
                    <a:gd name="T0" fmla="*/ 167 w 1092"/>
                    <a:gd name="T1" fmla="*/ 545 h 545"/>
                    <a:gd name="T2" fmla="*/ 1092 w 1092"/>
                    <a:gd name="T3" fmla="*/ 545 h 545"/>
                    <a:gd name="T4" fmla="*/ 925 w 1092"/>
                    <a:gd name="T5" fmla="*/ 0 h 545"/>
                    <a:gd name="T6" fmla="*/ 0 w 1092"/>
                    <a:gd name="T7" fmla="*/ 0 h 545"/>
                    <a:gd name="T8" fmla="*/ 167 w 1092"/>
                    <a:gd name="T9" fmla="*/ 545 h 5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92" h="545">
                      <a:moveTo>
                        <a:pt x="167" y="545"/>
                      </a:moveTo>
                      <a:lnTo>
                        <a:pt x="1092" y="545"/>
                      </a:lnTo>
                      <a:lnTo>
                        <a:pt x="925" y="0"/>
                      </a:lnTo>
                      <a:lnTo>
                        <a:pt x="0" y="0"/>
                      </a:lnTo>
                      <a:lnTo>
                        <a:pt x="167" y="545"/>
                      </a:lnTo>
                      <a:close/>
                    </a:path>
                  </a:pathLst>
                </a:cu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" name="Freeform 31">
                  <a:extLst>
                    <a:ext uri="{FF2B5EF4-FFF2-40B4-BE49-F238E27FC236}">
                      <a16:creationId xmlns:a16="http://schemas.microsoft.com/office/drawing/2014/main" id="{599E385C-A96A-4F7F-84DA-CDAD9B6659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3986" y="4849018"/>
                  <a:ext cx="1733550" cy="865188"/>
                </a:xfrm>
                <a:custGeom>
                  <a:avLst/>
                  <a:gdLst>
                    <a:gd name="T0" fmla="*/ 347 w 2275"/>
                    <a:gd name="T1" fmla="*/ 1135 h 1135"/>
                    <a:gd name="T2" fmla="*/ 2275 w 2275"/>
                    <a:gd name="T3" fmla="*/ 1135 h 1135"/>
                    <a:gd name="T4" fmla="*/ 1927 w 2275"/>
                    <a:gd name="T5" fmla="*/ 0 h 1135"/>
                    <a:gd name="T6" fmla="*/ 0 w 2275"/>
                    <a:gd name="T7" fmla="*/ 0 h 1135"/>
                    <a:gd name="T8" fmla="*/ 347 w 2275"/>
                    <a:gd name="T9" fmla="*/ 1135 h 1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75" h="1135">
                      <a:moveTo>
                        <a:pt x="347" y="1135"/>
                      </a:moveTo>
                      <a:lnTo>
                        <a:pt x="2275" y="1135"/>
                      </a:lnTo>
                      <a:lnTo>
                        <a:pt x="1927" y="0"/>
                      </a:lnTo>
                      <a:lnTo>
                        <a:pt x="0" y="0"/>
                      </a:lnTo>
                      <a:lnTo>
                        <a:pt x="347" y="1135"/>
                      </a:lnTo>
                      <a:close/>
                    </a:path>
                  </a:pathLst>
                </a:cu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" name="Line 32">
                  <a:extLst>
                    <a:ext uri="{FF2B5EF4-FFF2-40B4-BE49-F238E27FC236}">
                      <a16:creationId xmlns:a16="http://schemas.microsoft.com/office/drawing/2014/main" id="{14721E6A-5E92-4389-BCCB-65667D83C8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4486" y="48490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" name="Line 33">
                  <a:extLst>
                    <a:ext uri="{FF2B5EF4-FFF2-40B4-BE49-F238E27FC236}">
                      <a16:creationId xmlns:a16="http://schemas.microsoft.com/office/drawing/2014/main" id="{2BAC3447-F8CF-40EF-95B9-DA9DEB2FD0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4486" y="48490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" name="Line 34">
                  <a:extLst>
                    <a:ext uri="{FF2B5EF4-FFF2-40B4-BE49-F238E27FC236}">
                      <a16:creationId xmlns:a16="http://schemas.microsoft.com/office/drawing/2014/main" id="{DD56D2F7-FCF3-49BB-B9CB-91E212CB98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80386" y="48490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Line 35">
                  <a:extLst>
                    <a:ext uri="{FF2B5EF4-FFF2-40B4-BE49-F238E27FC236}">
                      <a16:creationId xmlns:a16="http://schemas.microsoft.com/office/drawing/2014/main" id="{3545802E-D43A-4948-8404-76AB98058E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80386" y="48490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Line 36">
                  <a:extLst>
                    <a:ext uri="{FF2B5EF4-FFF2-40B4-BE49-F238E27FC236}">
                      <a16:creationId xmlns:a16="http://schemas.microsoft.com/office/drawing/2014/main" id="{A24E451D-385A-4CA8-A6A5-57C07BAD15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96286" y="48490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Line 37">
                  <a:extLst>
                    <a:ext uri="{FF2B5EF4-FFF2-40B4-BE49-F238E27FC236}">
                      <a16:creationId xmlns:a16="http://schemas.microsoft.com/office/drawing/2014/main" id="{056A8B05-37F4-40F8-9E99-6B2EF36745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96286" y="48490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Line 38">
                  <a:extLst>
                    <a:ext uri="{FF2B5EF4-FFF2-40B4-BE49-F238E27FC236}">
                      <a16:creationId xmlns:a16="http://schemas.microsoft.com/office/drawing/2014/main" id="{D4982F4C-31EE-4CDF-BC12-A120EDC45B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12186" y="48490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Line 39">
                  <a:extLst>
                    <a:ext uri="{FF2B5EF4-FFF2-40B4-BE49-F238E27FC236}">
                      <a16:creationId xmlns:a16="http://schemas.microsoft.com/office/drawing/2014/main" id="{D971DB02-1B35-4D98-A72F-6E8B13F136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12186" y="48490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Line 40">
                  <a:extLst>
                    <a:ext uri="{FF2B5EF4-FFF2-40B4-BE49-F238E27FC236}">
                      <a16:creationId xmlns:a16="http://schemas.microsoft.com/office/drawing/2014/main" id="{32A280F1-9431-414F-8803-05C6072257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8086" y="48490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" name="Line 41">
                  <a:extLst>
                    <a:ext uri="{FF2B5EF4-FFF2-40B4-BE49-F238E27FC236}">
                      <a16:creationId xmlns:a16="http://schemas.microsoft.com/office/drawing/2014/main" id="{063282B7-7C3F-45D1-9C96-42B2214B1B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8086" y="48490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Line 42">
                  <a:extLst>
                    <a:ext uri="{FF2B5EF4-FFF2-40B4-BE49-F238E27FC236}">
                      <a16:creationId xmlns:a16="http://schemas.microsoft.com/office/drawing/2014/main" id="{C194051A-1F17-4AB9-924F-BA9FA8BA88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42398" y="48490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Line 43">
                  <a:extLst>
                    <a:ext uri="{FF2B5EF4-FFF2-40B4-BE49-F238E27FC236}">
                      <a16:creationId xmlns:a16="http://schemas.microsoft.com/office/drawing/2014/main" id="{078423A0-3C0A-4660-9B6C-7E9E9E9D36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42398" y="48490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Line 44">
                  <a:extLst>
                    <a:ext uri="{FF2B5EF4-FFF2-40B4-BE49-F238E27FC236}">
                      <a16:creationId xmlns:a16="http://schemas.microsoft.com/office/drawing/2014/main" id="{BC8449FD-E703-40DA-B19E-3C3BDDB9BE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4473" y="514111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Line 45">
                  <a:extLst>
                    <a:ext uri="{FF2B5EF4-FFF2-40B4-BE49-F238E27FC236}">
                      <a16:creationId xmlns:a16="http://schemas.microsoft.com/office/drawing/2014/main" id="{C525B059-817A-4602-9EDB-6219E584BF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4473" y="514111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Line 46">
                  <a:extLst>
                    <a:ext uri="{FF2B5EF4-FFF2-40B4-BE49-F238E27FC236}">
                      <a16:creationId xmlns:a16="http://schemas.microsoft.com/office/drawing/2014/main" id="{7165BBDC-0237-4F58-AA1A-6AB29A3AD8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7336" y="5282406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Line 47">
                  <a:extLst>
                    <a:ext uri="{FF2B5EF4-FFF2-40B4-BE49-F238E27FC236}">
                      <a16:creationId xmlns:a16="http://schemas.microsoft.com/office/drawing/2014/main" id="{087B6749-B355-4E6E-A1BA-A7B82CD27F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7336" y="5282406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Line 48">
                  <a:extLst>
                    <a:ext uri="{FF2B5EF4-FFF2-40B4-BE49-F238E27FC236}">
                      <a16:creationId xmlns:a16="http://schemas.microsoft.com/office/drawing/2014/main" id="{857F9503-8662-4839-868A-8D423D3907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4961" y="5425281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" name="Line 49">
                  <a:extLst>
                    <a:ext uri="{FF2B5EF4-FFF2-40B4-BE49-F238E27FC236}">
                      <a16:creationId xmlns:a16="http://schemas.microsoft.com/office/drawing/2014/main" id="{3F84341D-DC19-4D05-A567-9591F69C73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4961" y="5425281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" name="Line 50">
                  <a:extLst>
                    <a:ext uri="{FF2B5EF4-FFF2-40B4-BE49-F238E27FC236}">
                      <a16:creationId xmlns:a16="http://schemas.microsoft.com/office/drawing/2014/main" id="{108C6846-1CB6-413B-AD28-AE67A2EE2D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9411" y="556656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" name="Line 51">
                  <a:extLst>
                    <a:ext uri="{FF2B5EF4-FFF2-40B4-BE49-F238E27FC236}">
                      <a16:creationId xmlns:a16="http://schemas.microsoft.com/office/drawing/2014/main" id="{3A8A0868-2FF9-441C-B520-CEEC0EB036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9411" y="556656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" name="Line 52">
                  <a:extLst>
                    <a:ext uri="{FF2B5EF4-FFF2-40B4-BE49-F238E27FC236}">
                      <a16:creationId xmlns:a16="http://schemas.microsoft.com/office/drawing/2014/main" id="{9442A2D2-282F-4042-B293-2C7517D6B3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3198" y="4999831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" name="Line 53">
                  <a:extLst>
                    <a:ext uri="{FF2B5EF4-FFF2-40B4-BE49-F238E27FC236}">
                      <a16:creationId xmlns:a16="http://schemas.microsoft.com/office/drawing/2014/main" id="{4EF503CB-B89B-4A9A-850D-80D25A9FE8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3198" y="4999831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Freeform 54">
                  <a:extLst>
                    <a:ext uri="{FF2B5EF4-FFF2-40B4-BE49-F238E27FC236}">
                      <a16:creationId xmlns:a16="http://schemas.microsoft.com/office/drawing/2014/main" id="{B4490DE0-320D-4E61-9E11-4202477E6D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2123" y="5079206"/>
                  <a:ext cx="1733550" cy="865188"/>
                </a:xfrm>
                <a:custGeom>
                  <a:avLst/>
                  <a:gdLst>
                    <a:gd name="T0" fmla="*/ 167 w 1092"/>
                    <a:gd name="T1" fmla="*/ 545 h 545"/>
                    <a:gd name="T2" fmla="*/ 1092 w 1092"/>
                    <a:gd name="T3" fmla="*/ 545 h 545"/>
                    <a:gd name="T4" fmla="*/ 926 w 1092"/>
                    <a:gd name="T5" fmla="*/ 0 h 545"/>
                    <a:gd name="T6" fmla="*/ 0 w 1092"/>
                    <a:gd name="T7" fmla="*/ 0 h 545"/>
                    <a:gd name="T8" fmla="*/ 167 w 1092"/>
                    <a:gd name="T9" fmla="*/ 545 h 5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92" h="545">
                      <a:moveTo>
                        <a:pt x="167" y="545"/>
                      </a:moveTo>
                      <a:lnTo>
                        <a:pt x="1092" y="545"/>
                      </a:lnTo>
                      <a:lnTo>
                        <a:pt x="926" y="0"/>
                      </a:lnTo>
                      <a:lnTo>
                        <a:pt x="0" y="0"/>
                      </a:lnTo>
                      <a:lnTo>
                        <a:pt x="167" y="545"/>
                      </a:lnTo>
                      <a:close/>
                    </a:path>
                  </a:pathLst>
                </a:cu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" name="Freeform 55">
                  <a:extLst>
                    <a:ext uri="{FF2B5EF4-FFF2-40B4-BE49-F238E27FC236}">
                      <a16:creationId xmlns:a16="http://schemas.microsoft.com/office/drawing/2014/main" id="{919995C3-47D9-4CCE-9A76-686B590CE3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2123" y="5079206"/>
                  <a:ext cx="1733550" cy="865188"/>
                </a:xfrm>
                <a:custGeom>
                  <a:avLst/>
                  <a:gdLst>
                    <a:gd name="T0" fmla="*/ 347 w 2275"/>
                    <a:gd name="T1" fmla="*/ 1135 h 1135"/>
                    <a:gd name="T2" fmla="*/ 2275 w 2275"/>
                    <a:gd name="T3" fmla="*/ 1135 h 1135"/>
                    <a:gd name="T4" fmla="*/ 1928 w 2275"/>
                    <a:gd name="T5" fmla="*/ 0 h 1135"/>
                    <a:gd name="T6" fmla="*/ 0 w 2275"/>
                    <a:gd name="T7" fmla="*/ 0 h 1135"/>
                    <a:gd name="T8" fmla="*/ 347 w 2275"/>
                    <a:gd name="T9" fmla="*/ 1135 h 1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75" h="1135">
                      <a:moveTo>
                        <a:pt x="347" y="1135"/>
                      </a:moveTo>
                      <a:lnTo>
                        <a:pt x="2275" y="1135"/>
                      </a:lnTo>
                      <a:lnTo>
                        <a:pt x="1928" y="0"/>
                      </a:lnTo>
                      <a:lnTo>
                        <a:pt x="0" y="0"/>
                      </a:lnTo>
                      <a:lnTo>
                        <a:pt x="347" y="1135"/>
                      </a:lnTo>
                      <a:close/>
                    </a:path>
                  </a:pathLst>
                </a:cu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" name="Line 56">
                  <a:extLst>
                    <a:ext uri="{FF2B5EF4-FFF2-40B4-BE49-F238E27FC236}">
                      <a16:creationId xmlns:a16="http://schemas.microsoft.com/office/drawing/2014/main" id="{57D28B63-0D37-42AC-98F5-2D25DB584D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2623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" name="Line 57">
                  <a:extLst>
                    <a:ext uri="{FF2B5EF4-FFF2-40B4-BE49-F238E27FC236}">
                      <a16:creationId xmlns:a16="http://schemas.microsoft.com/office/drawing/2014/main" id="{B1CA4CB0-C2F2-4A38-B818-66CD832B78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2623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" name="Line 58">
                  <a:extLst>
                    <a:ext uri="{FF2B5EF4-FFF2-40B4-BE49-F238E27FC236}">
                      <a16:creationId xmlns:a16="http://schemas.microsoft.com/office/drawing/2014/main" id="{816E2CC9-BF0A-45BC-B609-88693E69AD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8523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" name="Line 59">
                  <a:extLst>
                    <a:ext uri="{FF2B5EF4-FFF2-40B4-BE49-F238E27FC236}">
                      <a16:creationId xmlns:a16="http://schemas.microsoft.com/office/drawing/2014/main" id="{E3DC9600-61B9-47A6-9CF7-28ED3BE35C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8523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" name="Line 60">
                  <a:extLst>
                    <a:ext uri="{FF2B5EF4-FFF2-40B4-BE49-F238E27FC236}">
                      <a16:creationId xmlns:a16="http://schemas.microsoft.com/office/drawing/2014/main" id="{4979C167-060D-4BFA-A93C-0B84E09236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34423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" name="Line 61">
                  <a:extLst>
                    <a:ext uri="{FF2B5EF4-FFF2-40B4-BE49-F238E27FC236}">
                      <a16:creationId xmlns:a16="http://schemas.microsoft.com/office/drawing/2014/main" id="{A21FA6B6-9D59-4E69-B022-5006E60F76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34423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" name="Line 62">
                  <a:extLst>
                    <a:ext uri="{FF2B5EF4-FFF2-40B4-BE49-F238E27FC236}">
                      <a16:creationId xmlns:a16="http://schemas.microsoft.com/office/drawing/2014/main" id="{FAEF9DAC-346A-453A-8F06-D349F2B01E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50323" y="50792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" name="Line 63">
                  <a:extLst>
                    <a:ext uri="{FF2B5EF4-FFF2-40B4-BE49-F238E27FC236}">
                      <a16:creationId xmlns:a16="http://schemas.microsoft.com/office/drawing/2014/main" id="{3C75931D-3CF9-4F98-B34A-8512CD6378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50323" y="50792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" name="Line 64">
                  <a:extLst>
                    <a:ext uri="{FF2B5EF4-FFF2-40B4-BE49-F238E27FC236}">
                      <a16:creationId xmlns:a16="http://schemas.microsoft.com/office/drawing/2014/main" id="{A8FC4A25-F711-449D-B5D1-7C3AA1277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66223" y="50792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" name="Line 65">
                  <a:extLst>
                    <a:ext uri="{FF2B5EF4-FFF2-40B4-BE49-F238E27FC236}">
                      <a16:creationId xmlns:a16="http://schemas.microsoft.com/office/drawing/2014/main" id="{04B78B13-C534-4D19-B2C2-E4DEF4B86D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66223" y="50792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" name="Line 66">
                  <a:extLst>
                    <a:ext uri="{FF2B5EF4-FFF2-40B4-BE49-F238E27FC236}">
                      <a16:creationId xmlns:a16="http://schemas.microsoft.com/office/drawing/2014/main" id="{CF129F22-8816-4A4B-8F0D-58E7099859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82123" y="50792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" name="Line 67">
                  <a:extLst>
                    <a:ext uri="{FF2B5EF4-FFF2-40B4-BE49-F238E27FC236}">
                      <a16:creationId xmlns:a16="http://schemas.microsoft.com/office/drawing/2014/main" id="{672464CE-0714-4B16-9559-189231B238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82123" y="50792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" name="Line 68">
                  <a:extLst>
                    <a:ext uri="{FF2B5EF4-FFF2-40B4-BE49-F238E27FC236}">
                      <a16:creationId xmlns:a16="http://schemas.microsoft.com/office/drawing/2014/main" id="{4CC6B8C2-06E7-4132-A112-8BBE62DCF8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2611" y="5371306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" name="Line 69">
                  <a:extLst>
                    <a:ext uri="{FF2B5EF4-FFF2-40B4-BE49-F238E27FC236}">
                      <a16:creationId xmlns:a16="http://schemas.microsoft.com/office/drawing/2014/main" id="{0046E59E-0C4D-495A-ABEC-DE705D6991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2611" y="5371306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Line 70">
                  <a:extLst>
                    <a:ext uri="{FF2B5EF4-FFF2-40B4-BE49-F238E27FC236}">
                      <a16:creationId xmlns:a16="http://schemas.microsoft.com/office/drawing/2014/main" id="{D964B77F-CA54-40D9-8DD9-26384AD6DF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45473" y="5512593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" name="Line 71">
                  <a:extLst>
                    <a:ext uri="{FF2B5EF4-FFF2-40B4-BE49-F238E27FC236}">
                      <a16:creationId xmlns:a16="http://schemas.microsoft.com/office/drawing/2014/main" id="{B73E84F6-6C22-483A-A68F-67134D06BE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45473" y="5512593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" name="Line 72">
                  <a:extLst>
                    <a:ext uri="{FF2B5EF4-FFF2-40B4-BE49-F238E27FC236}">
                      <a16:creationId xmlns:a16="http://schemas.microsoft.com/office/drawing/2014/main" id="{77E23F70-6CD5-4DA9-AC10-8496B3FF31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3098" y="5653881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" name="Line 73">
                  <a:extLst>
                    <a:ext uri="{FF2B5EF4-FFF2-40B4-BE49-F238E27FC236}">
                      <a16:creationId xmlns:a16="http://schemas.microsoft.com/office/drawing/2014/main" id="{31934EF9-5C61-4E32-9BC5-EB49BCF621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3098" y="5653881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" name="Line 74">
                  <a:extLst>
                    <a:ext uri="{FF2B5EF4-FFF2-40B4-BE49-F238E27FC236}">
                      <a16:creationId xmlns:a16="http://schemas.microsoft.com/office/drawing/2014/main" id="{BEF7FD32-B2A1-4C75-AD90-C93A647171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37548" y="5795168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" name="Line 75">
                  <a:extLst>
                    <a:ext uri="{FF2B5EF4-FFF2-40B4-BE49-F238E27FC236}">
                      <a16:creationId xmlns:a16="http://schemas.microsoft.com/office/drawing/2014/main" id="{AAEE94CF-CD52-4796-9AA1-B2BE6849B1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37548" y="5795168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" name="Line 76">
                  <a:extLst>
                    <a:ext uri="{FF2B5EF4-FFF2-40B4-BE49-F238E27FC236}">
                      <a16:creationId xmlns:a16="http://schemas.microsoft.com/office/drawing/2014/main" id="{4B865A46-11E2-423F-8553-6F6DDB227B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62923" y="5228431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" name="Line 77">
                  <a:extLst>
                    <a:ext uri="{FF2B5EF4-FFF2-40B4-BE49-F238E27FC236}">
                      <a16:creationId xmlns:a16="http://schemas.microsoft.com/office/drawing/2014/main" id="{DDB50173-9140-404B-9157-E707F3861D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62923" y="5228431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" name="Freeform 78">
                  <a:extLst>
                    <a:ext uri="{FF2B5EF4-FFF2-40B4-BE49-F238E27FC236}">
                      <a16:creationId xmlns:a16="http://schemas.microsoft.com/office/drawing/2014/main" id="{61BC8D22-D013-42D4-98D3-726B36C2A0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6911" y="4645818"/>
                  <a:ext cx="1733550" cy="865188"/>
                </a:xfrm>
                <a:custGeom>
                  <a:avLst/>
                  <a:gdLst>
                    <a:gd name="T0" fmla="*/ 167 w 1092"/>
                    <a:gd name="T1" fmla="*/ 545 h 545"/>
                    <a:gd name="T2" fmla="*/ 1092 w 1092"/>
                    <a:gd name="T3" fmla="*/ 545 h 545"/>
                    <a:gd name="T4" fmla="*/ 925 w 1092"/>
                    <a:gd name="T5" fmla="*/ 0 h 545"/>
                    <a:gd name="T6" fmla="*/ 0 w 1092"/>
                    <a:gd name="T7" fmla="*/ 0 h 545"/>
                    <a:gd name="T8" fmla="*/ 167 w 1092"/>
                    <a:gd name="T9" fmla="*/ 545 h 5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92" h="545">
                      <a:moveTo>
                        <a:pt x="167" y="545"/>
                      </a:moveTo>
                      <a:lnTo>
                        <a:pt x="1092" y="545"/>
                      </a:lnTo>
                      <a:lnTo>
                        <a:pt x="925" y="0"/>
                      </a:lnTo>
                      <a:lnTo>
                        <a:pt x="0" y="0"/>
                      </a:lnTo>
                      <a:lnTo>
                        <a:pt x="167" y="545"/>
                      </a:lnTo>
                      <a:close/>
                    </a:path>
                  </a:pathLst>
                </a:cu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" name="Freeform 79">
                  <a:extLst>
                    <a:ext uri="{FF2B5EF4-FFF2-40B4-BE49-F238E27FC236}">
                      <a16:creationId xmlns:a16="http://schemas.microsoft.com/office/drawing/2014/main" id="{F3A4A86B-A007-4A76-948C-679CFFEA03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6911" y="4645818"/>
                  <a:ext cx="1733550" cy="865188"/>
                </a:xfrm>
                <a:custGeom>
                  <a:avLst/>
                  <a:gdLst>
                    <a:gd name="T0" fmla="*/ 347 w 2274"/>
                    <a:gd name="T1" fmla="*/ 1135 h 1135"/>
                    <a:gd name="T2" fmla="*/ 2274 w 2274"/>
                    <a:gd name="T3" fmla="*/ 1135 h 1135"/>
                    <a:gd name="T4" fmla="*/ 1927 w 2274"/>
                    <a:gd name="T5" fmla="*/ 0 h 1135"/>
                    <a:gd name="T6" fmla="*/ 0 w 2274"/>
                    <a:gd name="T7" fmla="*/ 0 h 1135"/>
                    <a:gd name="T8" fmla="*/ 347 w 2274"/>
                    <a:gd name="T9" fmla="*/ 1135 h 1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74" h="1135">
                      <a:moveTo>
                        <a:pt x="347" y="1135"/>
                      </a:moveTo>
                      <a:lnTo>
                        <a:pt x="2274" y="1135"/>
                      </a:lnTo>
                      <a:lnTo>
                        <a:pt x="1927" y="0"/>
                      </a:lnTo>
                      <a:lnTo>
                        <a:pt x="0" y="0"/>
                      </a:lnTo>
                      <a:lnTo>
                        <a:pt x="347" y="1135"/>
                      </a:lnTo>
                      <a:close/>
                    </a:path>
                  </a:pathLst>
                </a:cu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" name="Line 80">
                  <a:extLst>
                    <a:ext uri="{FF2B5EF4-FFF2-40B4-BE49-F238E27FC236}">
                      <a16:creationId xmlns:a16="http://schemas.microsoft.com/office/drawing/2014/main" id="{FE7C0D21-96AC-409C-AEED-6A29563390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67411" y="46458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" name="Line 81">
                  <a:extLst>
                    <a:ext uri="{FF2B5EF4-FFF2-40B4-BE49-F238E27FC236}">
                      <a16:creationId xmlns:a16="http://schemas.microsoft.com/office/drawing/2014/main" id="{33603E64-7044-4CC3-9F5E-0745809CA7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67411" y="46458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" name="Line 82">
                  <a:extLst>
                    <a:ext uri="{FF2B5EF4-FFF2-40B4-BE49-F238E27FC236}">
                      <a16:creationId xmlns:a16="http://schemas.microsoft.com/office/drawing/2014/main" id="{1A3E5122-DF96-4847-876D-0D839E1CC7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3311" y="46458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" name="Line 83">
                  <a:extLst>
                    <a:ext uri="{FF2B5EF4-FFF2-40B4-BE49-F238E27FC236}">
                      <a16:creationId xmlns:a16="http://schemas.microsoft.com/office/drawing/2014/main" id="{73DC27A9-08F5-4AD5-B8A1-8B6B6E9858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3311" y="46458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" name="Line 84">
                  <a:extLst>
                    <a:ext uri="{FF2B5EF4-FFF2-40B4-BE49-F238E27FC236}">
                      <a16:creationId xmlns:a16="http://schemas.microsoft.com/office/drawing/2014/main" id="{7A2879A9-7D42-473C-B6B3-A70662A5AE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9211" y="46458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" name="Line 85">
                  <a:extLst>
                    <a:ext uri="{FF2B5EF4-FFF2-40B4-BE49-F238E27FC236}">
                      <a16:creationId xmlns:a16="http://schemas.microsoft.com/office/drawing/2014/main" id="{70631405-AE9F-445E-838C-B2BB8E6814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9211" y="46458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" name="Line 86">
                  <a:extLst>
                    <a:ext uri="{FF2B5EF4-FFF2-40B4-BE49-F238E27FC236}">
                      <a16:creationId xmlns:a16="http://schemas.microsoft.com/office/drawing/2014/main" id="{CF609AA2-B5AB-499B-A5C3-09424C0B3B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5111" y="46458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" name="Line 87">
                  <a:extLst>
                    <a:ext uri="{FF2B5EF4-FFF2-40B4-BE49-F238E27FC236}">
                      <a16:creationId xmlns:a16="http://schemas.microsoft.com/office/drawing/2014/main" id="{A70643D0-3128-4B62-8A36-16E6048F33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5111" y="46458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" name="Line 88">
                  <a:extLst>
                    <a:ext uri="{FF2B5EF4-FFF2-40B4-BE49-F238E27FC236}">
                      <a16:creationId xmlns:a16="http://schemas.microsoft.com/office/drawing/2014/main" id="{664E22DF-5B87-453B-9180-94CEB4E420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1011" y="46458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" name="Line 89">
                  <a:extLst>
                    <a:ext uri="{FF2B5EF4-FFF2-40B4-BE49-F238E27FC236}">
                      <a16:creationId xmlns:a16="http://schemas.microsoft.com/office/drawing/2014/main" id="{2256037C-67C5-4B09-A58F-66717DC225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1011" y="4645818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" name="Line 90">
                  <a:extLst>
                    <a:ext uri="{FF2B5EF4-FFF2-40B4-BE49-F238E27FC236}">
                      <a16:creationId xmlns:a16="http://schemas.microsoft.com/office/drawing/2014/main" id="{D22BA060-5C69-4AC5-B84B-F92DFD650B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5323" y="46458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" name="Line 91">
                  <a:extLst>
                    <a:ext uri="{FF2B5EF4-FFF2-40B4-BE49-F238E27FC236}">
                      <a16:creationId xmlns:a16="http://schemas.microsoft.com/office/drawing/2014/main" id="{CF5A3191-A72A-46F1-BFDB-C22C5A5332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5323" y="4645818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" name="Line 92">
                  <a:extLst>
                    <a:ext uri="{FF2B5EF4-FFF2-40B4-BE49-F238E27FC236}">
                      <a16:creationId xmlns:a16="http://schemas.microsoft.com/office/drawing/2014/main" id="{7A93F9AB-6641-47E4-978A-86DFACC26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67398" y="493791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" name="Line 93">
                  <a:extLst>
                    <a:ext uri="{FF2B5EF4-FFF2-40B4-BE49-F238E27FC236}">
                      <a16:creationId xmlns:a16="http://schemas.microsoft.com/office/drawing/2014/main" id="{E16DB4BE-BDB4-4E92-93E2-B0C04D3566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67398" y="493791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" name="Line 94">
                  <a:extLst>
                    <a:ext uri="{FF2B5EF4-FFF2-40B4-BE49-F238E27FC236}">
                      <a16:creationId xmlns:a16="http://schemas.microsoft.com/office/drawing/2014/main" id="{0FC375A2-6954-406C-92B4-50F9D2C9C6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10261" y="5079206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" name="Line 95">
                  <a:extLst>
                    <a:ext uri="{FF2B5EF4-FFF2-40B4-BE49-F238E27FC236}">
                      <a16:creationId xmlns:a16="http://schemas.microsoft.com/office/drawing/2014/main" id="{2FF09B85-967C-4389-985B-F1210EBCD8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10261" y="5079206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" name="Line 96">
                  <a:extLst>
                    <a:ext uri="{FF2B5EF4-FFF2-40B4-BE49-F238E27FC236}">
                      <a16:creationId xmlns:a16="http://schemas.microsoft.com/office/drawing/2014/main" id="{74D60FEA-84FC-4AB5-9FA5-6719854BC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56298" y="5222081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" name="Line 97">
                  <a:extLst>
                    <a:ext uri="{FF2B5EF4-FFF2-40B4-BE49-F238E27FC236}">
                      <a16:creationId xmlns:a16="http://schemas.microsoft.com/office/drawing/2014/main" id="{5CA0C5BD-1C5E-4AEC-B531-C5A252CE55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56298" y="5222081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" name="Line 98">
                  <a:extLst>
                    <a:ext uri="{FF2B5EF4-FFF2-40B4-BE49-F238E27FC236}">
                      <a16:creationId xmlns:a16="http://schemas.microsoft.com/office/drawing/2014/main" id="{8BEF192B-E32F-4D2B-9AE6-A4C7E5ABFC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02336" y="536336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" name="Line 99">
                  <a:extLst>
                    <a:ext uri="{FF2B5EF4-FFF2-40B4-BE49-F238E27FC236}">
                      <a16:creationId xmlns:a16="http://schemas.microsoft.com/office/drawing/2014/main" id="{88C7FEB1-09B0-4DE2-8FCE-5609787522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02336" y="536336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" name="Line 100">
                  <a:extLst>
                    <a:ext uri="{FF2B5EF4-FFF2-40B4-BE49-F238E27FC236}">
                      <a16:creationId xmlns:a16="http://schemas.microsoft.com/office/drawing/2014/main" id="{88D80648-5588-4835-BBF7-851E204F48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26123" y="4796631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" name="Line 101">
                  <a:extLst>
                    <a:ext uri="{FF2B5EF4-FFF2-40B4-BE49-F238E27FC236}">
                      <a16:creationId xmlns:a16="http://schemas.microsoft.com/office/drawing/2014/main" id="{232C109D-0E08-44C0-B730-802CD3561C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26123" y="4796631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" name="Freeform 102">
                  <a:extLst>
                    <a:ext uri="{FF2B5EF4-FFF2-40B4-BE49-F238E27FC236}">
                      <a16:creationId xmlns:a16="http://schemas.microsoft.com/office/drawing/2014/main" id="{3A13A2B2-BBAE-4757-BD9C-013397C641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6161" y="4863306"/>
                  <a:ext cx="1731962" cy="865188"/>
                </a:xfrm>
                <a:custGeom>
                  <a:avLst/>
                  <a:gdLst>
                    <a:gd name="T0" fmla="*/ 166 w 1091"/>
                    <a:gd name="T1" fmla="*/ 545 h 545"/>
                    <a:gd name="T2" fmla="*/ 1091 w 1091"/>
                    <a:gd name="T3" fmla="*/ 545 h 545"/>
                    <a:gd name="T4" fmla="*/ 924 w 1091"/>
                    <a:gd name="T5" fmla="*/ 0 h 545"/>
                    <a:gd name="T6" fmla="*/ 0 w 1091"/>
                    <a:gd name="T7" fmla="*/ 0 h 545"/>
                    <a:gd name="T8" fmla="*/ 166 w 1091"/>
                    <a:gd name="T9" fmla="*/ 545 h 5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91" h="545">
                      <a:moveTo>
                        <a:pt x="166" y="545"/>
                      </a:moveTo>
                      <a:lnTo>
                        <a:pt x="1091" y="545"/>
                      </a:lnTo>
                      <a:lnTo>
                        <a:pt x="924" y="0"/>
                      </a:lnTo>
                      <a:lnTo>
                        <a:pt x="0" y="0"/>
                      </a:lnTo>
                      <a:lnTo>
                        <a:pt x="166" y="545"/>
                      </a:lnTo>
                      <a:close/>
                    </a:path>
                  </a:pathLst>
                </a:cu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" name="Freeform 103">
                  <a:extLst>
                    <a:ext uri="{FF2B5EF4-FFF2-40B4-BE49-F238E27FC236}">
                      <a16:creationId xmlns:a16="http://schemas.microsoft.com/office/drawing/2014/main" id="{031CEBB2-2E2A-4D15-94ED-BB2C56F1DC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6161" y="4863306"/>
                  <a:ext cx="1731962" cy="865188"/>
                </a:xfrm>
                <a:custGeom>
                  <a:avLst/>
                  <a:gdLst>
                    <a:gd name="T0" fmla="*/ 347 w 2274"/>
                    <a:gd name="T1" fmla="*/ 1135 h 1135"/>
                    <a:gd name="T2" fmla="*/ 2274 w 2274"/>
                    <a:gd name="T3" fmla="*/ 1135 h 1135"/>
                    <a:gd name="T4" fmla="*/ 1927 w 2274"/>
                    <a:gd name="T5" fmla="*/ 0 h 1135"/>
                    <a:gd name="T6" fmla="*/ 0 w 2274"/>
                    <a:gd name="T7" fmla="*/ 0 h 1135"/>
                    <a:gd name="T8" fmla="*/ 347 w 2274"/>
                    <a:gd name="T9" fmla="*/ 1135 h 1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74" h="1135">
                      <a:moveTo>
                        <a:pt x="347" y="1135"/>
                      </a:moveTo>
                      <a:lnTo>
                        <a:pt x="2274" y="1135"/>
                      </a:lnTo>
                      <a:lnTo>
                        <a:pt x="1927" y="0"/>
                      </a:lnTo>
                      <a:lnTo>
                        <a:pt x="0" y="0"/>
                      </a:lnTo>
                      <a:lnTo>
                        <a:pt x="347" y="1135"/>
                      </a:lnTo>
                      <a:close/>
                    </a:path>
                  </a:pathLst>
                </a:cu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Line 104">
                  <a:extLst>
                    <a:ext uri="{FF2B5EF4-FFF2-40B4-BE49-F238E27FC236}">
                      <a16:creationId xmlns:a16="http://schemas.microsoft.com/office/drawing/2014/main" id="{F2DF2DA3-1244-4E02-BBC1-D419BE44FA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5073" y="48633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" name="Line 105">
                  <a:extLst>
                    <a:ext uri="{FF2B5EF4-FFF2-40B4-BE49-F238E27FC236}">
                      <a16:creationId xmlns:a16="http://schemas.microsoft.com/office/drawing/2014/main" id="{17E4D81B-CE03-4347-AED2-0A211713DB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5073" y="48633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" name="Line 106">
                  <a:extLst>
                    <a:ext uri="{FF2B5EF4-FFF2-40B4-BE49-F238E27FC236}">
                      <a16:creationId xmlns:a16="http://schemas.microsoft.com/office/drawing/2014/main" id="{9C1639C9-4753-4361-A402-26ABC48884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30973" y="48633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" name="Line 107">
                  <a:extLst>
                    <a:ext uri="{FF2B5EF4-FFF2-40B4-BE49-F238E27FC236}">
                      <a16:creationId xmlns:a16="http://schemas.microsoft.com/office/drawing/2014/main" id="{0A367426-F339-4277-BF5B-6C6E7308E6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30973" y="48633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" name="Line 108">
                  <a:extLst>
                    <a:ext uri="{FF2B5EF4-FFF2-40B4-BE49-F238E27FC236}">
                      <a16:creationId xmlns:a16="http://schemas.microsoft.com/office/drawing/2014/main" id="{845C5741-783F-4C4C-A653-9619F1C766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6873" y="48633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" name="Line 109">
                  <a:extLst>
                    <a:ext uri="{FF2B5EF4-FFF2-40B4-BE49-F238E27FC236}">
                      <a16:creationId xmlns:a16="http://schemas.microsoft.com/office/drawing/2014/main" id="{1102F957-6EE9-4723-8055-8750C6D823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6873" y="48633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Line 110">
                  <a:extLst>
                    <a:ext uri="{FF2B5EF4-FFF2-40B4-BE49-F238E27FC236}">
                      <a16:creationId xmlns:a16="http://schemas.microsoft.com/office/drawing/2014/main" id="{4CA396D6-DF78-4E60-B398-A858E5997D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2773" y="48633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" name="Line 111">
                  <a:extLst>
                    <a:ext uri="{FF2B5EF4-FFF2-40B4-BE49-F238E27FC236}">
                      <a16:creationId xmlns:a16="http://schemas.microsoft.com/office/drawing/2014/main" id="{A2A268C9-9B7D-4F22-B8F5-9461958BD5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2773" y="48633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Line 112">
                  <a:extLst>
                    <a:ext uri="{FF2B5EF4-FFF2-40B4-BE49-F238E27FC236}">
                      <a16:creationId xmlns:a16="http://schemas.microsoft.com/office/drawing/2014/main" id="{6B5D9BF3-E47F-4F43-81BC-748530B907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7086" y="48633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" name="Line 113">
                  <a:extLst>
                    <a:ext uri="{FF2B5EF4-FFF2-40B4-BE49-F238E27FC236}">
                      <a16:creationId xmlns:a16="http://schemas.microsoft.com/office/drawing/2014/main" id="{20060B3F-81FA-4140-AB9A-60BE7B62DB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7086" y="48633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" name="Line 114">
                  <a:extLst>
                    <a:ext uri="{FF2B5EF4-FFF2-40B4-BE49-F238E27FC236}">
                      <a16:creationId xmlns:a16="http://schemas.microsoft.com/office/drawing/2014/main" id="{6503D5B6-CB8A-436F-B48B-451060725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573" y="48633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" name="Line 115">
                  <a:extLst>
                    <a:ext uri="{FF2B5EF4-FFF2-40B4-BE49-F238E27FC236}">
                      <a16:creationId xmlns:a16="http://schemas.microsoft.com/office/drawing/2014/main" id="{9E2D012A-2445-44B9-9672-C794EF456F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573" y="48633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" name="Line 116">
                  <a:extLst>
                    <a:ext uri="{FF2B5EF4-FFF2-40B4-BE49-F238E27FC236}">
                      <a16:creationId xmlns:a16="http://schemas.microsoft.com/office/drawing/2014/main" id="{8A3295DE-E337-4277-BB69-D67A66132A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5061" y="515381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" name="Line 117">
                  <a:extLst>
                    <a:ext uri="{FF2B5EF4-FFF2-40B4-BE49-F238E27FC236}">
                      <a16:creationId xmlns:a16="http://schemas.microsoft.com/office/drawing/2014/main" id="{5F2A6B3B-2F22-4894-A691-2483305C21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5061" y="515381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" name="Line 118">
                  <a:extLst>
                    <a:ext uri="{FF2B5EF4-FFF2-40B4-BE49-F238E27FC236}">
                      <a16:creationId xmlns:a16="http://schemas.microsoft.com/office/drawing/2014/main" id="{12118D5F-EC0A-4795-9E48-BFADF1D04E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57923" y="5295106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" name="Line 119">
                  <a:extLst>
                    <a:ext uri="{FF2B5EF4-FFF2-40B4-BE49-F238E27FC236}">
                      <a16:creationId xmlns:a16="http://schemas.microsoft.com/office/drawing/2014/main" id="{B2550CDA-F615-4A4F-A615-BD76308C81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57923" y="5295106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Line 120">
                  <a:extLst>
                    <a:ext uri="{FF2B5EF4-FFF2-40B4-BE49-F238E27FC236}">
                      <a16:creationId xmlns:a16="http://schemas.microsoft.com/office/drawing/2014/main" id="{38A6F2D7-08CE-416A-BBF1-390E795887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03961" y="5437981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" name="Line 121">
                  <a:extLst>
                    <a:ext uri="{FF2B5EF4-FFF2-40B4-BE49-F238E27FC236}">
                      <a16:creationId xmlns:a16="http://schemas.microsoft.com/office/drawing/2014/main" id="{C2D2B827-FC97-4C88-AE76-2F70029880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03961" y="5437981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" name="Line 122">
                  <a:extLst>
                    <a:ext uri="{FF2B5EF4-FFF2-40B4-BE49-F238E27FC236}">
                      <a16:creationId xmlns:a16="http://schemas.microsoft.com/office/drawing/2014/main" id="{D8CC02B9-6A67-4E85-AB99-8C3C124788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49998" y="5580856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" name="Line 123">
                  <a:extLst>
                    <a:ext uri="{FF2B5EF4-FFF2-40B4-BE49-F238E27FC236}">
                      <a16:creationId xmlns:a16="http://schemas.microsoft.com/office/drawing/2014/main" id="{F1968826-2325-4C38-A53E-076491F562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49998" y="5580856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" name="Line 124">
                  <a:extLst>
                    <a:ext uri="{FF2B5EF4-FFF2-40B4-BE49-F238E27FC236}">
                      <a16:creationId xmlns:a16="http://schemas.microsoft.com/office/drawing/2014/main" id="{6B708891-DA77-4A3B-9FA0-C3FA3F9FB7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73786" y="5012531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" name="Line 125">
                  <a:extLst>
                    <a:ext uri="{FF2B5EF4-FFF2-40B4-BE49-F238E27FC236}">
                      <a16:creationId xmlns:a16="http://schemas.microsoft.com/office/drawing/2014/main" id="{7A70596A-D986-421E-AB7B-F882A91A63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73786" y="5012531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" name="Freeform 126">
                  <a:extLst>
                    <a:ext uri="{FF2B5EF4-FFF2-40B4-BE49-F238E27FC236}">
                      <a16:creationId xmlns:a16="http://schemas.microsoft.com/office/drawing/2014/main" id="{8DB4A068-2B2B-418E-B200-56E01A58D1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4298" y="5079206"/>
                  <a:ext cx="1731962" cy="865188"/>
                </a:xfrm>
                <a:custGeom>
                  <a:avLst/>
                  <a:gdLst>
                    <a:gd name="T0" fmla="*/ 166 w 1091"/>
                    <a:gd name="T1" fmla="*/ 545 h 545"/>
                    <a:gd name="T2" fmla="*/ 1091 w 1091"/>
                    <a:gd name="T3" fmla="*/ 545 h 545"/>
                    <a:gd name="T4" fmla="*/ 925 w 1091"/>
                    <a:gd name="T5" fmla="*/ 0 h 545"/>
                    <a:gd name="T6" fmla="*/ 0 w 1091"/>
                    <a:gd name="T7" fmla="*/ 0 h 545"/>
                    <a:gd name="T8" fmla="*/ 166 w 1091"/>
                    <a:gd name="T9" fmla="*/ 545 h 5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91" h="545">
                      <a:moveTo>
                        <a:pt x="166" y="545"/>
                      </a:moveTo>
                      <a:lnTo>
                        <a:pt x="1091" y="545"/>
                      </a:lnTo>
                      <a:lnTo>
                        <a:pt x="925" y="0"/>
                      </a:lnTo>
                      <a:lnTo>
                        <a:pt x="0" y="0"/>
                      </a:lnTo>
                      <a:lnTo>
                        <a:pt x="166" y="545"/>
                      </a:lnTo>
                      <a:close/>
                    </a:path>
                  </a:pathLst>
                </a:cu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" name="Freeform 127">
                  <a:extLst>
                    <a:ext uri="{FF2B5EF4-FFF2-40B4-BE49-F238E27FC236}">
                      <a16:creationId xmlns:a16="http://schemas.microsoft.com/office/drawing/2014/main" id="{0BAE1251-4F9A-4E64-AA39-4C71110B83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4298" y="5079206"/>
                  <a:ext cx="1731962" cy="865188"/>
                </a:xfrm>
                <a:custGeom>
                  <a:avLst/>
                  <a:gdLst>
                    <a:gd name="T0" fmla="*/ 347 w 2274"/>
                    <a:gd name="T1" fmla="*/ 1135 h 1135"/>
                    <a:gd name="T2" fmla="*/ 2274 w 2274"/>
                    <a:gd name="T3" fmla="*/ 1135 h 1135"/>
                    <a:gd name="T4" fmla="*/ 1927 w 2274"/>
                    <a:gd name="T5" fmla="*/ 0 h 1135"/>
                    <a:gd name="T6" fmla="*/ 0 w 2274"/>
                    <a:gd name="T7" fmla="*/ 0 h 1135"/>
                    <a:gd name="T8" fmla="*/ 347 w 2274"/>
                    <a:gd name="T9" fmla="*/ 1135 h 1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74" h="1135">
                      <a:moveTo>
                        <a:pt x="347" y="1135"/>
                      </a:moveTo>
                      <a:lnTo>
                        <a:pt x="2274" y="1135"/>
                      </a:lnTo>
                      <a:lnTo>
                        <a:pt x="1927" y="0"/>
                      </a:lnTo>
                      <a:lnTo>
                        <a:pt x="0" y="0"/>
                      </a:lnTo>
                      <a:lnTo>
                        <a:pt x="347" y="1135"/>
                      </a:lnTo>
                      <a:close/>
                    </a:path>
                  </a:pathLst>
                </a:cu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4" name="Line 128">
                  <a:extLst>
                    <a:ext uri="{FF2B5EF4-FFF2-40B4-BE49-F238E27FC236}">
                      <a16:creationId xmlns:a16="http://schemas.microsoft.com/office/drawing/2014/main" id="{332F239B-207C-4F15-B12D-4B61009469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3211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5" name="Line 129">
                  <a:extLst>
                    <a:ext uri="{FF2B5EF4-FFF2-40B4-BE49-F238E27FC236}">
                      <a16:creationId xmlns:a16="http://schemas.microsoft.com/office/drawing/2014/main" id="{66656D25-55FA-4BA7-874D-D86754B5BE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3211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6" name="Line 130">
                  <a:extLst>
                    <a:ext uri="{FF2B5EF4-FFF2-40B4-BE49-F238E27FC236}">
                      <a16:creationId xmlns:a16="http://schemas.microsoft.com/office/drawing/2014/main" id="{E1E36F4B-39F1-4D21-B6D4-E71F031EFF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9111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7" name="Line 131">
                  <a:extLst>
                    <a:ext uri="{FF2B5EF4-FFF2-40B4-BE49-F238E27FC236}">
                      <a16:creationId xmlns:a16="http://schemas.microsoft.com/office/drawing/2014/main" id="{48094B9E-D5D6-42CC-B613-A284CF352C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9111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8" name="Line 132">
                  <a:extLst>
                    <a:ext uri="{FF2B5EF4-FFF2-40B4-BE49-F238E27FC236}">
                      <a16:creationId xmlns:a16="http://schemas.microsoft.com/office/drawing/2014/main" id="{E219006D-6ED0-45C3-8A01-ADA66C7864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5011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9" name="Line 133">
                  <a:extLst>
                    <a:ext uri="{FF2B5EF4-FFF2-40B4-BE49-F238E27FC236}">
                      <a16:creationId xmlns:a16="http://schemas.microsoft.com/office/drawing/2014/main" id="{ED33E86D-4B55-46DE-AF41-F6D3793340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5011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0" name="Line 134">
                  <a:extLst>
                    <a:ext uri="{FF2B5EF4-FFF2-40B4-BE49-F238E27FC236}">
                      <a16:creationId xmlns:a16="http://schemas.microsoft.com/office/drawing/2014/main" id="{9CFE6A6D-E8B3-4130-841D-73C57216A8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00911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" name="Line 135">
                  <a:extLst>
                    <a:ext uri="{FF2B5EF4-FFF2-40B4-BE49-F238E27FC236}">
                      <a16:creationId xmlns:a16="http://schemas.microsoft.com/office/drawing/2014/main" id="{51089B10-6A26-4B2D-BA8D-1BC8FBC727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00911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2" name="Line 136">
                  <a:extLst>
                    <a:ext uri="{FF2B5EF4-FFF2-40B4-BE49-F238E27FC236}">
                      <a16:creationId xmlns:a16="http://schemas.microsoft.com/office/drawing/2014/main" id="{95E6CA20-F20F-4DFD-987C-036E1010AA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811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3" name="Line 137">
                  <a:extLst>
                    <a:ext uri="{FF2B5EF4-FFF2-40B4-BE49-F238E27FC236}">
                      <a16:creationId xmlns:a16="http://schemas.microsoft.com/office/drawing/2014/main" id="{35BB26D2-AB5F-4F01-A0FF-ED894E8E8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811" y="5079206"/>
                  <a:ext cx="265112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4" name="Line 138">
                  <a:extLst>
                    <a:ext uri="{FF2B5EF4-FFF2-40B4-BE49-F238E27FC236}">
                      <a16:creationId xmlns:a16="http://schemas.microsoft.com/office/drawing/2014/main" id="{A743BE93-70F0-4DA0-9D1B-4E2F2C4F38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32711" y="50792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5" name="Line 139">
                  <a:extLst>
                    <a:ext uri="{FF2B5EF4-FFF2-40B4-BE49-F238E27FC236}">
                      <a16:creationId xmlns:a16="http://schemas.microsoft.com/office/drawing/2014/main" id="{41195093-F8E5-436D-90E7-4605850BAE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32711" y="5079206"/>
                  <a:ext cx="263525" cy="865188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6" name="Line 140">
                  <a:extLst>
                    <a:ext uri="{FF2B5EF4-FFF2-40B4-BE49-F238E27FC236}">
                      <a16:creationId xmlns:a16="http://schemas.microsoft.com/office/drawing/2014/main" id="{0E364C7E-958A-455C-B03A-7AC5E43422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3198" y="5371306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7" name="Line 141">
                  <a:extLst>
                    <a:ext uri="{FF2B5EF4-FFF2-40B4-BE49-F238E27FC236}">
                      <a16:creationId xmlns:a16="http://schemas.microsoft.com/office/drawing/2014/main" id="{AC9D1EB5-2714-414F-8F1F-694625A73F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3198" y="5371306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8" name="Line 142">
                  <a:extLst>
                    <a:ext uri="{FF2B5EF4-FFF2-40B4-BE49-F238E27FC236}">
                      <a16:creationId xmlns:a16="http://schemas.microsoft.com/office/drawing/2014/main" id="{B3E65992-595C-4195-BBFD-F0B5A40495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97648" y="5512593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9" name="Line 143">
                  <a:extLst>
                    <a:ext uri="{FF2B5EF4-FFF2-40B4-BE49-F238E27FC236}">
                      <a16:creationId xmlns:a16="http://schemas.microsoft.com/office/drawing/2014/main" id="{CB35D1B4-16E8-48B9-9387-2A1205E0E5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97648" y="5512593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0" name="Line 144">
                  <a:extLst>
                    <a:ext uri="{FF2B5EF4-FFF2-40B4-BE49-F238E27FC236}">
                      <a16:creationId xmlns:a16="http://schemas.microsoft.com/office/drawing/2014/main" id="{BA16626E-394D-420C-B065-AE9CCC1ED1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2098" y="5653881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1" name="Line 145">
                  <a:extLst>
                    <a:ext uri="{FF2B5EF4-FFF2-40B4-BE49-F238E27FC236}">
                      <a16:creationId xmlns:a16="http://schemas.microsoft.com/office/drawing/2014/main" id="{82090F30-5E68-404F-B1D2-674BBF22EE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2098" y="5653881"/>
                  <a:ext cx="1465262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2" name="Line 146">
                  <a:extLst>
                    <a:ext uri="{FF2B5EF4-FFF2-40B4-BE49-F238E27FC236}">
                      <a16:creationId xmlns:a16="http://schemas.microsoft.com/office/drawing/2014/main" id="{6D8A8B89-300A-4B41-92B5-9BEC2F7605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8136" y="579516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3" name="Line 147">
                  <a:extLst>
                    <a:ext uri="{FF2B5EF4-FFF2-40B4-BE49-F238E27FC236}">
                      <a16:creationId xmlns:a16="http://schemas.microsoft.com/office/drawing/2014/main" id="{4423B145-BD57-40D8-91A9-8EAAC47C34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8136" y="5795168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4" name="Line 148">
                  <a:extLst>
                    <a:ext uri="{FF2B5EF4-FFF2-40B4-BE49-F238E27FC236}">
                      <a16:creationId xmlns:a16="http://schemas.microsoft.com/office/drawing/2014/main" id="{F5120DE2-70FF-45F9-A13B-C342C3A41D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3511" y="5228431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5" name="Line 149">
                  <a:extLst>
                    <a:ext uri="{FF2B5EF4-FFF2-40B4-BE49-F238E27FC236}">
                      <a16:creationId xmlns:a16="http://schemas.microsoft.com/office/drawing/2014/main" id="{DDCF7F34-F338-4234-A944-BF84E7F931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3511" y="5228431"/>
                  <a:ext cx="1463675" cy="0"/>
                </a:xfrm>
                <a:prstGeom prst="line">
                  <a:avLst/>
                </a:prstGeom>
                <a:grpFill/>
                <a:ln w="1905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06" name="Gruppieren 90">
                <a:extLst>
                  <a:ext uri="{FF2B5EF4-FFF2-40B4-BE49-F238E27FC236}">
                    <a16:creationId xmlns:a16="http://schemas.microsoft.com/office/drawing/2014/main" id="{7FE99F1A-B693-4F86-B123-9FFD1E8C3E53}"/>
                  </a:ext>
                </a:extLst>
              </p:cNvPr>
              <p:cNvGrpSpPr/>
              <p:nvPr/>
            </p:nvGrpSpPr>
            <p:grpSpPr>
              <a:xfrm>
                <a:off x="5946126" y="1666563"/>
                <a:ext cx="481733" cy="463274"/>
                <a:chOff x="7927976" y="1435100"/>
                <a:chExt cx="1479550" cy="1582738"/>
              </a:xfrm>
              <a:solidFill>
                <a:schemeClr val="accent1"/>
              </a:solidFill>
            </p:grpSpPr>
            <p:sp>
              <p:nvSpPr>
                <p:cNvPr id="207" name="Freeform 322">
                  <a:extLst>
                    <a:ext uri="{FF2B5EF4-FFF2-40B4-BE49-F238E27FC236}">
                      <a16:creationId xmlns:a16="http://schemas.microsoft.com/office/drawing/2014/main" id="{197BCF02-A298-44E5-964A-58286269D7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86813" y="2133600"/>
                  <a:ext cx="44450" cy="161925"/>
                </a:xfrm>
                <a:custGeom>
                  <a:avLst/>
                  <a:gdLst>
                    <a:gd name="T0" fmla="*/ 11 w 11"/>
                    <a:gd name="T1" fmla="*/ 37 h 41"/>
                    <a:gd name="T2" fmla="*/ 11 w 11"/>
                    <a:gd name="T3" fmla="*/ 32 h 41"/>
                    <a:gd name="T4" fmla="*/ 11 w 11"/>
                    <a:gd name="T5" fmla="*/ 22 h 41"/>
                    <a:gd name="T6" fmla="*/ 11 w 11"/>
                    <a:gd name="T7" fmla="*/ 18 h 41"/>
                    <a:gd name="T8" fmla="*/ 11 w 11"/>
                    <a:gd name="T9" fmla="*/ 13 h 41"/>
                    <a:gd name="T10" fmla="*/ 11 w 11"/>
                    <a:gd name="T11" fmla="*/ 4 h 41"/>
                    <a:gd name="T12" fmla="*/ 11 w 11"/>
                    <a:gd name="T13" fmla="*/ 3 h 41"/>
                    <a:gd name="T14" fmla="*/ 10 w 11"/>
                    <a:gd name="T15" fmla="*/ 2 h 41"/>
                    <a:gd name="T16" fmla="*/ 9 w 11"/>
                    <a:gd name="T17" fmla="*/ 1 h 41"/>
                    <a:gd name="T18" fmla="*/ 6 w 11"/>
                    <a:gd name="T19" fmla="*/ 0 h 41"/>
                    <a:gd name="T20" fmla="*/ 4 w 11"/>
                    <a:gd name="T21" fmla="*/ 0 h 41"/>
                    <a:gd name="T22" fmla="*/ 2 w 11"/>
                    <a:gd name="T23" fmla="*/ 1 h 41"/>
                    <a:gd name="T24" fmla="*/ 1 w 11"/>
                    <a:gd name="T25" fmla="*/ 3 h 41"/>
                    <a:gd name="T26" fmla="*/ 1 w 11"/>
                    <a:gd name="T27" fmla="*/ 15 h 41"/>
                    <a:gd name="T28" fmla="*/ 1 w 11"/>
                    <a:gd name="T29" fmla="*/ 21 h 41"/>
                    <a:gd name="T30" fmla="*/ 1 w 11"/>
                    <a:gd name="T31" fmla="*/ 26 h 41"/>
                    <a:gd name="T32" fmla="*/ 0 w 11"/>
                    <a:gd name="T33" fmla="*/ 32 h 41"/>
                    <a:gd name="T34" fmla="*/ 0 w 11"/>
                    <a:gd name="T35" fmla="*/ 38 h 41"/>
                    <a:gd name="T36" fmla="*/ 0 w 11"/>
                    <a:gd name="T37" fmla="*/ 40 h 41"/>
                    <a:gd name="T38" fmla="*/ 2 w 11"/>
                    <a:gd name="T39" fmla="*/ 41 h 41"/>
                    <a:gd name="T40" fmla="*/ 4 w 11"/>
                    <a:gd name="T41" fmla="*/ 41 h 41"/>
                    <a:gd name="T42" fmla="*/ 7 w 11"/>
                    <a:gd name="T43" fmla="*/ 41 h 41"/>
                    <a:gd name="T44" fmla="*/ 9 w 11"/>
                    <a:gd name="T45" fmla="*/ 41 h 41"/>
                    <a:gd name="T46" fmla="*/ 10 w 11"/>
                    <a:gd name="T47" fmla="*/ 41 h 41"/>
                    <a:gd name="T48" fmla="*/ 11 w 11"/>
                    <a:gd name="T49" fmla="*/ 41 h 41"/>
                    <a:gd name="T50" fmla="*/ 11 w 11"/>
                    <a:gd name="T51" fmla="*/ 41 h 41"/>
                    <a:gd name="T52" fmla="*/ 11 w 11"/>
                    <a:gd name="T53" fmla="*/ 37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1" h="41">
                      <a:moveTo>
                        <a:pt x="11" y="37"/>
                      </a:moveTo>
                      <a:cubicBezTo>
                        <a:pt x="11" y="35"/>
                        <a:pt x="11" y="34"/>
                        <a:pt x="11" y="32"/>
                      </a:cubicBezTo>
                      <a:cubicBezTo>
                        <a:pt x="11" y="29"/>
                        <a:pt x="11" y="26"/>
                        <a:pt x="11" y="22"/>
                      </a:cubicBezTo>
                      <a:cubicBezTo>
                        <a:pt x="11" y="21"/>
                        <a:pt x="11" y="19"/>
                        <a:pt x="11" y="18"/>
                      </a:cubicBezTo>
                      <a:cubicBezTo>
                        <a:pt x="11" y="16"/>
                        <a:pt x="11" y="15"/>
                        <a:pt x="11" y="13"/>
                      </a:cubicBezTo>
                      <a:cubicBezTo>
                        <a:pt x="10" y="10"/>
                        <a:pt x="10" y="7"/>
                        <a:pt x="11" y="4"/>
                      </a:cubicBez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11" y="3"/>
                        <a:pt x="11" y="2"/>
                        <a:pt x="10" y="2"/>
                      </a:cubicBezTo>
                      <a:cubicBezTo>
                        <a:pt x="10" y="2"/>
                        <a:pt x="9" y="2"/>
                        <a:pt x="9" y="1"/>
                      </a:cubicBezTo>
                      <a:cubicBezTo>
                        <a:pt x="8" y="1"/>
                        <a:pt x="7" y="0"/>
                        <a:pt x="6" y="0"/>
                      </a:cubicBezTo>
                      <a:cubicBezTo>
                        <a:pt x="5" y="0"/>
                        <a:pt x="5" y="0"/>
                        <a:pt x="4" y="0"/>
                      </a:cubicBezTo>
                      <a:cubicBezTo>
                        <a:pt x="3" y="0"/>
                        <a:pt x="3" y="0"/>
                        <a:pt x="2" y="1"/>
                      </a:cubicBezTo>
                      <a:cubicBezTo>
                        <a:pt x="1" y="1"/>
                        <a:pt x="1" y="1"/>
                        <a:pt x="1" y="3"/>
                      </a:cubicBezTo>
                      <a:cubicBezTo>
                        <a:pt x="1" y="7"/>
                        <a:pt x="1" y="11"/>
                        <a:pt x="1" y="15"/>
                      </a:cubicBezTo>
                      <a:cubicBezTo>
                        <a:pt x="1" y="17"/>
                        <a:pt x="1" y="19"/>
                        <a:pt x="1" y="21"/>
                      </a:cubicBezTo>
                      <a:cubicBezTo>
                        <a:pt x="1" y="22"/>
                        <a:pt x="1" y="24"/>
                        <a:pt x="1" y="26"/>
                      </a:cubicBezTo>
                      <a:cubicBezTo>
                        <a:pt x="1" y="28"/>
                        <a:pt x="1" y="30"/>
                        <a:pt x="0" y="32"/>
                      </a:cubicBezTo>
                      <a:cubicBezTo>
                        <a:pt x="0" y="34"/>
                        <a:pt x="0" y="36"/>
                        <a:pt x="0" y="38"/>
                      </a:cubicBezTo>
                      <a:cubicBezTo>
                        <a:pt x="0" y="38"/>
                        <a:pt x="0" y="40"/>
                        <a:pt x="0" y="40"/>
                      </a:cubicBezTo>
                      <a:cubicBezTo>
                        <a:pt x="1" y="41"/>
                        <a:pt x="1" y="41"/>
                        <a:pt x="2" y="41"/>
                      </a:cubicBezTo>
                      <a:cubicBezTo>
                        <a:pt x="3" y="41"/>
                        <a:pt x="4" y="41"/>
                        <a:pt x="4" y="41"/>
                      </a:cubicBezTo>
                      <a:cubicBezTo>
                        <a:pt x="5" y="41"/>
                        <a:pt x="6" y="41"/>
                        <a:pt x="7" y="41"/>
                      </a:cubicBezTo>
                      <a:cubicBezTo>
                        <a:pt x="8" y="41"/>
                        <a:pt x="9" y="41"/>
                        <a:pt x="9" y="41"/>
                      </a:cubicBezTo>
                      <a:cubicBezTo>
                        <a:pt x="10" y="41"/>
                        <a:pt x="10" y="41"/>
                        <a:pt x="10" y="41"/>
                      </a:cubicBezTo>
                      <a:cubicBezTo>
                        <a:pt x="11" y="41"/>
                        <a:pt x="11" y="41"/>
                        <a:pt x="11" y="41"/>
                      </a:cubicBezTo>
                      <a:cubicBezTo>
                        <a:pt x="11" y="41"/>
                        <a:pt x="11" y="41"/>
                        <a:pt x="11" y="41"/>
                      </a:cubicBezTo>
                      <a:cubicBezTo>
                        <a:pt x="11" y="39"/>
                        <a:pt x="11" y="38"/>
                        <a:pt x="11" y="3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08" name="Freeform 323">
                  <a:extLst>
                    <a:ext uri="{FF2B5EF4-FFF2-40B4-BE49-F238E27FC236}">
                      <a16:creationId xmlns:a16="http://schemas.microsoft.com/office/drawing/2014/main" id="{22A4FFB8-E090-40C3-AC13-B359DC7593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86813" y="2133600"/>
                  <a:ext cx="44450" cy="161925"/>
                </a:xfrm>
                <a:custGeom>
                  <a:avLst/>
                  <a:gdLst>
                    <a:gd name="T0" fmla="*/ 11 w 11"/>
                    <a:gd name="T1" fmla="*/ 37 h 41"/>
                    <a:gd name="T2" fmla="*/ 11 w 11"/>
                    <a:gd name="T3" fmla="*/ 32 h 41"/>
                    <a:gd name="T4" fmla="*/ 11 w 11"/>
                    <a:gd name="T5" fmla="*/ 22 h 41"/>
                    <a:gd name="T6" fmla="*/ 11 w 11"/>
                    <a:gd name="T7" fmla="*/ 18 h 41"/>
                    <a:gd name="T8" fmla="*/ 11 w 11"/>
                    <a:gd name="T9" fmla="*/ 13 h 41"/>
                    <a:gd name="T10" fmla="*/ 11 w 11"/>
                    <a:gd name="T11" fmla="*/ 4 h 41"/>
                    <a:gd name="T12" fmla="*/ 11 w 11"/>
                    <a:gd name="T13" fmla="*/ 3 h 41"/>
                    <a:gd name="T14" fmla="*/ 10 w 11"/>
                    <a:gd name="T15" fmla="*/ 2 h 41"/>
                    <a:gd name="T16" fmla="*/ 9 w 11"/>
                    <a:gd name="T17" fmla="*/ 1 h 41"/>
                    <a:gd name="T18" fmla="*/ 6 w 11"/>
                    <a:gd name="T19" fmla="*/ 0 h 41"/>
                    <a:gd name="T20" fmla="*/ 4 w 11"/>
                    <a:gd name="T21" fmla="*/ 0 h 41"/>
                    <a:gd name="T22" fmla="*/ 2 w 11"/>
                    <a:gd name="T23" fmla="*/ 1 h 41"/>
                    <a:gd name="T24" fmla="*/ 1 w 11"/>
                    <a:gd name="T25" fmla="*/ 3 h 41"/>
                    <a:gd name="T26" fmla="*/ 1 w 11"/>
                    <a:gd name="T27" fmla="*/ 15 h 41"/>
                    <a:gd name="T28" fmla="*/ 1 w 11"/>
                    <a:gd name="T29" fmla="*/ 21 h 41"/>
                    <a:gd name="T30" fmla="*/ 1 w 11"/>
                    <a:gd name="T31" fmla="*/ 26 h 41"/>
                    <a:gd name="T32" fmla="*/ 0 w 11"/>
                    <a:gd name="T33" fmla="*/ 32 h 41"/>
                    <a:gd name="T34" fmla="*/ 0 w 11"/>
                    <a:gd name="T35" fmla="*/ 38 h 41"/>
                    <a:gd name="T36" fmla="*/ 0 w 11"/>
                    <a:gd name="T37" fmla="*/ 40 h 41"/>
                    <a:gd name="T38" fmla="*/ 2 w 11"/>
                    <a:gd name="T39" fmla="*/ 41 h 41"/>
                    <a:gd name="T40" fmla="*/ 4 w 11"/>
                    <a:gd name="T41" fmla="*/ 41 h 41"/>
                    <a:gd name="T42" fmla="*/ 7 w 11"/>
                    <a:gd name="T43" fmla="*/ 41 h 41"/>
                    <a:gd name="T44" fmla="*/ 9 w 11"/>
                    <a:gd name="T45" fmla="*/ 41 h 41"/>
                    <a:gd name="T46" fmla="*/ 10 w 11"/>
                    <a:gd name="T47" fmla="*/ 41 h 41"/>
                    <a:gd name="T48" fmla="*/ 11 w 11"/>
                    <a:gd name="T49" fmla="*/ 41 h 41"/>
                    <a:gd name="T50" fmla="*/ 11 w 11"/>
                    <a:gd name="T51" fmla="*/ 41 h 41"/>
                    <a:gd name="T52" fmla="*/ 11 w 11"/>
                    <a:gd name="T53" fmla="*/ 37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1" h="41">
                      <a:moveTo>
                        <a:pt x="11" y="37"/>
                      </a:moveTo>
                      <a:cubicBezTo>
                        <a:pt x="11" y="35"/>
                        <a:pt x="11" y="34"/>
                        <a:pt x="11" y="32"/>
                      </a:cubicBezTo>
                      <a:cubicBezTo>
                        <a:pt x="11" y="29"/>
                        <a:pt x="11" y="26"/>
                        <a:pt x="11" y="22"/>
                      </a:cubicBezTo>
                      <a:cubicBezTo>
                        <a:pt x="11" y="21"/>
                        <a:pt x="11" y="19"/>
                        <a:pt x="11" y="18"/>
                      </a:cubicBezTo>
                      <a:cubicBezTo>
                        <a:pt x="11" y="16"/>
                        <a:pt x="11" y="15"/>
                        <a:pt x="11" y="13"/>
                      </a:cubicBezTo>
                      <a:cubicBezTo>
                        <a:pt x="10" y="10"/>
                        <a:pt x="10" y="7"/>
                        <a:pt x="11" y="4"/>
                      </a:cubicBez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11" y="3"/>
                        <a:pt x="11" y="2"/>
                        <a:pt x="10" y="2"/>
                      </a:cubicBezTo>
                      <a:cubicBezTo>
                        <a:pt x="10" y="2"/>
                        <a:pt x="9" y="2"/>
                        <a:pt x="9" y="1"/>
                      </a:cubicBezTo>
                      <a:cubicBezTo>
                        <a:pt x="8" y="1"/>
                        <a:pt x="7" y="0"/>
                        <a:pt x="6" y="0"/>
                      </a:cubicBezTo>
                      <a:cubicBezTo>
                        <a:pt x="5" y="0"/>
                        <a:pt x="5" y="0"/>
                        <a:pt x="4" y="0"/>
                      </a:cubicBezTo>
                      <a:cubicBezTo>
                        <a:pt x="3" y="0"/>
                        <a:pt x="3" y="0"/>
                        <a:pt x="2" y="1"/>
                      </a:cubicBezTo>
                      <a:cubicBezTo>
                        <a:pt x="1" y="1"/>
                        <a:pt x="1" y="1"/>
                        <a:pt x="1" y="3"/>
                      </a:cubicBezTo>
                      <a:cubicBezTo>
                        <a:pt x="1" y="7"/>
                        <a:pt x="1" y="11"/>
                        <a:pt x="1" y="15"/>
                      </a:cubicBezTo>
                      <a:cubicBezTo>
                        <a:pt x="1" y="17"/>
                        <a:pt x="1" y="19"/>
                        <a:pt x="1" y="21"/>
                      </a:cubicBezTo>
                      <a:cubicBezTo>
                        <a:pt x="1" y="22"/>
                        <a:pt x="1" y="24"/>
                        <a:pt x="1" y="26"/>
                      </a:cubicBezTo>
                      <a:cubicBezTo>
                        <a:pt x="1" y="28"/>
                        <a:pt x="1" y="30"/>
                        <a:pt x="0" y="32"/>
                      </a:cubicBezTo>
                      <a:cubicBezTo>
                        <a:pt x="0" y="34"/>
                        <a:pt x="0" y="36"/>
                        <a:pt x="0" y="38"/>
                      </a:cubicBezTo>
                      <a:cubicBezTo>
                        <a:pt x="0" y="38"/>
                        <a:pt x="0" y="40"/>
                        <a:pt x="0" y="40"/>
                      </a:cubicBezTo>
                      <a:cubicBezTo>
                        <a:pt x="1" y="41"/>
                        <a:pt x="1" y="41"/>
                        <a:pt x="2" y="41"/>
                      </a:cubicBezTo>
                      <a:cubicBezTo>
                        <a:pt x="3" y="41"/>
                        <a:pt x="4" y="41"/>
                        <a:pt x="4" y="41"/>
                      </a:cubicBezTo>
                      <a:cubicBezTo>
                        <a:pt x="5" y="41"/>
                        <a:pt x="6" y="41"/>
                        <a:pt x="7" y="41"/>
                      </a:cubicBezTo>
                      <a:cubicBezTo>
                        <a:pt x="8" y="41"/>
                        <a:pt x="9" y="41"/>
                        <a:pt x="9" y="41"/>
                      </a:cubicBezTo>
                      <a:cubicBezTo>
                        <a:pt x="10" y="41"/>
                        <a:pt x="10" y="41"/>
                        <a:pt x="10" y="41"/>
                      </a:cubicBezTo>
                      <a:cubicBezTo>
                        <a:pt x="11" y="41"/>
                        <a:pt x="11" y="41"/>
                        <a:pt x="11" y="41"/>
                      </a:cubicBezTo>
                      <a:cubicBezTo>
                        <a:pt x="11" y="41"/>
                        <a:pt x="11" y="41"/>
                        <a:pt x="11" y="41"/>
                      </a:cubicBezTo>
                      <a:cubicBezTo>
                        <a:pt x="11" y="39"/>
                        <a:pt x="11" y="38"/>
                        <a:pt x="11" y="3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09" name="Freeform 324">
                  <a:extLst>
                    <a:ext uri="{FF2B5EF4-FFF2-40B4-BE49-F238E27FC236}">
                      <a16:creationId xmlns:a16="http://schemas.microsoft.com/office/drawing/2014/main" id="{A3BA13C3-298D-455F-9464-F20779D2FA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10613" y="1435100"/>
                  <a:ext cx="195263" cy="741363"/>
                </a:xfrm>
                <a:custGeom>
                  <a:avLst/>
                  <a:gdLst>
                    <a:gd name="T0" fmla="*/ 1 w 49"/>
                    <a:gd name="T1" fmla="*/ 131 h 187"/>
                    <a:gd name="T2" fmla="*/ 1 w 49"/>
                    <a:gd name="T3" fmla="*/ 141 h 187"/>
                    <a:gd name="T4" fmla="*/ 5 w 49"/>
                    <a:gd name="T5" fmla="*/ 161 h 187"/>
                    <a:gd name="T6" fmla="*/ 7 w 49"/>
                    <a:gd name="T7" fmla="*/ 171 h 187"/>
                    <a:gd name="T8" fmla="*/ 12 w 49"/>
                    <a:gd name="T9" fmla="*/ 182 h 187"/>
                    <a:gd name="T10" fmla="*/ 30 w 49"/>
                    <a:gd name="T11" fmla="*/ 185 h 187"/>
                    <a:gd name="T12" fmla="*/ 44 w 49"/>
                    <a:gd name="T13" fmla="*/ 176 h 187"/>
                    <a:gd name="T14" fmla="*/ 49 w 49"/>
                    <a:gd name="T15" fmla="*/ 164 h 187"/>
                    <a:gd name="T16" fmla="*/ 49 w 49"/>
                    <a:gd name="T17" fmla="*/ 152 h 187"/>
                    <a:gd name="T18" fmla="*/ 49 w 49"/>
                    <a:gd name="T19" fmla="*/ 139 h 187"/>
                    <a:gd name="T20" fmla="*/ 47 w 49"/>
                    <a:gd name="T21" fmla="*/ 126 h 187"/>
                    <a:gd name="T22" fmla="*/ 48 w 49"/>
                    <a:gd name="T23" fmla="*/ 114 h 187"/>
                    <a:gd name="T24" fmla="*/ 49 w 49"/>
                    <a:gd name="T25" fmla="*/ 95 h 187"/>
                    <a:gd name="T26" fmla="*/ 49 w 49"/>
                    <a:gd name="T27" fmla="*/ 89 h 187"/>
                    <a:gd name="T28" fmla="*/ 47 w 49"/>
                    <a:gd name="T29" fmla="*/ 76 h 187"/>
                    <a:gd name="T30" fmla="*/ 43 w 49"/>
                    <a:gd name="T31" fmla="*/ 56 h 187"/>
                    <a:gd name="T32" fmla="*/ 42 w 49"/>
                    <a:gd name="T33" fmla="*/ 51 h 187"/>
                    <a:gd name="T34" fmla="*/ 41 w 49"/>
                    <a:gd name="T35" fmla="*/ 34 h 187"/>
                    <a:gd name="T36" fmla="*/ 39 w 49"/>
                    <a:gd name="T37" fmla="*/ 25 h 187"/>
                    <a:gd name="T38" fmla="*/ 34 w 49"/>
                    <a:gd name="T39" fmla="*/ 7 h 187"/>
                    <a:gd name="T40" fmla="*/ 31 w 49"/>
                    <a:gd name="T41" fmla="*/ 3 h 187"/>
                    <a:gd name="T42" fmla="*/ 30 w 49"/>
                    <a:gd name="T43" fmla="*/ 1 h 187"/>
                    <a:gd name="T44" fmla="*/ 26 w 49"/>
                    <a:gd name="T45" fmla="*/ 2 h 187"/>
                    <a:gd name="T46" fmla="*/ 23 w 49"/>
                    <a:gd name="T47" fmla="*/ 8 h 187"/>
                    <a:gd name="T48" fmla="*/ 13 w 49"/>
                    <a:gd name="T49" fmla="*/ 38 h 187"/>
                    <a:gd name="T50" fmla="*/ 8 w 49"/>
                    <a:gd name="T51" fmla="*/ 55 h 187"/>
                    <a:gd name="T52" fmla="*/ 3 w 49"/>
                    <a:gd name="T53" fmla="*/ 69 h 187"/>
                    <a:gd name="T54" fmla="*/ 1 w 49"/>
                    <a:gd name="T55" fmla="*/ 131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9" h="187">
                      <a:moveTo>
                        <a:pt x="1" y="131"/>
                      </a:moveTo>
                      <a:cubicBezTo>
                        <a:pt x="0" y="134"/>
                        <a:pt x="0" y="137"/>
                        <a:pt x="1" y="141"/>
                      </a:cubicBezTo>
                      <a:cubicBezTo>
                        <a:pt x="1" y="149"/>
                        <a:pt x="3" y="155"/>
                        <a:pt x="5" y="161"/>
                      </a:cubicBezTo>
                      <a:cubicBezTo>
                        <a:pt x="6" y="164"/>
                        <a:pt x="7" y="167"/>
                        <a:pt x="7" y="171"/>
                      </a:cubicBezTo>
                      <a:cubicBezTo>
                        <a:pt x="8" y="174"/>
                        <a:pt x="11" y="182"/>
                        <a:pt x="12" y="182"/>
                      </a:cubicBezTo>
                      <a:cubicBezTo>
                        <a:pt x="13" y="182"/>
                        <a:pt x="27" y="187"/>
                        <a:pt x="30" y="185"/>
                      </a:cubicBezTo>
                      <a:cubicBezTo>
                        <a:pt x="30" y="185"/>
                        <a:pt x="43" y="178"/>
                        <a:pt x="44" y="176"/>
                      </a:cubicBezTo>
                      <a:cubicBezTo>
                        <a:pt x="45" y="175"/>
                        <a:pt x="49" y="168"/>
                        <a:pt x="49" y="164"/>
                      </a:cubicBezTo>
                      <a:cubicBezTo>
                        <a:pt x="49" y="161"/>
                        <a:pt x="49" y="156"/>
                        <a:pt x="49" y="152"/>
                      </a:cubicBezTo>
                      <a:cubicBezTo>
                        <a:pt x="49" y="148"/>
                        <a:pt x="49" y="143"/>
                        <a:pt x="49" y="139"/>
                      </a:cubicBezTo>
                      <a:cubicBezTo>
                        <a:pt x="48" y="135"/>
                        <a:pt x="47" y="131"/>
                        <a:pt x="47" y="126"/>
                      </a:cubicBezTo>
                      <a:cubicBezTo>
                        <a:pt x="47" y="122"/>
                        <a:pt x="48" y="118"/>
                        <a:pt x="48" y="114"/>
                      </a:cubicBezTo>
                      <a:cubicBezTo>
                        <a:pt x="48" y="112"/>
                        <a:pt x="48" y="97"/>
                        <a:pt x="49" y="95"/>
                      </a:cubicBezTo>
                      <a:cubicBezTo>
                        <a:pt x="49" y="93"/>
                        <a:pt x="49" y="91"/>
                        <a:pt x="49" y="89"/>
                      </a:cubicBezTo>
                      <a:cubicBezTo>
                        <a:pt x="48" y="84"/>
                        <a:pt x="48" y="80"/>
                        <a:pt x="47" y="76"/>
                      </a:cubicBezTo>
                      <a:cubicBezTo>
                        <a:pt x="47" y="73"/>
                        <a:pt x="43" y="58"/>
                        <a:pt x="43" y="56"/>
                      </a:cubicBezTo>
                      <a:cubicBezTo>
                        <a:pt x="43" y="54"/>
                        <a:pt x="43" y="52"/>
                        <a:pt x="42" y="51"/>
                      </a:cubicBezTo>
                      <a:cubicBezTo>
                        <a:pt x="42" y="49"/>
                        <a:pt x="41" y="35"/>
                        <a:pt x="41" y="34"/>
                      </a:cubicBezTo>
                      <a:cubicBezTo>
                        <a:pt x="40" y="30"/>
                        <a:pt x="40" y="27"/>
                        <a:pt x="39" y="25"/>
                      </a:cubicBezTo>
                      <a:cubicBezTo>
                        <a:pt x="38" y="24"/>
                        <a:pt x="35" y="8"/>
                        <a:pt x="34" y="7"/>
                      </a:cubicBezTo>
                      <a:cubicBezTo>
                        <a:pt x="33" y="4"/>
                        <a:pt x="32" y="4"/>
                        <a:pt x="31" y="3"/>
                      </a:cubicBezTo>
                      <a:cubicBezTo>
                        <a:pt x="31" y="2"/>
                        <a:pt x="30" y="2"/>
                        <a:pt x="30" y="1"/>
                      </a:cubicBezTo>
                      <a:cubicBezTo>
                        <a:pt x="29" y="1"/>
                        <a:pt x="26" y="0"/>
                        <a:pt x="26" y="2"/>
                      </a:cubicBezTo>
                      <a:cubicBezTo>
                        <a:pt x="25" y="4"/>
                        <a:pt x="24" y="6"/>
                        <a:pt x="23" y="8"/>
                      </a:cubicBezTo>
                      <a:cubicBezTo>
                        <a:pt x="22" y="11"/>
                        <a:pt x="14" y="31"/>
                        <a:pt x="13" y="38"/>
                      </a:cubicBezTo>
                      <a:cubicBezTo>
                        <a:pt x="12" y="45"/>
                        <a:pt x="10" y="50"/>
                        <a:pt x="8" y="55"/>
                      </a:cubicBezTo>
                      <a:cubicBezTo>
                        <a:pt x="6" y="60"/>
                        <a:pt x="5" y="62"/>
                        <a:pt x="3" y="69"/>
                      </a:cubicBezTo>
                      <a:cubicBezTo>
                        <a:pt x="3" y="72"/>
                        <a:pt x="1" y="126"/>
                        <a:pt x="1" y="13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10" name="Freeform 325">
                  <a:extLst>
                    <a:ext uri="{FF2B5EF4-FFF2-40B4-BE49-F238E27FC236}">
                      <a16:creationId xmlns:a16="http://schemas.microsoft.com/office/drawing/2014/main" id="{BEE9A991-6B80-44AD-81B2-A3D592F7AA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10613" y="1435100"/>
                  <a:ext cx="195263" cy="741363"/>
                </a:xfrm>
                <a:custGeom>
                  <a:avLst/>
                  <a:gdLst>
                    <a:gd name="T0" fmla="*/ 1 w 49"/>
                    <a:gd name="T1" fmla="*/ 131 h 187"/>
                    <a:gd name="T2" fmla="*/ 1 w 49"/>
                    <a:gd name="T3" fmla="*/ 141 h 187"/>
                    <a:gd name="T4" fmla="*/ 5 w 49"/>
                    <a:gd name="T5" fmla="*/ 161 h 187"/>
                    <a:gd name="T6" fmla="*/ 7 w 49"/>
                    <a:gd name="T7" fmla="*/ 171 h 187"/>
                    <a:gd name="T8" fmla="*/ 12 w 49"/>
                    <a:gd name="T9" fmla="*/ 182 h 187"/>
                    <a:gd name="T10" fmla="*/ 30 w 49"/>
                    <a:gd name="T11" fmla="*/ 185 h 187"/>
                    <a:gd name="T12" fmla="*/ 44 w 49"/>
                    <a:gd name="T13" fmla="*/ 176 h 187"/>
                    <a:gd name="T14" fmla="*/ 49 w 49"/>
                    <a:gd name="T15" fmla="*/ 164 h 187"/>
                    <a:gd name="T16" fmla="*/ 49 w 49"/>
                    <a:gd name="T17" fmla="*/ 152 h 187"/>
                    <a:gd name="T18" fmla="*/ 49 w 49"/>
                    <a:gd name="T19" fmla="*/ 139 h 187"/>
                    <a:gd name="T20" fmla="*/ 47 w 49"/>
                    <a:gd name="T21" fmla="*/ 126 h 187"/>
                    <a:gd name="T22" fmla="*/ 48 w 49"/>
                    <a:gd name="T23" fmla="*/ 114 h 187"/>
                    <a:gd name="T24" fmla="*/ 49 w 49"/>
                    <a:gd name="T25" fmla="*/ 95 h 187"/>
                    <a:gd name="T26" fmla="*/ 49 w 49"/>
                    <a:gd name="T27" fmla="*/ 89 h 187"/>
                    <a:gd name="T28" fmla="*/ 47 w 49"/>
                    <a:gd name="T29" fmla="*/ 76 h 187"/>
                    <a:gd name="T30" fmla="*/ 43 w 49"/>
                    <a:gd name="T31" fmla="*/ 56 h 187"/>
                    <a:gd name="T32" fmla="*/ 42 w 49"/>
                    <a:gd name="T33" fmla="*/ 51 h 187"/>
                    <a:gd name="T34" fmla="*/ 41 w 49"/>
                    <a:gd name="T35" fmla="*/ 34 h 187"/>
                    <a:gd name="T36" fmla="*/ 39 w 49"/>
                    <a:gd name="T37" fmla="*/ 25 h 187"/>
                    <a:gd name="T38" fmla="*/ 34 w 49"/>
                    <a:gd name="T39" fmla="*/ 7 h 187"/>
                    <a:gd name="T40" fmla="*/ 31 w 49"/>
                    <a:gd name="T41" fmla="*/ 3 h 187"/>
                    <a:gd name="T42" fmla="*/ 30 w 49"/>
                    <a:gd name="T43" fmla="*/ 1 h 187"/>
                    <a:gd name="T44" fmla="*/ 26 w 49"/>
                    <a:gd name="T45" fmla="*/ 2 h 187"/>
                    <a:gd name="T46" fmla="*/ 23 w 49"/>
                    <a:gd name="T47" fmla="*/ 8 h 187"/>
                    <a:gd name="T48" fmla="*/ 13 w 49"/>
                    <a:gd name="T49" fmla="*/ 38 h 187"/>
                    <a:gd name="T50" fmla="*/ 8 w 49"/>
                    <a:gd name="T51" fmla="*/ 55 h 187"/>
                    <a:gd name="T52" fmla="*/ 3 w 49"/>
                    <a:gd name="T53" fmla="*/ 69 h 187"/>
                    <a:gd name="T54" fmla="*/ 1 w 49"/>
                    <a:gd name="T55" fmla="*/ 131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9" h="187">
                      <a:moveTo>
                        <a:pt x="1" y="131"/>
                      </a:moveTo>
                      <a:cubicBezTo>
                        <a:pt x="0" y="134"/>
                        <a:pt x="0" y="137"/>
                        <a:pt x="1" y="141"/>
                      </a:cubicBezTo>
                      <a:cubicBezTo>
                        <a:pt x="1" y="149"/>
                        <a:pt x="3" y="155"/>
                        <a:pt x="5" y="161"/>
                      </a:cubicBezTo>
                      <a:cubicBezTo>
                        <a:pt x="6" y="164"/>
                        <a:pt x="7" y="167"/>
                        <a:pt x="7" y="171"/>
                      </a:cubicBezTo>
                      <a:cubicBezTo>
                        <a:pt x="8" y="174"/>
                        <a:pt x="11" y="182"/>
                        <a:pt x="12" y="182"/>
                      </a:cubicBezTo>
                      <a:cubicBezTo>
                        <a:pt x="13" y="182"/>
                        <a:pt x="27" y="187"/>
                        <a:pt x="30" y="185"/>
                      </a:cubicBezTo>
                      <a:cubicBezTo>
                        <a:pt x="30" y="185"/>
                        <a:pt x="43" y="178"/>
                        <a:pt x="44" y="176"/>
                      </a:cubicBezTo>
                      <a:cubicBezTo>
                        <a:pt x="45" y="175"/>
                        <a:pt x="49" y="168"/>
                        <a:pt x="49" y="164"/>
                      </a:cubicBezTo>
                      <a:cubicBezTo>
                        <a:pt x="49" y="161"/>
                        <a:pt x="49" y="156"/>
                        <a:pt x="49" y="152"/>
                      </a:cubicBezTo>
                      <a:cubicBezTo>
                        <a:pt x="49" y="148"/>
                        <a:pt x="49" y="143"/>
                        <a:pt x="49" y="139"/>
                      </a:cubicBezTo>
                      <a:cubicBezTo>
                        <a:pt x="48" y="135"/>
                        <a:pt x="47" y="131"/>
                        <a:pt x="47" y="126"/>
                      </a:cubicBezTo>
                      <a:cubicBezTo>
                        <a:pt x="47" y="122"/>
                        <a:pt x="48" y="118"/>
                        <a:pt x="48" y="114"/>
                      </a:cubicBezTo>
                      <a:cubicBezTo>
                        <a:pt x="48" y="112"/>
                        <a:pt x="48" y="97"/>
                        <a:pt x="49" y="95"/>
                      </a:cubicBezTo>
                      <a:cubicBezTo>
                        <a:pt x="49" y="93"/>
                        <a:pt x="49" y="91"/>
                        <a:pt x="49" y="89"/>
                      </a:cubicBezTo>
                      <a:cubicBezTo>
                        <a:pt x="48" y="84"/>
                        <a:pt x="48" y="80"/>
                        <a:pt x="47" y="76"/>
                      </a:cubicBezTo>
                      <a:cubicBezTo>
                        <a:pt x="47" y="73"/>
                        <a:pt x="43" y="58"/>
                        <a:pt x="43" y="56"/>
                      </a:cubicBezTo>
                      <a:cubicBezTo>
                        <a:pt x="43" y="54"/>
                        <a:pt x="43" y="52"/>
                        <a:pt x="42" y="51"/>
                      </a:cubicBezTo>
                      <a:cubicBezTo>
                        <a:pt x="42" y="49"/>
                        <a:pt x="41" y="35"/>
                        <a:pt x="41" y="34"/>
                      </a:cubicBezTo>
                      <a:cubicBezTo>
                        <a:pt x="40" y="30"/>
                        <a:pt x="40" y="27"/>
                        <a:pt x="39" y="25"/>
                      </a:cubicBezTo>
                      <a:cubicBezTo>
                        <a:pt x="38" y="24"/>
                        <a:pt x="35" y="8"/>
                        <a:pt x="34" y="7"/>
                      </a:cubicBezTo>
                      <a:cubicBezTo>
                        <a:pt x="33" y="4"/>
                        <a:pt x="32" y="4"/>
                        <a:pt x="31" y="3"/>
                      </a:cubicBezTo>
                      <a:cubicBezTo>
                        <a:pt x="31" y="2"/>
                        <a:pt x="30" y="2"/>
                        <a:pt x="30" y="1"/>
                      </a:cubicBezTo>
                      <a:cubicBezTo>
                        <a:pt x="29" y="1"/>
                        <a:pt x="26" y="0"/>
                        <a:pt x="26" y="2"/>
                      </a:cubicBezTo>
                      <a:cubicBezTo>
                        <a:pt x="25" y="4"/>
                        <a:pt x="24" y="6"/>
                        <a:pt x="23" y="8"/>
                      </a:cubicBezTo>
                      <a:cubicBezTo>
                        <a:pt x="22" y="11"/>
                        <a:pt x="14" y="31"/>
                        <a:pt x="13" y="38"/>
                      </a:cubicBezTo>
                      <a:cubicBezTo>
                        <a:pt x="12" y="45"/>
                        <a:pt x="10" y="50"/>
                        <a:pt x="8" y="55"/>
                      </a:cubicBezTo>
                      <a:cubicBezTo>
                        <a:pt x="6" y="60"/>
                        <a:pt x="5" y="62"/>
                        <a:pt x="3" y="69"/>
                      </a:cubicBezTo>
                      <a:cubicBezTo>
                        <a:pt x="3" y="72"/>
                        <a:pt x="1" y="126"/>
                        <a:pt x="1" y="13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11" name="Freeform 326">
                  <a:extLst>
                    <a:ext uri="{FF2B5EF4-FFF2-40B4-BE49-F238E27FC236}">
                      <a16:creationId xmlns:a16="http://schemas.microsoft.com/office/drawing/2014/main" id="{E2F94260-5AD0-4DED-963E-E497C0305B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88363" y="2117725"/>
                  <a:ext cx="84138" cy="193675"/>
                </a:xfrm>
                <a:custGeom>
                  <a:avLst/>
                  <a:gdLst>
                    <a:gd name="T0" fmla="*/ 0 w 21"/>
                    <a:gd name="T1" fmla="*/ 44 h 49"/>
                    <a:gd name="T2" fmla="*/ 1 w 21"/>
                    <a:gd name="T3" fmla="*/ 47 h 49"/>
                    <a:gd name="T4" fmla="*/ 4 w 21"/>
                    <a:gd name="T5" fmla="*/ 48 h 49"/>
                    <a:gd name="T6" fmla="*/ 8 w 21"/>
                    <a:gd name="T7" fmla="*/ 49 h 49"/>
                    <a:gd name="T8" fmla="*/ 13 w 21"/>
                    <a:gd name="T9" fmla="*/ 48 h 49"/>
                    <a:gd name="T10" fmla="*/ 17 w 21"/>
                    <a:gd name="T11" fmla="*/ 48 h 49"/>
                    <a:gd name="T12" fmla="*/ 19 w 21"/>
                    <a:gd name="T13" fmla="*/ 48 h 49"/>
                    <a:gd name="T14" fmla="*/ 21 w 21"/>
                    <a:gd name="T15" fmla="*/ 48 h 49"/>
                    <a:gd name="T16" fmla="*/ 21 w 21"/>
                    <a:gd name="T17" fmla="*/ 48 h 49"/>
                    <a:gd name="T18" fmla="*/ 20 w 21"/>
                    <a:gd name="T19" fmla="*/ 43 h 49"/>
                    <a:gd name="T20" fmla="*/ 20 w 21"/>
                    <a:gd name="T21" fmla="*/ 37 h 49"/>
                    <a:gd name="T22" fmla="*/ 19 w 21"/>
                    <a:gd name="T23" fmla="*/ 26 h 49"/>
                    <a:gd name="T24" fmla="*/ 20 w 21"/>
                    <a:gd name="T25" fmla="*/ 21 h 49"/>
                    <a:gd name="T26" fmla="*/ 19 w 21"/>
                    <a:gd name="T27" fmla="*/ 15 h 49"/>
                    <a:gd name="T28" fmla="*/ 19 w 21"/>
                    <a:gd name="T29" fmla="*/ 4 h 49"/>
                    <a:gd name="T30" fmla="*/ 19 w 21"/>
                    <a:gd name="T31" fmla="*/ 4 h 49"/>
                    <a:gd name="T32" fmla="*/ 19 w 21"/>
                    <a:gd name="T33" fmla="*/ 3 h 49"/>
                    <a:gd name="T34" fmla="*/ 16 w 21"/>
                    <a:gd name="T35" fmla="*/ 2 h 49"/>
                    <a:gd name="T36" fmla="*/ 11 w 21"/>
                    <a:gd name="T37" fmla="*/ 0 h 49"/>
                    <a:gd name="T38" fmla="*/ 8 w 21"/>
                    <a:gd name="T39" fmla="*/ 0 h 49"/>
                    <a:gd name="T40" fmla="*/ 4 w 21"/>
                    <a:gd name="T41" fmla="*/ 1 h 49"/>
                    <a:gd name="T42" fmla="*/ 2 w 21"/>
                    <a:gd name="T43" fmla="*/ 3 h 49"/>
                    <a:gd name="T44" fmla="*/ 3 w 21"/>
                    <a:gd name="T45" fmla="*/ 17 h 49"/>
                    <a:gd name="T46" fmla="*/ 2 w 21"/>
                    <a:gd name="T47" fmla="*/ 24 h 49"/>
                    <a:gd name="T48" fmla="*/ 2 w 21"/>
                    <a:gd name="T49" fmla="*/ 31 h 49"/>
                    <a:gd name="T50" fmla="*/ 1 w 21"/>
                    <a:gd name="T51" fmla="*/ 38 h 49"/>
                    <a:gd name="T52" fmla="*/ 0 w 21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9">
                      <a:moveTo>
                        <a:pt x="0" y="44"/>
                      </a:moveTo>
                      <a:cubicBezTo>
                        <a:pt x="0" y="45"/>
                        <a:pt x="0" y="47"/>
                        <a:pt x="1" y="47"/>
                      </a:cubicBezTo>
                      <a:cubicBezTo>
                        <a:pt x="2" y="48"/>
                        <a:pt x="3" y="48"/>
                        <a:pt x="4" y="48"/>
                      </a:cubicBezTo>
                      <a:cubicBezTo>
                        <a:pt x="5" y="48"/>
                        <a:pt x="7" y="49"/>
                        <a:pt x="8" y="49"/>
                      </a:cubicBezTo>
                      <a:cubicBezTo>
                        <a:pt x="10" y="49"/>
                        <a:pt x="11" y="49"/>
                        <a:pt x="13" y="48"/>
                      </a:cubicBezTo>
                      <a:cubicBezTo>
                        <a:pt x="14" y="48"/>
                        <a:pt x="16" y="48"/>
                        <a:pt x="17" y="48"/>
                      </a:cubicBezTo>
                      <a:cubicBezTo>
                        <a:pt x="18" y="48"/>
                        <a:pt x="19" y="48"/>
                        <a:pt x="19" y="48"/>
                      </a:cubicBezTo>
                      <a:cubicBezTo>
                        <a:pt x="20" y="48"/>
                        <a:pt x="20" y="48"/>
                        <a:pt x="21" y="48"/>
                      </a:cubicBezTo>
                      <a:cubicBezTo>
                        <a:pt x="21" y="48"/>
                        <a:pt x="21" y="48"/>
                        <a:pt x="21" y="48"/>
                      </a:cubicBezTo>
                      <a:cubicBezTo>
                        <a:pt x="21" y="46"/>
                        <a:pt x="20" y="44"/>
                        <a:pt x="20" y="43"/>
                      </a:cubicBezTo>
                      <a:cubicBezTo>
                        <a:pt x="20" y="41"/>
                        <a:pt x="20" y="39"/>
                        <a:pt x="20" y="37"/>
                      </a:cubicBezTo>
                      <a:cubicBezTo>
                        <a:pt x="19" y="34"/>
                        <a:pt x="19" y="30"/>
                        <a:pt x="19" y="26"/>
                      </a:cubicBezTo>
                      <a:cubicBezTo>
                        <a:pt x="19" y="25"/>
                        <a:pt x="20" y="23"/>
                        <a:pt x="20" y="21"/>
                      </a:cubicBezTo>
                      <a:cubicBezTo>
                        <a:pt x="20" y="19"/>
                        <a:pt x="19" y="17"/>
                        <a:pt x="19" y="15"/>
                      </a:cubicBezTo>
                      <a:cubicBezTo>
                        <a:pt x="19" y="12"/>
                        <a:pt x="19" y="8"/>
                        <a:pt x="19" y="4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19" y="3"/>
                        <a:pt x="19" y="3"/>
                        <a:pt x="19" y="3"/>
                      </a:cubicBezTo>
                      <a:cubicBezTo>
                        <a:pt x="18" y="2"/>
                        <a:pt x="17" y="2"/>
                        <a:pt x="16" y="2"/>
                      </a:cubicBezTo>
                      <a:cubicBezTo>
                        <a:pt x="14" y="1"/>
                        <a:pt x="13" y="1"/>
                        <a:pt x="11" y="0"/>
                      </a:cubicBezTo>
                      <a:cubicBezTo>
                        <a:pt x="10" y="0"/>
                        <a:pt x="9" y="0"/>
                        <a:pt x="8" y="0"/>
                      </a:cubicBezTo>
                      <a:cubicBezTo>
                        <a:pt x="6" y="0"/>
                        <a:pt x="5" y="0"/>
                        <a:pt x="4" y="1"/>
                      </a:cubicBezTo>
                      <a:cubicBezTo>
                        <a:pt x="3" y="1"/>
                        <a:pt x="2" y="2"/>
                        <a:pt x="2" y="3"/>
                      </a:cubicBezTo>
                      <a:cubicBezTo>
                        <a:pt x="2" y="8"/>
                        <a:pt x="2" y="13"/>
                        <a:pt x="3" y="17"/>
                      </a:cubicBezTo>
                      <a:cubicBezTo>
                        <a:pt x="3" y="20"/>
                        <a:pt x="2" y="22"/>
                        <a:pt x="2" y="24"/>
                      </a:cubicBezTo>
                      <a:cubicBezTo>
                        <a:pt x="2" y="26"/>
                        <a:pt x="2" y="29"/>
                        <a:pt x="2" y="31"/>
                      </a:cubicBezTo>
                      <a:cubicBezTo>
                        <a:pt x="2" y="33"/>
                        <a:pt x="1" y="36"/>
                        <a:pt x="1" y="38"/>
                      </a:cubicBezTo>
                      <a:cubicBezTo>
                        <a:pt x="1" y="40"/>
                        <a:pt x="1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12" name="Freeform 327">
                  <a:extLst>
                    <a:ext uri="{FF2B5EF4-FFF2-40B4-BE49-F238E27FC236}">
                      <a16:creationId xmlns:a16="http://schemas.microsoft.com/office/drawing/2014/main" id="{15E8C07D-4DBA-4FEF-81EF-88C93260A7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88363" y="2117725"/>
                  <a:ext cx="84138" cy="193675"/>
                </a:xfrm>
                <a:custGeom>
                  <a:avLst/>
                  <a:gdLst>
                    <a:gd name="T0" fmla="*/ 0 w 21"/>
                    <a:gd name="T1" fmla="*/ 44 h 49"/>
                    <a:gd name="T2" fmla="*/ 1 w 21"/>
                    <a:gd name="T3" fmla="*/ 47 h 49"/>
                    <a:gd name="T4" fmla="*/ 4 w 21"/>
                    <a:gd name="T5" fmla="*/ 48 h 49"/>
                    <a:gd name="T6" fmla="*/ 8 w 21"/>
                    <a:gd name="T7" fmla="*/ 49 h 49"/>
                    <a:gd name="T8" fmla="*/ 13 w 21"/>
                    <a:gd name="T9" fmla="*/ 48 h 49"/>
                    <a:gd name="T10" fmla="*/ 17 w 21"/>
                    <a:gd name="T11" fmla="*/ 48 h 49"/>
                    <a:gd name="T12" fmla="*/ 19 w 21"/>
                    <a:gd name="T13" fmla="*/ 48 h 49"/>
                    <a:gd name="T14" fmla="*/ 21 w 21"/>
                    <a:gd name="T15" fmla="*/ 48 h 49"/>
                    <a:gd name="T16" fmla="*/ 21 w 21"/>
                    <a:gd name="T17" fmla="*/ 48 h 49"/>
                    <a:gd name="T18" fmla="*/ 20 w 21"/>
                    <a:gd name="T19" fmla="*/ 43 h 49"/>
                    <a:gd name="T20" fmla="*/ 20 w 21"/>
                    <a:gd name="T21" fmla="*/ 37 h 49"/>
                    <a:gd name="T22" fmla="*/ 19 w 21"/>
                    <a:gd name="T23" fmla="*/ 26 h 49"/>
                    <a:gd name="T24" fmla="*/ 20 w 21"/>
                    <a:gd name="T25" fmla="*/ 21 h 49"/>
                    <a:gd name="T26" fmla="*/ 19 w 21"/>
                    <a:gd name="T27" fmla="*/ 15 h 49"/>
                    <a:gd name="T28" fmla="*/ 19 w 21"/>
                    <a:gd name="T29" fmla="*/ 4 h 49"/>
                    <a:gd name="T30" fmla="*/ 19 w 21"/>
                    <a:gd name="T31" fmla="*/ 4 h 49"/>
                    <a:gd name="T32" fmla="*/ 19 w 21"/>
                    <a:gd name="T33" fmla="*/ 3 h 49"/>
                    <a:gd name="T34" fmla="*/ 16 w 21"/>
                    <a:gd name="T35" fmla="*/ 2 h 49"/>
                    <a:gd name="T36" fmla="*/ 11 w 21"/>
                    <a:gd name="T37" fmla="*/ 0 h 49"/>
                    <a:gd name="T38" fmla="*/ 8 w 21"/>
                    <a:gd name="T39" fmla="*/ 0 h 49"/>
                    <a:gd name="T40" fmla="*/ 4 w 21"/>
                    <a:gd name="T41" fmla="*/ 1 h 49"/>
                    <a:gd name="T42" fmla="*/ 2 w 21"/>
                    <a:gd name="T43" fmla="*/ 3 h 49"/>
                    <a:gd name="T44" fmla="*/ 3 w 21"/>
                    <a:gd name="T45" fmla="*/ 17 h 49"/>
                    <a:gd name="T46" fmla="*/ 2 w 21"/>
                    <a:gd name="T47" fmla="*/ 24 h 49"/>
                    <a:gd name="T48" fmla="*/ 2 w 21"/>
                    <a:gd name="T49" fmla="*/ 31 h 49"/>
                    <a:gd name="T50" fmla="*/ 1 w 21"/>
                    <a:gd name="T51" fmla="*/ 38 h 49"/>
                    <a:gd name="T52" fmla="*/ 0 w 21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9">
                      <a:moveTo>
                        <a:pt x="0" y="44"/>
                      </a:moveTo>
                      <a:cubicBezTo>
                        <a:pt x="0" y="45"/>
                        <a:pt x="0" y="47"/>
                        <a:pt x="1" y="47"/>
                      </a:cubicBezTo>
                      <a:cubicBezTo>
                        <a:pt x="2" y="48"/>
                        <a:pt x="3" y="48"/>
                        <a:pt x="4" y="48"/>
                      </a:cubicBezTo>
                      <a:cubicBezTo>
                        <a:pt x="5" y="48"/>
                        <a:pt x="7" y="49"/>
                        <a:pt x="8" y="49"/>
                      </a:cubicBezTo>
                      <a:cubicBezTo>
                        <a:pt x="10" y="49"/>
                        <a:pt x="11" y="49"/>
                        <a:pt x="13" y="48"/>
                      </a:cubicBezTo>
                      <a:cubicBezTo>
                        <a:pt x="14" y="48"/>
                        <a:pt x="16" y="48"/>
                        <a:pt x="17" y="48"/>
                      </a:cubicBezTo>
                      <a:cubicBezTo>
                        <a:pt x="18" y="48"/>
                        <a:pt x="19" y="48"/>
                        <a:pt x="19" y="48"/>
                      </a:cubicBezTo>
                      <a:cubicBezTo>
                        <a:pt x="20" y="48"/>
                        <a:pt x="20" y="48"/>
                        <a:pt x="21" y="48"/>
                      </a:cubicBezTo>
                      <a:cubicBezTo>
                        <a:pt x="21" y="48"/>
                        <a:pt x="21" y="48"/>
                        <a:pt x="21" y="48"/>
                      </a:cubicBezTo>
                      <a:cubicBezTo>
                        <a:pt x="21" y="46"/>
                        <a:pt x="20" y="44"/>
                        <a:pt x="20" y="43"/>
                      </a:cubicBezTo>
                      <a:cubicBezTo>
                        <a:pt x="20" y="41"/>
                        <a:pt x="20" y="39"/>
                        <a:pt x="20" y="37"/>
                      </a:cubicBezTo>
                      <a:cubicBezTo>
                        <a:pt x="19" y="34"/>
                        <a:pt x="19" y="30"/>
                        <a:pt x="19" y="26"/>
                      </a:cubicBezTo>
                      <a:cubicBezTo>
                        <a:pt x="19" y="25"/>
                        <a:pt x="20" y="23"/>
                        <a:pt x="20" y="21"/>
                      </a:cubicBezTo>
                      <a:cubicBezTo>
                        <a:pt x="20" y="19"/>
                        <a:pt x="19" y="17"/>
                        <a:pt x="19" y="15"/>
                      </a:cubicBezTo>
                      <a:cubicBezTo>
                        <a:pt x="19" y="12"/>
                        <a:pt x="19" y="8"/>
                        <a:pt x="19" y="4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19" y="3"/>
                        <a:pt x="19" y="3"/>
                        <a:pt x="19" y="3"/>
                      </a:cubicBezTo>
                      <a:cubicBezTo>
                        <a:pt x="18" y="2"/>
                        <a:pt x="17" y="2"/>
                        <a:pt x="16" y="2"/>
                      </a:cubicBezTo>
                      <a:cubicBezTo>
                        <a:pt x="14" y="1"/>
                        <a:pt x="13" y="1"/>
                        <a:pt x="11" y="0"/>
                      </a:cubicBezTo>
                      <a:cubicBezTo>
                        <a:pt x="10" y="0"/>
                        <a:pt x="9" y="0"/>
                        <a:pt x="8" y="0"/>
                      </a:cubicBezTo>
                      <a:cubicBezTo>
                        <a:pt x="6" y="0"/>
                        <a:pt x="5" y="0"/>
                        <a:pt x="4" y="1"/>
                      </a:cubicBezTo>
                      <a:cubicBezTo>
                        <a:pt x="3" y="1"/>
                        <a:pt x="2" y="2"/>
                        <a:pt x="2" y="3"/>
                      </a:cubicBezTo>
                      <a:cubicBezTo>
                        <a:pt x="2" y="8"/>
                        <a:pt x="2" y="13"/>
                        <a:pt x="3" y="17"/>
                      </a:cubicBezTo>
                      <a:cubicBezTo>
                        <a:pt x="3" y="20"/>
                        <a:pt x="2" y="22"/>
                        <a:pt x="2" y="24"/>
                      </a:cubicBezTo>
                      <a:cubicBezTo>
                        <a:pt x="2" y="26"/>
                        <a:pt x="2" y="29"/>
                        <a:pt x="2" y="31"/>
                      </a:cubicBezTo>
                      <a:cubicBezTo>
                        <a:pt x="2" y="33"/>
                        <a:pt x="1" y="36"/>
                        <a:pt x="1" y="38"/>
                      </a:cubicBezTo>
                      <a:cubicBezTo>
                        <a:pt x="1" y="40"/>
                        <a:pt x="1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13" name="Freeform 328">
                  <a:extLst>
                    <a:ext uri="{FF2B5EF4-FFF2-40B4-BE49-F238E27FC236}">
                      <a16:creationId xmlns:a16="http://schemas.microsoft.com/office/drawing/2014/main" id="{6E48CCDC-C4A4-4072-8C5B-E2BEBF1FC0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74051" y="1668463"/>
                  <a:ext cx="501650" cy="496888"/>
                </a:xfrm>
                <a:custGeom>
                  <a:avLst/>
                  <a:gdLst>
                    <a:gd name="T0" fmla="*/ 1 w 126"/>
                    <a:gd name="T1" fmla="*/ 87 h 125"/>
                    <a:gd name="T2" fmla="*/ 1 w 126"/>
                    <a:gd name="T3" fmla="*/ 94 h 125"/>
                    <a:gd name="T4" fmla="*/ 11 w 126"/>
                    <a:gd name="T5" fmla="*/ 108 h 125"/>
                    <a:gd name="T6" fmla="*/ 18 w 126"/>
                    <a:gd name="T7" fmla="*/ 114 h 125"/>
                    <a:gd name="T8" fmla="*/ 23 w 126"/>
                    <a:gd name="T9" fmla="*/ 120 h 125"/>
                    <a:gd name="T10" fmla="*/ 30 w 126"/>
                    <a:gd name="T11" fmla="*/ 122 h 125"/>
                    <a:gd name="T12" fmla="*/ 38 w 126"/>
                    <a:gd name="T13" fmla="*/ 123 h 125"/>
                    <a:gd name="T14" fmla="*/ 43 w 126"/>
                    <a:gd name="T15" fmla="*/ 122 h 125"/>
                    <a:gd name="T16" fmla="*/ 48 w 126"/>
                    <a:gd name="T17" fmla="*/ 123 h 125"/>
                    <a:gd name="T18" fmla="*/ 57 w 126"/>
                    <a:gd name="T19" fmla="*/ 123 h 125"/>
                    <a:gd name="T20" fmla="*/ 76 w 126"/>
                    <a:gd name="T21" fmla="*/ 124 h 125"/>
                    <a:gd name="T22" fmla="*/ 80 w 126"/>
                    <a:gd name="T23" fmla="*/ 123 h 125"/>
                    <a:gd name="T24" fmla="*/ 84 w 126"/>
                    <a:gd name="T25" fmla="*/ 121 h 125"/>
                    <a:gd name="T26" fmla="*/ 93 w 126"/>
                    <a:gd name="T27" fmla="*/ 119 h 125"/>
                    <a:gd name="T28" fmla="*/ 103 w 126"/>
                    <a:gd name="T29" fmla="*/ 119 h 125"/>
                    <a:gd name="T30" fmla="*/ 112 w 126"/>
                    <a:gd name="T31" fmla="*/ 118 h 125"/>
                    <a:gd name="T32" fmla="*/ 120 w 126"/>
                    <a:gd name="T33" fmla="*/ 115 h 125"/>
                    <a:gd name="T34" fmla="*/ 125 w 126"/>
                    <a:gd name="T35" fmla="*/ 110 h 125"/>
                    <a:gd name="T36" fmla="*/ 126 w 126"/>
                    <a:gd name="T37" fmla="*/ 102 h 125"/>
                    <a:gd name="T38" fmla="*/ 124 w 126"/>
                    <a:gd name="T39" fmla="*/ 93 h 125"/>
                    <a:gd name="T40" fmla="*/ 120 w 126"/>
                    <a:gd name="T41" fmla="*/ 85 h 125"/>
                    <a:gd name="T42" fmla="*/ 123 w 126"/>
                    <a:gd name="T43" fmla="*/ 76 h 125"/>
                    <a:gd name="T44" fmla="*/ 125 w 126"/>
                    <a:gd name="T45" fmla="*/ 72 h 125"/>
                    <a:gd name="T46" fmla="*/ 124 w 126"/>
                    <a:gd name="T47" fmla="*/ 68 h 125"/>
                    <a:gd name="T48" fmla="*/ 124 w 126"/>
                    <a:gd name="T49" fmla="*/ 63 h 125"/>
                    <a:gd name="T50" fmla="*/ 125 w 126"/>
                    <a:gd name="T51" fmla="*/ 59 h 125"/>
                    <a:gd name="T52" fmla="*/ 121 w 126"/>
                    <a:gd name="T53" fmla="*/ 51 h 125"/>
                    <a:gd name="T54" fmla="*/ 115 w 126"/>
                    <a:gd name="T55" fmla="*/ 45 h 125"/>
                    <a:gd name="T56" fmla="*/ 112 w 126"/>
                    <a:gd name="T57" fmla="*/ 42 h 125"/>
                    <a:gd name="T58" fmla="*/ 110 w 126"/>
                    <a:gd name="T59" fmla="*/ 37 h 125"/>
                    <a:gd name="T60" fmla="*/ 108 w 126"/>
                    <a:gd name="T61" fmla="*/ 34 h 125"/>
                    <a:gd name="T62" fmla="*/ 106 w 126"/>
                    <a:gd name="T63" fmla="*/ 30 h 125"/>
                    <a:gd name="T64" fmla="*/ 106 w 126"/>
                    <a:gd name="T65" fmla="*/ 25 h 125"/>
                    <a:gd name="T66" fmla="*/ 104 w 126"/>
                    <a:gd name="T67" fmla="*/ 22 h 125"/>
                    <a:gd name="T68" fmla="*/ 99 w 126"/>
                    <a:gd name="T69" fmla="*/ 17 h 125"/>
                    <a:gd name="T70" fmla="*/ 96 w 126"/>
                    <a:gd name="T71" fmla="*/ 14 h 125"/>
                    <a:gd name="T72" fmla="*/ 93 w 126"/>
                    <a:gd name="T73" fmla="*/ 10 h 125"/>
                    <a:gd name="T74" fmla="*/ 90 w 126"/>
                    <a:gd name="T75" fmla="*/ 7 h 125"/>
                    <a:gd name="T76" fmla="*/ 88 w 126"/>
                    <a:gd name="T77" fmla="*/ 4 h 125"/>
                    <a:gd name="T78" fmla="*/ 80 w 126"/>
                    <a:gd name="T79" fmla="*/ 1 h 125"/>
                    <a:gd name="T80" fmla="*/ 75 w 126"/>
                    <a:gd name="T81" fmla="*/ 0 h 125"/>
                    <a:gd name="T82" fmla="*/ 65 w 126"/>
                    <a:gd name="T83" fmla="*/ 1 h 125"/>
                    <a:gd name="T84" fmla="*/ 59 w 126"/>
                    <a:gd name="T85" fmla="*/ 5 h 125"/>
                    <a:gd name="T86" fmla="*/ 51 w 126"/>
                    <a:gd name="T87" fmla="*/ 10 h 125"/>
                    <a:gd name="T88" fmla="*/ 44 w 126"/>
                    <a:gd name="T89" fmla="*/ 14 h 125"/>
                    <a:gd name="T90" fmla="*/ 33 w 126"/>
                    <a:gd name="T91" fmla="*/ 25 h 125"/>
                    <a:gd name="T92" fmla="*/ 20 w 126"/>
                    <a:gd name="T93" fmla="*/ 37 h 125"/>
                    <a:gd name="T94" fmla="*/ 8 w 126"/>
                    <a:gd name="T95" fmla="*/ 46 h 125"/>
                    <a:gd name="T96" fmla="*/ 5 w 126"/>
                    <a:gd name="T97" fmla="*/ 53 h 125"/>
                    <a:gd name="T98" fmla="*/ 2 w 126"/>
                    <a:gd name="T99" fmla="*/ 61 h 125"/>
                    <a:gd name="T100" fmla="*/ 1 w 126"/>
                    <a:gd name="T101" fmla="*/ 78 h 125"/>
                    <a:gd name="T102" fmla="*/ 1 w 126"/>
                    <a:gd name="T103" fmla="*/ 87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5">
                      <a:moveTo>
                        <a:pt x="1" y="87"/>
                      </a:moveTo>
                      <a:cubicBezTo>
                        <a:pt x="0" y="90"/>
                        <a:pt x="0" y="92"/>
                        <a:pt x="1" y="94"/>
                      </a:cubicBezTo>
                      <a:cubicBezTo>
                        <a:pt x="3" y="100"/>
                        <a:pt x="7" y="104"/>
                        <a:pt x="11" y="108"/>
                      </a:cubicBezTo>
                      <a:cubicBezTo>
                        <a:pt x="14" y="110"/>
                        <a:pt x="16" y="112"/>
                        <a:pt x="18" y="114"/>
                      </a:cubicBezTo>
                      <a:cubicBezTo>
                        <a:pt x="20" y="116"/>
                        <a:pt x="21" y="119"/>
                        <a:pt x="23" y="120"/>
                      </a:cubicBezTo>
                      <a:cubicBezTo>
                        <a:pt x="25" y="121"/>
                        <a:pt x="28" y="122"/>
                        <a:pt x="30" y="122"/>
                      </a:cubicBezTo>
                      <a:cubicBezTo>
                        <a:pt x="33" y="122"/>
                        <a:pt x="35" y="123"/>
                        <a:pt x="38" y="123"/>
                      </a:cubicBezTo>
                      <a:cubicBezTo>
                        <a:pt x="40" y="123"/>
                        <a:pt x="42" y="122"/>
                        <a:pt x="43" y="122"/>
                      </a:cubicBezTo>
                      <a:cubicBezTo>
                        <a:pt x="45" y="122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70" y="125"/>
                        <a:pt x="76" y="124"/>
                      </a:cubicBezTo>
                      <a:cubicBezTo>
                        <a:pt x="77" y="124"/>
                        <a:pt x="79" y="124"/>
                        <a:pt x="80" y="123"/>
                      </a:cubicBezTo>
                      <a:cubicBezTo>
                        <a:pt x="82" y="122"/>
                        <a:pt x="83" y="121"/>
                        <a:pt x="84" y="121"/>
                      </a:cubicBezTo>
                      <a:cubicBezTo>
                        <a:pt x="87" y="119"/>
                        <a:pt x="90" y="118"/>
                        <a:pt x="93" y="119"/>
                      </a:cubicBezTo>
                      <a:cubicBezTo>
                        <a:pt x="97" y="119"/>
                        <a:pt x="100" y="119"/>
                        <a:pt x="103" y="119"/>
                      </a:cubicBezTo>
                      <a:cubicBezTo>
                        <a:pt x="106" y="119"/>
                        <a:pt x="109" y="119"/>
                        <a:pt x="112" y="118"/>
                      </a:cubicBezTo>
                      <a:cubicBezTo>
                        <a:pt x="115" y="117"/>
                        <a:pt x="118" y="117"/>
                        <a:pt x="120" y="115"/>
                      </a:cubicBezTo>
                      <a:cubicBezTo>
                        <a:pt x="123" y="114"/>
                        <a:pt x="124" y="112"/>
                        <a:pt x="125" y="110"/>
                      </a:cubicBezTo>
                      <a:cubicBezTo>
                        <a:pt x="126" y="108"/>
                        <a:pt x="126" y="105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0" y="88"/>
                        <a:pt x="120" y="85"/>
                      </a:cubicBezTo>
                      <a:cubicBezTo>
                        <a:pt x="120" y="81"/>
                        <a:pt x="122" y="79"/>
                        <a:pt x="123" y="76"/>
                      </a:cubicBezTo>
                      <a:cubicBezTo>
                        <a:pt x="124" y="75"/>
                        <a:pt x="124" y="73"/>
                        <a:pt x="125" y="72"/>
                      </a:cubicBezTo>
                      <a:cubicBezTo>
                        <a:pt x="125" y="71"/>
                        <a:pt x="124" y="69"/>
                        <a:pt x="124" y="68"/>
                      </a:cubicBezTo>
                      <a:cubicBezTo>
                        <a:pt x="124" y="66"/>
                        <a:pt x="124" y="65"/>
                        <a:pt x="124" y="63"/>
                      </a:cubicBezTo>
                      <a:cubicBezTo>
                        <a:pt x="124" y="62"/>
                        <a:pt x="125" y="60"/>
                        <a:pt x="125" y="59"/>
                      </a:cubicBezTo>
                      <a:cubicBezTo>
                        <a:pt x="124" y="56"/>
                        <a:pt x="123" y="53"/>
                        <a:pt x="121" y="51"/>
                      </a:cubicBezTo>
                      <a:cubicBezTo>
                        <a:pt x="120" y="48"/>
                        <a:pt x="117" y="47"/>
                        <a:pt x="115" y="45"/>
                      </a:cubicBezTo>
                      <a:cubicBezTo>
                        <a:pt x="114" y="44"/>
                        <a:pt x="113" y="43"/>
                        <a:pt x="112" y="42"/>
                      </a:cubicBezTo>
                      <a:cubicBezTo>
                        <a:pt x="110" y="40"/>
                        <a:pt x="111" y="39"/>
                        <a:pt x="110" y="37"/>
                      </a:cubicBezTo>
                      <a:cubicBezTo>
                        <a:pt x="110" y="36"/>
                        <a:pt x="109" y="35"/>
                        <a:pt x="108" y="34"/>
                      </a:cubicBezTo>
                      <a:cubicBezTo>
                        <a:pt x="108" y="33"/>
                        <a:pt x="107" y="32"/>
                        <a:pt x="106" y="30"/>
                      </a:cubicBezTo>
                      <a:cubicBezTo>
                        <a:pt x="106" y="29"/>
                        <a:pt x="107" y="27"/>
                        <a:pt x="106" y="25"/>
                      </a:cubicBezTo>
                      <a:cubicBezTo>
                        <a:pt x="106" y="24"/>
                        <a:pt x="105" y="23"/>
                        <a:pt x="104" y="22"/>
                      </a:cubicBezTo>
                      <a:cubicBezTo>
                        <a:pt x="103" y="20"/>
                        <a:pt x="101" y="18"/>
                        <a:pt x="99" y="17"/>
                      </a:cubicBezTo>
                      <a:cubicBezTo>
                        <a:pt x="98" y="16"/>
                        <a:pt x="97" y="15"/>
                        <a:pt x="96" y="14"/>
                      </a:cubicBezTo>
                      <a:cubicBezTo>
                        <a:pt x="94" y="13"/>
                        <a:pt x="94" y="12"/>
                        <a:pt x="93" y="10"/>
                      </a:cubicBezTo>
                      <a:cubicBezTo>
                        <a:pt x="92" y="9"/>
                        <a:pt x="91" y="8"/>
                        <a:pt x="90" y="7"/>
                      </a:cubicBezTo>
                      <a:cubicBezTo>
                        <a:pt x="89" y="6"/>
                        <a:pt x="89" y="5"/>
                        <a:pt x="88" y="4"/>
                      </a:cubicBezTo>
                      <a:cubicBezTo>
                        <a:pt x="85" y="2"/>
                        <a:pt x="82" y="2"/>
                        <a:pt x="80" y="1"/>
                      </a:cubicBezTo>
                      <a:cubicBezTo>
                        <a:pt x="78" y="1"/>
                        <a:pt x="77" y="1"/>
                        <a:pt x="75" y="0"/>
                      </a:cubicBezTo>
                      <a:cubicBezTo>
                        <a:pt x="75" y="0"/>
                        <a:pt x="67" y="0"/>
                        <a:pt x="65" y="1"/>
                      </a:cubicBezTo>
                      <a:cubicBezTo>
                        <a:pt x="63" y="2"/>
                        <a:pt x="61" y="4"/>
                        <a:pt x="59" y="5"/>
                      </a:cubicBezTo>
                      <a:cubicBezTo>
                        <a:pt x="57" y="7"/>
                        <a:pt x="54" y="9"/>
                        <a:pt x="51" y="10"/>
                      </a:cubicBezTo>
                      <a:cubicBezTo>
                        <a:pt x="49" y="11"/>
                        <a:pt x="46" y="12"/>
                        <a:pt x="44" y="14"/>
                      </a:cubicBezTo>
                      <a:cubicBezTo>
                        <a:pt x="40" y="17"/>
                        <a:pt x="36" y="21"/>
                        <a:pt x="33" y="25"/>
                      </a:cubicBezTo>
                      <a:cubicBezTo>
                        <a:pt x="30" y="30"/>
                        <a:pt x="25" y="33"/>
                        <a:pt x="20" y="37"/>
                      </a:cubicBezTo>
                      <a:cubicBezTo>
                        <a:pt x="16" y="40"/>
                        <a:pt x="11" y="41"/>
                        <a:pt x="8" y="46"/>
                      </a:cubicBezTo>
                      <a:cubicBezTo>
                        <a:pt x="7" y="48"/>
                        <a:pt x="6" y="51"/>
                        <a:pt x="5" y="53"/>
                      </a:cubicBezTo>
                      <a:cubicBezTo>
                        <a:pt x="4" y="56"/>
                        <a:pt x="2" y="58"/>
                        <a:pt x="2" y="61"/>
                      </a:cubicBezTo>
                      <a:cubicBezTo>
                        <a:pt x="1" y="67"/>
                        <a:pt x="1" y="73"/>
                        <a:pt x="1" y="78"/>
                      </a:cubicBezTo>
                      <a:cubicBezTo>
                        <a:pt x="2" y="81"/>
                        <a:pt x="2" y="84"/>
                        <a:pt x="1" y="8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14" name="Freeform 329">
                  <a:extLst>
                    <a:ext uri="{FF2B5EF4-FFF2-40B4-BE49-F238E27FC236}">
                      <a16:creationId xmlns:a16="http://schemas.microsoft.com/office/drawing/2014/main" id="{9BF7C74C-A4DA-488A-AEA9-8601499B96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74051" y="1668463"/>
                  <a:ext cx="501650" cy="496888"/>
                </a:xfrm>
                <a:custGeom>
                  <a:avLst/>
                  <a:gdLst>
                    <a:gd name="T0" fmla="*/ 1 w 126"/>
                    <a:gd name="T1" fmla="*/ 87 h 125"/>
                    <a:gd name="T2" fmla="*/ 1 w 126"/>
                    <a:gd name="T3" fmla="*/ 94 h 125"/>
                    <a:gd name="T4" fmla="*/ 11 w 126"/>
                    <a:gd name="T5" fmla="*/ 108 h 125"/>
                    <a:gd name="T6" fmla="*/ 18 w 126"/>
                    <a:gd name="T7" fmla="*/ 114 h 125"/>
                    <a:gd name="T8" fmla="*/ 23 w 126"/>
                    <a:gd name="T9" fmla="*/ 120 h 125"/>
                    <a:gd name="T10" fmla="*/ 30 w 126"/>
                    <a:gd name="T11" fmla="*/ 122 h 125"/>
                    <a:gd name="T12" fmla="*/ 38 w 126"/>
                    <a:gd name="T13" fmla="*/ 123 h 125"/>
                    <a:gd name="T14" fmla="*/ 43 w 126"/>
                    <a:gd name="T15" fmla="*/ 122 h 125"/>
                    <a:gd name="T16" fmla="*/ 48 w 126"/>
                    <a:gd name="T17" fmla="*/ 123 h 125"/>
                    <a:gd name="T18" fmla="*/ 57 w 126"/>
                    <a:gd name="T19" fmla="*/ 123 h 125"/>
                    <a:gd name="T20" fmla="*/ 76 w 126"/>
                    <a:gd name="T21" fmla="*/ 124 h 125"/>
                    <a:gd name="T22" fmla="*/ 80 w 126"/>
                    <a:gd name="T23" fmla="*/ 123 h 125"/>
                    <a:gd name="T24" fmla="*/ 84 w 126"/>
                    <a:gd name="T25" fmla="*/ 121 h 125"/>
                    <a:gd name="T26" fmla="*/ 93 w 126"/>
                    <a:gd name="T27" fmla="*/ 119 h 125"/>
                    <a:gd name="T28" fmla="*/ 103 w 126"/>
                    <a:gd name="T29" fmla="*/ 119 h 125"/>
                    <a:gd name="T30" fmla="*/ 112 w 126"/>
                    <a:gd name="T31" fmla="*/ 118 h 125"/>
                    <a:gd name="T32" fmla="*/ 120 w 126"/>
                    <a:gd name="T33" fmla="*/ 115 h 125"/>
                    <a:gd name="T34" fmla="*/ 125 w 126"/>
                    <a:gd name="T35" fmla="*/ 110 h 125"/>
                    <a:gd name="T36" fmla="*/ 126 w 126"/>
                    <a:gd name="T37" fmla="*/ 102 h 125"/>
                    <a:gd name="T38" fmla="*/ 124 w 126"/>
                    <a:gd name="T39" fmla="*/ 93 h 125"/>
                    <a:gd name="T40" fmla="*/ 120 w 126"/>
                    <a:gd name="T41" fmla="*/ 85 h 125"/>
                    <a:gd name="T42" fmla="*/ 123 w 126"/>
                    <a:gd name="T43" fmla="*/ 76 h 125"/>
                    <a:gd name="T44" fmla="*/ 125 w 126"/>
                    <a:gd name="T45" fmla="*/ 72 h 125"/>
                    <a:gd name="T46" fmla="*/ 124 w 126"/>
                    <a:gd name="T47" fmla="*/ 68 h 125"/>
                    <a:gd name="T48" fmla="*/ 124 w 126"/>
                    <a:gd name="T49" fmla="*/ 63 h 125"/>
                    <a:gd name="T50" fmla="*/ 125 w 126"/>
                    <a:gd name="T51" fmla="*/ 59 h 125"/>
                    <a:gd name="T52" fmla="*/ 121 w 126"/>
                    <a:gd name="T53" fmla="*/ 51 h 125"/>
                    <a:gd name="T54" fmla="*/ 115 w 126"/>
                    <a:gd name="T55" fmla="*/ 45 h 125"/>
                    <a:gd name="T56" fmla="*/ 112 w 126"/>
                    <a:gd name="T57" fmla="*/ 42 h 125"/>
                    <a:gd name="T58" fmla="*/ 110 w 126"/>
                    <a:gd name="T59" fmla="*/ 37 h 125"/>
                    <a:gd name="T60" fmla="*/ 108 w 126"/>
                    <a:gd name="T61" fmla="*/ 34 h 125"/>
                    <a:gd name="T62" fmla="*/ 106 w 126"/>
                    <a:gd name="T63" fmla="*/ 30 h 125"/>
                    <a:gd name="T64" fmla="*/ 106 w 126"/>
                    <a:gd name="T65" fmla="*/ 25 h 125"/>
                    <a:gd name="T66" fmla="*/ 104 w 126"/>
                    <a:gd name="T67" fmla="*/ 22 h 125"/>
                    <a:gd name="T68" fmla="*/ 99 w 126"/>
                    <a:gd name="T69" fmla="*/ 17 h 125"/>
                    <a:gd name="T70" fmla="*/ 96 w 126"/>
                    <a:gd name="T71" fmla="*/ 14 h 125"/>
                    <a:gd name="T72" fmla="*/ 93 w 126"/>
                    <a:gd name="T73" fmla="*/ 10 h 125"/>
                    <a:gd name="T74" fmla="*/ 90 w 126"/>
                    <a:gd name="T75" fmla="*/ 7 h 125"/>
                    <a:gd name="T76" fmla="*/ 88 w 126"/>
                    <a:gd name="T77" fmla="*/ 4 h 125"/>
                    <a:gd name="T78" fmla="*/ 80 w 126"/>
                    <a:gd name="T79" fmla="*/ 1 h 125"/>
                    <a:gd name="T80" fmla="*/ 75 w 126"/>
                    <a:gd name="T81" fmla="*/ 0 h 125"/>
                    <a:gd name="T82" fmla="*/ 65 w 126"/>
                    <a:gd name="T83" fmla="*/ 1 h 125"/>
                    <a:gd name="T84" fmla="*/ 59 w 126"/>
                    <a:gd name="T85" fmla="*/ 5 h 125"/>
                    <a:gd name="T86" fmla="*/ 51 w 126"/>
                    <a:gd name="T87" fmla="*/ 10 h 125"/>
                    <a:gd name="T88" fmla="*/ 44 w 126"/>
                    <a:gd name="T89" fmla="*/ 14 h 125"/>
                    <a:gd name="T90" fmla="*/ 33 w 126"/>
                    <a:gd name="T91" fmla="*/ 25 h 125"/>
                    <a:gd name="T92" fmla="*/ 20 w 126"/>
                    <a:gd name="T93" fmla="*/ 37 h 125"/>
                    <a:gd name="T94" fmla="*/ 8 w 126"/>
                    <a:gd name="T95" fmla="*/ 46 h 125"/>
                    <a:gd name="T96" fmla="*/ 5 w 126"/>
                    <a:gd name="T97" fmla="*/ 53 h 125"/>
                    <a:gd name="T98" fmla="*/ 2 w 126"/>
                    <a:gd name="T99" fmla="*/ 61 h 125"/>
                    <a:gd name="T100" fmla="*/ 1 w 126"/>
                    <a:gd name="T101" fmla="*/ 78 h 125"/>
                    <a:gd name="T102" fmla="*/ 1 w 126"/>
                    <a:gd name="T103" fmla="*/ 87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5">
                      <a:moveTo>
                        <a:pt x="1" y="87"/>
                      </a:moveTo>
                      <a:cubicBezTo>
                        <a:pt x="0" y="90"/>
                        <a:pt x="0" y="92"/>
                        <a:pt x="1" y="94"/>
                      </a:cubicBezTo>
                      <a:cubicBezTo>
                        <a:pt x="3" y="100"/>
                        <a:pt x="7" y="104"/>
                        <a:pt x="11" y="108"/>
                      </a:cubicBezTo>
                      <a:cubicBezTo>
                        <a:pt x="14" y="110"/>
                        <a:pt x="16" y="112"/>
                        <a:pt x="18" y="114"/>
                      </a:cubicBezTo>
                      <a:cubicBezTo>
                        <a:pt x="20" y="116"/>
                        <a:pt x="21" y="119"/>
                        <a:pt x="23" y="120"/>
                      </a:cubicBezTo>
                      <a:cubicBezTo>
                        <a:pt x="25" y="121"/>
                        <a:pt x="28" y="122"/>
                        <a:pt x="30" y="122"/>
                      </a:cubicBezTo>
                      <a:cubicBezTo>
                        <a:pt x="33" y="122"/>
                        <a:pt x="35" y="123"/>
                        <a:pt x="38" y="123"/>
                      </a:cubicBezTo>
                      <a:cubicBezTo>
                        <a:pt x="40" y="123"/>
                        <a:pt x="42" y="122"/>
                        <a:pt x="43" y="122"/>
                      </a:cubicBezTo>
                      <a:cubicBezTo>
                        <a:pt x="45" y="122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70" y="125"/>
                        <a:pt x="76" y="124"/>
                      </a:cubicBezTo>
                      <a:cubicBezTo>
                        <a:pt x="77" y="124"/>
                        <a:pt x="79" y="124"/>
                        <a:pt x="80" y="123"/>
                      </a:cubicBezTo>
                      <a:cubicBezTo>
                        <a:pt x="82" y="122"/>
                        <a:pt x="83" y="121"/>
                        <a:pt x="84" y="121"/>
                      </a:cubicBezTo>
                      <a:cubicBezTo>
                        <a:pt x="87" y="119"/>
                        <a:pt x="90" y="118"/>
                        <a:pt x="93" y="119"/>
                      </a:cubicBezTo>
                      <a:cubicBezTo>
                        <a:pt x="97" y="119"/>
                        <a:pt x="100" y="119"/>
                        <a:pt x="103" y="119"/>
                      </a:cubicBezTo>
                      <a:cubicBezTo>
                        <a:pt x="106" y="119"/>
                        <a:pt x="109" y="119"/>
                        <a:pt x="112" y="118"/>
                      </a:cubicBezTo>
                      <a:cubicBezTo>
                        <a:pt x="115" y="117"/>
                        <a:pt x="118" y="117"/>
                        <a:pt x="120" y="115"/>
                      </a:cubicBezTo>
                      <a:cubicBezTo>
                        <a:pt x="123" y="114"/>
                        <a:pt x="124" y="112"/>
                        <a:pt x="125" y="110"/>
                      </a:cubicBezTo>
                      <a:cubicBezTo>
                        <a:pt x="126" y="108"/>
                        <a:pt x="126" y="105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0" y="88"/>
                        <a:pt x="120" y="85"/>
                      </a:cubicBezTo>
                      <a:cubicBezTo>
                        <a:pt x="120" y="81"/>
                        <a:pt x="122" y="79"/>
                        <a:pt x="123" y="76"/>
                      </a:cubicBezTo>
                      <a:cubicBezTo>
                        <a:pt x="124" y="75"/>
                        <a:pt x="124" y="73"/>
                        <a:pt x="125" y="72"/>
                      </a:cubicBezTo>
                      <a:cubicBezTo>
                        <a:pt x="125" y="71"/>
                        <a:pt x="124" y="69"/>
                        <a:pt x="124" y="68"/>
                      </a:cubicBezTo>
                      <a:cubicBezTo>
                        <a:pt x="124" y="66"/>
                        <a:pt x="124" y="65"/>
                        <a:pt x="124" y="63"/>
                      </a:cubicBezTo>
                      <a:cubicBezTo>
                        <a:pt x="124" y="62"/>
                        <a:pt x="125" y="60"/>
                        <a:pt x="125" y="59"/>
                      </a:cubicBezTo>
                      <a:cubicBezTo>
                        <a:pt x="124" y="56"/>
                        <a:pt x="123" y="53"/>
                        <a:pt x="121" y="51"/>
                      </a:cubicBezTo>
                      <a:cubicBezTo>
                        <a:pt x="120" y="48"/>
                        <a:pt x="117" y="47"/>
                        <a:pt x="115" y="45"/>
                      </a:cubicBezTo>
                      <a:cubicBezTo>
                        <a:pt x="114" y="44"/>
                        <a:pt x="113" y="43"/>
                        <a:pt x="112" y="42"/>
                      </a:cubicBezTo>
                      <a:cubicBezTo>
                        <a:pt x="110" y="40"/>
                        <a:pt x="111" y="39"/>
                        <a:pt x="110" y="37"/>
                      </a:cubicBezTo>
                      <a:cubicBezTo>
                        <a:pt x="110" y="36"/>
                        <a:pt x="109" y="35"/>
                        <a:pt x="108" y="34"/>
                      </a:cubicBezTo>
                      <a:cubicBezTo>
                        <a:pt x="108" y="33"/>
                        <a:pt x="107" y="32"/>
                        <a:pt x="106" y="30"/>
                      </a:cubicBezTo>
                      <a:cubicBezTo>
                        <a:pt x="106" y="29"/>
                        <a:pt x="107" y="27"/>
                        <a:pt x="106" y="25"/>
                      </a:cubicBezTo>
                      <a:cubicBezTo>
                        <a:pt x="106" y="24"/>
                        <a:pt x="105" y="23"/>
                        <a:pt x="104" y="22"/>
                      </a:cubicBezTo>
                      <a:cubicBezTo>
                        <a:pt x="103" y="20"/>
                        <a:pt x="101" y="18"/>
                        <a:pt x="99" y="17"/>
                      </a:cubicBezTo>
                      <a:cubicBezTo>
                        <a:pt x="98" y="16"/>
                        <a:pt x="97" y="15"/>
                        <a:pt x="96" y="14"/>
                      </a:cubicBezTo>
                      <a:cubicBezTo>
                        <a:pt x="94" y="13"/>
                        <a:pt x="94" y="12"/>
                        <a:pt x="93" y="10"/>
                      </a:cubicBezTo>
                      <a:cubicBezTo>
                        <a:pt x="92" y="9"/>
                        <a:pt x="91" y="8"/>
                        <a:pt x="90" y="7"/>
                      </a:cubicBezTo>
                      <a:cubicBezTo>
                        <a:pt x="89" y="6"/>
                        <a:pt x="89" y="5"/>
                        <a:pt x="88" y="4"/>
                      </a:cubicBezTo>
                      <a:cubicBezTo>
                        <a:pt x="85" y="2"/>
                        <a:pt x="82" y="2"/>
                        <a:pt x="80" y="1"/>
                      </a:cubicBezTo>
                      <a:cubicBezTo>
                        <a:pt x="78" y="1"/>
                        <a:pt x="77" y="1"/>
                        <a:pt x="75" y="0"/>
                      </a:cubicBezTo>
                      <a:cubicBezTo>
                        <a:pt x="75" y="0"/>
                        <a:pt x="67" y="0"/>
                        <a:pt x="65" y="1"/>
                      </a:cubicBezTo>
                      <a:cubicBezTo>
                        <a:pt x="63" y="2"/>
                        <a:pt x="61" y="4"/>
                        <a:pt x="59" y="5"/>
                      </a:cubicBezTo>
                      <a:cubicBezTo>
                        <a:pt x="57" y="7"/>
                        <a:pt x="54" y="9"/>
                        <a:pt x="51" y="10"/>
                      </a:cubicBezTo>
                      <a:cubicBezTo>
                        <a:pt x="49" y="11"/>
                        <a:pt x="46" y="12"/>
                        <a:pt x="44" y="14"/>
                      </a:cubicBezTo>
                      <a:cubicBezTo>
                        <a:pt x="40" y="17"/>
                        <a:pt x="36" y="21"/>
                        <a:pt x="33" y="25"/>
                      </a:cubicBezTo>
                      <a:cubicBezTo>
                        <a:pt x="30" y="30"/>
                        <a:pt x="25" y="33"/>
                        <a:pt x="20" y="37"/>
                      </a:cubicBezTo>
                      <a:cubicBezTo>
                        <a:pt x="16" y="40"/>
                        <a:pt x="11" y="41"/>
                        <a:pt x="8" y="46"/>
                      </a:cubicBezTo>
                      <a:cubicBezTo>
                        <a:pt x="7" y="48"/>
                        <a:pt x="6" y="51"/>
                        <a:pt x="5" y="53"/>
                      </a:cubicBezTo>
                      <a:cubicBezTo>
                        <a:pt x="4" y="56"/>
                        <a:pt x="2" y="58"/>
                        <a:pt x="2" y="61"/>
                      </a:cubicBezTo>
                      <a:cubicBezTo>
                        <a:pt x="1" y="67"/>
                        <a:pt x="1" y="73"/>
                        <a:pt x="1" y="78"/>
                      </a:cubicBezTo>
                      <a:cubicBezTo>
                        <a:pt x="2" y="81"/>
                        <a:pt x="2" y="84"/>
                        <a:pt x="1" y="8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15" name="Freeform 330">
                  <a:extLst>
                    <a:ext uri="{FF2B5EF4-FFF2-40B4-BE49-F238E27FC236}">
                      <a16:creationId xmlns:a16="http://schemas.microsoft.com/office/drawing/2014/main" id="{47B72B91-B083-41E1-BD3B-3D75EF6E62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61451" y="2160588"/>
                  <a:ext cx="82550" cy="190500"/>
                </a:xfrm>
                <a:custGeom>
                  <a:avLst/>
                  <a:gdLst>
                    <a:gd name="T0" fmla="*/ 1 w 21"/>
                    <a:gd name="T1" fmla="*/ 44 h 48"/>
                    <a:gd name="T2" fmla="*/ 1 w 21"/>
                    <a:gd name="T3" fmla="*/ 47 h 48"/>
                    <a:gd name="T4" fmla="*/ 4 w 21"/>
                    <a:gd name="T5" fmla="*/ 48 h 48"/>
                    <a:gd name="T6" fmla="*/ 9 w 21"/>
                    <a:gd name="T7" fmla="*/ 48 h 48"/>
                    <a:gd name="T8" fmla="*/ 13 w 21"/>
                    <a:gd name="T9" fmla="*/ 48 h 48"/>
                    <a:gd name="T10" fmla="*/ 18 w 21"/>
                    <a:gd name="T11" fmla="*/ 48 h 48"/>
                    <a:gd name="T12" fmla="*/ 20 w 21"/>
                    <a:gd name="T13" fmla="*/ 48 h 48"/>
                    <a:gd name="T14" fmla="*/ 21 w 21"/>
                    <a:gd name="T15" fmla="*/ 48 h 48"/>
                    <a:gd name="T16" fmla="*/ 21 w 21"/>
                    <a:gd name="T17" fmla="*/ 48 h 48"/>
                    <a:gd name="T18" fmla="*/ 20 w 21"/>
                    <a:gd name="T19" fmla="*/ 43 h 48"/>
                    <a:gd name="T20" fmla="*/ 20 w 21"/>
                    <a:gd name="T21" fmla="*/ 37 h 48"/>
                    <a:gd name="T22" fmla="*/ 20 w 21"/>
                    <a:gd name="T23" fmla="*/ 26 h 48"/>
                    <a:gd name="T24" fmla="*/ 20 w 21"/>
                    <a:gd name="T25" fmla="*/ 21 h 48"/>
                    <a:gd name="T26" fmla="*/ 20 w 21"/>
                    <a:gd name="T27" fmla="*/ 15 h 48"/>
                    <a:gd name="T28" fmla="*/ 20 w 21"/>
                    <a:gd name="T29" fmla="*/ 4 h 48"/>
                    <a:gd name="T30" fmla="*/ 20 w 21"/>
                    <a:gd name="T31" fmla="*/ 4 h 48"/>
                    <a:gd name="T32" fmla="*/ 19 w 21"/>
                    <a:gd name="T33" fmla="*/ 2 h 48"/>
                    <a:gd name="T34" fmla="*/ 16 w 21"/>
                    <a:gd name="T35" fmla="*/ 2 h 48"/>
                    <a:gd name="T36" fmla="*/ 12 w 21"/>
                    <a:gd name="T37" fmla="*/ 0 h 48"/>
                    <a:gd name="T38" fmla="*/ 8 w 21"/>
                    <a:gd name="T39" fmla="*/ 0 h 48"/>
                    <a:gd name="T40" fmla="*/ 4 w 21"/>
                    <a:gd name="T41" fmla="*/ 1 h 48"/>
                    <a:gd name="T42" fmla="*/ 3 w 21"/>
                    <a:gd name="T43" fmla="*/ 3 h 48"/>
                    <a:gd name="T44" fmla="*/ 3 w 21"/>
                    <a:gd name="T45" fmla="*/ 17 h 48"/>
                    <a:gd name="T46" fmla="*/ 2 w 21"/>
                    <a:gd name="T47" fmla="*/ 24 h 48"/>
                    <a:gd name="T48" fmla="*/ 2 w 21"/>
                    <a:gd name="T49" fmla="*/ 31 h 48"/>
                    <a:gd name="T50" fmla="*/ 1 w 21"/>
                    <a:gd name="T51" fmla="*/ 38 h 48"/>
                    <a:gd name="T52" fmla="*/ 1 w 21"/>
                    <a:gd name="T53" fmla="*/ 4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8">
                      <a:moveTo>
                        <a:pt x="1" y="44"/>
                      </a:moveTo>
                      <a:cubicBezTo>
                        <a:pt x="0" y="45"/>
                        <a:pt x="0" y="47"/>
                        <a:pt x="1" y="47"/>
                      </a:cubicBezTo>
                      <a:cubicBezTo>
                        <a:pt x="2" y="47"/>
                        <a:pt x="3" y="48"/>
                        <a:pt x="4" y="48"/>
                      </a:cubicBezTo>
                      <a:cubicBezTo>
                        <a:pt x="6" y="48"/>
                        <a:pt x="7" y="48"/>
                        <a:pt x="9" y="48"/>
                      </a:cubicBezTo>
                      <a:cubicBezTo>
                        <a:pt x="10" y="48"/>
                        <a:pt x="12" y="48"/>
                        <a:pt x="13" y="48"/>
                      </a:cubicBezTo>
                      <a:cubicBezTo>
                        <a:pt x="15" y="48"/>
                        <a:pt x="16" y="48"/>
                        <a:pt x="18" y="48"/>
                      </a:cubicBezTo>
                      <a:cubicBezTo>
                        <a:pt x="18" y="48"/>
                        <a:pt x="19" y="48"/>
                        <a:pt x="20" y="48"/>
                      </a:cubicBezTo>
                      <a:cubicBezTo>
                        <a:pt x="20" y="48"/>
                        <a:pt x="20" y="48"/>
                        <a:pt x="21" y="48"/>
                      </a:cubicBezTo>
                      <a:cubicBezTo>
                        <a:pt x="21" y="48"/>
                        <a:pt x="21" y="48"/>
                        <a:pt x="21" y="48"/>
                      </a:cubicBezTo>
                      <a:cubicBezTo>
                        <a:pt x="21" y="46"/>
                        <a:pt x="21" y="44"/>
                        <a:pt x="20" y="43"/>
                      </a:cubicBezTo>
                      <a:cubicBezTo>
                        <a:pt x="20" y="41"/>
                        <a:pt x="20" y="39"/>
                        <a:pt x="20" y="37"/>
                      </a:cubicBezTo>
                      <a:cubicBezTo>
                        <a:pt x="20" y="34"/>
                        <a:pt x="20" y="30"/>
                        <a:pt x="20" y="26"/>
                      </a:cubicBezTo>
                      <a:cubicBezTo>
                        <a:pt x="20" y="24"/>
                        <a:pt x="20" y="23"/>
                        <a:pt x="20" y="21"/>
                      </a:cubicBezTo>
                      <a:cubicBezTo>
                        <a:pt x="20" y="19"/>
                        <a:pt x="20" y="17"/>
                        <a:pt x="20" y="15"/>
                      </a:cubicBezTo>
                      <a:cubicBezTo>
                        <a:pt x="20" y="12"/>
                        <a:pt x="19" y="8"/>
                        <a:pt x="20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3"/>
                        <a:pt x="20" y="3"/>
                        <a:pt x="19" y="2"/>
                      </a:cubicBezTo>
                      <a:cubicBezTo>
                        <a:pt x="18" y="2"/>
                        <a:pt x="17" y="2"/>
                        <a:pt x="16" y="2"/>
                      </a:cubicBezTo>
                      <a:cubicBezTo>
                        <a:pt x="15" y="1"/>
                        <a:pt x="13" y="0"/>
                        <a:pt x="12" y="0"/>
                      </a:cubicBezTo>
                      <a:cubicBezTo>
                        <a:pt x="11" y="0"/>
                        <a:pt x="9" y="0"/>
                        <a:pt x="8" y="0"/>
                      </a:cubicBezTo>
                      <a:cubicBezTo>
                        <a:pt x="7" y="0"/>
                        <a:pt x="5" y="0"/>
                        <a:pt x="4" y="1"/>
                      </a:cubicBezTo>
                      <a:cubicBezTo>
                        <a:pt x="3" y="1"/>
                        <a:pt x="3" y="2"/>
                        <a:pt x="3" y="3"/>
                      </a:cubicBezTo>
                      <a:cubicBezTo>
                        <a:pt x="3" y="8"/>
                        <a:pt x="3" y="12"/>
                        <a:pt x="3" y="17"/>
                      </a:cubicBezTo>
                      <a:cubicBezTo>
                        <a:pt x="3" y="19"/>
                        <a:pt x="3" y="22"/>
                        <a:pt x="2" y="24"/>
                      </a:cubicBezTo>
                      <a:cubicBezTo>
                        <a:pt x="2" y="26"/>
                        <a:pt x="2" y="28"/>
                        <a:pt x="2" y="31"/>
                      </a:cubicBezTo>
                      <a:cubicBezTo>
                        <a:pt x="2" y="33"/>
                        <a:pt x="2" y="35"/>
                        <a:pt x="1" y="38"/>
                      </a:cubicBezTo>
                      <a:cubicBezTo>
                        <a:pt x="1" y="40"/>
                        <a:pt x="1" y="42"/>
                        <a:pt x="1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16" name="Freeform 331">
                  <a:extLst>
                    <a:ext uri="{FF2B5EF4-FFF2-40B4-BE49-F238E27FC236}">
                      <a16:creationId xmlns:a16="http://schemas.microsoft.com/office/drawing/2014/main" id="{56DB3187-333A-4CFD-932D-294EB5276E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61451" y="2160588"/>
                  <a:ext cx="82550" cy="190500"/>
                </a:xfrm>
                <a:custGeom>
                  <a:avLst/>
                  <a:gdLst>
                    <a:gd name="T0" fmla="*/ 1 w 21"/>
                    <a:gd name="T1" fmla="*/ 44 h 48"/>
                    <a:gd name="T2" fmla="*/ 1 w 21"/>
                    <a:gd name="T3" fmla="*/ 47 h 48"/>
                    <a:gd name="T4" fmla="*/ 4 w 21"/>
                    <a:gd name="T5" fmla="*/ 48 h 48"/>
                    <a:gd name="T6" fmla="*/ 9 w 21"/>
                    <a:gd name="T7" fmla="*/ 48 h 48"/>
                    <a:gd name="T8" fmla="*/ 13 w 21"/>
                    <a:gd name="T9" fmla="*/ 48 h 48"/>
                    <a:gd name="T10" fmla="*/ 18 w 21"/>
                    <a:gd name="T11" fmla="*/ 48 h 48"/>
                    <a:gd name="T12" fmla="*/ 20 w 21"/>
                    <a:gd name="T13" fmla="*/ 48 h 48"/>
                    <a:gd name="T14" fmla="*/ 21 w 21"/>
                    <a:gd name="T15" fmla="*/ 48 h 48"/>
                    <a:gd name="T16" fmla="*/ 21 w 21"/>
                    <a:gd name="T17" fmla="*/ 48 h 48"/>
                    <a:gd name="T18" fmla="*/ 20 w 21"/>
                    <a:gd name="T19" fmla="*/ 43 h 48"/>
                    <a:gd name="T20" fmla="*/ 20 w 21"/>
                    <a:gd name="T21" fmla="*/ 37 h 48"/>
                    <a:gd name="T22" fmla="*/ 20 w 21"/>
                    <a:gd name="T23" fmla="*/ 26 h 48"/>
                    <a:gd name="T24" fmla="*/ 20 w 21"/>
                    <a:gd name="T25" fmla="*/ 21 h 48"/>
                    <a:gd name="T26" fmla="*/ 20 w 21"/>
                    <a:gd name="T27" fmla="*/ 15 h 48"/>
                    <a:gd name="T28" fmla="*/ 20 w 21"/>
                    <a:gd name="T29" fmla="*/ 4 h 48"/>
                    <a:gd name="T30" fmla="*/ 20 w 21"/>
                    <a:gd name="T31" fmla="*/ 4 h 48"/>
                    <a:gd name="T32" fmla="*/ 19 w 21"/>
                    <a:gd name="T33" fmla="*/ 2 h 48"/>
                    <a:gd name="T34" fmla="*/ 16 w 21"/>
                    <a:gd name="T35" fmla="*/ 2 h 48"/>
                    <a:gd name="T36" fmla="*/ 12 w 21"/>
                    <a:gd name="T37" fmla="*/ 0 h 48"/>
                    <a:gd name="T38" fmla="*/ 8 w 21"/>
                    <a:gd name="T39" fmla="*/ 0 h 48"/>
                    <a:gd name="T40" fmla="*/ 4 w 21"/>
                    <a:gd name="T41" fmla="*/ 1 h 48"/>
                    <a:gd name="T42" fmla="*/ 3 w 21"/>
                    <a:gd name="T43" fmla="*/ 3 h 48"/>
                    <a:gd name="T44" fmla="*/ 3 w 21"/>
                    <a:gd name="T45" fmla="*/ 17 h 48"/>
                    <a:gd name="T46" fmla="*/ 2 w 21"/>
                    <a:gd name="T47" fmla="*/ 24 h 48"/>
                    <a:gd name="T48" fmla="*/ 2 w 21"/>
                    <a:gd name="T49" fmla="*/ 31 h 48"/>
                    <a:gd name="T50" fmla="*/ 1 w 21"/>
                    <a:gd name="T51" fmla="*/ 38 h 48"/>
                    <a:gd name="T52" fmla="*/ 1 w 21"/>
                    <a:gd name="T53" fmla="*/ 4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8">
                      <a:moveTo>
                        <a:pt x="1" y="44"/>
                      </a:moveTo>
                      <a:cubicBezTo>
                        <a:pt x="0" y="45"/>
                        <a:pt x="0" y="47"/>
                        <a:pt x="1" y="47"/>
                      </a:cubicBezTo>
                      <a:cubicBezTo>
                        <a:pt x="2" y="47"/>
                        <a:pt x="3" y="48"/>
                        <a:pt x="4" y="48"/>
                      </a:cubicBezTo>
                      <a:cubicBezTo>
                        <a:pt x="6" y="48"/>
                        <a:pt x="7" y="48"/>
                        <a:pt x="9" y="48"/>
                      </a:cubicBezTo>
                      <a:cubicBezTo>
                        <a:pt x="10" y="48"/>
                        <a:pt x="12" y="48"/>
                        <a:pt x="13" y="48"/>
                      </a:cubicBezTo>
                      <a:cubicBezTo>
                        <a:pt x="15" y="48"/>
                        <a:pt x="16" y="48"/>
                        <a:pt x="18" y="48"/>
                      </a:cubicBezTo>
                      <a:cubicBezTo>
                        <a:pt x="18" y="48"/>
                        <a:pt x="19" y="48"/>
                        <a:pt x="20" y="48"/>
                      </a:cubicBezTo>
                      <a:cubicBezTo>
                        <a:pt x="20" y="48"/>
                        <a:pt x="20" y="48"/>
                        <a:pt x="21" y="48"/>
                      </a:cubicBezTo>
                      <a:cubicBezTo>
                        <a:pt x="21" y="48"/>
                        <a:pt x="21" y="48"/>
                        <a:pt x="21" y="48"/>
                      </a:cubicBezTo>
                      <a:cubicBezTo>
                        <a:pt x="21" y="46"/>
                        <a:pt x="21" y="44"/>
                        <a:pt x="20" y="43"/>
                      </a:cubicBezTo>
                      <a:cubicBezTo>
                        <a:pt x="20" y="41"/>
                        <a:pt x="20" y="39"/>
                        <a:pt x="20" y="37"/>
                      </a:cubicBezTo>
                      <a:cubicBezTo>
                        <a:pt x="20" y="34"/>
                        <a:pt x="20" y="30"/>
                        <a:pt x="20" y="26"/>
                      </a:cubicBezTo>
                      <a:cubicBezTo>
                        <a:pt x="20" y="24"/>
                        <a:pt x="20" y="23"/>
                        <a:pt x="20" y="21"/>
                      </a:cubicBezTo>
                      <a:cubicBezTo>
                        <a:pt x="20" y="19"/>
                        <a:pt x="20" y="17"/>
                        <a:pt x="20" y="15"/>
                      </a:cubicBezTo>
                      <a:cubicBezTo>
                        <a:pt x="20" y="12"/>
                        <a:pt x="19" y="8"/>
                        <a:pt x="20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3"/>
                        <a:pt x="20" y="3"/>
                        <a:pt x="19" y="2"/>
                      </a:cubicBezTo>
                      <a:cubicBezTo>
                        <a:pt x="18" y="2"/>
                        <a:pt x="17" y="2"/>
                        <a:pt x="16" y="2"/>
                      </a:cubicBezTo>
                      <a:cubicBezTo>
                        <a:pt x="15" y="1"/>
                        <a:pt x="13" y="0"/>
                        <a:pt x="12" y="0"/>
                      </a:cubicBezTo>
                      <a:cubicBezTo>
                        <a:pt x="11" y="0"/>
                        <a:pt x="9" y="0"/>
                        <a:pt x="8" y="0"/>
                      </a:cubicBezTo>
                      <a:cubicBezTo>
                        <a:pt x="7" y="0"/>
                        <a:pt x="5" y="0"/>
                        <a:pt x="4" y="1"/>
                      </a:cubicBezTo>
                      <a:cubicBezTo>
                        <a:pt x="3" y="1"/>
                        <a:pt x="3" y="2"/>
                        <a:pt x="3" y="3"/>
                      </a:cubicBezTo>
                      <a:cubicBezTo>
                        <a:pt x="3" y="8"/>
                        <a:pt x="3" y="12"/>
                        <a:pt x="3" y="17"/>
                      </a:cubicBezTo>
                      <a:cubicBezTo>
                        <a:pt x="3" y="19"/>
                        <a:pt x="3" y="22"/>
                        <a:pt x="2" y="24"/>
                      </a:cubicBezTo>
                      <a:cubicBezTo>
                        <a:pt x="2" y="26"/>
                        <a:pt x="2" y="28"/>
                        <a:pt x="2" y="31"/>
                      </a:cubicBezTo>
                      <a:cubicBezTo>
                        <a:pt x="2" y="33"/>
                        <a:pt x="2" y="35"/>
                        <a:pt x="1" y="38"/>
                      </a:cubicBezTo>
                      <a:cubicBezTo>
                        <a:pt x="1" y="40"/>
                        <a:pt x="1" y="42"/>
                        <a:pt x="1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17" name="Freeform 332">
                  <a:extLst>
                    <a:ext uri="{FF2B5EF4-FFF2-40B4-BE49-F238E27FC236}">
                      <a16:creationId xmlns:a16="http://schemas.microsoft.com/office/drawing/2014/main" id="{EFDC7372-F7EA-45AB-92C3-9E87611FD7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47138" y="1712913"/>
                  <a:ext cx="504825" cy="495300"/>
                </a:xfrm>
                <a:custGeom>
                  <a:avLst/>
                  <a:gdLst>
                    <a:gd name="T0" fmla="*/ 1 w 127"/>
                    <a:gd name="T1" fmla="*/ 87 h 125"/>
                    <a:gd name="T2" fmla="*/ 1 w 127"/>
                    <a:gd name="T3" fmla="*/ 94 h 125"/>
                    <a:gd name="T4" fmla="*/ 11 w 127"/>
                    <a:gd name="T5" fmla="*/ 108 h 125"/>
                    <a:gd name="T6" fmla="*/ 19 w 127"/>
                    <a:gd name="T7" fmla="*/ 114 h 125"/>
                    <a:gd name="T8" fmla="*/ 24 w 127"/>
                    <a:gd name="T9" fmla="*/ 120 h 125"/>
                    <a:gd name="T10" fmla="*/ 31 w 127"/>
                    <a:gd name="T11" fmla="*/ 122 h 125"/>
                    <a:gd name="T12" fmla="*/ 39 w 127"/>
                    <a:gd name="T13" fmla="*/ 123 h 125"/>
                    <a:gd name="T14" fmla="*/ 44 w 127"/>
                    <a:gd name="T15" fmla="*/ 122 h 125"/>
                    <a:gd name="T16" fmla="*/ 48 w 127"/>
                    <a:gd name="T17" fmla="*/ 122 h 125"/>
                    <a:gd name="T18" fmla="*/ 57 w 127"/>
                    <a:gd name="T19" fmla="*/ 122 h 125"/>
                    <a:gd name="T20" fmla="*/ 76 w 127"/>
                    <a:gd name="T21" fmla="*/ 124 h 125"/>
                    <a:gd name="T22" fmla="*/ 81 w 127"/>
                    <a:gd name="T23" fmla="*/ 123 h 125"/>
                    <a:gd name="T24" fmla="*/ 84 w 127"/>
                    <a:gd name="T25" fmla="*/ 121 h 125"/>
                    <a:gd name="T26" fmla="*/ 94 w 127"/>
                    <a:gd name="T27" fmla="*/ 118 h 125"/>
                    <a:gd name="T28" fmla="*/ 104 w 127"/>
                    <a:gd name="T29" fmla="*/ 118 h 125"/>
                    <a:gd name="T30" fmla="*/ 112 w 127"/>
                    <a:gd name="T31" fmla="*/ 118 h 125"/>
                    <a:gd name="T32" fmla="*/ 121 w 127"/>
                    <a:gd name="T33" fmla="*/ 115 h 125"/>
                    <a:gd name="T34" fmla="*/ 125 w 127"/>
                    <a:gd name="T35" fmla="*/ 110 h 125"/>
                    <a:gd name="T36" fmla="*/ 126 w 127"/>
                    <a:gd name="T37" fmla="*/ 102 h 125"/>
                    <a:gd name="T38" fmla="*/ 124 w 127"/>
                    <a:gd name="T39" fmla="*/ 93 h 125"/>
                    <a:gd name="T40" fmla="*/ 121 w 127"/>
                    <a:gd name="T41" fmla="*/ 84 h 125"/>
                    <a:gd name="T42" fmla="*/ 123 w 127"/>
                    <a:gd name="T43" fmla="*/ 76 h 125"/>
                    <a:gd name="T44" fmla="*/ 125 w 127"/>
                    <a:gd name="T45" fmla="*/ 72 h 125"/>
                    <a:gd name="T46" fmla="*/ 125 w 127"/>
                    <a:gd name="T47" fmla="*/ 68 h 125"/>
                    <a:gd name="T48" fmla="*/ 124 w 127"/>
                    <a:gd name="T49" fmla="*/ 63 h 125"/>
                    <a:gd name="T50" fmla="*/ 125 w 127"/>
                    <a:gd name="T51" fmla="*/ 59 h 125"/>
                    <a:gd name="T52" fmla="*/ 122 w 127"/>
                    <a:gd name="T53" fmla="*/ 51 h 125"/>
                    <a:gd name="T54" fmla="*/ 116 w 127"/>
                    <a:gd name="T55" fmla="*/ 45 h 125"/>
                    <a:gd name="T56" fmla="*/ 112 w 127"/>
                    <a:gd name="T57" fmla="*/ 42 h 125"/>
                    <a:gd name="T58" fmla="*/ 110 w 127"/>
                    <a:gd name="T59" fmla="*/ 37 h 125"/>
                    <a:gd name="T60" fmla="*/ 109 w 127"/>
                    <a:gd name="T61" fmla="*/ 34 h 125"/>
                    <a:gd name="T62" fmla="*/ 107 w 127"/>
                    <a:gd name="T63" fmla="*/ 30 h 125"/>
                    <a:gd name="T64" fmla="*/ 106 w 127"/>
                    <a:gd name="T65" fmla="*/ 25 h 125"/>
                    <a:gd name="T66" fmla="*/ 104 w 127"/>
                    <a:gd name="T67" fmla="*/ 22 h 125"/>
                    <a:gd name="T68" fmla="*/ 100 w 127"/>
                    <a:gd name="T69" fmla="*/ 16 h 125"/>
                    <a:gd name="T70" fmla="*/ 96 w 127"/>
                    <a:gd name="T71" fmla="*/ 14 h 125"/>
                    <a:gd name="T72" fmla="*/ 93 w 127"/>
                    <a:gd name="T73" fmla="*/ 10 h 125"/>
                    <a:gd name="T74" fmla="*/ 90 w 127"/>
                    <a:gd name="T75" fmla="*/ 7 h 125"/>
                    <a:gd name="T76" fmla="*/ 88 w 127"/>
                    <a:gd name="T77" fmla="*/ 4 h 125"/>
                    <a:gd name="T78" fmla="*/ 80 w 127"/>
                    <a:gd name="T79" fmla="*/ 1 h 125"/>
                    <a:gd name="T80" fmla="*/ 76 w 127"/>
                    <a:gd name="T81" fmla="*/ 0 h 125"/>
                    <a:gd name="T82" fmla="*/ 65 w 127"/>
                    <a:gd name="T83" fmla="*/ 1 h 125"/>
                    <a:gd name="T84" fmla="*/ 59 w 127"/>
                    <a:gd name="T85" fmla="*/ 5 h 125"/>
                    <a:gd name="T86" fmla="*/ 51 w 127"/>
                    <a:gd name="T87" fmla="*/ 10 h 125"/>
                    <a:gd name="T88" fmla="*/ 44 w 127"/>
                    <a:gd name="T89" fmla="*/ 13 h 125"/>
                    <a:gd name="T90" fmla="*/ 34 w 127"/>
                    <a:gd name="T91" fmla="*/ 25 h 125"/>
                    <a:gd name="T92" fmla="*/ 20 w 127"/>
                    <a:gd name="T93" fmla="*/ 37 h 125"/>
                    <a:gd name="T94" fmla="*/ 8 w 127"/>
                    <a:gd name="T95" fmla="*/ 46 h 125"/>
                    <a:gd name="T96" fmla="*/ 5 w 127"/>
                    <a:gd name="T97" fmla="*/ 53 h 125"/>
                    <a:gd name="T98" fmla="*/ 2 w 127"/>
                    <a:gd name="T99" fmla="*/ 61 h 125"/>
                    <a:gd name="T100" fmla="*/ 2 w 127"/>
                    <a:gd name="T101" fmla="*/ 78 h 125"/>
                    <a:gd name="T102" fmla="*/ 1 w 127"/>
                    <a:gd name="T103" fmla="*/ 87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7" h="125">
                      <a:moveTo>
                        <a:pt x="1" y="87"/>
                      </a:moveTo>
                      <a:cubicBezTo>
                        <a:pt x="0" y="90"/>
                        <a:pt x="0" y="92"/>
                        <a:pt x="1" y="94"/>
                      </a:cubicBezTo>
                      <a:cubicBezTo>
                        <a:pt x="3" y="100"/>
                        <a:pt x="7" y="104"/>
                        <a:pt x="11" y="108"/>
                      </a:cubicBezTo>
                      <a:cubicBezTo>
                        <a:pt x="14" y="110"/>
                        <a:pt x="17" y="112"/>
                        <a:pt x="19" y="114"/>
                      </a:cubicBezTo>
                      <a:cubicBezTo>
                        <a:pt x="20" y="116"/>
                        <a:pt x="21" y="119"/>
                        <a:pt x="24" y="120"/>
                      </a:cubicBezTo>
                      <a:cubicBezTo>
                        <a:pt x="26" y="121"/>
                        <a:pt x="28" y="122"/>
                        <a:pt x="31" y="122"/>
                      </a:cubicBezTo>
                      <a:cubicBezTo>
                        <a:pt x="33" y="122"/>
                        <a:pt x="36" y="123"/>
                        <a:pt x="39" y="123"/>
                      </a:cubicBezTo>
                      <a:cubicBezTo>
                        <a:pt x="40" y="123"/>
                        <a:pt x="42" y="122"/>
                        <a:pt x="44" y="122"/>
                      </a:cubicBezTo>
                      <a:cubicBezTo>
                        <a:pt x="45" y="122"/>
                        <a:pt x="47" y="122"/>
                        <a:pt x="48" y="122"/>
                      </a:cubicBezTo>
                      <a:cubicBezTo>
                        <a:pt x="57" y="122"/>
                        <a:pt x="57" y="122"/>
                        <a:pt x="57" y="122"/>
                      </a:cubicBezTo>
                      <a:cubicBezTo>
                        <a:pt x="64" y="122"/>
                        <a:pt x="70" y="125"/>
                        <a:pt x="76" y="124"/>
                      </a:cubicBezTo>
                      <a:cubicBezTo>
                        <a:pt x="78" y="124"/>
                        <a:pt x="79" y="124"/>
                        <a:pt x="81" y="123"/>
                      </a:cubicBezTo>
                      <a:cubicBezTo>
                        <a:pt x="82" y="122"/>
                        <a:pt x="83" y="121"/>
                        <a:pt x="84" y="121"/>
                      </a:cubicBezTo>
                      <a:cubicBezTo>
                        <a:pt x="87" y="119"/>
                        <a:pt x="90" y="118"/>
                        <a:pt x="94" y="118"/>
                      </a:cubicBezTo>
                      <a:cubicBezTo>
                        <a:pt x="97" y="118"/>
                        <a:pt x="100" y="118"/>
                        <a:pt x="104" y="118"/>
                      </a:cubicBezTo>
                      <a:cubicBezTo>
                        <a:pt x="106" y="118"/>
                        <a:pt x="110" y="119"/>
                        <a:pt x="112" y="118"/>
                      </a:cubicBezTo>
                      <a:cubicBezTo>
                        <a:pt x="115" y="117"/>
                        <a:pt x="118" y="117"/>
                        <a:pt x="121" y="115"/>
                      </a:cubicBezTo>
                      <a:cubicBezTo>
                        <a:pt x="123" y="114"/>
                        <a:pt x="125" y="112"/>
                        <a:pt x="125" y="110"/>
                      </a:cubicBezTo>
                      <a:cubicBezTo>
                        <a:pt x="127" y="108"/>
                        <a:pt x="127" y="104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1" y="88"/>
                        <a:pt x="121" y="84"/>
                      </a:cubicBezTo>
                      <a:cubicBezTo>
                        <a:pt x="121" y="81"/>
                        <a:pt x="122" y="79"/>
                        <a:pt x="123" y="76"/>
                      </a:cubicBezTo>
                      <a:cubicBezTo>
                        <a:pt x="124" y="75"/>
                        <a:pt x="125" y="73"/>
                        <a:pt x="125" y="72"/>
                      </a:cubicBezTo>
                      <a:cubicBezTo>
                        <a:pt x="125" y="70"/>
                        <a:pt x="125" y="69"/>
                        <a:pt x="125" y="68"/>
                      </a:cubicBezTo>
                      <a:cubicBezTo>
                        <a:pt x="125" y="66"/>
                        <a:pt x="124" y="65"/>
                        <a:pt x="124" y="63"/>
                      </a:cubicBezTo>
                      <a:cubicBezTo>
                        <a:pt x="125" y="62"/>
                        <a:pt x="125" y="60"/>
                        <a:pt x="125" y="59"/>
                      </a:cubicBezTo>
                      <a:cubicBezTo>
                        <a:pt x="124" y="56"/>
                        <a:pt x="123" y="53"/>
                        <a:pt x="122" y="51"/>
                      </a:cubicBezTo>
                      <a:cubicBezTo>
                        <a:pt x="120" y="48"/>
                        <a:pt x="118" y="47"/>
                        <a:pt x="116" y="45"/>
                      </a:cubicBezTo>
                      <a:cubicBezTo>
                        <a:pt x="114" y="44"/>
                        <a:pt x="113" y="43"/>
                        <a:pt x="112" y="42"/>
                      </a:cubicBezTo>
                      <a:cubicBezTo>
                        <a:pt x="111" y="40"/>
                        <a:pt x="111" y="39"/>
                        <a:pt x="110" y="37"/>
                      </a:cubicBezTo>
                      <a:cubicBezTo>
                        <a:pt x="110" y="36"/>
                        <a:pt x="109" y="35"/>
                        <a:pt x="109" y="34"/>
                      </a:cubicBezTo>
                      <a:cubicBezTo>
                        <a:pt x="108" y="33"/>
                        <a:pt x="107" y="31"/>
                        <a:pt x="107" y="30"/>
                      </a:cubicBezTo>
                      <a:cubicBezTo>
                        <a:pt x="107" y="29"/>
                        <a:pt x="107" y="27"/>
                        <a:pt x="106" y="25"/>
                      </a:cubicBezTo>
                      <a:cubicBezTo>
                        <a:pt x="106" y="24"/>
                        <a:pt x="105" y="23"/>
                        <a:pt x="104" y="22"/>
                      </a:cubicBezTo>
                      <a:cubicBezTo>
                        <a:pt x="103" y="20"/>
                        <a:pt x="102" y="18"/>
                        <a:pt x="100" y="16"/>
                      </a:cubicBezTo>
                      <a:cubicBezTo>
                        <a:pt x="98" y="16"/>
                        <a:pt x="97" y="15"/>
                        <a:pt x="96" y="14"/>
                      </a:cubicBezTo>
                      <a:cubicBezTo>
                        <a:pt x="95" y="13"/>
                        <a:pt x="94" y="11"/>
                        <a:pt x="93" y="10"/>
                      </a:cubicBezTo>
                      <a:cubicBezTo>
                        <a:pt x="92" y="9"/>
                        <a:pt x="91" y="8"/>
                        <a:pt x="90" y="7"/>
                      </a:cubicBezTo>
                      <a:cubicBezTo>
                        <a:pt x="90" y="6"/>
                        <a:pt x="89" y="5"/>
                        <a:pt x="88" y="4"/>
                      </a:cubicBezTo>
                      <a:cubicBezTo>
                        <a:pt x="86" y="2"/>
                        <a:pt x="83" y="2"/>
                        <a:pt x="80" y="1"/>
                      </a:cubicBezTo>
                      <a:cubicBezTo>
                        <a:pt x="78" y="1"/>
                        <a:pt x="77" y="1"/>
                        <a:pt x="76" y="0"/>
                      </a:cubicBezTo>
                      <a:cubicBezTo>
                        <a:pt x="75" y="0"/>
                        <a:pt x="68" y="0"/>
                        <a:pt x="65" y="1"/>
                      </a:cubicBezTo>
                      <a:cubicBezTo>
                        <a:pt x="63" y="2"/>
                        <a:pt x="61" y="4"/>
                        <a:pt x="59" y="5"/>
                      </a:cubicBezTo>
                      <a:cubicBezTo>
                        <a:pt x="57" y="7"/>
                        <a:pt x="54" y="8"/>
                        <a:pt x="51" y="10"/>
                      </a:cubicBezTo>
                      <a:cubicBezTo>
                        <a:pt x="49" y="11"/>
                        <a:pt x="47" y="12"/>
                        <a:pt x="44" y="13"/>
                      </a:cubicBezTo>
                      <a:cubicBezTo>
                        <a:pt x="40" y="16"/>
                        <a:pt x="37" y="20"/>
                        <a:pt x="34" y="25"/>
                      </a:cubicBezTo>
                      <a:cubicBezTo>
                        <a:pt x="30" y="30"/>
                        <a:pt x="25" y="33"/>
                        <a:pt x="20" y="37"/>
                      </a:cubicBezTo>
                      <a:cubicBezTo>
                        <a:pt x="16" y="40"/>
                        <a:pt x="11" y="41"/>
                        <a:pt x="8" y="46"/>
                      </a:cubicBezTo>
                      <a:cubicBezTo>
                        <a:pt x="7" y="48"/>
                        <a:pt x="6" y="51"/>
                        <a:pt x="5" y="53"/>
                      </a:cubicBezTo>
                      <a:cubicBezTo>
                        <a:pt x="4" y="56"/>
                        <a:pt x="3" y="58"/>
                        <a:pt x="2" y="61"/>
                      </a:cubicBezTo>
                      <a:cubicBezTo>
                        <a:pt x="1" y="67"/>
                        <a:pt x="1" y="72"/>
                        <a:pt x="2" y="78"/>
                      </a:cubicBezTo>
                      <a:cubicBezTo>
                        <a:pt x="2" y="81"/>
                        <a:pt x="2" y="84"/>
                        <a:pt x="1" y="8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18" name="Freeform 333">
                  <a:extLst>
                    <a:ext uri="{FF2B5EF4-FFF2-40B4-BE49-F238E27FC236}">
                      <a16:creationId xmlns:a16="http://schemas.microsoft.com/office/drawing/2014/main" id="{43014506-27B9-4B92-8272-1EB542F568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47138" y="1712913"/>
                  <a:ext cx="504825" cy="495300"/>
                </a:xfrm>
                <a:custGeom>
                  <a:avLst/>
                  <a:gdLst>
                    <a:gd name="T0" fmla="*/ 1 w 127"/>
                    <a:gd name="T1" fmla="*/ 87 h 125"/>
                    <a:gd name="T2" fmla="*/ 1 w 127"/>
                    <a:gd name="T3" fmla="*/ 94 h 125"/>
                    <a:gd name="T4" fmla="*/ 11 w 127"/>
                    <a:gd name="T5" fmla="*/ 108 h 125"/>
                    <a:gd name="T6" fmla="*/ 19 w 127"/>
                    <a:gd name="T7" fmla="*/ 114 h 125"/>
                    <a:gd name="T8" fmla="*/ 24 w 127"/>
                    <a:gd name="T9" fmla="*/ 120 h 125"/>
                    <a:gd name="T10" fmla="*/ 31 w 127"/>
                    <a:gd name="T11" fmla="*/ 122 h 125"/>
                    <a:gd name="T12" fmla="*/ 39 w 127"/>
                    <a:gd name="T13" fmla="*/ 123 h 125"/>
                    <a:gd name="T14" fmla="*/ 44 w 127"/>
                    <a:gd name="T15" fmla="*/ 122 h 125"/>
                    <a:gd name="T16" fmla="*/ 48 w 127"/>
                    <a:gd name="T17" fmla="*/ 122 h 125"/>
                    <a:gd name="T18" fmla="*/ 57 w 127"/>
                    <a:gd name="T19" fmla="*/ 122 h 125"/>
                    <a:gd name="T20" fmla="*/ 76 w 127"/>
                    <a:gd name="T21" fmla="*/ 124 h 125"/>
                    <a:gd name="T22" fmla="*/ 81 w 127"/>
                    <a:gd name="T23" fmla="*/ 123 h 125"/>
                    <a:gd name="T24" fmla="*/ 84 w 127"/>
                    <a:gd name="T25" fmla="*/ 121 h 125"/>
                    <a:gd name="T26" fmla="*/ 94 w 127"/>
                    <a:gd name="T27" fmla="*/ 118 h 125"/>
                    <a:gd name="T28" fmla="*/ 104 w 127"/>
                    <a:gd name="T29" fmla="*/ 118 h 125"/>
                    <a:gd name="T30" fmla="*/ 112 w 127"/>
                    <a:gd name="T31" fmla="*/ 118 h 125"/>
                    <a:gd name="T32" fmla="*/ 121 w 127"/>
                    <a:gd name="T33" fmla="*/ 115 h 125"/>
                    <a:gd name="T34" fmla="*/ 125 w 127"/>
                    <a:gd name="T35" fmla="*/ 110 h 125"/>
                    <a:gd name="T36" fmla="*/ 126 w 127"/>
                    <a:gd name="T37" fmla="*/ 102 h 125"/>
                    <a:gd name="T38" fmla="*/ 124 w 127"/>
                    <a:gd name="T39" fmla="*/ 93 h 125"/>
                    <a:gd name="T40" fmla="*/ 121 w 127"/>
                    <a:gd name="T41" fmla="*/ 84 h 125"/>
                    <a:gd name="T42" fmla="*/ 123 w 127"/>
                    <a:gd name="T43" fmla="*/ 76 h 125"/>
                    <a:gd name="T44" fmla="*/ 125 w 127"/>
                    <a:gd name="T45" fmla="*/ 72 h 125"/>
                    <a:gd name="T46" fmla="*/ 125 w 127"/>
                    <a:gd name="T47" fmla="*/ 68 h 125"/>
                    <a:gd name="T48" fmla="*/ 124 w 127"/>
                    <a:gd name="T49" fmla="*/ 63 h 125"/>
                    <a:gd name="T50" fmla="*/ 125 w 127"/>
                    <a:gd name="T51" fmla="*/ 59 h 125"/>
                    <a:gd name="T52" fmla="*/ 122 w 127"/>
                    <a:gd name="T53" fmla="*/ 51 h 125"/>
                    <a:gd name="T54" fmla="*/ 116 w 127"/>
                    <a:gd name="T55" fmla="*/ 45 h 125"/>
                    <a:gd name="T56" fmla="*/ 112 w 127"/>
                    <a:gd name="T57" fmla="*/ 42 h 125"/>
                    <a:gd name="T58" fmla="*/ 110 w 127"/>
                    <a:gd name="T59" fmla="*/ 37 h 125"/>
                    <a:gd name="T60" fmla="*/ 109 w 127"/>
                    <a:gd name="T61" fmla="*/ 34 h 125"/>
                    <a:gd name="T62" fmla="*/ 107 w 127"/>
                    <a:gd name="T63" fmla="*/ 30 h 125"/>
                    <a:gd name="T64" fmla="*/ 106 w 127"/>
                    <a:gd name="T65" fmla="*/ 25 h 125"/>
                    <a:gd name="T66" fmla="*/ 104 w 127"/>
                    <a:gd name="T67" fmla="*/ 22 h 125"/>
                    <a:gd name="T68" fmla="*/ 100 w 127"/>
                    <a:gd name="T69" fmla="*/ 16 h 125"/>
                    <a:gd name="T70" fmla="*/ 96 w 127"/>
                    <a:gd name="T71" fmla="*/ 14 h 125"/>
                    <a:gd name="T72" fmla="*/ 93 w 127"/>
                    <a:gd name="T73" fmla="*/ 10 h 125"/>
                    <a:gd name="T74" fmla="*/ 90 w 127"/>
                    <a:gd name="T75" fmla="*/ 7 h 125"/>
                    <a:gd name="T76" fmla="*/ 88 w 127"/>
                    <a:gd name="T77" fmla="*/ 4 h 125"/>
                    <a:gd name="T78" fmla="*/ 80 w 127"/>
                    <a:gd name="T79" fmla="*/ 1 h 125"/>
                    <a:gd name="T80" fmla="*/ 76 w 127"/>
                    <a:gd name="T81" fmla="*/ 0 h 125"/>
                    <a:gd name="T82" fmla="*/ 65 w 127"/>
                    <a:gd name="T83" fmla="*/ 1 h 125"/>
                    <a:gd name="T84" fmla="*/ 59 w 127"/>
                    <a:gd name="T85" fmla="*/ 5 h 125"/>
                    <a:gd name="T86" fmla="*/ 51 w 127"/>
                    <a:gd name="T87" fmla="*/ 10 h 125"/>
                    <a:gd name="T88" fmla="*/ 44 w 127"/>
                    <a:gd name="T89" fmla="*/ 13 h 125"/>
                    <a:gd name="T90" fmla="*/ 34 w 127"/>
                    <a:gd name="T91" fmla="*/ 25 h 125"/>
                    <a:gd name="T92" fmla="*/ 20 w 127"/>
                    <a:gd name="T93" fmla="*/ 37 h 125"/>
                    <a:gd name="T94" fmla="*/ 8 w 127"/>
                    <a:gd name="T95" fmla="*/ 46 h 125"/>
                    <a:gd name="T96" fmla="*/ 5 w 127"/>
                    <a:gd name="T97" fmla="*/ 53 h 125"/>
                    <a:gd name="T98" fmla="*/ 2 w 127"/>
                    <a:gd name="T99" fmla="*/ 61 h 125"/>
                    <a:gd name="T100" fmla="*/ 2 w 127"/>
                    <a:gd name="T101" fmla="*/ 78 h 125"/>
                    <a:gd name="T102" fmla="*/ 1 w 127"/>
                    <a:gd name="T103" fmla="*/ 87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7" h="125">
                      <a:moveTo>
                        <a:pt x="1" y="87"/>
                      </a:moveTo>
                      <a:cubicBezTo>
                        <a:pt x="0" y="90"/>
                        <a:pt x="0" y="92"/>
                        <a:pt x="1" y="94"/>
                      </a:cubicBezTo>
                      <a:cubicBezTo>
                        <a:pt x="3" y="100"/>
                        <a:pt x="7" y="104"/>
                        <a:pt x="11" y="108"/>
                      </a:cubicBezTo>
                      <a:cubicBezTo>
                        <a:pt x="14" y="110"/>
                        <a:pt x="17" y="112"/>
                        <a:pt x="19" y="114"/>
                      </a:cubicBezTo>
                      <a:cubicBezTo>
                        <a:pt x="20" y="116"/>
                        <a:pt x="21" y="119"/>
                        <a:pt x="24" y="120"/>
                      </a:cubicBezTo>
                      <a:cubicBezTo>
                        <a:pt x="26" y="121"/>
                        <a:pt x="28" y="122"/>
                        <a:pt x="31" y="122"/>
                      </a:cubicBezTo>
                      <a:cubicBezTo>
                        <a:pt x="33" y="122"/>
                        <a:pt x="36" y="123"/>
                        <a:pt x="39" y="123"/>
                      </a:cubicBezTo>
                      <a:cubicBezTo>
                        <a:pt x="40" y="123"/>
                        <a:pt x="42" y="122"/>
                        <a:pt x="44" y="122"/>
                      </a:cubicBezTo>
                      <a:cubicBezTo>
                        <a:pt x="45" y="122"/>
                        <a:pt x="47" y="122"/>
                        <a:pt x="48" y="122"/>
                      </a:cubicBezTo>
                      <a:cubicBezTo>
                        <a:pt x="57" y="122"/>
                        <a:pt x="57" y="122"/>
                        <a:pt x="57" y="122"/>
                      </a:cubicBezTo>
                      <a:cubicBezTo>
                        <a:pt x="64" y="122"/>
                        <a:pt x="70" y="125"/>
                        <a:pt x="76" y="124"/>
                      </a:cubicBezTo>
                      <a:cubicBezTo>
                        <a:pt x="78" y="124"/>
                        <a:pt x="79" y="124"/>
                        <a:pt x="81" y="123"/>
                      </a:cubicBezTo>
                      <a:cubicBezTo>
                        <a:pt x="82" y="122"/>
                        <a:pt x="83" y="121"/>
                        <a:pt x="84" y="121"/>
                      </a:cubicBezTo>
                      <a:cubicBezTo>
                        <a:pt x="87" y="119"/>
                        <a:pt x="90" y="118"/>
                        <a:pt x="94" y="118"/>
                      </a:cubicBezTo>
                      <a:cubicBezTo>
                        <a:pt x="97" y="118"/>
                        <a:pt x="100" y="118"/>
                        <a:pt x="104" y="118"/>
                      </a:cubicBezTo>
                      <a:cubicBezTo>
                        <a:pt x="106" y="118"/>
                        <a:pt x="110" y="119"/>
                        <a:pt x="112" y="118"/>
                      </a:cubicBezTo>
                      <a:cubicBezTo>
                        <a:pt x="115" y="117"/>
                        <a:pt x="118" y="117"/>
                        <a:pt x="121" y="115"/>
                      </a:cubicBezTo>
                      <a:cubicBezTo>
                        <a:pt x="123" y="114"/>
                        <a:pt x="125" y="112"/>
                        <a:pt x="125" y="110"/>
                      </a:cubicBezTo>
                      <a:cubicBezTo>
                        <a:pt x="127" y="108"/>
                        <a:pt x="127" y="104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1" y="88"/>
                        <a:pt x="121" y="84"/>
                      </a:cubicBezTo>
                      <a:cubicBezTo>
                        <a:pt x="121" y="81"/>
                        <a:pt x="122" y="79"/>
                        <a:pt x="123" y="76"/>
                      </a:cubicBezTo>
                      <a:cubicBezTo>
                        <a:pt x="124" y="75"/>
                        <a:pt x="125" y="73"/>
                        <a:pt x="125" y="72"/>
                      </a:cubicBezTo>
                      <a:cubicBezTo>
                        <a:pt x="125" y="70"/>
                        <a:pt x="125" y="69"/>
                        <a:pt x="125" y="68"/>
                      </a:cubicBezTo>
                      <a:cubicBezTo>
                        <a:pt x="125" y="66"/>
                        <a:pt x="124" y="65"/>
                        <a:pt x="124" y="63"/>
                      </a:cubicBezTo>
                      <a:cubicBezTo>
                        <a:pt x="125" y="62"/>
                        <a:pt x="125" y="60"/>
                        <a:pt x="125" y="59"/>
                      </a:cubicBezTo>
                      <a:cubicBezTo>
                        <a:pt x="124" y="56"/>
                        <a:pt x="123" y="53"/>
                        <a:pt x="122" y="51"/>
                      </a:cubicBezTo>
                      <a:cubicBezTo>
                        <a:pt x="120" y="48"/>
                        <a:pt x="118" y="47"/>
                        <a:pt x="116" y="45"/>
                      </a:cubicBezTo>
                      <a:cubicBezTo>
                        <a:pt x="114" y="44"/>
                        <a:pt x="113" y="43"/>
                        <a:pt x="112" y="42"/>
                      </a:cubicBezTo>
                      <a:cubicBezTo>
                        <a:pt x="111" y="40"/>
                        <a:pt x="111" y="39"/>
                        <a:pt x="110" y="37"/>
                      </a:cubicBezTo>
                      <a:cubicBezTo>
                        <a:pt x="110" y="36"/>
                        <a:pt x="109" y="35"/>
                        <a:pt x="109" y="34"/>
                      </a:cubicBezTo>
                      <a:cubicBezTo>
                        <a:pt x="108" y="33"/>
                        <a:pt x="107" y="31"/>
                        <a:pt x="107" y="30"/>
                      </a:cubicBezTo>
                      <a:cubicBezTo>
                        <a:pt x="107" y="29"/>
                        <a:pt x="107" y="27"/>
                        <a:pt x="106" y="25"/>
                      </a:cubicBezTo>
                      <a:cubicBezTo>
                        <a:pt x="106" y="24"/>
                        <a:pt x="105" y="23"/>
                        <a:pt x="104" y="22"/>
                      </a:cubicBezTo>
                      <a:cubicBezTo>
                        <a:pt x="103" y="20"/>
                        <a:pt x="102" y="18"/>
                        <a:pt x="100" y="16"/>
                      </a:cubicBezTo>
                      <a:cubicBezTo>
                        <a:pt x="98" y="16"/>
                        <a:pt x="97" y="15"/>
                        <a:pt x="96" y="14"/>
                      </a:cubicBezTo>
                      <a:cubicBezTo>
                        <a:pt x="95" y="13"/>
                        <a:pt x="94" y="11"/>
                        <a:pt x="93" y="10"/>
                      </a:cubicBezTo>
                      <a:cubicBezTo>
                        <a:pt x="92" y="9"/>
                        <a:pt x="91" y="8"/>
                        <a:pt x="90" y="7"/>
                      </a:cubicBezTo>
                      <a:cubicBezTo>
                        <a:pt x="90" y="6"/>
                        <a:pt x="89" y="5"/>
                        <a:pt x="88" y="4"/>
                      </a:cubicBezTo>
                      <a:cubicBezTo>
                        <a:pt x="86" y="2"/>
                        <a:pt x="83" y="2"/>
                        <a:pt x="80" y="1"/>
                      </a:cubicBezTo>
                      <a:cubicBezTo>
                        <a:pt x="78" y="1"/>
                        <a:pt x="77" y="1"/>
                        <a:pt x="76" y="0"/>
                      </a:cubicBezTo>
                      <a:cubicBezTo>
                        <a:pt x="75" y="0"/>
                        <a:pt x="68" y="0"/>
                        <a:pt x="65" y="1"/>
                      </a:cubicBezTo>
                      <a:cubicBezTo>
                        <a:pt x="63" y="2"/>
                        <a:pt x="61" y="4"/>
                        <a:pt x="59" y="5"/>
                      </a:cubicBezTo>
                      <a:cubicBezTo>
                        <a:pt x="57" y="7"/>
                        <a:pt x="54" y="8"/>
                        <a:pt x="51" y="10"/>
                      </a:cubicBezTo>
                      <a:cubicBezTo>
                        <a:pt x="49" y="11"/>
                        <a:pt x="47" y="12"/>
                        <a:pt x="44" y="13"/>
                      </a:cubicBezTo>
                      <a:cubicBezTo>
                        <a:pt x="40" y="16"/>
                        <a:pt x="37" y="20"/>
                        <a:pt x="34" y="25"/>
                      </a:cubicBezTo>
                      <a:cubicBezTo>
                        <a:pt x="30" y="30"/>
                        <a:pt x="25" y="33"/>
                        <a:pt x="20" y="37"/>
                      </a:cubicBezTo>
                      <a:cubicBezTo>
                        <a:pt x="16" y="40"/>
                        <a:pt x="11" y="41"/>
                        <a:pt x="8" y="46"/>
                      </a:cubicBezTo>
                      <a:cubicBezTo>
                        <a:pt x="7" y="48"/>
                        <a:pt x="6" y="51"/>
                        <a:pt x="5" y="53"/>
                      </a:cubicBezTo>
                      <a:cubicBezTo>
                        <a:pt x="4" y="56"/>
                        <a:pt x="3" y="58"/>
                        <a:pt x="2" y="61"/>
                      </a:cubicBezTo>
                      <a:cubicBezTo>
                        <a:pt x="1" y="67"/>
                        <a:pt x="1" y="72"/>
                        <a:pt x="2" y="78"/>
                      </a:cubicBezTo>
                      <a:cubicBezTo>
                        <a:pt x="2" y="81"/>
                        <a:pt x="2" y="84"/>
                        <a:pt x="1" y="8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19" name="Freeform 334">
                  <a:extLst>
                    <a:ext uri="{FF2B5EF4-FFF2-40B4-BE49-F238E27FC236}">
                      <a16:creationId xmlns:a16="http://schemas.microsoft.com/office/drawing/2014/main" id="{7778F77B-F4FD-4808-AC2F-C505099EE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42288" y="2303463"/>
                  <a:ext cx="84138" cy="195263"/>
                </a:xfrm>
                <a:custGeom>
                  <a:avLst/>
                  <a:gdLst>
                    <a:gd name="T0" fmla="*/ 0 w 21"/>
                    <a:gd name="T1" fmla="*/ 44 h 49"/>
                    <a:gd name="T2" fmla="*/ 1 w 21"/>
                    <a:gd name="T3" fmla="*/ 47 h 49"/>
                    <a:gd name="T4" fmla="*/ 4 w 21"/>
                    <a:gd name="T5" fmla="*/ 49 h 49"/>
                    <a:gd name="T6" fmla="*/ 8 w 21"/>
                    <a:gd name="T7" fmla="*/ 49 h 49"/>
                    <a:gd name="T8" fmla="*/ 13 w 21"/>
                    <a:gd name="T9" fmla="*/ 49 h 49"/>
                    <a:gd name="T10" fmla="*/ 17 w 21"/>
                    <a:gd name="T11" fmla="*/ 49 h 49"/>
                    <a:gd name="T12" fmla="*/ 19 w 21"/>
                    <a:gd name="T13" fmla="*/ 49 h 49"/>
                    <a:gd name="T14" fmla="*/ 20 w 21"/>
                    <a:gd name="T15" fmla="*/ 49 h 49"/>
                    <a:gd name="T16" fmla="*/ 21 w 21"/>
                    <a:gd name="T17" fmla="*/ 48 h 49"/>
                    <a:gd name="T18" fmla="*/ 20 w 21"/>
                    <a:gd name="T19" fmla="*/ 43 h 49"/>
                    <a:gd name="T20" fmla="*/ 19 w 21"/>
                    <a:gd name="T21" fmla="*/ 38 h 49"/>
                    <a:gd name="T22" fmla="*/ 19 w 21"/>
                    <a:gd name="T23" fmla="*/ 27 h 49"/>
                    <a:gd name="T24" fmla="*/ 19 w 21"/>
                    <a:gd name="T25" fmla="*/ 21 h 49"/>
                    <a:gd name="T26" fmla="*/ 19 w 21"/>
                    <a:gd name="T27" fmla="*/ 16 h 49"/>
                    <a:gd name="T28" fmla="*/ 19 w 21"/>
                    <a:gd name="T29" fmla="*/ 5 h 49"/>
                    <a:gd name="T30" fmla="*/ 19 w 21"/>
                    <a:gd name="T31" fmla="*/ 4 h 49"/>
                    <a:gd name="T32" fmla="*/ 19 w 21"/>
                    <a:gd name="T33" fmla="*/ 3 h 49"/>
                    <a:gd name="T34" fmla="*/ 15 w 21"/>
                    <a:gd name="T35" fmla="*/ 2 h 49"/>
                    <a:gd name="T36" fmla="*/ 11 w 21"/>
                    <a:gd name="T37" fmla="*/ 1 h 49"/>
                    <a:gd name="T38" fmla="*/ 8 w 21"/>
                    <a:gd name="T39" fmla="*/ 1 h 49"/>
                    <a:gd name="T40" fmla="*/ 4 w 21"/>
                    <a:gd name="T41" fmla="*/ 1 h 49"/>
                    <a:gd name="T42" fmla="*/ 2 w 21"/>
                    <a:gd name="T43" fmla="*/ 3 h 49"/>
                    <a:gd name="T44" fmla="*/ 2 w 21"/>
                    <a:gd name="T45" fmla="*/ 18 h 49"/>
                    <a:gd name="T46" fmla="*/ 2 w 21"/>
                    <a:gd name="T47" fmla="*/ 25 h 49"/>
                    <a:gd name="T48" fmla="*/ 2 w 21"/>
                    <a:gd name="T49" fmla="*/ 31 h 49"/>
                    <a:gd name="T50" fmla="*/ 1 w 21"/>
                    <a:gd name="T51" fmla="*/ 38 h 49"/>
                    <a:gd name="T52" fmla="*/ 0 w 21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9">
                      <a:moveTo>
                        <a:pt x="0" y="44"/>
                      </a:moveTo>
                      <a:cubicBezTo>
                        <a:pt x="0" y="45"/>
                        <a:pt x="0" y="47"/>
                        <a:pt x="1" y="47"/>
                      </a:cubicBezTo>
                      <a:cubicBezTo>
                        <a:pt x="2" y="48"/>
                        <a:pt x="3" y="48"/>
                        <a:pt x="4" y="49"/>
                      </a:cubicBezTo>
                      <a:cubicBezTo>
                        <a:pt x="5" y="49"/>
                        <a:pt x="7" y="49"/>
                        <a:pt x="8" y="49"/>
                      </a:cubicBezTo>
                      <a:cubicBezTo>
                        <a:pt x="10" y="49"/>
                        <a:pt x="11" y="49"/>
                        <a:pt x="13" y="49"/>
                      </a:cubicBezTo>
                      <a:cubicBezTo>
                        <a:pt x="14" y="49"/>
                        <a:pt x="16" y="49"/>
                        <a:pt x="17" y="49"/>
                      </a:cubicBezTo>
                      <a:cubicBezTo>
                        <a:pt x="18" y="49"/>
                        <a:pt x="18" y="48"/>
                        <a:pt x="19" y="49"/>
                      </a:cubicBezTo>
                      <a:cubicBezTo>
                        <a:pt x="19" y="49"/>
                        <a:pt x="20" y="49"/>
                        <a:pt x="20" y="49"/>
                      </a:cubicBezTo>
                      <a:cubicBezTo>
                        <a:pt x="21" y="49"/>
                        <a:pt x="21" y="48"/>
                        <a:pt x="21" y="48"/>
                      </a:cubicBezTo>
                      <a:cubicBezTo>
                        <a:pt x="21" y="46"/>
                        <a:pt x="20" y="45"/>
                        <a:pt x="20" y="43"/>
                      </a:cubicBezTo>
                      <a:cubicBezTo>
                        <a:pt x="20" y="42"/>
                        <a:pt x="19" y="40"/>
                        <a:pt x="19" y="38"/>
                      </a:cubicBezTo>
                      <a:cubicBezTo>
                        <a:pt x="19" y="34"/>
                        <a:pt x="19" y="30"/>
                        <a:pt x="19" y="27"/>
                      </a:cubicBezTo>
                      <a:cubicBezTo>
                        <a:pt x="19" y="25"/>
                        <a:pt x="19" y="23"/>
                        <a:pt x="19" y="21"/>
                      </a:cubicBezTo>
                      <a:cubicBezTo>
                        <a:pt x="19" y="19"/>
                        <a:pt x="19" y="18"/>
                        <a:pt x="19" y="16"/>
                      </a:cubicBezTo>
                      <a:cubicBezTo>
                        <a:pt x="19" y="12"/>
                        <a:pt x="19" y="8"/>
                        <a:pt x="19" y="5"/>
                      </a:cubicBezTo>
                      <a:cubicBezTo>
                        <a:pt x="19" y="5"/>
                        <a:pt x="19" y="4"/>
                        <a:pt x="19" y="4"/>
                      </a:cubicBezTo>
                      <a:cubicBezTo>
                        <a:pt x="19" y="4"/>
                        <a:pt x="19" y="3"/>
                        <a:pt x="19" y="3"/>
                      </a:cubicBezTo>
                      <a:cubicBezTo>
                        <a:pt x="18" y="3"/>
                        <a:pt x="17" y="2"/>
                        <a:pt x="15" y="2"/>
                      </a:cubicBezTo>
                      <a:cubicBezTo>
                        <a:pt x="14" y="2"/>
                        <a:pt x="13" y="1"/>
                        <a:pt x="11" y="1"/>
                      </a:cubicBezTo>
                      <a:cubicBezTo>
                        <a:pt x="10" y="0"/>
                        <a:pt x="9" y="1"/>
                        <a:pt x="8" y="1"/>
                      </a:cubicBezTo>
                      <a:cubicBezTo>
                        <a:pt x="6" y="1"/>
                        <a:pt x="5" y="1"/>
                        <a:pt x="4" y="1"/>
                      </a:cubicBezTo>
                      <a:cubicBezTo>
                        <a:pt x="3" y="1"/>
                        <a:pt x="2" y="2"/>
                        <a:pt x="2" y="3"/>
                      </a:cubicBezTo>
                      <a:cubicBezTo>
                        <a:pt x="2" y="8"/>
                        <a:pt x="2" y="13"/>
                        <a:pt x="2" y="18"/>
                      </a:cubicBezTo>
                      <a:cubicBezTo>
                        <a:pt x="2" y="20"/>
                        <a:pt x="2" y="22"/>
                        <a:pt x="2" y="25"/>
                      </a:cubicBezTo>
                      <a:cubicBezTo>
                        <a:pt x="2" y="27"/>
                        <a:pt x="2" y="29"/>
                        <a:pt x="2" y="31"/>
                      </a:cubicBezTo>
                      <a:cubicBezTo>
                        <a:pt x="2" y="33"/>
                        <a:pt x="1" y="36"/>
                        <a:pt x="1" y="38"/>
                      </a:cubicBezTo>
                      <a:cubicBezTo>
                        <a:pt x="1" y="40"/>
                        <a:pt x="0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20" name="Freeform 335">
                  <a:extLst>
                    <a:ext uri="{FF2B5EF4-FFF2-40B4-BE49-F238E27FC236}">
                      <a16:creationId xmlns:a16="http://schemas.microsoft.com/office/drawing/2014/main" id="{78993402-5207-464D-BB0D-B554F0843D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42288" y="2303463"/>
                  <a:ext cx="84138" cy="195263"/>
                </a:xfrm>
                <a:custGeom>
                  <a:avLst/>
                  <a:gdLst>
                    <a:gd name="T0" fmla="*/ 0 w 21"/>
                    <a:gd name="T1" fmla="*/ 44 h 49"/>
                    <a:gd name="T2" fmla="*/ 1 w 21"/>
                    <a:gd name="T3" fmla="*/ 47 h 49"/>
                    <a:gd name="T4" fmla="*/ 4 w 21"/>
                    <a:gd name="T5" fmla="*/ 49 h 49"/>
                    <a:gd name="T6" fmla="*/ 8 w 21"/>
                    <a:gd name="T7" fmla="*/ 49 h 49"/>
                    <a:gd name="T8" fmla="*/ 13 w 21"/>
                    <a:gd name="T9" fmla="*/ 49 h 49"/>
                    <a:gd name="T10" fmla="*/ 17 w 21"/>
                    <a:gd name="T11" fmla="*/ 49 h 49"/>
                    <a:gd name="T12" fmla="*/ 19 w 21"/>
                    <a:gd name="T13" fmla="*/ 49 h 49"/>
                    <a:gd name="T14" fmla="*/ 20 w 21"/>
                    <a:gd name="T15" fmla="*/ 49 h 49"/>
                    <a:gd name="T16" fmla="*/ 21 w 21"/>
                    <a:gd name="T17" fmla="*/ 48 h 49"/>
                    <a:gd name="T18" fmla="*/ 20 w 21"/>
                    <a:gd name="T19" fmla="*/ 43 h 49"/>
                    <a:gd name="T20" fmla="*/ 19 w 21"/>
                    <a:gd name="T21" fmla="*/ 38 h 49"/>
                    <a:gd name="T22" fmla="*/ 19 w 21"/>
                    <a:gd name="T23" fmla="*/ 27 h 49"/>
                    <a:gd name="T24" fmla="*/ 19 w 21"/>
                    <a:gd name="T25" fmla="*/ 21 h 49"/>
                    <a:gd name="T26" fmla="*/ 19 w 21"/>
                    <a:gd name="T27" fmla="*/ 16 h 49"/>
                    <a:gd name="T28" fmla="*/ 19 w 21"/>
                    <a:gd name="T29" fmla="*/ 5 h 49"/>
                    <a:gd name="T30" fmla="*/ 19 w 21"/>
                    <a:gd name="T31" fmla="*/ 4 h 49"/>
                    <a:gd name="T32" fmla="*/ 19 w 21"/>
                    <a:gd name="T33" fmla="*/ 3 h 49"/>
                    <a:gd name="T34" fmla="*/ 15 w 21"/>
                    <a:gd name="T35" fmla="*/ 2 h 49"/>
                    <a:gd name="T36" fmla="*/ 11 w 21"/>
                    <a:gd name="T37" fmla="*/ 1 h 49"/>
                    <a:gd name="T38" fmla="*/ 8 w 21"/>
                    <a:gd name="T39" fmla="*/ 1 h 49"/>
                    <a:gd name="T40" fmla="*/ 4 w 21"/>
                    <a:gd name="T41" fmla="*/ 1 h 49"/>
                    <a:gd name="T42" fmla="*/ 2 w 21"/>
                    <a:gd name="T43" fmla="*/ 3 h 49"/>
                    <a:gd name="T44" fmla="*/ 2 w 21"/>
                    <a:gd name="T45" fmla="*/ 18 h 49"/>
                    <a:gd name="T46" fmla="*/ 2 w 21"/>
                    <a:gd name="T47" fmla="*/ 25 h 49"/>
                    <a:gd name="T48" fmla="*/ 2 w 21"/>
                    <a:gd name="T49" fmla="*/ 31 h 49"/>
                    <a:gd name="T50" fmla="*/ 1 w 21"/>
                    <a:gd name="T51" fmla="*/ 38 h 49"/>
                    <a:gd name="T52" fmla="*/ 0 w 21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9">
                      <a:moveTo>
                        <a:pt x="0" y="44"/>
                      </a:moveTo>
                      <a:cubicBezTo>
                        <a:pt x="0" y="45"/>
                        <a:pt x="0" y="47"/>
                        <a:pt x="1" y="47"/>
                      </a:cubicBezTo>
                      <a:cubicBezTo>
                        <a:pt x="2" y="48"/>
                        <a:pt x="3" y="48"/>
                        <a:pt x="4" y="49"/>
                      </a:cubicBezTo>
                      <a:cubicBezTo>
                        <a:pt x="5" y="49"/>
                        <a:pt x="7" y="49"/>
                        <a:pt x="8" y="49"/>
                      </a:cubicBezTo>
                      <a:cubicBezTo>
                        <a:pt x="10" y="49"/>
                        <a:pt x="11" y="49"/>
                        <a:pt x="13" y="49"/>
                      </a:cubicBezTo>
                      <a:cubicBezTo>
                        <a:pt x="14" y="49"/>
                        <a:pt x="16" y="49"/>
                        <a:pt x="17" y="49"/>
                      </a:cubicBezTo>
                      <a:cubicBezTo>
                        <a:pt x="18" y="49"/>
                        <a:pt x="18" y="48"/>
                        <a:pt x="19" y="49"/>
                      </a:cubicBezTo>
                      <a:cubicBezTo>
                        <a:pt x="19" y="49"/>
                        <a:pt x="20" y="49"/>
                        <a:pt x="20" y="49"/>
                      </a:cubicBezTo>
                      <a:cubicBezTo>
                        <a:pt x="21" y="49"/>
                        <a:pt x="21" y="48"/>
                        <a:pt x="21" y="48"/>
                      </a:cubicBezTo>
                      <a:cubicBezTo>
                        <a:pt x="21" y="46"/>
                        <a:pt x="20" y="45"/>
                        <a:pt x="20" y="43"/>
                      </a:cubicBezTo>
                      <a:cubicBezTo>
                        <a:pt x="20" y="42"/>
                        <a:pt x="19" y="40"/>
                        <a:pt x="19" y="38"/>
                      </a:cubicBezTo>
                      <a:cubicBezTo>
                        <a:pt x="19" y="34"/>
                        <a:pt x="19" y="30"/>
                        <a:pt x="19" y="27"/>
                      </a:cubicBezTo>
                      <a:cubicBezTo>
                        <a:pt x="19" y="25"/>
                        <a:pt x="19" y="23"/>
                        <a:pt x="19" y="21"/>
                      </a:cubicBezTo>
                      <a:cubicBezTo>
                        <a:pt x="19" y="19"/>
                        <a:pt x="19" y="18"/>
                        <a:pt x="19" y="16"/>
                      </a:cubicBezTo>
                      <a:cubicBezTo>
                        <a:pt x="19" y="12"/>
                        <a:pt x="19" y="8"/>
                        <a:pt x="19" y="5"/>
                      </a:cubicBezTo>
                      <a:cubicBezTo>
                        <a:pt x="19" y="5"/>
                        <a:pt x="19" y="4"/>
                        <a:pt x="19" y="4"/>
                      </a:cubicBezTo>
                      <a:cubicBezTo>
                        <a:pt x="19" y="4"/>
                        <a:pt x="19" y="3"/>
                        <a:pt x="19" y="3"/>
                      </a:cubicBezTo>
                      <a:cubicBezTo>
                        <a:pt x="18" y="3"/>
                        <a:pt x="17" y="2"/>
                        <a:pt x="15" y="2"/>
                      </a:cubicBezTo>
                      <a:cubicBezTo>
                        <a:pt x="14" y="2"/>
                        <a:pt x="13" y="1"/>
                        <a:pt x="11" y="1"/>
                      </a:cubicBezTo>
                      <a:cubicBezTo>
                        <a:pt x="10" y="0"/>
                        <a:pt x="9" y="1"/>
                        <a:pt x="8" y="1"/>
                      </a:cubicBezTo>
                      <a:cubicBezTo>
                        <a:pt x="6" y="1"/>
                        <a:pt x="5" y="1"/>
                        <a:pt x="4" y="1"/>
                      </a:cubicBezTo>
                      <a:cubicBezTo>
                        <a:pt x="3" y="1"/>
                        <a:pt x="2" y="2"/>
                        <a:pt x="2" y="3"/>
                      </a:cubicBezTo>
                      <a:cubicBezTo>
                        <a:pt x="2" y="8"/>
                        <a:pt x="2" y="13"/>
                        <a:pt x="2" y="18"/>
                      </a:cubicBezTo>
                      <a:cubicBezTo>
                        <a:pt x="2" y="20"/>
                        <a:pt x="2" y="22"/>
                        <a:pt x="2" y="25"/>
                      </a:cubicBezTo>
                      <a:cubicBezTo>
                        <a:pt x="2" y="27"/>
                        <a:pt x="2" y="29"/>
                        <a:pt x="2" y="31"/>
                      </a:cubicBezTo>
                      <a:cubicBezTo>
                        <a:pt x="2" y="33"/>
                        <a:pt x="1" y="36"/>
                        <a:pt x="1" y="38"/>
                      </a:cubicBezTo>
                      <a:cubicBezTo>
                        <a:pt x="1" y="40"/>
                        <a:pt x="0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21" name="Freeform 336">
                  <a:extLst>
                    <a:ext uri="{FF2B5EF4-FFF2-40B4-BE49-F238E27FC236}">
                      <a16:creationId xmlns:a16="http://schemas.microsoft.com/office/drawing/2014/main" id="{C2468AEC-A718-4FC3-9CBC-72414231E0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27976" y="1855788"/>
                  <a:ext cx="501650" cy="500063"/>
                </a:xfrm>
                <a:custGeom>
                  <a:avLst/>
                  <a:gdLst>
                    <a:gd name="T0" fmla="*/ 1 w 126"/>
                    <a:gd name="T1" fmla="*/ 88 h 126"/>
                    <a:gd name="T2" fmla="*/ 1 w 126"/>
                    <a:gd name="T3" fmla="*/ 95 h 126"/>
                    <a:gd name="T4" fmla="*/ 11 w 126"/>
                    <a:gd name="T5" fmla="*/ 108 h 126"/>
                    <a:gd name="T6" fmla="*/ 18 w 126"/>
                    <a:gd name="T7" fmla="*/ 115 h 126"/>
                    <a:gd name="T8" fmla="*/ 23 w 126"/>
                    <a:gd name="T9" fmla="*/ 120 h 126"/>
                    <a:gd name="T10" fmla="*/ 30 w 126"/>
                    <a:gd name="T11" fmla="*/ 123 h 126"/>
                    <a:gd name="T12" fmla="*/ 38 w 126"/>
                    <a:gd name="T13" fmla="*/ 123 h 126"/>
                    <a:gd name="T14" fmla="*/ 43 w 126"/>
                    <a:gd name="T15" fmla="*/ 122 h 126"/>
                    <a:gd name="T16" fmla="*/ 48 w 126"/>
                    <a:gd name="T17" fmla="*/ 123 h 126"/>
                    <a:gd name="T18" fmla="*/ 57 w 126"/>
                    <a:gd name="T19" fmla="*/ 123 h 126"/>
                    <a:gd name="T20" fmla="*/ 76 w 126"/>
                    <a:gd name="T21" fmla="*/ 125 h 126"/>
                    <a:gd name="T22" fmla="*/ 80 w 126"/>
                    <a:gd name="T23" fmla="*/ 123 h 126"/>
                    <a:gd name="T24" fmla="*/ 84 w 126"/>
                    <a:gd name="T25" fmla="*/ 121 h 126"/>
                    <a:gd name="T26" fmla="*/ 93 w 126"/>
                    <a:gd name="T27" fmla="*/ 119 h 126"/>
                    <a:gd name="T28" fmla="*/ 103 w 126"/>
                    <a:gd name="T29" fmla="*/ 119 h 126"/>
                    <a:gd name="T30" fmla="*/ 112 w 126"/>
                    <a:gd name="T31" fmla="*/ 119 h 126"/>
                    <a:gd name="T32" fmla="*/ 120 w 126"/>
                    <a:gd name="T33" fmla="*/ 116 h 126"/>
                    <a:gd name="T34" fmla="*/ 125 w 126"/>
                    <a:gd name="T35" fmla="*/ 111 h 126"/>
                    <a:gd name="T36" fmla="*/ 126 w 126"/>
                    <a:gd name="T37" fmla="*/ 102 h 126"/>
                    <a:gd name="T38" fmla="*/ 124 w 126"/>
                    <a:gd name="T39" fmla="*/ 93 h 126"/>
                    <a:gd name="T40" fmla="*/ 120 w 126"/>
                    <a:gd name="T41" fmla="*/ 85 h 126"/>
                    <a:gd name="T42" fmla="*/ 123 w 126"/>
                    <a:gd name="T43" fmla="*/ 76 h 126"/>
                    <a:gd name="T44" fmla="*/ 124 w 126"/>
                    <a:gd name="T45" fmla="*/ 72 h 126"/>
                    <a:gd name="T46" fmla="*/ 124 w 126"/>
                    <a:gd name="T47" fmla="*/ 68 h 126"/>
                    <a:gd name="T48" fmla="*/ 124 w 126"/>
                    <a:gd name="T49" fmla="*/ 64 h 126"/>
                    <a:gd name="T50" fmla="*/ 124 w 126"/>
                    <a:gd name="T51" fmla="*/ 60 h 126"/>
                    <a:gd name="T52" fmla="*/ 121 w 126"/>
                    <a:gd name="T53" fmla="*/ 51 h 126"/>
                    <a:gd name="T54" fmla="*/ 115 w 126"/>
                    <a:gd name="T55" fmla="*/ 46 h 126"/>
                    <a:gd name="T56" fmla="*/ 112 w 126"/>
                    <a:gd name="T57" fmla="*/ 42 h 126"/>
                    <a:gd name="T58" fmla="*/ 110 w 126"/>
                    <a:gd name="T59" fmla="*/ 37 h 126"/>
                    <a:gd name="T60" fmla="*/ 108 w 126"/>
                    <a:gd name="T61" fmla="*/ 34 h 126"/>
                    <a:gd name="T62" fmla="*/ 106 w 126"/>
                    <a:gd name="T63" fmla="*/ 31 h 126"/>
                    <a:gd name="T64" fmla="*/ 106 w 126"/>
                    <a:gd name="T65" fmla="*/ 26 h 126"/>
                    <a:gd name="T66" fmla="*/ 104 w 126"/>
                    <a:gd name="T67" fmla="*/ 23 h 126"/>
                    <a:gd name="T68" fmla="*/ 99 w 126"/>
                    <a:gd name="T69" fmla="*/ 17 h 126"/>
                    <a:gd name="T70" fmla="*/ 95 w 126"/>
                    <a:gd name="T71" fmla="*/ 14 h 126"/>
                    <a:gd name="T72" fmla="*/ 93 w 126"/>
                    <a:gd name="T73" fmla="*/ 11 h 126"/>
                    <a:gd name="T74" fmla="*/ 90 w 126"/>
                    <a:gd name="T75" fmla="*/ 7 h 126"/>
                    <a:gd name="T76" fmla="*/ 88 w 126"/>
                    <a:gd name="T77" fmla="*/ 5 h 126"/>
                    <a:gd name="T78" fmla="*/ 79 w 126"/>
                    <a:gd name="T79" fmla="*/ 2 h 126"/>
                    <a:gd name="T80" fmla="*/ 75 w 126"/>
                    <a:gd name="T81" fmla="*/ 0 h 126"/>
                    <a:gd name="T82" fmla="*/ 65 w 126"/>
                    <a:gd name="T83" fmla="*/ 1 h 126"/>
                    <a:gd name="T84" fmla="*/ 59 w 126"/>
                    <a:gd name="T85" fmla="*/ 6 h 126"/>
                    <a:gd name="T86" fmla="*/ 51 w 126"/>
                    <a:gd name="T87" fmla="*/ 10 h 126"/>
                    <a:gd name="T88" fmla="*/ 44 w 126"/>
                    <a:gd name="T89" fmla="*/ 14 h 126"/>
                    <a:gd name="T90" fmla="*/ 33 w 126"/>
                    <a:gd name="T91" fmla="*/ 25 h 126"/>
                    <a:gd name="T92" fmla="*/ 20 w 126"/>
                    <a:gd name="T93" fmla="*/ 37 h 126"/>
                    <a:gd name="T94" fmla="*/ 8 w 126"/>
                    <a:gd name="T95" fmla="*/ 46 h 126"/>
                    <a:gd name="T96" fmla="*/ 4 w 126"/>
                    <a:gd name="T97" fmla="*/ 54 h 126"/>
                    <a:gd name="T98" fmla="*/ 2 w 126"/>
                    <a:gd name="T99" fmla="*/ 62 h 126"/>
                    <a:gd name="T100" fmla="*/ 1 w 126"/>
                    <a:gd name="T101" fmla="*/ 79 h 126"/>
                    <a:gd name="T102" fmla="*/ 1 w 126"/>
                    <a:gd name="T103" fmla="*/ 88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6">
                      <a:moveTo>
                        <a:pt x="1" y="88"/>
                      </a:moveTo>
                      <a:cubicBezTo>
                        <a:pt x="0" y="90"/>
                        <a:pt x="0" y="92"/>
                        <a:pt x="1" y="95"/>
                      </a:cubicBezTo>
                      <a:cubicBezTo>
                        <a:pt x="3" y="100"/>
                        <a:pt x="6" y="104"/>
                        <a:pt x="11" y="108"/>
                      </a:cubicBezTo>
                      <a:cubicBezTo>
                        <a:pt x="13" y="110"/>
                        <a:pt x="16" y="112"/>
                        <a:pt x="18" y="115"/>
                      </a:cubicBezTo>
                      <a:cubicBezTo>
                        <a:pt x="19" y="117"/>
                        <a:pt x="21" y="119"/>
                        <a:pt x="23" y="120"/>
                      </a:cubicBezTo>
                      <a:cubicBezTo>
                        <a:pt x="25" y="121"/>
                        <a:pt x="28" y="123"/>
                        <a:pt x="30" y="123"/>
                      </a:cubicBezTo>
                      <a:cubicBezTo>
                        <a:pt x="33" y="123"/>
                        <a:pt x="35" y="124"/>
                        <a:pt x="38" y="123"/>
                      </a:cubicBezTo>
                      <a:cubicBezTo>
                        <a:pt x="40" y="123"/>
                        <a:pt x="42" y="122"/>
                        <a:pt x="43" y="122"/>
                      </a:cubicBezTo>
                      <a:cubicBezTo>
                        <a:pt x="45" y="122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69" y="126"/>
                        <a:pt x="76" y="125"/>
                      </a:cubicBezTo>
                      <a:cubicBezTo>
                        <a:pt x="77" y="124"/>
                        <a:pt x="79" y="124"/>
                        <a:pt x="80" y="123"/>
                      </a:cubicBezTo>
                      <a:cubicBezTo>
                        <a:pt x="81" y="123"/>
                        <a:pt x="83" y="122"/>
                        <a:pt x="84" y="121"/>
                      </a:cubicBezTo>
                      <a:cubicBezTo>
                        <a:pt x="87" y="120"/>
                        <a:pt x="90" y="119"/>
                        <a:pt x="93" y="119"/>
                      </a:cubicBezTo>
                      <a:cubicBezTo>
                        <a:pt x="96" y="119"/>
                        <a:pt x="100" y="119"/>
                        <a:pt x="103" y="119"/>
                      </a:cubicBezTo>
                      <a:cubicBezTo>
                        <a:pt x="106" y="119"/>
                        <a:pt x="109" y="119"/>
                        <a:pt x="112" y="119"/>
                      </a:cubicBezTo>
                      <a:cubicBezTo>
                        <a:pt x="115" y="118"/>
                        <a:pt x="118" y="117"/>
                        <a:pt x="120" y="116"/>
                      </a:cubicBezTo>
                      <a:cubicBezTo>
                        <a:pt x="122" y="115"/>
                        <a:pt x="124" y="113"/>
                        <a:pt x="125" y="111"/>
                      </a:cubicBezTo>
                      <a:cubicBezTo>
                        <a:pt x="126" y="108"/>
                        <a:pt x="126" y="105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0" y="88"/>
                        <a:pt x="120" y="85"/>
                      </a:cubicBezTo>
                      <a:cubicBezTo>
                        <a:pt x="120" y="82"/>
                        <a:pt x="122" y="79"/>
                        <a:pt x="123" y="76"/>
                      </a:cubicBezTo>
                      <a:cubicBezTo>
                        <a:pt x="124" y="75"/>
                        <a:pt x="124" y="74"/>
                        <a:pt x="124" y="72"/>
                      </a:cubicBezTo>
                      <a:cubicBezTo>
                        <a:pt x="125" y="71"/>
                        <a:pt x="124" y="69"/>
                        <a:pt x="124" y="68"/>
                      </a:cubicBezTo>
                      <a:cubicBezTo>
                        <a:pt x="124" y="67"/>
                        <a:pt x="124" y="65"/>
                        <a:pt x="124" y="64"/>
                      </a:cubicBezTo>
                      <a:cubicBezTo>
                        <a:pt x="124" y="62"/>
                        <a:pt x="125" y="61"/>
                        <a:pt x="124" y="60"/>
                      </a:cubicBezTo>
                      <a:cubicBezTo>
                        <a:pt x="124" y="56"/>
                        <a:pt x="123" y="54"/>
                        <a:pt x="121" y="51"/>
                      </a:cubicBezTo>
                      <a:cubicBezTo>
                        <a:pt x="119" y="49"/>
                        <a:pt x="117" y="47"/>
                        <a:pt x="115" y="46"/>
                      </a:cubicBezTo>
                      <a:cubicBezTo>
                        <a:pt x="114" y="45"/>
                        <a:pt x="113" y="43"/>
                        <a:pt x="112" y="42"/>
                      </a:cubicBezTo>
                      <a:cubicBezTo>
                        <a:pt x="110" y="41"/>
                        <a:pt x="110" y="39"/>
                        <a:pt x="110" y="37"/>
                      </a:cubicBezTo>
                      <a:cubicBezTo>
                        <a:pt x="109" y="36"/>
                        <a:pt x="109" y="35"/>
                        <a:pt x="108" y="34"/>
                      </a:cubicBezTo>
                      <a:cubicBezTo>
                        <a:pt x="108" y="33"/>
                        <a:pt x="107" y="32"/>
                        <a:pt x="106" y="31"/>
                      </a:cubicBezTo>
                      <a:cubicBezTo>
                        <a:pt x="106" y="29"/>
                        <a:pt x="106" y="28"/>
                        <a:pt x="106" y="26"/>
                      </a:cubicBezTo>
                      <a:cubicBezTo>
                        <a:pt x="106" y="25"/>
                        <a:pt x="105" y="24"/>
                        <a:pt x="104" y="23"/>
                      </a:cubicBezTo>
                      <a:cubicBezTo>
                        <a:pt x="103" y="20"/>
                        <a:pt x="101" y="18"/>
                        <a:pt x="99" y="17"/>
                      </a:cubicBezTo>
                      <a:cubicBezTo>
                        <a:pt x="98" y="16"/>
                        <a:pt x="97" y="15"/>
                        <a:pt x="95" y="14"/>
                      </a:cubicBezTo>
                      <a:cubicBezTo>
                        <a:pt x="94" y="13"/>
                        <a:pt x="94" y="12"/>
                        <a:pt x="93" y="11"/>
                      </a:cubicBezTo>
                      <a:cubicBezTo>
                        <a:pt x="92" y="10"/>
                        <a:pt x="91" y="9"/>
                        <a:pt x="90" y="7"/>
                      </a:cubicBezTo>
                      <a:cubicBezTo>
                        <a:pt x="89" y="6"/>
                        <a:pt x="89" y="5"/>
                        <a:pt x="88" y="5"/>
                      </a:cubicBezTo>
                      <a:cubicBezTo>
                        <a:pt x="85" y="3"/>
                        <a:pt x="82" y="2"/>
                        <a:pt x="79" y="2"/>
                      </a:cubicBezTo>
                      <a:cubicBezTo>
                        <a:pt x="78" y="1"/>
                        <a:pt x="76" y="1"/>
                        <a:pt x="75" y="0"/>
                      </a:cubicBezTo>
                      <a:cubicBezTo>
                        <a:pt x="75" y="0"/>
                        <a:pt x="67" y="0"/>
                        <a:pt x="65" y="1"/>
                      </a:cubicBezTo>
                      <a:cubicBezTo>
                        <a:pt x="63" y="3"/>
                        <a:pt x="61" y="4"/>
                        <a:pt x="59" y="6"/>
                      </a:cubicBezTo>
                      <a:cubicBezTo>
                        <a:pt x="56" y="8"/>
                        <a:pt x="54" y="9"/>
                        <a:pt x="51" y="10"/>
                      </a:cubicBezTo>
                      <a:cubicBezTo>
                        <a:pt x="49" y="11"/>
                        <a:pt x="46" y="12"/>
                        <a:pt x="44" y="14"/>
                      </a:cubicBezTo>
                      <a:cubicBezTo>
                        <a:pt x="40" y="17"/>
                        <a:pt x="36" y="21"/>
                        <a:pt x="33" y="25"/>
                      </a:cubicBezTo>
                      <a:cubicBezTo>
                        <a:pt x="30" y="30"/>
                        <a:pt x="25" y="34"/>
                        <a:pt x="20" y="37"/>
                      </a:cubicBezTo>
                      <a:cubicBezTo>
                        <a:pt x="16" y="40"/>
                        <a:pt x="11" y="42"/>
                        <a:pt x="8" y="46"/>
                      </a:cubicBezTo>
                      <a:cubicBezTo>
                        <a:pt x="6" y="49"/>
                        <a:pt x="5" y="51"/>
                        <a:pt x="4" y="54"/>
                      </a:cubicBezTo>
                      <a:cubicBezTo>
                        <a:pt x="3" y="56"/>
                        <a:pt x="2" y="59"/>
                        <a:pt x="2" y="62"/>
                      </a:cubicBezTo>
                      <a:cubicBezTo>
                        <a:pt x="0" y="67"/>
                        <a:pt x="1" y="73"/>
                        <a:pt x="1" y="79"/>
                      </a:cubicBezTo>
                      <a:cubicBezTo>
                        <a:pt x="2" y="82"/>
                        <a:pt x="2" y="85"/>
                        <a:pt x="1" y="8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22" name="Freeform 337">
                  <a:extLst>
                    <a:ext uri="{FF2B5EF4-FFF2-40B4-BE49-F238E27FC236}">
                      <a16:creationId xmlns:a16="http://schemas.microsoft.com/office/drawing/2014/main" id="{E285622B-5DB8-47F3-A71E-E005A5A7C1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27976" y="1855788"/>
                  <a:ext cx="501650" cy="500063"/>
                </a:xfrm>
                <a:custGeom>
                  <a:avLst/>
                  <a:gdLst>
                    <a:gd name="T0" fmla="*/ 1 w 126"/>
                    <a:gd name="T1" fmla="*/ 88 h 126"/>
                    <a:gd name="T2" fmla="*/ 1 w 126"/>
                    <a:gd name="T3" fmla="*/ 95 h 126"/>
                    <a:gd name="T4" fmla="*/ 11 w 126"/>
                    <a:gd name="T5" fmla="*/ 108 h 126"/>
                    <a:gd name="T6" fmla="*/ 18 w 126"/>
                    <a:gd name="T7" fmla="*/ 115 h 126"/>
                    <a:gd name="T8" fmla="*/ 23 w 126"/>
                    <a:gd name="T9" fmla="*/ 120 h 126"/>
                    <a:gd name="T10" fmla="*/ 30 w 126"/>
                    <a:gd name="T11" fmla="*/ 123 h 126"/>
                    <a:gd name="T12" fmla="*/ 38 w 126"/>
                    <a:gd name="T13" fmla="*/ 123 h 126"/>
                    <a:gd name="T14" fmla="*/ 43 w 126"/>
                    <a:gd name="T15" fmla="*/ 122 h 126"/>
                    <a:gd name="T16" fmla="*/ 48 w 126"/>
                    <a:gd name="T17" fmla="*/ 123 h 126"/>
                    <a:gd name="T18" fmla="*/ 57 w 126"/>
                    <a:gd name="T19" fmla="*/ 123 h 126"/>
                    <a:gd name="T20" fmla="*/ 76 w 126"/>
                    <a:gd name="T21" fmla="*/ 125 h 126"/>
                    <a:gd name="T22" fmla="*/ 80 w 126"/>
                    <a:gd name="T23" fmla="*/ 123 h 126"/>
                    <a:gd name="T24" fmla="*/ 84 w 126"/>
                    <a:gd name="T25" fmla="*/ 121 h 126"/>
                    <a:gd name="T26" fmla="*/ 93 w 126"/>
                    <a:gd name="T27" fmla="*/ 119 h 126"/>
                    <a:gd name="T28" fmla="*/ 103 w 126"/>
                    <a:gd name="T29" fmla="*/ 119 h 126"/>
                    <a:gd name="T30" fmla="*/ 112 w 126"/>
                    <a:gd name="T31" fmla="*/ 119 h 126"/>
                    <a:gd name="T32" fmla="*/ 120 w 126"/>
                    <a:gd name="T33" fmla="*/ 116 h 126"/>
                    <a:gd name="T34" fmla="*/ 125 w 126"/>
                    <a:gd name="T35" fmla="*/ 111 h 126"/>
                    <a:gd name="T36" fmla="*/ 126 w 126"/>
                    <a:gd name="T37" fmla="*/ 102 h 126"/>
                    <a:gd name="T38" fmla="*/ 124 w 126"/>
                    <a:gd name="T39" fmla="*/ 93 h 126"/>
                    <a:gd name="T40" fmla="*/ 120 w 126"/>
                    <a:gd name="T41" fmla="*/ 85 h 126"/>
                    <a:gd name="T42" fmla="*/ 123 w 126"/>
                    <a:gd name="T43" fmla="*/ 76 h 126"/>
                    <a:gd name="T44" fmla="*/ 124 w 126"/>
                    <a:gd name="T45" fmla="*/ 72 h 126"/>
                    <a:gd name="T46" fmla="*/ 124 w 126"/>
                    <a:gd name="T47" fmla="*/ 68 h 126"/>
                    <a:gd name="T48" fmla="*/ 124 w 126"/>
                    <a:gd name="T49" fmla="*/ 64 h 126"/>
                    <a:gd name="T50" fmla="*/ 124 w 126"/>
                    <a:gd name="T51" fmla="*/ 60 h 126"/>
                    <a:gd name="T52" fmla="*/ 121 w 126"/>
                    <a:gd name="T53" fmla="*/ 51 h 126"/>
                    <a:gd name="T54" fmla="*/ 115 w 126"/>
                    <a:gd name="T55" fmla="*/ 46 h 126"/>
                    <a:gd name="T56" fmla="*/ 112 w 126"/>
                    <a:gd name="T57" fmla="*/ 42 h 126"/>
                    <a:gd name="T58" fmla="*/ 110 w 126"/>
                    <a:gd name="T59" fmla="*/ 37 h 126"/>
                    <a:gd name="T60" fmla="*/ 108 w 126"/>
                    <a:gd name="T61" fmla="*/ 34 h 126"/>
                    <a:gd name="T62" fmla="*/ 106 w 126"/>
                    <a:gd name="T63" fmla="*/ 31 h 126"/>
                    <a:gd name="T64" fmla="*/ 106 w 126"/>
                    <a:gd name="T65" fmla="*/ 26 h 126"/>
                    <a:gd name="T66" fmla="*/ 104 w 126"/>
                    <a:gd name="T67" fmla="*/ 23 h 126"/>
                    <a:gd name="T68" fmla="*/ 99 w 126"/>
                    <a:gd name="T69" fmla="*/ 17 h 126"/>
                    <a:gd name="T70" fmla="*/ 95 w 126"/>
                    <a:gd name="T71" fmla="*/ 14 h 126"/>
                    <a:gd name="T72" fmla="*/ 93 w 126"/>
                    <a:gd name="T73" fmla="*/ 11 h 126"/>
                    <a:gd name="T74" fmla="*/ 90 w 126"/>
                    <a:gd name="T75" fmla="*/ 7 h 126"/>
                    <a:gd name="T76" fmla="*/ 88 w 126"/>
                    <a:gd name="T77" fmla="*/ 5 h 126"/>
                    <a:gd name="T78" fmla="*/ 79 w 126"/>
                    <a:gd name="T79" fmla="*/ 2 h 126"/>
                    <a:gd name="T80" fmla="*/ 75 w 126"/>
                    <a:gd name="T81" fmla="*/ 0 h 126"/>
                    <a:gd name="T82" fmla="*/ 65 w 126"/>
                    <a:gd name="T83" fmla="*/ 1 h 126"/>
                    <a:gd name="T84" fmla="*/ 59 w 126"/>
                    <a:gd name="T85" fmla="*/ 6 h 126"/>
                    <a:gd name="T86" fmla="*/ 51 w 126"/>
                    <a:gd name="T87" fmla="*/ 10 h 126"/>
                    <a:gd name="T88" fmla="*/ 44 w 126"/>
                    <a:gd name="T89" fmla="*/ 14 h 126"/>
                    <a:gd name="T90" fmla="*/ 33 w 126"/>
                    <a:gd name="T91" fmla="*/ 25 h 126"/>
                    <a:gd name="T92" fmla="*/ 20 w 126"/>
                    <a:gd name="T93" fmla="*/ 37 h 126"/>
                    <a:gd name="T94" fmla="*/ 8 w 126"/>
                    <a:gd name="T95" fmla="*/ 46 h 126"/>
                    <a:gd name="T96" fmla="*/ 4 w 126"/>
                    <a:gd name="T97" fmla="*/ 54 h 126"/>
                    <a:gd name="T98" fmla="*/ 2 w 126"/>
                    <a:gd name="T99" fmla="*/ 62 h 126"/>
                    <a:gd name="T100" fmla="*/ 1 w 126"/>
                    <a:gd name="T101" fmla="*/ 79 h 126"/>
                    <a:gd name="T102" fmla="*/ 1 w 126"/>
                    <a:gd name="T103" fmla="*/ 88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6">
                      <a:moveTo>
                        <a:pt x="1" y="88"/>
                      </a:moveTo>
                      <a:cubicBezTo>
                        <a:pt x="0" y="90"/>
                        <a:pt x="0" y="92"/>
                        <a:pt x="1" y="95"/>
                      </a:cubicBezTo>
                      <a:cubicBezTo>
                        <a:pt x="3" y="100"/>
                        <a:pt x="6" y="104"/>
                        <a:pt x="11" y="108"/>
                      </a:cubicBezTo>
                      <a:cubicBezTo>
                        <a:pt x="13" y="110"/>
                        <a:pt x="16" y="112"/>
                        <a:pt x="18" y="115"/>
                      </a:cubicBezTo>
                      <a:cubicBezTo>
                        <a:pt x="19" y="117"/>
                        <a:pt x="21" y="119"/>
                        <a:pt x="23" y="120"/>
                      </a:cubicBezTo>
                      <a:cubicBezTo>
                        <a:pt x="25" y="121"/>
                        <a:pt x="28" y="123"/>
                        <a:pt x="30" y="123"/>
                      </a:cubicBezTo>
                      <a:cubicBezTo>
                        <a:pt x="33" y="123"/>
                        <a:pt x="35" y="124"/>
                        <a:pt x="38" y="123"/>
                      </a:cubicBezTo>
                      <a:cubicBezTo>
                        <a:pt x="40" y="123"/>
                        <a:pt x="42" y="122"/>
                        <a:pt x="43" y="122"/>
                      </a:cubicBezTo>
                      <a:cubicBezTo>
                        <a:pt x="45" y="122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69" y="126"/>
                        <a:pt x="76" y="125"/>
                      </a:cubicBezTo>
                      <a:cubicBezTo>
                        <a:pt x="77" y="124"/>
                        <a:pt x="79" y="124"/>
                        <a:pt x="80" y="123"/>
                      </a:cubicBezTo>
                      <a:cubicBezTo>
                        <a:pt x="81" y="123"/>
                        <a:pt x="83" y="122"/>
                        <a:pt x="84" y="121"/>
                      </a:cubicBezTo>
                      <a:cubicBezTo>
                        <a:pt x="87" y="120"/>
                        <a:pt x="90" y="119"/>
                        <a:pt x="93" y="119"/>
                      </a:cubicBezTo>
                      <a:cubicBezTo>
                        <a:pt x="96" y="119"/>
                        <a:pt x="100" y="119"/>
                        <a:pt x="103" y="119"/>
                      </a:cubicBezTo>
                      <a:cubicBezTo>
                        <a:pt x="106" y="119"/>
                        <a:pt x="109" y="119"/>
                        <a:pt x="112" y="119"/>
                      </a:cubicBezTo>
                      <a:cubicBezTo>
                        <a:pt x="115" y="118"/>
                        <a:pt x="118" y="117"/>
                        <a:pt x="120" y="116"/>
                      </a:cubicBezTo>
                      <a:cubicBezTo>
                        <a:pt x="122" y="115"/>
                        <a:pt x="124" y="113"/>
                        <a:pt x="125" y="111"/>
                      </a:cubicBezTo>
                      <a:cubicBezTo>
                        <a:pt x="126" y="108"/>
                        <a:pt x="126" y="105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0" y="88"/>
                        <a:pt x="120" y="85"/>
                      </a:cubicBezTo>
                      <a:cubicBezTo>
                        <a:pt x="120" y="82"/>
                        <a:pt x="122" y="79"/>
                        <a:pt x="123" y="76"/>
                      </a:cubicBezTo>
                      <a:cubicBezTo>
                        <a:pt x="124" y="75"/>
                        <a:pt x="124" y="74"/>
                        <a:pt x="124" y="72"/>
                      </a:cubicBezTo>
                      <a:cubicBezTo>
                        <a:pt x="125" y="71"/>
                        <a:pt x="124" y="69"/>
                        <a:pt x="124" y="68"/>
                      </a:cubicBezTo>
                      <a:cubicBezTo>
                        <a:pt x="124" y="67"/>
                        <a:pt x="124" y="65"/>
                        <a:pt x="124" y="64"/>
                      </a:cubicBezTo>
                      <a:cubicBezTo>
                        <a:pt x="124" y="62"/>
                        <a:pt x="125" y="61"/>
                        <a:pt x="124" y="60"/>
                      </a:cubicBezTo>
                      <a:cubicBezTo>
                        <a:pt x="124" y="56"/>
                        <a:pt x="123" y="54"/>
                        <a:pt x="121" y="51"/>
                      </a:cubicBezTo>
                      <a:cubicBezTo>
                        <a:pt x="119" y="49"/>
                        <a:pt x="117" y="47"/>
                        <a:pt x="115" y="46"/>
                      </a:cubicBezTo>
                      <a:cubicBezTo>
                        <a:pt x="114" y="45"/>
                        <a:pt x="113" y="43"/>
                        <a:pt x="112" y="42"/>
                      </a:cubicBezTo>
                      <a:cubicBezTo>
                        <a:pt x="110" y="41"/>
                        <a:pt x="110" y="39"/>
                        <a:pt x="110" y="37"/>
                      </a:cubicBezTo>
                      <a:cubicBezTo>
                        <a:pt x="109" y="36"/>
                        <a:pt x="109" y="35"/>
                        <a:pt x="108" y="34"/>
                      </a:cubicBezTo>
                      <a:cubicBezTo>
                        <a:pt x="108" y="33"/>
                        <a:pt x="107" y="32"/>
                        <a:pt x="106" y="31"/>
                      </a:cubicBezTo>
                      <a:cubicBezTo>
                        <a:pt x="106" y="29"/>
                        <a:pt x="106" y="28"/>
                        <a:pt x="106" y="26"/>
                      </a:cubicBezTo>
                      <a:cubicBezTo>
                        <a:pt x="106" y="25"/>
                        <a:pt x="105" y="24"/>
                        <a:pt x="104" y="23"/>
                      </a:cubicBezTo>
                      <a:cubicBezTo>
                        <a:pt x="103" y="20"/>
                        <a:pt x="101" y="18"/>
                        <a:pt x="99" y="17"/>
                      </a:cubicBezTo>
                      <a:cubicBezTo>
                        <a:pt x="98" y="16"/>
                        <a:pt x="97" y="15"/>
                        <a:pt x="95" y="14"/>
                      </a:cubicBezTo>
                      <a:cubicBezTo>
                        <a:pt x="94" y="13"/>
                        <a:pt x="94" y="12"/>
                        <a:pt x="93" y="11"/>
                      </a:cubicBezTo>
                      <a:cubicBezTo>
                        <a:pt x="92" y="10"/>
                        <a:pt x="91" y="9"/>
                        <a:pt x="90" y="7"/>
                      </a:cubicBezTo>
                      <a:cubicBezTo>
                        <a:pt x="89" y="6"/>
                        <a:pt x="89" y="5"/>
                        <a:pt x="88" y="5"/>
                      </a:cubicBezTo>
                      <a:cubicBezTo>
                        <a:pt x="85" y="3"/>
                        <a:pt x="82" y="2"/>
                        <a:pt x="79" y="2"/>
                      </a:cubicBezTo>
                      <a:cubicBezTo>
                        <a:pt x="78" y="1"/>
                        <a:pt x="76" y="1"/>
                        <a:pt x="75" y="0"/>
                      </a:cubicBezTo>
                      <a:cubicBezTo>
                        <a:pt x="75" y="0"/>
                        <a:pt x="67" y="0"/>
                        <a:pt x="65" y="1"/>
                      </a:cubicBezTo>
                      <a:cubicBezTo>
                        <a:pt x="63" y="3"/>
                        <a:pt x="61" y="4"/>
                        <a:pt x="59" y="6"/>
                      </a:cubicBezTo>
                      <a:cubicBezTo>
                        <a:pt x="56" y="8"/>
                        <a:pt x="54" y="9"/>
                        <a:pt x="51" y="10"/>
                      </a:cubicBezTo>
                      <a:cubicBezTo>
                        <a:pt x="49" y="11"/>
                        <a:pt x="46" y="12"/>
                        <a:pt x="44" y="14"/>
                      </a:cubicBezTo>
                      <a:cubicBezTo>
                        <a:pt x="40" y="17"/>
                        <a:pt x="36" y="21"/>
                        <a:pt x="33" y="25"/>
                      </a:cubicBezTo>
                      <a:cubicBezTo>
                        <a:pt x="30" y="30"/>
                        <a:pt x="25" y="34"/>
                        <a:pt x="20" y="37"/>
                      </a:cubicBezTo>
                      <a:cubicBezTo>
                        <a:pt x="16" y="40"/>
                        <a:pt x="11" y="42"/>
                        <a:pt x="8" y="46"/>
                      </a:cubicBezTo>
                      <a:cubicBezTo>
                        <a:pt x="6" y="49"/>
                        <a:pt x="5" y="51"/>
                        <a:pt x="4" y="54"/>
                      </a:cubicBezTo>
                      <a:cubicBezTo>
                        <a:pt x="3" y="56"/>
                        <a:pt x="2" y="59"/>
                        <a:pt x="2" y="62"/>
                      </a:cubicBezTo>
                      <a:cubicBezTo>
                        <a:pt x="0" y="67"/>
                        <a:pt x="1" y="73"/>
                        <a:pt x="1" y="79"/>
                      </a:cubicBezTo>
                      <a:cubicBezTo>
                        <a:pt x="2" y="82"/>
                        <a:pt x="2" y="85"/>
                        <a:pt x="1" y="8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23" name="Freeform 338">
                  <a:extLst>
                    <a:ext uri="{FF2B5EF4-FFF2-40B4-BE49-F238E27FC236}">
                      <a16:creationId xmlns:a16="http://schemas.microsoft.com/office/drawing/2014/main" id="{D11C3C74-E5AB-46D5-BF8B-7311A2E70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15376" y="2260600"/>
                  <a:ext cx="84138" cy="193675"/>
                </a:xfrm>
                <a:custGeom>
                  <a:avLst/>
                  <a:gdLst>
                    <a:gd name="T0" fmla="*/ 0 w 21"/>
                    <a:gd name="T1" fmla="*/ 44 h 49"/>
                    <a:gd name="T2" fmla="*/ 1 w 21"/>
                    <a:gd name="T3" fmla="*/ 47 h 49"/>
                    <a:gd name="T4" fmla="*/ 4 w 21"/>
                    <a:gd name="T5" fmla="*/ 48 h 49"/>
                    <a:gd name="T6" fmla="*/ 8 w 21"/>
                    <a:gd name="T7" fmla="*/ 49 h 49"/>
                    <a:gd name="T8" fmla="*/ 13 w 21"/>
                    <a:gd name="T9" fmla="*/ 49 h 49"/>
                    <a:gd name="T10" fmla="*/ 17 w 21"/>
                    <a:gd name="T11" fmla="*/ 48 h 49"/>
                    <a:gd name="T12" fmla="*/ 19 w 21"/>
                    <a:gd name="T13" fmla="*/ 48 h 49"/>
                    <a:gd name="T14" fmla="*/ 20 w 21"/>
                    <a:gd name="T15" fmla="*/ 48 h 49"/>
                    <a:gd name="T16" fmla="*/ 21 w 21"/>
                    <a:gd name="T17" fmla="*/ 48 h 49"/>
                    <a:gd name="T18" fmla="*/ 20 w 21"/>
                    <a:gd name="T19" fmla="*/ 43 h 49"/>
                    <a:gd name="T20" fmla="*/ 19 w 21"/>
                    <a:gd name="T21" fmla="*/ 38 h 49"/>
                    <a:gd name="T22" fmla="*/ 19 w 21"/>
                    <a:gd name="T23" fmla="*/ 26 h 49"/>
                    <a:gd name="T24" fmla="*/ 19 w 21"/>
                    <a:gd name="T25" fmla="*/ 21 h 49"/>
                    <a:gd name="T26" fmla="*/ 19 w 21"/>
                    <a:gd name="T27" fmla="*/ 15 h 49"/>
                    <a:gd name="T28" fmla="*/ 19 w 21"/>
                    <a:gd name="T29" fmla="*/ 4 h 49"/>
                    <a:gd name="T30" fmla="*/ 19 w 21"/>
                    <a:gd name="T31" fmla="*/ 4 h 49"/>
                    <a:gd name="T32" fmla="*/ 19 w 21"/>
                    <a:gd name="T33" fmla="*/ 3 h 49"/>
                    <a:gd name="T34" fmla="*/ 15 w 21"/>
                    <a:gd name="T35" fmla="*/ 2 h 49"/>
                    <a:gd name="T36" fmla="*/ 11 w 21"/>
                    <a:gd name="T37" fmla="*/ 0 h 49"/>
                    <a:gd name="T38" fmla="*/ 8 w 21"/>
                    <a:gd name="T39" fmla="*/ 0 h 49"/>
                    <a:gd name="T40" fmla="*/ 4 w 21"/>
                    <a:gd name="T41" fmla="*/ 1 h 49"/>
                    <a:gd name="T42" fmla="*/ 2 w 21"/>
                    <a:gd name="T43" fmla="*/ 3 h 49"/>
                    <a:gd name="T44" fmla="*/ 2 w 21"/>
                    <a:gd name="T45" fmla="*/ 17 h 49"/>
                    <a:gd name="T46" fmla="*/ 2 w 21"/>
                    <a:gd name="T47" fmla="*/ 24 h 49"/>
                    <a:gd name="T48" fmla="*/ 2 w 21"/>
                    <a:gd name="T49" fmla="*/ 31 h 49"/>
                    <a:gd name="T50" fmla="*/ 1 w 21"/>
                    <a:gd name="T51" fmla="*/ 38 h 49"/>
                    <a:gd name="T52" fmla="*/ 0 w 21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9">
                      <a:moveTo>
                        <a:pt x="0" y="44"/>
                      </a:moveTo>
                      <a:cubicBezTo>
                        <a:pt x="0" y="45"/>
                        <a:pt x="0" y="47"/>
                        <a:pt x="1" y="47"/>
                      </a:cubicBezTo>
                      <a:cubicBezTo>
                        <a:pt x="2" y="48"/>
                        <a:pt x="3" y="48"/>
                        <a:pt x="4" y="48"/>
                      </a:cubicBezTo>
                      <a:cubicBezTo>
                        <a:pt x="5" y="48"/>
                        <a:pt x="7" y="49"/>
                        <a:pt x="8" y="49"/>
                      </a:cubicBezTo>
                      <a:cubicBezTo>
                        <a:pt x="10" y="49"/>
                        <a:pt x="11" y="49"/>
                        <a:pt x="13" y="49"/>
                      </a:cubicBezTo>
                      <a:cubicBezTo>
                        <a:pt x="14" y="48"/>
                        <a:pt x="16" y="48"/>
                        <a:pt x="17" y="48"/>
                      </a:cubicBezTo>
                      <a:cubicBezTo>
                        <a:pt x="18" y="48"/>
                        <a:pt x="18" y="48"/>
                        <a:pt x="19" y="48"/>
                      </a:cubicBezTo>
                      <a:cubicBezTo>
                        <a:pt x="19" y="48"/>
                        <a:pt x="20" y="49"/>
                        <a:pt x="20" y="48"/>
                      </a:cubicBezTo>
                      <a:cubicBezTo>
                        <a:pt x="21" y="48"/>
                        <a:pt x="21" y="48"/>
                        <a:pt x="21" y="48"/>
                      </a:cubicBezTo>
                      <a:cubicBezTo>
                        <a:pt x="21" y="46"/>
                        <a:pt x="20" y="45"/>
                        <a:pt x="20" y="43"/>
                      </a:cubicBezTo>
                      <a:cubicBezTo>
                        <a:pt x="20" y="41"/>
                        <a:pt x="19" y="39"/>
                        <a:pt x="19" y="38"/>
                      </a:cubicBezTo>
                      <a:cubicBezTo>
                        <a:pt x="19" y="34"/>
                        <a:pt x="19" y="30"/>
                        <a:pt x="19" y="26"/>
                      </a:cubicBezTo>
                      <a:cubicBezTo>
                        <a:pt x="19" y="25"/>
                        <a:pt x="19" y="23"/>
                        <a:pt x="19" y="21"/>
                      </a:cubicBezTo>
                      <a:cubicBezTo>
                        <a:pt x="19" y="19"/>
                        <a:pt x="19" y="17"/>
                        <a:pt x="19" y="15"/>
                      </a:cubicBezTo>
                      <a:cubicBezTo>
                        <a:pt x="19" y="12"/>
                        <a:pt x="19" y="8"/>
                        <a:pt x="19" y="4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19" y="4"/>
                        <a:pt x="19" y="3"/>
                        <a:pt x="19" y="3"/>
                      </a:cubicBezTo>
                      <a:cubicBezTo>
                        <a:pt x="18" y="2"/>
                        <a:pt x="17" y="2"/>
                        <a:pt x="15" y="2"/>
                      </a:cubicBezTo>
                      <a:cubicBezTo>
                        <a:pt x="14" y="2"/>
                        <a:pt x="13" y="1"/>
                        <a:pt x="11" y="0"/>
                      </a:cubicBezTo>
                      <a:cubicBezTo>
                        <a:pt x="10" y="0"/>
                        <a:pt x="9" y="0"/>
                        <a:pt x="8" y="0"/>
                      </a:cubicBezTo>
                      <a:cubicBezTo>
                        <a:pt x="6" y="0"/>
                        <a:pt x="5" y="0"/>
                        <a:pt x="4" y="1"/>
                      </a:cubicBezTo>
                      <a:cubicBezTo>
                        <a:pt x="3" y="1"/>
                        <a:pt x="2" y="2"/>
                        <a:pt x="2" y="3"/>
                      </a:cubicBezTo>
                      <a:cubicBezTo>
                        <a:pt x="2" y="8"/>
                        <a:pt x="2" y="13"/>
                        <a:pt x="2" y="17"/>
                      </a:cubicBezTo>
                      <a:cubicBezTo>
                        <a:pt x="2" y="20"/>
                        <a:pt x="2" y="22"/>
                        <a:pt x="2" y="24"/>
                      </a:cubicBezTo>
                      <a:cubicBezTo>
                        <a:pt x="2" y="27"/>
                        <a:pt x="2" y="29"/>
                        <a:pt x="2" y="31"/>
                      </a:cubicBezTo>
                      <a:cubicBezTo>
                        <a:pt x="2" y="33"/>
                        <a:pt x="1" y="36"/>
                        <a:pt x="1" y="38"/>
                      </a:cubicBezTo>
                      <a:cubicBezTo>
                        <a:pt x="1" y="40"/>
                        <a:pt x="0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24" name="Freeform 339">
                  <a:extLst>
                    <a:ext uri="{FF2B5EF4-FFF2-40B4-BE49-F238E27FC236}">
                      <a16:creationId xmlns:a16="http://schemas.microsoft.com/office/drawing/2014/main" id="{F3B3E8AF-C526-4533-A4B3-02D47A0039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15376" y="2260600"/>
                  <a:ext cx="84138" cy="193675"/>
                </a:xfrm>
                <a:custGeom>
                  <a:avLst/>
                  <a:gdLst>
                    <a:gd name="T0" fmla="*/ 0 w 21"/>
                    <a:gd name="T1" fmla="*/ 44 h 49"/>
                    <a:gd name="T2" fmla="*/ 1 w 21"/>
                    <a:gd name="T3" fmla="*/ 47 h 49"/>
                    <a:gd name="T4" fmla="*/ 4 w 21"/>
                    <a:gd name="T5" fmla="*/ 48 h 49"/>
                    <a:gd name="T6" fmla="*/ 8 w 21"/>
                    <a:gd name="T7" fmla="*/ 49 h 49"/>
                    <a:gd name="T8" fmla="*/ 13 w 21"/>
                    <a:gd name="T9" fmla="*/ 49 h 49"/>
                    <a:gd name="T10" fmla="*/ 17 w 21"/>
                    <a:gd name="T11" fmla="*/ 48 h 49"/>
                    <a:gd name="T12" fmla="*/ 19 w 21"/>
                    <a:gd name="T13" fmla="*/ 48 h 49"/>
                    <a:gd name="T14" fmla="*/ 20 w 21"/>
                    <a:gd name="T15" fmla="*/ 48 h 49"/>
                    <a:gd name="T16" fmla="*/ 21 w 21"/>
                    <a:gd name="T17" fmla="*/ 48 h 49"/>
                    <a:gd name="T18" fmla="*/ 20 w 21"/>
                    <a:gd name="T19" fmla="*/ 43 h 49"/>
                    <a:gd name="T20" fmla="*/ 19 w 21"/>
                    <a:gd name="T21" fmla="*/ 38 h 49"/>
                    <a:gd name="T22" fmla="*/ 19 w 21"/>
                    <a:gd name="T23" fmla="*/ 26 h 49"/>
                    <a:gd name="T24" fmla="*/ 19 w 21"/>
                    <a:gd name="T25" fmla="*/ 21 h 49"/>
                    <a:gd name="T26" fmla="*/ 19 w 21"/>
                    <a:gd name="T27" fmla="*/ 15 h 49"/>
                    <a:gd name="T28" fmla="*/ 19 w 21"/>
                    <a:gd name="T29" fmla="*/ 4 h 49"/>
                    <a:gd name="T30" fmla="*/ 19 w 21"/>
                    <a:gd name="T31" fmla="*/ 4 h 49"/>
                    <a:gd name="T32" fmla="*/ 19 w 21"/>
                    <a:gd name="T33" fmla="*/ 3 h 49"/>
                    <a:gd name="T34" fmla="*/ 15 w 21"/>
                    <a:gd name="T35" fmla="*/ 2 h 49"/>
                    <a:gd name="T36" fmla="*/ 11 w 21"/>
                    <a:gd name="T37" fmla="*/ 0 h 49"/>
                    <a:gd name="T38" fmla="*/ 8 w 21"/>
                    <a:gd name="T39" fmla="*/ 0 h 49"/>
                    <a:gd name="T40" fmla="*/ 4 w 21"/>
                    <a:gd name="T41" fmla="*/ 1 h 49"/>
                    <a:gd name="T42" fmla="*/ 2 w 21"/>
                    <a:gd name="T43" fmla="*/ 3 h 49"/>
                    <a:gd name="T44" fmla="*/ 2 w 21"/>
                    <a:gd name="T45" fmla="*/ 17 h 49"/>
                    <a:gd name="T46" fmla="*/ 2 w 21"/>
                    <a:gd name="T47" fmla="*/ 24 h 49"/>
                    <a:gd name="T48" fmla="*/ 2 w 21"/>
                    <a:gd name="T49" fmla="*/ 31 h 49"/>
                    <a:gd name="T50" fmla="*/ 1 w 21"/>
                    <a:gd name="T51" fmla="*/ 38 h 49"/>
                    <a:gd name="T52" fmla="*/ 0 w 21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9">
                      <a:moveTo>
                        <a:pt x="0" y="44"/>
                      </a:moveTo>
                      <a:cubicBezTo>
                        <a:pt x="0" y="45"/>
                        <a:pt x="0" y="47"/>
                        <a:pt x="1" y="47"/>
                      </a:cubicBezTo>
                      <a:cubicBezTo>
                        <a:pt x="2" y="48"/>
                        <a:pt x="3" y="48"/>
                        <a:pt x="4" y="48"/>
                      </a:cubicBezTo>
                      <a:cubicBezTo>
                        <a:pt x="5" y="48"/>
                        <a:pt x="7" y="49"/>
                        <a:pt x="8" y="49"/>
                      </a:cubicBezTo>
                      <a:cubicBezTo>
                        <a:pt x="10" y="49"/>
                        <a:pt x="11" y="49"/>
                        <a:pt x="13" y="49"/>
                      </a:cubicBezTo>
                      <a:cubicBezTo>
                        <a:pt x="14" y="48"/>
                        <a:pt x="16" y="48"/>
                        <a:pt x="17" y="48"/>
                      </a:cubicBezTo>
                      <a:cubicBezTo>
                        <a:pt x="18" y="48"/>
                        <a:pt x="18" y="48"/>
                        <a:pt x="19" y="48"/>
                      </a:cubicBezTo>
                      <a:cubicBezTo>
                        <a:pt x="19" y="48"/>
                        <a:pt x="20" y="49"/>
                        <a:pt x="20" y="48"/>
                      </a:cubicBezTo>
                      <a:cubicBezTo>
                        <a:pt x="21" y="48"/>
                        <a:pt x="21" y="48"/>
                        <a:pt x="21" y="48"/>
                      </a:cubicBezTo>
                      <a:cubicBezTo>
                        <a:pt x="21" y="46"/>
                        <a:pt x="20" y="45"/>
                        <a:pt x="20" y="43"/>
                      </a:cubicBezTo>
                      <a:cubicBezTo>
                        <a:pt x="20" y="41"/>
                        <a:pt x="19" y="39"/>
                        <a:pt x="19" y="38"/>
                      </a:cubicBezTo>
                      <a:cubicBezTo>
                        <a:pt x="19" y="34"/>
                        <a:pt x="19" y="30"/>
                        <a:pt x="19" y="26"/>
                      </a:cubicBezTo>
                      <a:cubicBezTo>
                        <a:pt x="19" y="25"/>
                        <a:pt x="19" y="23"/>
                        <a:pt x="19" y="21"/>
                      </a:cubicBezTo>
                      <a:cubicBezTo>
                        <a:pt x="19" y="19"/>
                        <a:pt x="19" y="17"/>
                        <a:pt x="19" y="15"/>
                      </a:cubicBezTo>
                      <a:cubicBezTo>
                        <a:pt x="19" y="12"/>
                        <a:pt x="19" y="8"/>
                        <a:pt x="19" y="4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19" y="4"/>
                        <a:pt x="19" y="3"/>
                        <a:pt x="19" y="3"/>
                      </a:cubicBezTo>
                      <a:cubicBezTo>
                        <a:pt x="18" y="2"/>
                        <a:pt x="17" y="2"/>
                        <a:pt x="15" y="2"/>
                      </a:cubicBezTo>
                      <a:cubicBezTo>
                        <a:pt x="14" y="2"/>
                        <a:pt x="13" y="1"/>
                        <a:pt x="11" y="0"/>
                      </a:cubicBezTo>
                      <a:cubicBezTo>
                        <a:pt x="10" y="0"/>
                        <a:pt x="9" y="0"/>
                        <a:pt x="8" y="0"/>
                      </a:cubicBezTo>
                      <a:cubicBezTo>
                        <a:pt x="6" y="0"/>
                        <a:pt x="5" y="0"/>
                        <a:pt x="4" y="1"/>
                      </a:cubicBezTo>
                      <a:cubicBezTo>
                        <a:pt x="3" y="1"/>
                        <a:pt x="2" y="2"/>
                        <a:pt x="2" y="3"/>
                      </a:cubicBezTo>
                      <a:cubicBezTo>
                        <a:pt x="2" y="8"/>
                        <a:pt x="2" y="13"/>
                        <a:pt x="2" y="17"/>
                      </a:cubicBezTo>
                      <a:cubicBezTo>
                        <a:pt x="2" y="20"/>
                        <a:pt x="2" y="22"/>
                        <a:pt x="2" y="24"/>
                      </a:cubicBezTo>
                      <a:cubicBezTo>
                        <a:pt x="2" y="27"/>
                        <a:pt x="2" y="29"/>
                        <a:pt x="2" y="31"/>
                      </a:cubicBezTo>
                      <a:cubicBezTo>
                        <a:pt x="2" y="33"/>
                        <a:pt x="1" y="36"/>
                        <a:pt x="1" y="38"/>
                      </a:cubicBezTo>
                      <a:cubicBezTo>
                        <a:pt x="1" y="40"/>
                        <a:pt x="0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25" name="Freeform 340">
                  <a:extLst>
                    <a:ext uri="{FF2B5EF4-FFF2-40B4-BE49-F238E27FC236}">
                      <a16:creationId xmlns:a16="http://schemas.microsoft.com/office/drawing/2014/main" id="{3E40FD3E-8A37-4DCF-859E-7C876A20C2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01063" y="1811338"/>
                  <a:ext cx="500063" cy="496888"/>
                </a:xfrm>
                <a:custGeom>
                  <a:avLst/>
                  <a:gdLst>
                    <a:gd name="T0" fmla="*/ 1 w 126"/>
                    <a:gd name="T1" fmla="*/ 87 h 125"/>
                    <a:gd name="T2" fmla="*/ 1 w 126"/>
                    <a:gd name="T3" fmla="*/ 94 h 125"/>
                    <a:gd name="T4" fmla="*/ 11 w 126"/>
                    <a:gd name="T5" fmla="*/ 108 h 125"/>
                    <a:gd name="T6" fmla="*/ 18 w 126"/>
                    <a:gd name="T7" fmla="*/ 115 h 125"/>
                    <a:gd name="T8" fmla="*/ 23 w 126"/>
                    <a:gd name="T9" fmla="*/ 120 h 125"/>
                    <a:gd name="T10" fmla="*/ 30 w 126"/>
                    <a:gd name="T11" fmla="*/ 122 h 125"/>
                    <a:gd name="T12" fmla="*/ 38 w 126"/>
                    <a:gd name="T13" fmla="*/ 123 h 125"/>
                    <a:gd name="T14" fmla="*/ 43 w 126"/>
                    <a:gd name="T15" fmla="*/ 122 h 125"/>
                    <a:gd name="T16" fmla="*/ 48 w 126"/>
                    <a:gd name="T17" fmla="*/ 123 h 125"/>
                    <a:gd name="T18" fmla="*/ 57 w 126"/>
                    <a:gd name="T19" fmla="*/ 123 h 125"/>
                    <a:gd name="T20" fmla="*/ 76 w 126"/>
                    <a:gd name="T21" fmla="*/ 124 h 125"/>
                    <a:gd name="T22" fmla="*/ 80 w 126"/>
                    <a:gd name="T23" fmla="*/ 123 h 125"/>
                    <a:gd name="T24" fmla="*/ 84 w 126"/>
                    <a:gd name="T25" fmla="*/ 121 h 125"/>
                    <a:gd name="T26" fmla="*/ 93 w 126"/>
                    <a:gd name="T27" fmla="*/ 119 h 125"/>
                    <a:gd name="T28" fmla="*/ 103 w 126"/>
                    <a:gd name="T29" fmla="*/ 119 h 125"/>
                    <a:gd name="T30" fmla="*/ 112 w 126"/>
                    <a:gd name="T31" fmla="*/ 118 h 125"/>
                    <a:gd name="T32" fmla="*/ 120 w 126"/>
                    <a:gd name="T33" fmla="*/ 116 h 125"/>
                    <a:gd name="T34" fmla="*/ 125 w 126"/>
                    <a:gd name="T35" fmla="*/ 110 h 125"/>
                    <a:gd name="T36" fmla="*/ 126 w 126"/>
                    <a:gd name="T37" fmla="*/ 102 h 125"/>
                    <a:gd name="T38" fmla="*/ 124 w 126"/>
                    <a:gd name="T39" fmla="*/ 93 h 125"/>
                    <a:gd name="T40" fmla="*/ 120 w 126"/>
                    <a:gd name="T41" fmla="*/ 85 h 125"/>
                    <a:gd name="T42" fmla="*/ 123 w 126"/>
                    <a:gd name="T43" fmla="*/ 76 h 125"/>
                    <a:gd name="T44" fmla="*/ 124 w 126"/>
                    <a:gd name="T45" fmla="*/ 72 h 125"/>
                    <a:gd name="T46" fmla="*/ 124 w 126"/>
                    <a:gd name="T47" fmla="*/ 68 h 125"/>
                    <a:gd name="T48" fmla="*/ 124 w 126"/>
                    <a:gd name="T49" fmla="*/ 63 h 125"/>
                    <a:gd name="T50" fmla="*/ 124 w 126"/>
                    <a:gd name="T51" fmla="*/ 59 h 125"/>
                    <a:gd name="T52" fmla="*/ 121 w 126"/>
                    <a:gd name="T53" fmla="*/ 51 h 125"/>
                    <a:gd name="T54" fmla="*/ 115 w 126"/>
                    <a:gd name="T55" fmla="*/ 45 h 125"/>
                    <a:gd name="T56" fmla="*/ 112 w 126"/>
                    <a:gd name="T57" fmla="*/ 42 h 125"/>
                    <a:gd name="T58" fmla="*/ 110 w 126"/>
                    <a:gd name="T59" fmla="*/ 37 h 125"/>
                    <a:gd name="T60" fmla="*/ 108 w 126"/>
                    <a:gd name="T61" fmla="*/ 34 h 125"/>
                    <a:gd name="T62" fmla="*/ 106 w 126"/>
                    <a:gd name="T63" fmla="*/ 30 h 125"/>
                    <a:gd name="T64" fmla="*/ 106 w 126"/>
                    <a:gd name="T65" fmla="*/ 26 h 125"/>
                    <a:gd name="T66" fmla="*/ 104 w 126"/>
                    <a:gd name="T67" fmla="*/ 22 h 125"/>
                    <a:gd name="T68" fmla="*/ 99 w 126"/>
                    <a:gd name="T69" fmla="*/ 17 h 125"/>
                    <a:gd name="T70" fmla="*/ 95 w 126"/>
                    <a:gd name="T71" fmla="*/ 14 h 125"/>
                    <a:gd name="T72" fmla="*/ 93 w 126"/>
                    <a:gd name="T73" fmla="*/ 11 h 125"/>
                    <a:gd name="T74" fmla="*/ 90 w 126"/>
                    <a:gd name="T75" fmla="*/ 7 h 125"/>
                    <a:gd name="T76" fmla="*/ 88 w 126"/>
                    <a:gd name="T77" fmla="*/ 4 h 125"/>
                    <a:gd name="T78" fmla="*/ 79 w 126"/>
                    <a:gd name="T79" fmla="*/ 1 h 125"/>
                    <a:gd name="T80" fmla="*/ 75 w 126"/>
                    <a:gd name="T81" fmla="*/ 0 h 125"/>
                    <a:gd name="T82" fmla="*/ 65 w 126"/>
                    <a:gd name="T83" fmla="*/ 1 h 125"/>
                    <a:gd name="T84" fmla="*/ 59 w 126"/>
                    <a:gd name="T85" fmla="*/ 5 h 125"/>
                    <a:gd name="T86" fmla="*/ 51 w 126"/>
                    <a:gd name="T87" fmla="*/ 10 h 125"/>
                    <a:gd name="T88" fmla="*/ 44 w 126"/>
                    <a:gd name="T89" fmla="*/ 14 h 125"/>
                    <a:gd name="T90" fmla="*/ 33 w 126"/>
                    <a:gd name="T91" fmla="*/ 25 h 125"/>
                    <a:gd name="T92" fmla="*/ 20 w 126"/>
                    <a:gd name="T93" fmla="*/ 37 h 125"/>
                    <a:gd name="T94" fmla="*/ 8 w 126"/>
                    <a:gd name="T95" fmla="*/ 46 h 125"/>
                    <a:gd name="T96" fmla="*/ 4 w 126"/>
                    <a:gd name="T97" fmla="*/ 53 h 125"/>
                    <a:gd name="T98" fmla="*/ 2 w 126"/>
                    <a:gd name="T99" fmla="*/ 61 h 125"/>
                    <a:gd name="T100" fmla="*/ 1 w 126"/>
                    <a:gd name="T101" fmla="*/ 78 h 125"/>
                    <a:gd name="T102" fmla="*/ 1 w 126"/>
                    <a:gd name="T103" fmla="*/ 87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5">
                      <a:moveTo>
                        <a:pt x="1" y="87"/>
                      </a:moveTo>
                      <a:cubicBezTo>
                        <a:pt x="0" y="90"/>
                        <a:pt x="0" y="92"/>
                        <a:pt x="1" y="94"/>
                      </a:cubicBezTo>
                      <a:cubicBezTo>
                        <a:pt x="3" y="100"/>
                        <a:pt x="6" y="104"/>
                        <a:pt x="11" y="108"/>
                      </a:cubicBezTo>
                      <a:cubicBezTo>
                        <a:pt x="13" y="110"/>
                        <a:pt x="16" y="112"/>
                        <a:pt x="18" y="115"/>
                      </a:cubicBezTo>
                      <a:cubicBezTo>
                        <a:pt x="20" y="116"/>
                        <a:pt x="21" y="119"/>
                        <a:pt x="23" y="120"/>
                      </a:cubicBezTo>
                      <a:cubicBezTo>
                        <a:pt x="25" y="121"/>
                        <a:pt x="28" y="122"/>
                        <a:pt x="30" y="122"/>
                      </a:cubicBezTo>
                      <a:cubicBezTo>
                        <a:pt x="33" y="122"/>
                        <a:pt x="35" y="124"/>
                        <a:pt x="38" y="123"/>
                      </a:cubicBezTo>
                      <a:cubicBezTo>
                        <a:pt x="40" y="123"/>
                        <a:pt x="42" y="122"/>
                        <a:pt x="43" y="122"/>
                      </a:cubicBezTo>
                      <a:cubicBezTo>
                        <a:pt x="45" y="122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69" y="125"/>
                        <a:pt x="76" y="124"/>
                      </a:cubicBezTo>
                      <a:cubicBezTo>
                        <a:pt x="77" y="124"/>
                        <a:pt x="79" y="124"/>
                        <a:pt x="80" y="123"/>
                      </a:cubicBezTo>
                      <a:cubicBezTo>
                        <a:pt x="81" y="122"/>
                        <a:pt x="83" y="121"/>
                        <a:pt x="84" y="121"/>
                      </a:cubicBezTo>
                      <a:cubicBezTo>
                        <a:pt x="87" y="119"/>
                        <a:pt x="90" y="119"/>
                        <a:pt x="93" y="119"/>
                      </a:cubicBezTo>
                      <a:cubicBezTo>
                        <a:pt x="96" y="119"/>
                        <a:pt x="100" y="119"/>
                        <a:pt x="103" y="119"/>
                      </a:cubicBezTo>
                      <a:cubicBezTo>
                        <a:pt x="106" y="119"/>
                        <a:pt x="109" y="119"/>
                        <a:pt x="112" y="118"/>
                      </a:cubicBezTo>
                      <a:cubicBezTo>
                        <a:pt x="115" y="118"/>
                        <a:pt x="118" y="117"/>
                        <a:pt x="120" y="116"/>
                      </a:cubicBezTo>
                      <a:cubicBezTo>
                        <a:pt x="122" y="114"/>
                        <a:pt x="124" y="113"/>
                        <a:pt x="125" y="110"/>
                      </a:cubicBezTo>
                      <a:cubicBezTo>
                        <a:pt x="126" y="108"/>
                        <a:pt x="126" y="105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0" y="88"/>
                        <a:pt x="120" y="85"/>
                      </a:cubicBezTo>
                      <a:cubicBezTo>
                        <a:pt x="120" y="81"/>
                        <a:pt x="121" y="79"/>
                        <a:pt x="123" y="76"/>
                      </a:cubicBezTo>
                      <a:cubicBezTo>
                        <a:pt x="124" y="75"/>
                        <a:pt x="124" y="73"/>
                        <a:pt x="124" y="72"/>
                      </a:cubicBezTo>
                      <a:cubicBezTo>
                        <a:pt x="125" y="71"/>
                        <a:pt x="124" y="69"/>
                        <a:pt x="124" y="68"/>
                      </a:cubicBezTo>
                      <a:cubicBezTo>
                        <a:pt x="124" y="66"/>
                        <a:pt x="124" y="65"/>
                        <a:pt x="124" y="63"/>
                      </a:cubicBezTo>
                      <a:cubicBezTo>
                        <a:pt x="124" y="62"/>
                        <a:pt x="125" y="61"/>
                        <a:pt x="124" y="59"/>
                      </a:cubicBezTo>
                      <a:cubicBezTo>
                        <a:pt x="124" y="56"/>
                        <a:pt x="123" y="53"/>
                        <a:pt x="121" y="51"/>
                      </a:cubicBezTo>
                      <a:cubicBezTo>
                        <a:pt x="119" y="49"/>
                        <a:pt x="117" y="47"/>
                        <a:pt x="115" y="45"/>
                      </a:cubicBezTo>
                      <a:cubicBezTo>
                        <a:pt x="114" y="44"/>
                        <a:pt x="113" y="43"/>
                        <a:pt x="112" y="42"/>
                      </a:cubicBezTo>
                      <a:cubicBezTo>
                        <a:pt x="110" y="40"/>
                        <a:pt x="110" y="39"/>
                        <a:pt x="110" y="37"/>
                      </a:cubicBezTo>
                      <a:cubicBezTo>
                        <a:pt x="109" y="36"/>
                        <a:pt x="109" y="35"/>
                        <a:pt x="108" y="34"/>
                      </a:cubicBezTo>
                      <a:cubicBezTo>
                        <a:pt x="108" y="33"/>
                        <a:pt x="107" y="32"/>
                        <a:pt x="106" y="30"/>
                      </a:cubicBezTo>
                      <a:cubicBezTo>
                        <a:pt x="106" y="29"/>
                        <a:pt x="106" y="27"/>
                        <a:pt x="106" y="26"/>
                      </a:cubicBezTo>
                      <a:cubicBezTo>
                        <a:pt x="106" y="24"/>
                        <a:pt x="105" y="23"/>
                        <a:pt x="104" y="22"/>
                      </a:cubicBezTo>
                      <a:cubicBezTo>
                        <a:pt x="103" y="20"/>
                        <a:pt x="101" y="18"/>
                        <a:pt x="99" y="17"/>
                      </a:cubicBezTo>
                      <a:cubicBezTo>
                        <a:pt x="98" y="16"/>
                        <a:pt x="97" y="15"/>
                        <a:pt x="95" y="14"/>
                      </a:cubicBezTo>
                      <a:cubicBezTo>
                        <a:pt x="94" y="13"/>
                        <a:pt x="94" y="12"/>
                        <a:pt x="93" y="11"/>
                      </a:cubicBezTo>
                      <a:cubicBezTo>
                        <a:pt x="92" y="9"/>
                        <a:pt x="91" y="8"/>
                        <a:pt x="90" y="7"/>
                      </a:cubicBezTo>
                      <a:cubicBezTo>
                        <a:pt x="89" y="6"/>
                        <a:pt x="89" y="5"/>
                        <a:pt x="88" y="4"/>
                      </a:cubicBezTo>
                      <a:cubicBezTo>
                        <a:pt x="85" y="3"/>
                        <a:pt x="82" y="2"/>
                        <a:pt x="79" y="1"/>
                      </a:cubicBezTo>
                      <a:cubicBezTo>
                        <a:pt x="78" y="1"/>
                        <a:pt x="76" y="1"/>
                        <a:pt x="75" y="0"/>
                      </a:cubicBezTo>
                      <a:cubicBezTo>
                        <a:pt x="75" y="0"/>
                        <a:pt x="67" y="0"/>
                        <a:pt x="65" y="1"/>
                      </a:cubicBezTo>
                      <a:cubicBezTo>
                        <a:pt x="63" y="2"/>
                        <a:pt x="61" y="4"/>
                        <a:pt x="59" y="5"/>
                      </a:cubicBezTo>
                      <a:cubicBezTo>
                        <a:pt x="56" y="7"/>
                        <a:pt x="54" y="9"/>
                        <a:pt x="51" y="10"/>
                      </a:cubicBezTo>
                      <a:cubicBezTo>
                        <a:pt x="49" y="11"/>
                        <a:pt x="46" y="12"/>
                        <a:pt x="44" y="14"/>
                      </a:cubicBezTo>
                      <a:cubicBezTo>
                        <a:pt x="40" y="17"/>
                        <a:pt x="36" y="21"/>
                        <a:pt x="33" y="25"/>
                      </a:cubicBezTo>
                      <a:cubicBezTo>
                        <a:pt x="30" y="30"/>
                        <a:pt x="25" y="33"/>
                        <a:pt x="20" y="37"/>
                      </a:cubicBezTo>
                      <a:cubicBezTo>
                        <a:pt x="16" y="40"/>
                        <a:pt x="11" y="42"/>
                        <a:pt x="8" y="46"/>
                      </a:cubicBezTo>
                      <a:cubicBezTo>
                        <a:pt x="6" y="48"/>
                        <a:pt x="5" y="51"/>
                        <a:pt x="4" y="53"/>
                      </a:cubicBezTo>
                      <a:cubicBezTo>
                        <a:pt x="3" y="56"/>
                        <a:pt x="2" y="59"/>
                        <a:pt x="2" y="61"/>
                      </a:cubicBezTo>
                      <a:cubicBezTo>
                        <a:pt x="0" y="67"/>
                        <a:pt x="1" y="73"/>
                        <a:pt x="1" y="78"/>
                      </a:cubicBezTo>
                      <a:cubicBezTo>
                        <a:pt x="2" y="81"/>
                        <a:pt x="2" y="85"/>
                        <a:pt x="1" y="8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26" name="Freeform 341">
                  <a:extLst>
                    <a:ext uri="{FF2B5EF4-FFF2-40B4-BE49-F238E27FC236}">
                      <a16:creationId xmlns:a16="http://schemas.microsoft.com/office/drawing/2014/main" id="{3764887C-EFA9-4760-82EA-60161850C4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01063" y="1811338"/>
                  <a:ext cx="500063" cy="496888"/>
                </a:xfrm>
                <a:custGeom>
                  <a:avLst/>
                  <a:gdLst>
                    <a:gd name="T0" fmla="*/ 1 w 126"/>
                    <a:gd name="T1" fmla="*/ 87 h 125"/>
                    <a:gd name="T2" fmla="*/ 1 w 126"/>
                    <a:gd name="T3" fmla="*/ 94 h 125"/>
                    <a:gd name="T4" fmla="*/ 11 w 126"/>
                    <a:gd name="T5" fmla="*/ 108 h 125"/>
                    <a:gd name="T6" fmla="*/ 18 w 126"/>
                    <a:gd name="T7" fmla="*/ 115 h 125"/>
                    <a:gd name="T8" fmla="*/ 23 w 126"/>
                    <a:gd name="T9" fmla="*/ 120 h 125"/>
                    <a:gd name="T10" fmla="*/ 30 w 126"/>
                    <a:gd name="T11" fmla="*/ 122 h 125"/>
                    <a:gd name="T12" fmla="*/ 38 w 126"/>
                    <a:gd name="T13" fmla="*/ 123 h 125"/>
                    <a:gd name="T14" fmla="*/ 43 w 126"/>
                    <a:gd name="T15" fmla="*/ 122 h 125"/>
                    <a:gd name="T16" fmla="*/ 48 w 126"/>
                    <a:gd name="T17" fmla="*/ 123 h 125"/>
                    <a:gd name="T18" fmla="*/ 57 w 126"/>
                    <a:gd name="T19" fmla="*/ 123 h 125"/>
                    <a:gd name="T20" fmla="*/ 76 w 126"/>
                    <a:gd name="T21" fmla="*/ 124 h 125"/>
                    <a:gd name="T22" fmla="*/ 80 w 126"/>
                    <a:gd name="T23" fmla="*/ 123 h 125"/>
                    <a:gd name="T24" fmla="*/ 84 w 126"/>
                    <a:gd name="T25" fmla="*/ 121 h 125"/>
                    <a:gd name="T26" fmla="*/ 93 w 126"/>
                    <a:gd name="T27" fmla="*/ 119 h 125"/>
                    <a:gd name="T28" fmla="*/ 103 w 126"/>
                    <a:gd name="T29" fmla="*/ 119 h 125"/>
                    <a:gd name="T30" fmla="*/ 112 w 126"/>
                    <a:gd name="T31" fmla="*/ 118 h 125"/>
                    <a:gd name="T32" fmla="*/ 120 w 126"/>
                    <a:gd name="T33" fmla="*/ 116 h 125"/>
                    <a:gd name="T34" fmla="*/ 125 w 126"/>
                    <a:gd name="T35" fmla="*/ 110 h 125"/>
                    <a:gd name="T36" fmla="*/ 126 w 126"/>
                    <a:gd name="T37" fmla="*/ 102 h 125"/>
                    <a:gd name="T38" fmla="*/ 124 w 126"/>
                    <a:gd name="T39" fmla="*/ 93 h 125"/>
                    <a:gd name="T40" fmla="*/ 120 w 126"/>
                    <a:gd name="T41" fmla="*/ 85 h 125"/>
                    <a:gd name="T42" fmla="*/ 123 w 126"/>
                    <a:gd name="T43" fmla="*/ 76 h 125"/>
                    <a:gd name="T44" fmla="*/ 124 w 126"/>
                    <a:gd name="T45" fmla="*/ 72 h 125"/>
                    <a:gd name="T46" fmla="*/ 124 w 126"/>
                    <a:gd name="T47" fmla="*/ 68 h 125"/>
                    <a:gd name="T48" fmla="*/ 124 w 126"/>
                    <a:gd name="T49" fmla="*/ 63 h 125"/>
                    <a:gd name="T50" fmla="*/ 124 w 126"/>
                    <a:gd name="T51" fmla="*/ 59 h 125"/>
                    <a:gd name="T52" fmla="*/ 121 w 126"/>
                    <a:gd name="T53" fmla="*/ 51 h 125"/>
                    <a:gd name="T54" fmla="*/ 115 w 126"/>
                    <a:gd name="T55" fmla="*/ 45 h 125"/>
                    <a:gd name="T56" fmla="*/ 112 w 126"/>
                    <a:gd name="T57" fmla="*/ 42 h 125"/>
                    <a:gd name="T58" fmla="*/ 110 w 126"/>
                    <a:gd name="T59" fmla="*/ 37 h 125"/>
                    <a:gd name="T60" fmla="*/ 108 w 126"/>
                    <a:gd name="T61" fmla="*/ 34 h 125"/>
                    <a:gd name="T62" fmla="*/ 106 w 126"/>
                    <a:gd name="T63" fmla="*/ 30 h 125"/>
                    <a:gd name="T64" fmla="*/ 106 w 126"/>
                    <a:gd name="T65" fmla="*/ 26 h 125"/>
                    <a:gd name="T66" fmla="*/ 104 w 126"/>
                    <a:gd name="T67" fmla="*/ 22 h 125"/>
                    <a:gd name="T68" fmla="*/ 99 w 126"/>
                    <a:gd name="T69" fmla="*/ 17 h 125"/>
                    <a:gd name="T70" fmla="*/ 95 w 126"/>
                    <a:gd name="T71" fmla="*/ 14 h 125"/>
                    <a:gd name="T72" fmla="*/ 93 w 126"/>
                    <a:gd name="T73" fmla="*/ 11 h 125"/>
                    <a:gd name="T74" fmla="*/ 90 w 126"/>
                    <a:gd name="T75" fmla="*/ 7 h 125"/>
                    <a:gd name="T76" fmla="*/ 88 w 126"/>
                    <a:gd name="T77" fmla="*/ 4 h 125"/>
                    <a:gd name="T78" fmla="*/ 79 w 126"/>
                    <a:gd name="T79" fmla="*/ 1 h 125"/>
                    <a:gd name="T80" fmla="*/ 75 w 126"/>
                    <a:gd name="T81" fmla="*/ 0 h 125"/>
                    <a:gd name="T82" fmla="*/ 65 w 126"/>
                    <a:gd name="T83" fmla="*/ 1 h 125"/>
                    <a:gd name="T84" fmla="*/ 59 w 126"/>
                    <a:gd name="T85" fmla="*/ 5 h 125"/>
                    <a:gd name="T86" fmla="*/ 51 w 126"/>
                    <a:gd name="T87" fmla="*/ 10 h 125"/>
                    <a:gd name="T88" fmla="*/ 44 w 126"/>
                    <a:gd name="T89" fmla="*/ 14 h 125"/>
                    <a:gd name="T90" fmla="*/ 33 w 126"/>
                    <a:gd name="T91" fmla="*/ 25 h 125"/>
                    <a:gd name="T92" fmla="*/ 20 w 126"/>
                    <a:gd name="T93" fmla="*/ 37 h 125"/>
                    <a:gd name="T94" fmla="*/ 8 w 126"/>
                    <a:gd name="T95" fmla="*/ 46 h 125"/>
                    <a:gd name="T96" fmla="*/ 4 w 126"/>
                    <a:gd name="T97" fmla="*/ 53 h 125"/>
                    <a:gd name="T98" fmla="*/ 2 w 126"/>
                    <a:gd name="T99" fmla="*/ 61 h 125"/>
                    <a:gd name="T100" fmla="*/ 1 w 126"/>
                    <a:gd name="T101" fmla="*/ 78 h 125"/>
                    <a:gd name="T102" fmla="*/ 1 w 126"/>
                    <a:gd name="T103" fmla="*/ 87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5">
                      <a:moveTo>
                        <a:pt x="1" y="87"/>
                      </a:moveTo>
                      <a:cubicBezTo>
                        <a:pt x="0" y="90"/>
                        <a:pt x="0" y="92"/>
                        <a:pt x="1" y="94"/>
                      </a:cubicBezTo>
                      <a:cubicBezTo>
                        <a:pt x="3" y="100"/>
                        <a:pt x="6" y="104"/>
                        <a:pt x="11" y="108"/>
                      </a:cubicBezTo>
                      <a:cubicBezTo>
                        <a:pt x="13" y="110"/>
                        <a:pt x="16" y="112"/>
                        <a:pt x="18" y="115"/>
                      </a:cubicBezTo>
                      <a:cubicBezTo>
                        <a:pt x="20" y="116"/>
                        <a:pt x="21" y="119"/>
                        <a:pt x="23" y="120"/>
                      </a:cubicBezTo>
                      <a:cubicBezTo>
                        <a:pt x="25" y="121"/>
                        <a:pt x="28" y="122"/>
                        <a:pt x="30" y="122"/>
                      </a:cubicBezTo>
                      <a:cubicBezTo>
                        <a:pt x="33" y="122"/>
                        <a:pt x="35" y="124"/>
                        <a:pt x="38" y="123"/>
                      </a:cubicBezTo>
                      <a:cubicBezTo>
                        <a:pt x="40" y="123"/>
                        <a:pt x="42" y="122"/>
                        <a:pt x="43" y="122"/>
                      </a:cubicBezTo>
                      <a:cubicBezTo>
                        <a:pt x="45" y="122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69" y="125"/>
                        <a:pt x="76" y="124"/>
                      </a:cubicBezTo>
                      <a:cubicBezTo>
                        <a:pt x="77" y="124"/>
                        <a:pt x="79" y="124"/>
                        <a:pt x="80" y="123"/>
                      </a:cubicBezTo>
                      <a:cubicBezTo>
                        <a:pt x="81" y="122"/>
                        <a:pt x="83" y="121"/>
                        <a:pt x="84" y="121"/>
                      </a:cubicBezTo>
                      <a:cubicBezTo>
                        <a:pt x="87" y="119"/>
                        <a:pt x="90" y="119"/>
                        <a:pt x="93" y="119"/>
                      </a:cubicBezTo>
                      <a:cubicBezTo>
                        <a:pt x="96" y="119"/>
                        <a:pt x="100" y="119"/>
                        <a:pt x="103" y="119"/>
                      </a:cubicBezTo>
                      <a:cubicBezTo>
                        <a:pt x="106" y="119"/>
                        <a:pt x="109" y="119"/>
                        <a:pt x="112" y="118"/>
                      </a:cubicBezTo>
                      <a:cubicBezTo>
                        <a:pt x="115" y="118"/>
                        <a:pt x="118" y="117"/>
                        <a:pt x="120" y="116"/>
                      </a:cubicBezTo>
                      <a:cubicBezTo>
                        <a:pt x="122" y="114"/>
                        <a:pt x="124" y="113"/>
                        <a:pt x="125" y="110"/>
                      </a:cubicBezTo>
                      <a:cubicBezTo>
                        <a:pt x="126" y="108"/>
                        <a:pt x="126" y="105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0" y="88"/>
                        <a:pt x="120" y="85"/>
                      </a:cubicBezTo>
                      <a:cubicBezTo>
                        <a:pt x="120" y="81"/>
                        <a:pt x="121" y="79"/>
                        <a:pt x="123" y="76"/>
                      </a:cubicBezTo>
                      <a:cubicBezTo>
                        <a:pt x="124" y="75"/>
                        <a:pt x="124" y="73"/>
                        <a:pt x="124" y="72"/>
                      </a:cubicBezTo>
                      <a:cubicBezTo>
                        <a:pt x="125" y="71"/>
                        <a:pt x="124" y="69"/>
                        <a:pt x="124" y="68"/>
                      </a:cubicBezTo>
                      <a:cubicBezTo>
                        <a:pt x="124" y="66"/>
                        <a:pt x="124" y="65"/>
                        <a:pt x="124" y="63"/>
                      </a:cubicBezTo>
                      <a:cubicBezTo>
                        <a:pt x="124" y="62"/>
                        <a:pt x="125" y="61"/>
                        <a:pt x="124" y="59"/>
                      </a:cubicBezTo>
                      <a:cubicBezTo>
                        <a:pt x="124" y="56"/>
                        <a:pt x="123" y="53"/>
                        <a:pt x="121" y="51"/>
                      </a:cubicBezTo>
                      <a:cubicBezTo>
                        <a:pt x="119" y="49"/>
                        <a:pt x="117" y="47"/>
                        <a:pt x="115" y="45"/>
                      </a:cubicBezTo>
                      <a:cubicBezTo>
                        <a:pt x="114" y="44"/>
                        <a:pt x="113" y="43"/>
                        <a:pt x="112" y="42"/>
                      </a:cubicBezTo>
                      <a:cubicBezTo>
                        <a:pt x="110" y="40"/>
                        <a:pt x="110" y="39"/>
                        <a:pt x="110" y="37"/>
                      </a:cubicBezTo>
                      <a:cubicBezTo>
                        <a:pt x="109" y="36"/>
                        <a:pt x="109" y="35"/>
                        <a:pt x="108" y="34"/>
                      </a:cubicBezTo>
                      <a:cubicBezTo>
                        <a:pt x="108" y="33"/>
                        <a:pt x="107" y="32"/>
                        <a:pt x="106" y="30"/>
                      </a:cubicBezTo>
                      <a:cubicBezTo>
                        <a:pt x="106" y="29"/>
                        <a:pt x="106" y="27"/>
                        <a:pt x="106" y="26"/>
                      </a:cubicBezTo>
                      <a:cubicBezTo>
                        <a:pt x="106" y="24"/>
                        <a:pt x="105" y="23"/>
                        <a:pt x="104" y="22"/>
                      </a:cubicBezTo>
                      <a:cubicBezTo>
                        <a:pt x="103" y="20"/>
                        <a:pt x="101" y="18"/>
                        <a:pt x="99" y="17"/>
                      </a:cubicBezTo>
                      <a:cubicBezTo>
                        <a:pt x="98" y="16"/>
                        <a:pt x="97" y="15"/>
                        <a:pt x="95" y="14"/>
                      </a:cubicBezTo>
                      <a:cubicBezTo>
                        <a:pt x="94" y="13"/>
                        <a:pt x="94" y="12"/>
                        <a:pt x="93" y="11"/>
                      </a:cubicBezTo>
                      <a:cubicBezTo>
                        <a:pt x="92" y="9"/>
                        <a:pt x="91" y="8"/>
                        <a:pt x="90" y="7"/>
                      </a:cubicBezTo>
                      <a:cubicBezTo>
                        <a:pt x="89" y="6"/>
                        <a:pt x="89" y="5"/>
                        <a:pt x="88" y="4"/>
                      </a:cubicBezTo>
                      <a:cubicBezTo>
                        <a:pt x="85" y="3"/>
                        <a:pt x="82" y="2"/>
                        <a:pt x="79" y="1"/>
                      </a:cubicBezTo>
                      <a:cubicBezTo>
                        <a:pt x="78" y="1"/>
                        <a:pt x="76" y="1"/>
                        <a:pt x="75" y="0"/>
                      </a:cubicBezTo>
                      <a:cubicBezTo>
                        <a:pt x="75" y="0"/>
                        <a:pt x="67" y="0"/>
                        <a:pt x="65" y="1"/>
                      </a:cubicBezTo>
                      <a:cubicBezTo>
                        <a:pt x="63" y="2"/>
                        <a:pt x="61" y="4"/>
                        <a:pt x="59" y="5"/>
                      </a:cubicBezTo>
                      <a:cubicBezTo>
                        <a:pt x="56" y="7"/>
                        <a:pt x="54" y="9"/>
                        <a:pt x="51" y="10"/>
                      </a:cubicBezTo>
                      <a:cubicBezTo>
                        <a:pt x="49" y="11"/>
                        <a:pt x="46" y="12"/>
                        <a:pt x="44" y="14"/>
                      </a:cubicBezTo>
                      <a:cubicBezTo>
                        <a:pt x="40" y="17"/>
                        <a:pt x="36" y="21"/>
                        <a:pt x="33" y="25"/>
                      </a:cubicBezTo>
                      <a:cubicBezTo>
                        <a:pt x="30" y="30"/>
                        <a:pt x="25" y="33"/>
                        <a:pt x="20" y="37"/>
                      </a:cubicBezTo>
                      <a:cubicBezTo>
                        <a:pt x="16" y="40"/>
                        <a:pt x="11" y="42"/>
                        <a:pt x="8" y="46"/>
                      </a:cubicBezTo>
                      <a:cubicBezTo>
                        <a:pt x="6" y="48"/>
                        <a:pt x="5" y="51"/>
                        <a:pt x="4" y="53"/>
                      </a:cubicBezTo>
                      <a:cubicBezTo>
                        <a:pt x="3" y="56"/>
                        <a:pt x="2" y="59"/>
                        <a:pt x="2" y="61"/>
                      </a:cubicBezTo>
                      <a:cubicBezTo>
                        <a:pt x="0" y="67"/>
                        <a:pt x="1" y="73"/>
                        <a:pt x="1" y="78"/>
                      </a:cubicBezTo>
                      <a:cubicBezTo>
                        <a:pt x="2" y="81"/>
                        <a:pt x="2" y="85"/>
                        <a:pt x="1" y="8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27" name="Freeform 342">
                  <a:extLst>
                    <a:ext uri="{FF2B5EF4-FFF2-40B4-BE49-F238E27FC236}">
                      <a16:creationId xmlns:a16="http://schemas.microsoft.com/office/drawing/2014/main" id="{0FCB33E9-DFF6-4EED-9467-51B6F4CA78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08988" y="2363788"/>
                  <a:ext cx="47625" cy="166688"/>
                </a:xfrm>
                <a:custGeom>
                  <a:avLst/>
                  <a:gdLst>
                    <a:gd name="T0" fmla="*/ 12 w 12"/>
                    <a:gd name="T1" fmla="*/ 37 h 42"/>
                    <a:gd name="T2" fmla="*/ 11 w 12"/>
                    <a:gd name="T3" fmla="*/ 32 h 42"/>
                    <a:gd name="T4" fmla="*/ 11 w 12"/>
                    <a:gd name="T5" fmla="*/ 23 h 42"/>
                    <a:gd name="T6" fmla="*/ 11 w 12"/>
                    <a:gd name="T7" fmla="*/ 18 h 42"/>
                    <a:gd name="T8" fmla="*/ 11 w 12"/>
                    <a:gd name="T9" fmla="*/ 14 h 42"/>
                    <a:gd name="T10" fmla="*/ 11 w 12"/>
                    <a:gd name="T11" fmla="*/ 4 h 42"/>
                    <a:gd name="T12" fmla="*/ 11 w 12"/>
                    <a:gd name="T13" fmla="*/ 4 h 42"/>
                    <a:gd name="T14" fmla="*/ 11 w 12"/>
                    <a:gd name="T15" fmla="*/ 3 h 42"/>
                    <a:gd name="T16" fmla="*/ 9 w 12"/>
                    <a:gd name="T17" fmla="*/ 2 h 42"/>
                    <a:gd name="T18" fmla="*/ 7 w 12"/>
                    <a:gd name="T19" fmla="*/ 1 h 42"/>
                    <a:gd name="T20" fmla="*/ 5 w 12"/>
                    <a:gd name="T21" fmla="*/ 1 h 42"/>
                    <a:gd name="T22" fmla="*/ 3 w 12"/>
                    <a:gd name="T23" fmla="*/ 1 h 42"/>
                    <a:gd name="T24" fmla="*/ 2 w 12"/>
                    <a:gd name="T25" fmla="*/ 3 h 42"/>
                    <a:gd name="T26" fmla="*/ 2 w 12"/>
                    <a:gd name="T27" fmla="*/ 15 h 42"/>
                    <a:gd name="T28" fmla="*/ 2 w 12"/>
                    <a:gd name="T29" fmla="*/ 21 h 42"/>
                    <a:gd name="T30" fmla="*/ 1 w 12"/>
                    <a:gd name="T31" fmla="*/ 27 h 42"/>
                    <a:gd name="T32" fmla="*/ 1 w 12"/>
                    <a:gd name="T33" fmla="*/ 33 h 42"/>
                    <a:gd name="T34" fmla="*/ 1 w 12"/>
                    <a:gd name="T35" fmla="*/ 38 h 42"/>
                    <a:gd name="T36" fmla="*/ 1 w 12"/>
                    <a:gd name="T37" fmla="*/ 41 h 42"/>
                    <a:gd name="T38" fmla="*/ 3 w 12"/>
                    <a:gd name="T39" fmla="*/ 42 h 42"/>
                    <a:gd name="T40" fmla="*/ 5 w 12"/>
                    <a:gd name="T41" fmla="*/ 42 h 42"/>
                    <a:gd name="T42" fmla="*/ 7 w 12"/>
                    <a:gd name="T43" fmla="*/ 42 h 42"/>
                    <a:gd name="T44" fmla="*/ 10 w 12"/>
                    <a:gd name="T45" fmla="*/ 42 h 42"/>
                    <a:gd name="T46" fmla="*/ 11 w 12"/>
                    <a:gd name="T47" fmla="*/ 42 h 42"/>
                    <a:gd name="T48" fmla="*/ 12 w 12"/>
                    <a:gd name="T49" fmla="*/ 42 h 42"/>
                    <a:gd name="T50" fmla="*/ 12 w 12"/>
                    <a:gd name="T51" fmla="*/ 41 h 42"/>
                    <a:gd name="T52" fmla="*/ 12 w 12"/>
                    <a:gd name="T53" fmla="*/ 37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2" h="42">
                      <a:moveTo>
                        <a:pt x="12" y="37"/>
                      </a:moveTo>
                      <a:cubicBezTo>
                        <a:pt x="11" y="36"/>
                        <a:pt x="11" y="34"/>
                        <a:pt x="11" y="32"/>
                      </a:cubicBezTo>
                      <a:cubicBezTo>
                        <a:pt x="11" y="29"/>
                        <a:pt x="11" y="26"/>
                        <a:pt x="11" y="23"/>
                      </a:cubicBezTo>
                      <a:cubicBezTo>
                        <a:pt x="11" y="21"/>
                        <a:pt x="11" y="20"/>
                        <a:pt x="11" y="18"/>
                      </a:cubicBezTo>
                      <a:cubicBezTo>
                        <a:pt x="11" y="17"/>
                        <a:pt x="11" y="15"/>
                        <a:pt x="11" y="14"/>
                      </a:cubicBezTo>
                      <a:cubicBezTo>
                        <a:pt x="11" y="10"/>
                        <a:pt x="11" y="7"/>
                        <a:pt x="11" y="4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10" y="2"/>
                        <a:pt x="10" y="2"/>
                        <a:pt x="9" y="2"/>
                      </a:cubicBezTo>
                      <a:cubicBezTo>
                        <a:pt x="8" y="2"/>
                        <a:pt x="8" y="1"/>
                        <a:pt x="7" y="1"/>
                      </a:cubicBezTo>
                      <a:cubicBezTo>
                        <a:pt x="6" y="0"/>
                        <a:pt x="5" y="1"/>
                        <a:pt x="5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7"/>
                        <a:pt x="2" y="11"/>
                        <a:pt x="2" y="15"/>
                      </a:cubicBezTo>
                      <a:cubicBezTo>
                        <a:pt x="2" y="17"/>
                        <a:pt x="2" y="19"/>
                        <a:pt x="2" y="21"/>
                      </a:cubicBezTo>
                      <a:cubicBezTo>
                        <a:pt x="1" y="23"/>
                        <a:pt x="1" y="25"/>
                        <a:pt x="1" y="27"/>
                      </a:cubicBezTo>
                      <a:cubicBezTo>
                        <a:pt x="1" y="29"/>
                        <a:pt x="1" y="31"/>
                        <a:pt x="1" y="33"/>
                      </a:cubicBezTo>
                      <a:cubicBezTo>
                        <a:pt x="1" y="35"/>
                        <a:pt x="1" y="36"/>
                        <a:pt x="1" y="38"/>
                      </a:cubicBezTo>
                      <a:cubicBezTo>
                        <a:pt x="0" y="39"/>
                        <a:pt x="0" y="40"/>
                        <a:pt x="1" y="41"/>
                      </a:cubicBezTo>
                      <a:cubicBezTo>
                        <a:pt x="1" y="41"/>
                        <a:pt x="2" y="41"/>
                        <a:pt x="3" y="42"/>
                      </a:cubicBezTo>
                      <a:cubicBezTo>
                        <a:pt x="3" y="42"/>
                        <a:pt x="4" y="42"/>
                        <a:pt x="5" y="42"/>
                      </a:cubicBezTo>
                      <a:cubicBezTo>
                        <a:pt x="6" y="42"/>
                        <a:pt x="7" y="42"/>
                        <a:pt x="7" y="42"/>
                      </a:cubicBezTo>
                      <a:cubicBezTo>
                        <a:pt x="8" y="42"/>
                        <a:pt x="9" y="42"/>
                        <a:pt x="10" y="42"/>
                      </a:cubicBezTo>
                      <a:cubicBezTo>
                        <a:pt x="10" y="42"/>
                        <a:pt x="11" y="42"/>
                        <a:pt x="11" y="42"/>
                      </a:cubicBezTo>
                      <a:cubicBezTo>
                        <a:pt x="11" y="42"/>
                        <a:pt x="12" y="42"/>
                        <a:pt x="12" y="42"/>
                      </a:cubicBezTo>
                      <a:cubicBezTo>
                        <a:pt x="12" y="42"/>
                        <a:pt x="12" y="41"/>
                        <a:pt x="12" y="41"/>
                      </a:cubicBezTo>
                      <a:cubicBezTo>
                        <a:pt x="12" y="40"/>
                        <a:pt x="12" y="38"/>
                        <a:pt x="12" y="3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28" name="Freeform 343">
                  <a:extLst>
                    <a:ext uri="{FF2B5EF4-FFF2-40B4-BE49-F238E27FC236}">
                      <a16:creationId xmlns:a16="http://schemas.microsoft.com/office/drawing/2014/main" id="{9DCA2483-011C-45AF-9B37-41CA377767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08988" y="2363788"/>
                  <a:ext cx="47625" cy="166688"/>
                </a:xfrm>
                <a:custGeom>
                  <a:avLst/>
                  <a:gdLst>
                    <a:gd name="T0" fmla="*/ 12 w 12"/>
                    <a:gd name="T1" fmla="*/ 37 h 42"/>
                    <a:gd name="T2" fmla="*/ 11 w 12"/>
                    <a:gd name="T3" fmla="*/ 32 h 42"/>
                    <a:gd name="T4" fmla="*/ 11 w 12"/>
                    <a:gd name="T5" fmla="*/ 23 h 42"/>
                    <a:gd name="T6" fmla="*/ 11 w 12"/>
                    <a:gd name="T7" fmla="*/ 18 h 42"/>
                    <a:gd name="T8" fmla="*/ 11 w 12"/>
                    <a:gd name="T9" fmla="*/ 14 h 42"/>
                    <a:gd name="T10" fmla="*/ 11 w 12"/>
                    <a:gd name="T11" fmla="*/ 4 h 42"/>
                    <a:gd name="T12" fmla="*/ 11 w 12"/>
                    <a:gd name="T13" fmla="*/ 4 h 42"/>
                    <a:gd name="T14" fmla="*/ 11 w 12"/>
                    <a:gd name="T15" fmla="*/ 3 h 42"/>
                    <a:gd name="T16" fmla="*/ 9 w 12"/>
                    <a:gd name="T17" fmla="*/ 2 h 42"/>
                    <a:gd name="T18" fmla="*/ 7 w 12"/>
                    <a:gd name="T19" fmla="*/ 1 h 42"/>
                    <a:gd name="T20" fmla="*/ 5 w 12"/>
                    <a:gd name="T21" fmla="*/ 1 h 42"/>
                    <a:gd name="T22" fmla="*/ 3 w 12"/>
                    <a:gd name="T23" fmla="*/ 1 h 42"/>
                    <a:gd name="T24" fmla="*/ 2 w 12"/>
                    <a:gd name="T25" fmla="*/ 3 h 42"/>
                    <a:gd name="T26" fmla="*/ 2 w 12"/>
                    <a:gd name="T27" fmla="*/ 15 h 42"/>
                    <a:gd name="T28" fmla="*/ 2 w 12"/>
                    <a:gd name="T29" fmla="*/ 21 h 42"/>
                    <a:gd name="T30" fmla="*/ 1 w 12"/>
                    <a:gd name="T31" fmla="*/ 27 h 42"/>
                    <a:gd name="T32" fmla="*/ 1 w 12"/>
                    <a:gd name="T33" fmla="*/ 33 h 42"/>
                    <a:gd name="T34" fmla="*/ 1 w 12"/>
                    <a:gd name="T35" fmla="*/ 38 h 42"/>
                    <a:gd name="T36" fmla="*/ 1 w 12"/>
                    <a:gd name="T37" fmla="*/ 41 h 42"/>
                    <a:gd name="T38" fmla="*/ 3 w 12"/>
                    <a:gd name="T39" fmla="*/ 42 h 42"/>
                    <a:gd name="T40" fmla="*/ 5 w 12"/>
                    <a:gd name="T41" fmla="*/ 42 h 42"/>
                    <a:gd name="T42" fmla="*/ 7 w 12"/>
                    <a:gd name="T43" fmla="*/ 42 h 42"/>
                    <a:gd name="T44" fmla="*/ 10 w 12"/>
                    <a:gd name="T45" fmla="*/ 42 h 42"/>
                    <a:gd name="T46" fmla="*/ 11 w 12"/>
                    <a:gd name="T47" fmla="*/ 42 h 42"/>
                    <a:gd name="T48" fmla="*/ 12 w 12"/>
                    <a:gd name="T49" fmla="*/ 42 h 42"/>
                    <a:gd name="T50" fmla="*/ 12 w 12"/>
                    <a:gd name="T51" fmla="*/ 41 h 42"/>
                    <a:gd name="T52" fmla="*/ 12 w 12"/>
                    <a:gd name="T53" fmla="*/ 37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2" h="42">
                      <a:moveTo>
                        <a:pt x="12" y="37"/>
                      </a:moveTo>
                      <a:cubicBezTo>
                        <a:pt x="11" y="36"/>
                        <a:pt x="11" y="34"/>
                        <a:pt x="11" y="32"/>
                      </a:cubicBezTo>
                      <a:cubicBezTo>
                        <a:pt x="11" y="29"/>
                        <a:pt x="11" y="26"/>
                        <a:pt x="11" y="23"/>
                      </a:cubicBezTo>
                      <a:cubicBezTo>
                        <a:pt x="11" y="21"/>
                        <a:pt x="11" y="20"/>
                        <a:pt x="11" y="18"/>
                      </a:cubicBezTo>
                      <a:cubicBezTo>
                        <a:pt x="11" y="17"/>
                        <a:pt x="11" y="15"/>
                        <a:pt x="11" y="14"/>
                      </a:cubicBezTo>
                      <a:cubicBezTo>
                        <a:pt x="11" y="10"/>
                        <a:pt x="11" y="7"/>
                        <a:pt x="11" y="4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10" y="2"/>
                        <a:pt x="10" y="2"/>
                        <a:pt x="9" y="2"/>
                      </a:cubicBezTo>
                      <a:cubicBezTo>
                        <a:pt x="8" y="2"/>
                        <a:pt x="8" y="1"/>
                        <a:pt x="7" y="1"/>
                      </a:cubicBezTo>
                      <a:cubicBezTo>
                        <a:pt x="6" y="0"/>
                        <a:pt x="5" y="1"/>
                        <a:pt x="5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7"/>
                        <a:pt x="2" y="11"/>
                        <a:pt x="2" y="15"/>
                      </a:cubicBezTo>
                      <a:cubicBezTo>
                        <a:pt x="2" y="17"/>
                        <a:pt x="2" y="19"/>
                        <a:pt x="2" y="21"/>
                      </a:cubicBezTo>
                      <a:cubicBezTo>
                        <a:pt x="1" y="23"/>
                        <a:pt x="1" y="25"/>
                        <a:pt x="1" y="27"/>
                      </a:cubicBezTo>
                      <a:cubicBezTo>
                        <a:pt x="1" y="29"/>
                        <a:pt x="1" y="31"/>
                        <a:pt x="1" y="33"/>
                      </a:cubicBezTo>
                      <a:cubicBezTo>
                        <a:pt x="1" y="35"/>
                        <a:pt x="1" y="36"/>
                        <a:pt x="1" y="38"/>
                      </a:cubicBezTo>
                      <a:cubicBezTo>
                        <a:pt x="0" y="39"/>
                        <a:pt x="0" y="40"/>
                        <a:pt x="1" y="41"/>
                      </a:cubicBezTo>
                      <a:cubicBezTo>
                        <a:pt x="1" y="41"/>
                        <a:pt x="2" y="41"/>
                        <a:pt x="3" y="42"/>
                      </a:cubicBezTo>
                      <a:cubicBezTo>
                        <a:pt x="3" y="42"/>
                        <a:pt x="4" y="42"/>
                        <a:pt x="5" y="42"/>
                      </a:cubicBezTo>
                      <a:cubicBezTo>
                        <a:pt x="6" y="42"/>
                        <a:pt x="7" y="42"/>
                        <a:pt x="7" y="42"/>
                      </a:cubicBezTo>
                      <a:cubicBezTo>
                        <a:pt x="8" y="42"/>
                        <a:pt x="9" y="42"/>
                        <a:pt x="10" y="42"/>
                      </a:cubicBezTo>
                      <a:cubicBezTo>
                        <a:pt x="10" y="42"/>
                        <a:pt x="11" y="42"/>
                        <a:pt x="11" y="42"/>
                      </a:cubicBezTo>
                      <a:cubicBezTo>
                        <a:pt x="11" y="42"/>
                        <a:pt x="12" y="42"/>
                        <a:pt x="12" y="42"/>
                      </a:cubicBezTo>
                      <a:cubicBezTo>
                        <a:pt x="12" y="42"/>
                        <a:pt x="12" y="41"/>
                        <a:pt x="12" y="41"/>
                      </a:cubicBezTo>
                      <a:cubicBezTo>
                        <a:pt x="12" y="40"/>
                        <a:pt x="12" y="38"/>
                        <a:pt x="12" y="3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29" name="Freeform 344">
                  <a:extLst>
                    <a:ext uri="{FF2B5EF4-FFF2-40B4-BE49-F238E27FC236}">
                      <a16:creationId xmlns:a16="http://schemas.microsoft.com/office/drawing/2014/main" id="{6E949B83-21B9-4969-8EAC-6346A61DB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37551" y="1668463"/>
                  <a:ext cx="195263" cy="738188"/>
                </a:xfrm>
                <a:custGeom>
                  <a:avLst/>
                  <a:gdLst>
                    <a:gd name="T0" fmla="*/ 0 w 49"/>
                    <a:gd name="T1" fmla="*/ 130 h 186"/>
                    <a:gd name="T2" fmla="*/ 0 w 49"/>
                    <a:gd name="T3" fmla="*/ 140 h 186"/>
                    <a:gd name="T4" fmla="*/ 4 w 49"/>
                    <a:gd name="T5" fmla="*/ 160 h 186"/>
                    <a:gd name="T6" fmla="*/ 7 w 49"/>
                    <a:gd name="T7" fmla="*/ 170 h 186"/>
                    <a:gd name="T8" fmla="*/ 12 w 49"/>
                    <a:gd name="T9" fmla="*/ 182 h 186"/>
                    <a:gd name="T10" fmla="*/ 29 w 49"/>
                    <a:gd name="T11" fmla="*/ 185 h 186"/>
                    <a:gd name="T12" fmla="*/ 43 w 49"/>
                    <a:gd name="T13" fmla="*/ 176 h 186"/>
                    <a:gd name="T14" fmla="*/ 49 w 49"/>
                    <a:gd name="T15" fmla="*/ 164 h 186"/>
                    <a:gd name="T16" fmla="*/ 49 w 49"/>
                    <a:gd name="T17" fmla="*/ 152 h 186"/>
                    <a:gd name="T18" fmla="*/ 48 w 49"/>
                    <a:gd name="T19" fmla="*/ 139 h 186"/>
                    <a:gd name="T20" fmla="*/ 47 w 49"/>
                    <a:gd name="T21" fmla="*/ 126 h 186"/>
                    <a:gd name="T22" fmla="*/ 48 w 49"/>
                    <a:gd name="T23" fmla="*/ 113 h 186"/>
                    <a:gd name="T24" fmla="*/ 48 w 49"/>
                    <a:gd name="T25" fmla="*/ 94 h 186"/>
                    <a:gd name="T26" fmla="*/ 48 w 49"/>
                    <a:gd name="T27" fmla="*/ 88 h 186"/>
                    <a:gd name="T28" fmla="*/ 47 w 49"/>
                    <a:gd name="T29" fmla="*/ 76 h 186"/>
                    <a:gd name="T30" fmla="*/ 43 w 49"/>
                    <a:gd name="T31" fmla="*/ 55 h 186"/>
                    <a:gd name="T32" fmla="*/ 42 w 49"/>
                    <a:gd name="T33" fmla="*/ 50 h 186"/>
                    <a:gd name="T34" fmla="*/ 40 w 49"/>
                    <a:gd name="T35" fmla="*/ 33 h 186"/>
                    <a:gd name="T36" fmla="*/ 38 w 49"/>
                    <a:gd name="T37" fmla="*/ 25 h 186"/>
                    <a:gd name="T38" fmla="*/ 34 w 49"/>
                    <a:gd name="T39" fmla="*/ 6 h 186"/>
                    <a:gd name="T40" fmla="*/ 31 w 49"/>
                    <a:gd name="T41" fmla="*/ 2 h 186"/>
                    <a:gd name="T42" fmla="*/ 29 w 49"/>
                    <a:gd name="T43" fmla="*/ 0 h 186"/>
                    <a:gd name="T44" fmla="*/ 25 w 49"/>
                    <a:gd name="T45" fmla="*/ 2 h 186"/>
                    <a:gd name="T46" fmla="*/ 23 w 49"/>
                    <a:gd name="T47" fmla="*/ 8 h 186"/>
                    <a:gd name="T48" fmla="*/ 13 w 49"/>
                    <a:gd name="T49" fmla="*/ 37 h 186"/>
                    <a:gd name="T50" fmla="*/ 8 w 49"/>
                    <a:gd name="T51" fmla="*/ 55 h 186"/>
                    <a:gd name="T52" fmla="*/ 3 w 49"/>
                    <a:gd name="T53" fmla="*/ 68 h 186"/>
                    <a:gd name="T54" fmla="*/ 0 w 49"/>
                    <a:gd name="T55" fmla="*/ 130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9" h="186">
                      <a:moveTo>
                        <a:pt x="0" y="130"/>
                      </a:moveTo>
                      <a:cubicBezTo>
                        <a:pt x="0" y="134"/>
                        <a:pt x="0" y="137"/>
                        <a:pt x="0" y="140"/>
                      </a:cubicBezTo>
                      <a:cubicBezTo>
                        <a:pt x="1" y="149"/>
                        <a:pt x="2" y="155"/>
                        <a:pt x="4" y="160"/>
                      </a:cubicBezTo>
                      <a:cubicBezTo>
                        <a:pt x="5" y="164"/>
                        <a:pt x="6" y="167"/>
                        <a:pt x="7" y="170"/>
                      </a:cubicBezTo>
                      <a:cubicBezTo>
                        <a:pt x="8" y="173"/>
                        <a:pt x="11" y="182"/>
                        <a:pt x="12" y="182"/>
                      </a:cubicBezTo>
                      <a:cubicBezTo>
                        <a:pt x="13" y="182"/>
                        <a:pt x="27" y="186"/>
                        <a:pt x="29" y="185"/>
                      </a:cubicBezTo>
                      <a:cubicBezTo>
                        <a:pt x="30" y="185"/>
                        <a:pt x="42" y="177"/>
                        <a:pt x="43" y="176"/>
                      </a:cubicBezTo>
                      <a:cubicBezTo>
                        <a:pt x="44" y="175"/>
                        <a:pt x="48" y="167"/>
                        <a:pt x="49" y="164"/>
                      </a:cubicBezTo>
                      <a:cubicBezTo>
                        <a:pt x="49" y="160"/>
                        <a:pt x="49" y="156"/>
                        <a:pt x="49" y="152"/>
                      </a:cubicBezTo>
                      <a:cubicBezTo>
                        <a:pt x="49" y="147"/>
                        <a:pt x="48" y="143"/>
                        <a:pt x="48" y="139"/>
                      </a:cubicBezTo>
                      <a:cubicBezTo>
                        <a:pt x="48" y="134"/>
                        <a:pt x="47" y="131"/>
                        <a:pt x="47" y="126"/>
                      </a:cubicBezTo>
                      <a:cubicBezTo>
                        <a:pt x="47" y="121"/>
                        <a:pt x="47" y="117"/>
                        <a:pt x="48" y="113"/>
                      </a:cubicBezTo>
                      <a:cubicBezTo>
                        <a:pt x="48" y="111"/>
                        <a:pt x="48" y="97"/>
                        <a:pt x="48" y="94"/>
                      </a:cubicBezTo>
                      <a:cubicBezTo>
                        <a:pt x="48" y="93"/>
                        <a:pt x="48" y="90"/>
                        <a:pt x="48" y="88"/>
                      </a:cubicBezTo>
                      <a:cubicBezTo>
                        <a:pt x="48" y="84"/>
                        <a:pt x="48" y="79"/>
                        <a:pt x="47" y="76"/>
                      </a:cubicBezTo>
                      <a:cubicBezTo>
                        <a:pt x="46" y="72"/>
                        <a:pt x="43" y="58"/>
                        <a:pt x="43" y="55"/>
                      </a:cubicBezTo>
                      <a:cubicBezTo>
                        <a:pt x="42" y="53"/>
                        <a:pt x="42" y="52"/>
                        <a:pt x="42" y="50"/>
                      </a:cubicBezTo>
                      <a:cubicBezTo>
                        <a:pt x="42" y="49"/>
                        <a:pt x="41" y="35"/>
                        <a:pt x="40" y="33"/>
                      </a:cubicBezTo>
                      <a:cubicBezTo>
                        <a:pt x="40" y="30"/>
                        <a:pt x="39" y="27"/>
                        <a:pt x="38" y="25"/>
                      </a:cubicBezTo>
                      <a:cubicBezTo>
                        <a:pt x="38" y="23"/>
                        <a:pt x="34" y="7"/>
                        <a:pt x="34" y="6"/>
                      </a:cubicBezTo>
                      <a:cubicBezTo>
                        <a:pt x="33" y="4"/>
                        <a:pt x="32" y="3"/>
                        <a:pt x="31" y="2"/>
                      </a:cubicBezTo>
                      <a:cubicBezTo>
                        <a:pt x="30" y="2"/>
                        <a:pt x="30" y="1"/>
                        <a:pt x="29" y="0"/>
                      </a:cubicBezTo>
                      <a:cubicBezTo>
                        <a:pt x="29" y="0"/>
                        <a:pt x="26" y="0"/>
                        <a:pt x="25" y="2"/>
                      </a:cubicBezTo>
                      <a:cubicBezTo>
                        <a:pt x="24" y="3"/>
                        <a:pt x="24" y="6"/>
                        <a:pt x="23" y="8"/>
                      </a:cubicBezTo>
                      <a:cubicBezTo>
                        <a:pt x="22" y="11"/>
                        <a:pt x="14" y="31"/>
                        <a:pt x="13" y="37"/>
                      </a:cubicBezTo>
                      <a:cubicBezTo>
                        <a:pt x="11" y="44"/>
                        <a:pt x="10" y="50"/>
                        <a:pt x="8" y="55"/>
                      </a:cubicBezTo>
                      <a:cubicBezTo>
                        <a:pt x="6" y="59"/>
                        <a:pt x="4" y="62"/>
                        <a:pt x="3" y="68"/>
                      </a:cubicBezTo>
                      <a:cubicBezTo>
                        <a:pt x="2" y="72"/>
                        <a:pt x="1" y="126"/>
                        <a:pt x="0" y="13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0" name="Freeform 345">
                  <a:extLst>
                    <a:ext uri="{FF2B5EF4-FFF2-40B4-BE49-F238E27FC236}">
                      <a16:creationId xmlns:a16="http://schemas.microsoft.com/office/drawing/2014/main" id="{F56ABA12-7FBD-4835-B08B-DDC21FB8F3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37551" y="1668463"/>
                  <a:ext cx="195263" cy="738188"/>
                </a:xfrm>
                <a:custGeom>
                  <a:avLst/>
                  <a:gdLst>
                    <a:gd name="T0" fmla="*/ 0 w 49"/>
                    <a:gd name="T1" fmla="*/ 130 h 186"/>
                    <a:gd name="T2" fmla="*/ 0 w 49"/>
                    <a:gd name="T3" fmla="*/ 140 h 186"/>
                    <a:gd name="T4" fmla="*/ 4 w 49"/>
                    <a:gd name="T5" fmla="*/ 160 h 186"/>
                    <a:gd name="T6" fmla="*/ 7 w 49"/>
                    <a:gd name="T7" fmla="*/ 170 h 186"/>
                    <a:gd name="T8" fmla="*/ 12 w 49"/>
                    <a:gd name="T9" fmla="*/ 182 h 186"/>
                    <a:gd name="T10" fmla="*/ 29 w 49"/>
                    <a:gd name="T11" fmla="*/ 185 h 186"/>
                    <a:gd name="T12" fmla="*/ 43 w 49"/>
                    <a:gd name="T13" fmla="*/ 176 h 186"/>
                    <a:gd name="T14" fmla="*/ 49 w 49"/>
                    <a:gd name="T15" fmla="*/ 164 h 186"/>
                    <a:gd name="T16" fmla="*/ 49 w 49"/>
                    <a:gd name="T17" fmla="*/ 152 h 186"/>
                    <a:gd name="T18" fmla="*/ 48 w 49"/>
                    <a:gd name="T19" fmla="*/ 139 h 186"/>
                    <a:gd name="T20" fmla="*/ 47 w 49"/>
                    <a:gd name="T21" fmla="*/ 126 h 186"/>
                    <a:gd name="T22" fmla="*/ 48 w 49"/>
                    <a:gd name="T23" fmla="*/ 113 h 186"/>
                    <a:gd name="T24" fmla="*/ 48 w 49"/>
                    <a:gd name="T25" fmla="*/ 94 h 186"/>
                    <a:gd name="T26" fmla="*/ 48 w 49"/>
                    <a:gd name="T27" fmla="*/ 88 h 186"/>
                    <a:gd name="T28" fmla="*/ 47 w 49"/>
                    <a:gd name="T29" fmla="*/ 76 h 186"/>
                    <a:gd name="T30" fmla="*/ 43 w 49"/>
                    <a:gd name="T31" fmla="*/ 55 h 186"/>
                    <a:gd name="T32" fmla="*/ 42 w 49"/>
                    <a:gd name="T33" fmla="*/ 50 h 186"/>
                    <a:gd name="T34" fmla="*/ 40 w 49"/>
                    <a:gd name="T35" fmla="*/ 33 h 186"/>
                    <a:gd name="T36" fmla="*/ 38 w 49"/>
                    <a:gd name="T37" fmla="*/ 25 h 186"/>
                    <a:gd name="T38" fmla="*/ 34 w 49"/>
                    <a:gd name="T39" fmla="*/ 6 h 186"/>
                    <a:gd name="T40" fmla="*/ 31 w 49"/>
                    <a:gd name="T41" fmla="*/ 2 h 186"/>
                    <a:gd name="T42" fmla="*/ 29 w 49"/>
                    <a:gd name="T43" fmla="*/ 0 h 186"/>
                    <a:gd name="T44" fmla="*/ 25 w 49"/>
                    <a:gd name="T45" fmla="*/ 2 h 186"/>
                    <a:gd name="T46" fmla="*/ 23 w 49"/>
                    <a:gd name="T47" fmla="*/ 8 h 186"/>
                    <a:gd name="T48" fmla="*/ 13 w 49"/>
                    <a:gd name="T49" fmla="*/ 37 h 186"/>
                    <a:gd name="T50" fmla="*/ 8 w 49"/>
                    <a:gd name="T51" fmla="*/ 55 h 186"/>
                    <a:gd name="T52" fmla="*/ 3 w 49"/>
                    <a:gd name="T53" fmla="*/ 68 h 186"/>
                    <a:gd name="T54" fmla="*/ 0 w 49"/>
                    <a:gd name="T55" fmla="*/ 130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9" h="186">
                      <a:moveTo>
                        <a:pt x="0" y="130"/>
                      </a:moveTo>
                      <a:cubicBezTo>
                        <a:pt x="0" y="134"/>
                        <a:pt x="0" y="137"/>
                        <a:pt x="0" y="140"/>
                      </a:cubicBezTo>
                      <a:cubicBezTo>
                        <a:pt x="1" y="149"/>
                        <a:pt x="2" y="155"/>
                        <a:pt x="4" y="160"/>
                      </a:cubicBezTo>
                      <a:cubicBezTo>
                        <a:pt x="5" y="164"/>
                        <a:pt x="6" y="167"/>
                        <a:pt x="7" y="170"/>
                      </a:cubicBezTo>
                      <a:cubicBezTo>
                        <a:pt x="8" y="173"/>
                        <a:pt x="11" y="182"/>
                        <a:pt x="12" y="182"/>
                      </a:cubicBezTo>
                      <a:cubicBezTo>
                        <a:pt x="13" y="182"/>
                        <a:pt x="27" y="186"/>
                        <a:pt x="29" y="185"/>
                      </a:cubicBezTo>
                      <a:cubicBezTo>
                        <a:pt x="30" y="185"/>
                        <a:pt x="42" y="177"/>
                        <a:pt x="43" y="176"/>
                      </a:cubicBezTo>
                      <a:cubicBezTo>
                        <a:pt x="44" y="175"/>
                        <a:pt x="48" y="167"/>
                        <a:pt x="49" y="164"/>
                      </a:cubicBezTo>
                      <a:cubicBezTo>
                        <a:pt x="49" y="160"/>
                        <a:pt x="49" y="156"/>
                        <a:pt x="49" y="152"/>
                      </a:cubicBezTo>
                      <a:cubicBezTo>
                        <a:pt x="49" y="147"/>
                        <a:pt x="48" y="143"/>
                        <a:pt x="48" y="139"/>
                      </a:cubicBezTo>
                      <a:cubicBezTo>
                        <a:pt x="48" y="134"/>
                        <a:pt x="47" y="131"/>
                        <a:pt x="47" y="126"/>
                      </a:cubicBezTo>
                      <a:cubicBezTo>
                        <a:pt x="47" y="121"/>
                        <a:pt x="47" y="117"/>
                        <a:pt x="48" y="113"/>
                      </a:cubicBezTo>
                      <a:cubicBezTo>
                        <a:pt x="48" y="111"/>
                        <a:pt x="48" y="97"/>
                        <a:pt x="48" y="94"/>
                      </a:cubicBezTo>
                      <a:cubicBezTo>
                        <a:pt x="48" y="93"/>
                        <a:pt x="48" y="90"/>
                        <a:pt x="48" y="88"/>
                      </a:cubicBezTo>
                      <a:cubicBezTo>
                        <a:pt x="48" y="84"/>
                        <a:pt x="48" y="79"/>
                        <a:pt x="47" y="76"/>
                      </a:cubicBezTo>
                      <a:cubicBezTo>
                        <a:pt x="46" y="72"/>
                        <a:pt x="43" y="58"/>
                        <a:pt x="43" y="55"/>
                      </a:cubicBezTo>
                      <a:cubicBezTo>
                        <a:pt x="42" y="53"/>
                        <a:pt x="42" y="52"/>
                        <a:pt x="42" y="50"/>
                      </a:cubicBezTo>
                      <a:cubicBezTo>
                        <a:pt x="42" y="49"/>
                        <a:pt x="41" y="35"/>
                        <a:pt x="40" y="33"/>
                      </a:cubicBezTo>
                      <a:cubicBezTo>
                        <a:pt x="40" y="30"/>
                        <a:pt x="39" y="27"/>
                        <a:pt x="38" y="25"/>
                      </a:cubicBezTo>
                      <a:cubicBezTo>
                        <a:pt x="38" y="23"/>
                        <a:pt x="34" y="7"/>
                        <a:pt x="34" y="6"/>
                      </a:cubicBezTo>
                      <a:cubicBezTo>
                        <a:pt x="33" y="4"/>
                        <a:pt x="32" y="3"/>
                        <a:pt x="31" y="2"/>
                      </a:cubicBezTo>
                      <a:cubicBezTo>
                        <a:pt x="30" y="2"/>
                        <a:pt x="30" y="1"/>
                        <a:pt x="29" y="0"/>
                      </a:cubicBezTo>
                      <a:cubicBezTo>
                        <a:pt x="29" y="0"/>
                        <a:pt x="26" y="0"/>
                        <a:pt x="25" y="2"/>
                      </a:cubicBezTo>
                      <a:cubicBezTo>
                        <a:pt x="24" y="3"/>
                        <a:pt x="24" y="6"/>
                        <a:pt x="23" y="8"/>
                      </a:cubicBezTo>
                      <a:cubicBezTo>
                        <a:pt x="22" y="11"/>
                        <a:pt x="14" y="31"/>
                        <a:pt x="13" y="37"/>
                      </a:cubicBezTo>
                      <a:cubicBezTo>
                        <a:pt x="11" y="44"/>
                        <a:pt x="10" y="50"/>
                        <a:pt x="8" y="55"/>
                      </a:cubicBezTo>
                      <a:cubicBezTo>
                        <a:pt x="6" y="59"/>
                        <a:pt x="4" y="62"/>
                        <a:pt x="3" y="68"/>
                      </a:cubicBezTo>
                      <a:cubicBezTo>
                        <a:pt x="2" y="72"/>
                        <a:pt x="1" y="126"/>
                        <a:pt x="0" y="13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1" name="Freeform 346">
                  <a:extLst>
                    <a:ext uri="{FF2B5EF4-FFF2-40B4-BE49-F238E27FC236}">
                      <a16:creationId xmlns:a16="http://schemas.microsoft.com/office/drawing/2014/main" id="{E024253A-FF22-4596-83D9-1873A1411B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20188" y="2324100"/>
                  <a:ext cx="84138" cy="190500"/>
                </a:xfrm>
                <a:custGeom>
                  <a:avLst/>
                  <a:gdLst>
                    <a:gd name="T0" fmla="*/ 0 w 21"/>
                    <a:gd name="T1" fmla="*/ 44 h 48"/>
                    <a:gd name="T2" fmla="*/ 1 w 21"/>
                    <a:gd name="T3" fmla="*/ 47 h 48"/>
                    <a:gd name="T4" fmla="*/ 4 w 21"/>
                    <a:gd name="T5" fmla="*/ 48 h 48"/>
                    <a:gd name="T6" fmla="*/ 8 w 21"/>
                    <a:gd name="T7" fmla="*/ 48 h 48"/>
                    <a:gd name="T8" fmla="*/ 13 w 21"/>
                    <a:gd name="T9" fmla="*/ 48 h 48"/>
                    <a:gd name="T10" fmla="*/ 17 w 21"/>
                    <a:gd name="T11" fmla="*/ 48 h 48"/>
                    <a:gd name="T12" fmla="*/ 19 w 21"/>
                    <a:gd name="T13" fmla="*/ 48 h 48"/>
                    <a:gd name="T14" fmla="*/ 21 w 21"/>
                    <a:gd name="T15" fmla="*/ 48 h 48"/>
                    <a:gd name="T16" fmla="*/ 21 w 21"/>
                    <a:gd name="T17" fmla="*/ 47 h 48"/>
                    <a:gd name="T18" fmla="*/ 20 w 21"/>
                    <a:gd name="T19" fmla="*/ 43 h 48"/>
                    <a:gd name="T20" fmla="*/ 20 w 21"/>
                    <a:gd name="T21" fmla="*/ 37 h 48"/>
                    <a:gd name="T22" fmla="*/ 19 w 21"/>
                    <a:gd name="T23" fmla="*/ 26 h 48"/>
                    <a:gd name="T24" fmla="*/ 20 w 21"/>
                    <a:gd name="T25" fmla="*/ 21 h 48"/>
                    <a:gd name="T26" fmla="*/ 19 w 21"/>
                    <a:gd name="T27" fmla="*/ 15 h 48"/>
                    <a:gd name="T28" fmla="*/ 19 w 21"/>
                    <a:gd name="T29" fmla="*/ 4 h 48"/>
                    <a:gd name="T30" fmla="*/ 19 w 21"/>
                    <a:gd name="T31" fmla="*/ 4 h 48"/>
                    <a:gd name="T32" fmla="*/ 19 w 21"/>
                    <a:gd name="T33" fmla="*/ 2 h 48"/>
                    <a:gd name="T34" fmla="*/ 16 w 21"/>
                    <a:gd name="T35" fmla="*/ 2 h 48"/>
                    <a:gd name="T36" fmla="*/ 12 w 21"/>
                    <a:gd name="T37" fmla="*/ 0 h 48"/>
                    <a:gd name="T38" fmla="*/ 8 w 21"/>
                    <a:gd name="T39" fmla="*/ 0 h 48"/>
                    <a:gd name="T40" fmla="*/ 4 w 21"/>
                    <a:gd name="T41" fmla="*/ 1 h 48"/>
                    <a:gd name="T42" fmla="*/ 3 w 21"/>
                    <a:gd name="T43" fmla="*/ 3 h 48"/>
                    <a:gd name="T44" fmla="*/ 3 w 21"/>
                    <a:gd name="T45" fmla="*/ 17 h 48"/>
                    <a:gd name="T46" fmla="*/ 2 w 21"/>
                    <a:gd name="T47" fmla="*/ 24 h 48"/>
                    <a:gd name="T48" fmla="*/ 2 w 21"/>
                    <a:gd name="T49" fmla="*/ 31 h 48"/>
                    <a:gd name="T50" fmla="*/ 1 w 21"/>
                    <a:gd name="T51" fmla="*/ 38 h 48"/>
                    <a:gd name="T52" fmla="*/ 0 w 21"/>
                    <a:gd name="T53" fmla="*/ 4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8">
                      <a:moveTo>
                        <a:pt x="0" y="44"/>
                      </a:moveTo>
                      <a:cubicBezTo>
                        <a:pt x="0" y="45"/>
                        <a:pt x="0" y="46"/>
                        <a:pt x="1" y="47"/>
                      </a:cubicBezTo>
                      <a:cubicBezTo>
                        <a:pt x="2" y="47"/>
                        <a:pt x="3" y="48"/>
                        <a:pt x="4" y="48"/>
                      </a:cubicBezTo>
                      <a:cubicBezTo>
                        <a:pt x="5" y="48"/>
                        <a:pt x="7" y="48"/>
                        <a:pt x="8" y="48"/>
                      </a:cubicBezTo>
                      <a:cubicBezTo>
                        <a:pt x="10" y="48"/>
                        <a:pt x="11" y="48"/>
                        <a:pt x="13" y="48"/>
                      </a:cubicBezTo>
                      <a:cubicBezTo>
                        <a:pt x="14" y="48"/>
                        <a:pt x="16" y="48"/>
                        <a:pt x="17" y="48"/>
                      </a:cubicBezTo>
                      <a:cubicBezTo>
                        <a:pt x="18" y="48"/>
                        <a:pt x="19" y="48"/>
                        <a:pt x="19" y="48"/>
                      </a:cubicBezTo>
                      <a:cubicBezTo>
                        <a:pt x="20" y="48"/>
                        <a:pt x="20" y="48"/>
                        <a:pt x="21" y="48"/>
                      </a:cubicBezTo>
                      <a:cubicBezTo>
                        <a:pt x="21" y="48"/>
                        <a:pt x="21" y="48"/>
                        <a:pt x="21" y="47"/>
                      </a:cubicBezTo>
                      <a:cubicBezTo>
                        <a:pt x="21" y="46"/>
                        <a:pt x="20" y="44"/>
                        <a:pt x="20" y="43"/>
                      </a:cubicBezTo>
                      <a:cubicBezTo>
                        <a:pt x="20" y="41"/>
                        <a:pt x="20" y="39"/>
                        <a:pt x="20" y="37"/>
                      </a:cubicBezTo>
                      <a:cubicBezTo>
                        <a:pt x="20" y="34"/>
                        <a:pt x="19" y="30"/>
                        <a:pt x="19" y="26"/>
                      </a:cubicBezTo>
                      <a:cubicBezTo>
                        <a:pt x="19" y="24"/>
                        <a:pt x="20" y="23"/>
                        <a:pt x="20" y="21"/>
                      </a:cubicBezTo>
                      <a:cubicBezTo>
                        <a:pt x="20" y="19"/>
                        <a:pt x="19" y="17"/>
                        <a:pt x="19" y="15"/>
                      </a:cubicBezTo>
                      <a:cubicBezTo>
                        <a:pt x="19" y="12"/>
                        <a:pt x="19" y="8"/>
                        <a:pt x="19" y="4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20" y="3"/>
                        <a:pt x="20" y="3"/>
                        <a:pt x="19" y="2"/>
                      </a:cubicBezTo>
                      <a:cubicBezTo>
                        <a:pt x="18" y="2"/>
                        <a:pt x="17" y="2"/>
                        <a:pt x="16" y="2"/>
                      </a:cubicBezTo>
                      <a:cubicBezTo>
                        <a:pt x="14" y="1"/>
                        <a:pt x="13" y="0"/>
                        <a:pt x="12" y="0"/>
                      </a:cubicBezTo>
                      <a:cubicBezTo>
                        <a:pt x="10" y="0"/>
                        <a:pt x="9" y="0"/>
                        <a:pt x="8" y="0"/>
                      </a:cubicBezTo>
                      <a:cubicBezTo>
                        <a:pt x="7" y="0"/>
                        <a:pt x="5" y="0"/>
                        <a:pt x="4" y="1"/>
                      </a:cubicBezTo>
                      <a:cubicBezTo>
                        <a:pt x="3" y="1"/>
                        <a:pt x="3" y="1"/>
                        <a:pt x="3" y="3"/>
                      </a:cubicBezTo>
                      <a:cubicBezTo>
                        <a:pt x="2" y="8"/>
                        <a:pt x="3" y="12"/>
                        <a:pt x="3" y="17"/>
                      </a:cubicBezTo>
                      <a:cubicBezTo>
                        <a:pt x="3" y="19"/>
                        <a:pt x="2" y="22"/>
                        <a:pt x="2" y="24"/>
                      </a:cubicBezTo>
                      <a:cubicBezTo>
                        <a:pt x="2" y="26"/>
                        <a:pt x="2" y="28"/>
                        <a:pt x="2" y="31"/>
                      </a:cubicBezTo>
                      <a:cubicBezTo>
                        <a:pt x="2" y="33"/>
                        <a:pt x="1" y="35"/>
                        <a:pt x="1" y="38"/>
                      </a:cubicBezTo>
                      <a:cubicBezTo>
                        <a:pt x="1" y="40"/>
                        <a:pt x="1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2" name="Freeform 347">
                  <a:extLst>
                    <a:ext uri="{FF2B5EF4-FFF2-40B4-BE49-F238E27FC236}">
                      <a16:creationId xmlns:a16="http://schemas.microsoft.com/office/drawing/2014/main" id="{0DCCB6D6-603E-439D-B6A0-C4E29B7A8D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20188" y="2324100"/>
                  <a:ext cx="84138" cy="190500"/>
                </a:xfrm>
                <a:custGeom>
                  <a:avLst/>
                  <a:gdLst>
                    <a:gd name="T0" fmla="*/ 0 w 21"/>
                    <a:gd name="T1" fmla="*/ 44 h 48"/>
                    <a:gd name="T2" fmla="*/ 1 w 21"/>
                    <a:gd name="T3" fmla="*/ 47 h 48"/>
                    <a:gd name="T4" fmla="*/ 4 w 21"/>
                    <a:gd name="T5" fmla="*/ 48 h 48"/>
                    <a:gd name="T6" fmla="*/ 8 w 21"/>
                    <a:gd name="T7" fmla="*/ 48 h 48"/>
                    <a:gd name="T8" fmla="*/ 13 w 21"/>
                    <a:gd name="T9" fmla="*/ 48 h 48"/>
                    <a:gd name="T10" fmla="*/ 17 w 21"/>
                    <a:gd name="T11" fmla="*/ 48 h 48"/>
                    <a:gd name="T12" fmla="*/ 19 w 21"/>
                    <a:gd name="T13" fmla="*/ 48 h 48"/>
                    <a:gd name="T14" fmla="*/ 21 w 21"/>
                    <a:gd name="T15" fmla="*/ 48 h 48"/>
                    <a:gd name="T16" fmla="*/ 21 w 21"/>
                    <a:gd name="T17" fmla="*/ 47 h 48"/>
                    <a:gd name="T18" fmla="*/ 20 w 21"/>
                    <a:gd name="T19" fmla="*/ 43 h 48"/>
                    <a:gd name="T20" fmla="*/ 20 w 21"/>
                    <a:gd name="T21" fmla="*/ 37 h 48"/>
                    <a:gd name="T22" fmla="*/ 19 w 21"/>
                    <a:gd name="T23" fmla="*/ 26 h 48"/>
                    <a:gd name="T24" fmla="*/ 20 w 21"/>
                    <a:gd name="T25" fmla="*/ 21 h 48"/>
                    <a:gd name="T26" fmla="*/ 19 w 21"/>
                    <a:gd name="T27" fmla="*/ 15 h 48"/>
                    <a:gd name="T28" fmla="*/ 19 w 21"/>
                    <a:gd name="T29" fmla="*/ 4 h 48"/>
                    <a:gd name="T30" fmla="*/ 19 w 21"/>
                    <a:gd name="T31" fmla="*/ 4 h 48"/>
                    <a:gd name="T32" fmla="*/ 19 w 21"/>
                    <a:gd name="T33" fmla="*/ 2 h 48"/>
                    <a:gd name="T34" fmla="*/ 16 w 21"/>
                    <a:gd name="T35" fmla="*/ 2 h 48"/>
                    <a:gd name="T36" fmla="*/ 12 w 21"/>
                    <a:gd name="T37" fmla="*/ 0 h 48"/>
                    <a:gd name="T38" fmla="*/ 8 w 21"/>
                    <a:gd name="T39" fmla="*/ 0 h 48"/>
                    <a:gd name="T40" fmla="*/ 4 w 21"/>
                    <a:gd name="T41" fmla="*/ 1 h 48"/>
                    <a:gd name="T42" fmla="*/ 3 w 21"/>
                    <a:gd name="T43" fmla="*/ 3 h 48"/>
                    <a:gd name="T44" fmla="*/ 3 w 21"/>
                    <a:gd name="T45" fmla="*/ 17 h 48"/>
                    <a:gd name="T46" fmla="*/ 2 w 21"/>
                    <a:gd name="T47" fmla="*/ 24 h 48"/>
                    <a:gd name="T48" fmla="*/ 2 w 21"/>
                    <a:gd name="T49" fmla="*/ 31 h 48"/>
                    <a:gd name="T50" fmla="*/ 1 w 21"/>
                    <a:gd name="T51" fmla="*/ 38 h 48"/>
                    <a:gd name="T52" fmla="*/ 0 w 21"/>
                    <a:gd name="T53" fmla="*/ 4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8">
                      <a:moveTo>
                        <a:pt x="0" y="44"/>
                      </a:moveTo>
                      <a:cubicBezTo>
                        <a:pt x="0" y="45"/>
                        <a:pt x="0" y="46"/>
                        <a:pt x="1" y="47"/>
                      </a:cubicBezTo>
                      <a:cubicBezTo>
                        <a:pt x="2" y="47"/>
                        <a:pt x="3" y="48"/>
                        <a:pt x="4" y="48"/>
                      </a:cubicBezTo>
                      <a:cubicBezTo>
                        <a:pt x="5" y="48"/>
                        <a:pt x="7" y="48"/>
                        <a:pt x="8" y="48"/>
                      </a:cubicBezTo>
                      <a:cubicBezTo>
                        <a:pt x="10" y="48"/>
                        <a:pt x="11" y="48"/>
                        <a:pt x="13" y="48"/>
                      </a:cubicBezTo>
                      <a:cubicBezTo>
                        <a:pt x="14" y="48"/>
                        <a:pt x="16" y="48"/>
                        <a:pt x="17" y="48"/>
                      </a:cubicBezTo>
                      <a:cubicBezTo>
                        <a:pt x="18" y="48"/>
                        <a:pt x="19" y="48"/>
                        <a:pt x="19" y="48"/>
                      </a:cubicBezTo>
                      <a:cubicBezTo>
                        <a:pt x="20" y="48"/>
                        <a:pt x="20" y="48"/>
                        <a:pt x="21" y="48"/>
                      </a:cubicBezTo>
                      <a:cubicBezTo>
                        <a:pt x="21" y="48"/>
                        <a:pt x="21" y="48"/>
                        <a:pt x="21" y="47"/>
                      </a:cubicBezTo>
                      <a:cubicBezTo>
                        <a:pt x="21" y="46"/>
                        <a:pt x="20" y="44"/>
                        <a:pt x="20" y="43"/>
                      </a:cubicBezTo>
                      <a:cubicBezTo>
                        <a:pt x="20" y="41"/>
                        <a:pt x="20" y="39"/>
                        <a:pt x="20" y="37"/>
                      </a:cubicBezTo>
                      <a:cubicBezTo>
                        <a:pt x="20" y="34"/>
                        <a:pt x="19" y="30"/>
                        <a:pt x="19" y="26"/>
                      </a:cubicBezTo>
                      <a:cubicBezTo>
                        <a:pt x="19" y="24"/>
                        <a:pt x="20" y="23"/>
                        <a:pt x="20" y="21"/>
                      </a:cubicBezTo>
                      <a:cubicBezTo>
                        <a:pt x="20" y="19"/>
                        <a:pt x="19" y="17"/>
                        <a:pt x="19" y="15"/>
                      </a:cubicBezTo>
                      <a:cubicBezTo>
                        <a:pt x="19" y="12"/>
                        <a:pt x="19" y="8"/>
                        <a:pt x="19" y="4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20" y="3"/>
                        <a:pt x="20" y="3"/>
                        <a:pt x="19" y="2"/>
                      </a:cubicBezTo>
                      <a:cubicBezTo>
                        <a:pt x="18" y="2"/>
                        <a:pt x="17" y="2"/>
                        <a:pt x="16" y="2"/>
                      </a:cubicBezTo>
                      <a:cubicBezTo>
                        <a:pt x="14" y="1"/>
                        <a:pt x="13" y="0"/>
                        <a:pt x="12" y="0"/>
                      </a:cubicBezTo>
                      <a:cubicBezTo>
                        <a:pt x="10" y="0"/>
                        <a:pt x="9" y="0"/>
                        <a:pt x="8" y="0"/>
                      </a:cubicBezTo>
                      <a:cubicBezTo>
                        <a:pt x="7" y="0"/>
                        <a:pt x="5" y="0"/>
                        <a:pt x="4" y="1"/>
                      </a:cubicBezTo>
                      <a:cubicBezTo>
                        <a:pt x="3" y="1"/>
                        <a:pt x="3" y="1"/>
                        <a:pt x="3" y="3"/>
                      </a:cubicBezTo>
                      <a:cubicBezTo>
                        <a:pt x="2" y="8"/>
                        <a:pt x="3" y="12"/>
                        <a:pt x="3" y="17"/>
                      </a:cubicBezTo>
                      <a:cubicBezTo>
                        <a:pt x="3" y="19"/>
                        <a:pt x="2" y="22"/>
                        <a:pt x="2" y="24"/>
                      </a:cubicBezTo>
                      <a:cubicBezTo>
                        <a:pt x="2" y="26"/>
                        <a:pt x="2" y="28"/>
                        <a:pt x="2" y="31"/>
                      </a:cubicBezTo>
                      <a:cubicBezTo>
                        <a:pt x="2" y="33"/>
                        <a:pt x="1" y="35"/>
                        <a:pt x="1" y="38"/>
                      </a:cubicBezTo>
                      <a:cubicBezTo>
                        <a:pt x="1" y="40"/>
                        <a:pt x="1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3" name="Freeform 348">
                  <a:extLst>
                    <a:ext uri="{FF2B5EF4-FFF2-40B4-BE49-F238E27FC236}">
                      <a16:creationId xmlns:a16="http://schemas.microsoft.com/office/drawing/2014/main" id="{9BA16FC0-4ED4-4580-984C-D3402B394B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05876" y="1871663"/>
                  <a:ext cx="501650" cy="500063"/>
                </a:xfrm>
                <a:custGeom>
                  <a:avLst/>
                  <a:gdLst>
                    <a:gd name="T0" fmla="*/ 1 w 126"/>
                    <a:gd name="T1" fmla="*/ 88 h 126"/>
                    <a:gd name="T2" fmla="*/ 1 w 126"/>
                    <a:gd name="T3" fmla="*/ 95 h 126"/>
                    <a:gd name="T4" fmla="*/ 11 w 126"/>
                    <a:gd name="T5" fmla="*/ 109 h 126"/>
                    <a:gd name="T6" fmla="*/ 18 w 126"/>
                    <a:gd name="T7" fmla="*/ 115 h 126"/>
                    <a:gd name="T8" fmla="*/ 23 w 126"/>
                    <a:gd name="T9" fmla="*/ 121 h 126"/>
                    <a:gd name="T10" fmla="*/ 30 w 126"/>
                    <a:gd name="T11" fmla="*/ 123 h 126"/>
                    <a:gd name="T12" fmla="*/ 38 w 126"/>
                    <a:gd name="T13" fmla="*/ 124 h 126"/>
                    <a:gd name="T14" fmla="*/ 44 w 126"/>
                    <a:gd name="T15" fmla="*/ 123 h 126"/>
                    <a:gd name="T16" fmla="*/ 48 w 126"/>
                    <a:gd name="T17" fmla="*/ 123 h 126"/>
                    <a:gd name="T18" fmla="*/ 57 w 126"/>
                    <a:gd name="T19" fmla="*/ 123 h 126"/>
                    <a:gd name="T20" fmla="*/ 76 w 126"/>
                    <a:gd name="T21" fmla="*/ 125 h 126"/>
                    <a:gd name="T22" fmla="*/ 80 w 126"/>
                    <a:gd name="T23" fmla="*/ 124 h 126"/>
                    <a:gd name="T24" fmla="*/ 84 w 126"/>
                    <a:gd name="T25" fmla="*/ 122 h 126"/>
                    <a:gd name="T26" fmla="*/ 93 w 126"/>
                    <a:gd name="T27" fmla="*/ 119 h 126"/>
                    <a:gd name="T28" fmla="*/ 103 w 126"/>
                    <a:gd name="T29" fmla="*/ 119 h 126"/>
                    <a:gd name="T30" fmla="*/ 112 w 126"/>
                    <a:gd name="T31" fmla="*/ 119 h 126"/>
                    <a:gd name="T32" fmla="*/ 121 w 126"/>
                    <a:gd name="T33" fmla="*/ 116 h 126"/>
                    <a:gd name="T34" fmla="*/ 125 w 126"/>
                    <a:gd name="T35" fmla="*/ 111 h 126"/>
                    <a:gd name="T36" fmla="*/ 126 w 126"/>
                    <a:gd name="T37" fmla="*/ 103 h 126"/>
                    <a:gd name="T38" fmla="*/ 124 w 126"/>
                    <a:gd name="T39" fmla="*/ 94 h 126"/>
                    <a:gd name="T40" fmla="*/ 121 w 126"/>
                    <a:gd name="T41" fmla="*/ 85 h 126"/>
                    <a:gd name="T42" fmla="*/ 123 w 126"/>
                    <a:gd name="T43" fmla="*/ 77 h 126"/>
                    <a:gd name="T44" fmla="*/ 125 w 126"/>
                    <a:gd name="T45" fmla="*/ 73 h 126"/>
                    <a:gd name="T46" fmla="*/ 124 w 126"/>
                    <a:gd name="T47" fmla="*/ 68 h 126"/>
                    <a:gd name="T48" fmla="*/ 124 w 126"/>
                    <a:gd name="T49" fmla="*/ 64 h 126"/>
                    <a:gd name="T50" fmla="*/ 125 w 126"/>
                    <a:gd name="T51" fmla="*/ 60 h 126"/>
                    <a:gd name="T52" fmla="*/ 121 w 126"/>
                    <a:gd name="T53" fmla="*/ 51 h 126"/>
                    <a:gd name="T54" fmla="*/ 115 w 126"/>
                    <a:gd name="T55" fmla="*/ 46 h 126"/>
                    <a:gd name="T56" fmla="*/ 112 w 126"/>
                    <a:gd name="T57" fmla="*/ 43 h 126"/>
                    <a:gd name="T58" fmla="*/ 110 w 126"/>
                    <a:gd name="T59" fmla="*/ 38 h 126"/>
                    <a:gd name="T60" fmla="*/ 108 w 126"/>
                    <a:gd name="T61" fmla="*/ 35 h 126"/>
                    <a:gd name="T62" fmla="*/ 107 w 126"/>
                    <a:gd name="T63" fmla="*/ 31 h 126"/>
                    <a:gd name="T64" fmla="*/ 106 w 126"/>
                    <a:gd name="T65" fmla="*/ 26 h 126"/>
                    <a:gd name="T66" fmla="*/ 104 w 126"/>
                    <a:gd name="T67" fmla="*/ 23 h 126"/>
                    <a:gd name="T68" fmla="*/ 99 w 126"/>
                    <a:gd name="T69" fmla="*/ 17 h 126"/>
                    <a:gd name="T70" fmla="*/ 96 w 126"/>
                    <a:gd name="T71" fmla="*/ 15 h 126"/>
                    <a:gd name="T72" fmla="*/ 93 w 126"/>
                    <a:gd name="T73" fmla="*/ 11 h 126"/>
                    <a:gd name="T74" fmla="*/ 90 w 126"/>
                    <a:gd name="T75" fmla="*/ 8 h 126"/>
                    <a:gd name="T76" fmla="*/ 88 w 126"/>
                    <a:gd name="T77" fmla="*/ 5 h 126"/>
                    <a:gd name="T78" fmla="*/ 80 w 126"/>
                    <a:gd name="T79" fmla="*/ 2 h 126"/>
                    <a:gd name="T80" fmla="*/ 75 w 126"/>
                    <a:gd name="T81" fmla="*/ 1 h 126"/>
                    <a:gd name="T82" fmla="*/ 65 w 126"/>
                    <a:gd name="T83" fmla="*/ 2 h 126"/>
                    <a:gd name="T84" fmla="*/ 59 w 126"/>
                    <a:gd name="T85" fmla="*/ 6 h 126"/>
                    <a:gd name="T86" fmla="*/ 51 w 126"/>
                    <a:gd name="T87" fmla="*/ 11 h 126"/>
                    <a:gd name="T88" fmla="*/ 44 w 126"/>
                    <a:gd name="T89" fmla="*/ 14 h 126"/>
                    <a:gd name="T90" fmla="*/ 33 w 126"/>
                    <a:gd name="T91" fmla="*/ 26 h 126"/>
                    <a:gd name="T92" fmla="*/ 20 w 126"/>
                    <a:gd name="T93" fmla="*/ 38 h 126"/>
                    <a:gd name="T94" fmla="*/ 8 w 126"/>
                    <a:gd name="T95" fmla="*/ 47 h 126"/>
                    <a:gd name="T96" fmla="*/ 5 w 126"/>
                    <a:gd name="T97" fmla="*/ 54 h 126"/>
                    <a:gd name="T98" fmla="*/ 2 w 126"/>
                    <a:gd name="T99" fmla="*/ 62 h 126"/>
                    <a:gd name="T100" fmla="*/ 2 w 126"/>
                    <a:gd name="T101" fmla="*/ 79 h 126"/>
                    <a:gd name="T102" fmla="*/ 1 w 126"/>
                    <a:gd name="T103" fmla="*/ 88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6">
                      <a:moveTo>
                        <a:pt x="1" y="88"/>
                      </a:moveTo>
                      <a:cubicBezTo>
                        <a:pt x="0" y="91"/>
                        <a:pt x="0" y="93"/>
                        <a:pt x="1" y="95"/>
                      </a:cubicBezTo>
                      <a:cubicBezTo>
                        <a:pt x="3" y="101"/>
                        <a:pt x="7" y="105"/>
                        <a:pt x="11" y="109"/>
                      </a:cubicBezTo>
                      <a:cubicBezTo>
                        <a:pt x="14" y="111"/>
                        <a:pt x="16" y="113"/>
                        <a:pt x="18" y="115"/>
                      </a:cubicBezTo>
                      <a:cubicBezTo>
                        <a:pt x="20" y="117"/>
                        <a:pt x="21" y="120"/>
                        <a:pt x="23" y="121"/>
                      </a:cubicBezTo>
                      <a:cubicBezTo>
                        <a:pt x="26" y="121"/>
                        <a:pt x="28" y="123"/>
                        <a:pt x="30" y="123"/>
                      </a:cubicBezTo>
                      <a:cubicBezTo>
                        <a:pt x="33" y="123"/>
                        <a:pt x="36" y="124"/>
                        <a:pt x="38" y="124"/>
                      </a:cubicBezTo>
                      <a:cubicBezTo>
                        <a:pt x="40" y="123"/>
                        <a:pt x="42" y="123"/>
                        <a:pt x="44" y="123"/>
                      </a:cubicBezTo>
                      <a:cubicBezTo>
                        <a:pt x="45" y="123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70" y="126"/>
                        <a:pt x="76" y="125"/>
                      </a:cubicBezTo>
                      <a:cubicBezTo>
                        <a:pt x="78" y="125"/>
                        <a:pt x="79" y="124"/>
                        <a:pt x="80" y="124"/>
                      </a:cubicBezTo>
                      <a:cubicBezTo>
                        <a:pt x="82" y="123"/>
                        <a:pt x="83" y="122"/>
                        <a:pt x="84" y="122"/>
                      </a:cubicBezTo>
                      <a:cubicBezTo>
                        <a:pt x="87" y="120"/>
                        <a:pt x="90" y="119"/>
                        <a:pt x="93" y="119"/>
                      </a:cubicBezTo>
                      <a:cubicBezTo>
                        <a:pt x="97" y="119"/>
                        <a:pt x="100" y="119"/>
                        <a:pt x="103" y="119"/>
                      </a:cubicBezTo>
                      <a:cubicBezTo>
                        <a:pt x="106" y="119"/>
                        <a:pt x="109" y="120"/>
                        <a:pt x="112" y="119"/>
                      </a:cubicBezTo>
                      <a:cubicBezTo>
                        <a:pt x="115" y="118"/>
                        <a:pt x="118" y="118"/>
                        <a:pt x="121" y="116"/>
                      </a:cubicBezTo>
                      <a:cubicBezTo>
                        <a:pt x="123" y="115"/>
                        <a:pt x="124" y="113"/>
                        <a:pt x="125" y="111"/>
                      </a:cubicBezTo>
                      <a:cubicBezTo>
                        <a:pt x="126" y="108"/>
                        <a:pt x="126" y="105"/>
                        <a:pt x="126" y="103"/>
                      </a:cubicBezTo>
                      <a:cubicBezTo>
                        <a:pt x="126" y="100"/>
                        <a:pt x="125" y="97"/>
                        <a:pt x="124" y="94"/>
                      </a:cubicBezTo>
                      <a:cubicBezTo>
                        <a:pt x="123" y="91"/>
                        <a:pt x="121" y="89"/>
                        <a:pt x="121" y="85"/>
                      </a:cubicBezTo>
                      <a:cubicBezTo>
                        <a:pt x="120" y="82"/>
                        <a:pt x="122" y="80"/>
                        <a:pt x="123" y="77"/>
                      </a:cubicBezTo>
                      <a:cubicBezTo>
                        <a:pt x="124" y="76"/>
                        <a:pt x="124" y="74"/>
                        <a:pt x="125" y="73"/>
                      </a:cubicBezTo>
                      <a:cubicBezTo>
                        <a:pt x="125" y="71"/>
                        <a:pt x="125" y="70"/>
                        <a:pt x="124" y="68"/>
                      </a:cubicBezTo>
                      <a:cubicBezTo>
                        <a:pt x="124" y="67"/>
                        <a:pt x="124" y="66"/>
                        <a:pt x="124" y="64"/>
                      </a:cubicBezTo>
                      <a:cubicBezTo>
                        <a:pt x="124" y="63"/>
                        <a:pt x="125" y="61"/>
                        <a:pt x="125" y="60"/>
                      </a:cubicBezTo>
                      <a:cubicBezTo>
                        <a:pt x="124" y="57"/>
                        <a:pt x="123" y="54"/>
                        <a:pt x="121" y="51"/>
                      </a:cubicBezTo>
                      <a:cubicBezTo>
                        <a:pt x="120" y="49"/>
                        <a:pt x="118" y="48"/>
                        <a:pt x="115" y="46"/>
                      </a:cubicBezTo>
                      <a:cubicBezTo>
                        <a:pt x="114" y="45"/>
                        <a:pt x="113" y="44"/>
                        <a:pt x="112" y="43"/>
                      </a:cubicBezTo>
                      <a:cubicBezTo>
                        <a:pt x="110" y="41"/>
                        <a:pt x="111" y="39"/>
                        <a:pt x="110" y="38"/>
                      </a:cubicBezTo>
                      <a:cubicBezTo>
                        <a:pt x="110" y="37"/>
                        <a:pt x="109" y="36"/>
                        <a:pt x="108" y="35"/>
                      </a:cubicBezTo>
                      <a:cubicBezTo>
                        <a:pt x="108" y="33"/>
                        <a:pt x="107" y="32"/>
                        <a:pt x="107" y="31"/>
                      </a:cubicBezTo>
                      <a:cubicBezTo>
                        <a:pt x="106" y="30"/>
                        <a:pt x="107" y="28"/>
                        <a:pt x="106" y="26"/>
                      </a:cubicBezTo>
                      <a:cubicBezTo>
                        <a:pt x="106" y="25"/>
                        <a:pt x="105" y="24"/>
                        <a:pt x="104" y="23"/>
                      </a:cubicBezTo>
                      <a:cubicBezTo>
                        <a:pt x="103" y="21"/>
                        <a:pt x="102" y="19"/>
                        <a:pt x="99" y="17"/>
                      </a:cubicBezTo>
                      <a:cubicBezTo>
                        <a:pt x="98" y="16"/>
                        <a:pt x="97" y="16"/>
                        <a:pt x="96" y="15"/>
                      </a:cubicBezTo>
                      <a:cubicBezTo>
                        <a:pt x="95" y="14"/>
                        <a:pt x="94" y="12"/>
                        <a:pt x="93" y="11"/>
                      </a:cubicBezTo>
                      <a:cubicBezTo>
                        <a:pt x="92" y="10"/>
                        <a:pt x="91" y="9"/>
                        <a:pt x="90" y="8"/>
                      </a:cubicBezTo>
                      <a:cubicBezTo>
                        <a:pt x="90" y="7"/>
                        <a:pt x="89" y="6"/>
                        <a:pt x="88" y="5"/>
                      </a:cubicBezTo>
                      <a:cubicBezTo>
                        <a:pt x="85" y="3"/>
                        <a:pt x="83" y="3"/>
                        <a:pt x="80" y="2"/>
                      </a:cubicBezTo>
                      <a:cubicBezTo>
                        <a:pt x="78" y="2"/>
                        <a:pt x="77" y="1"/>
                        <a:pt x="75" y="1"/>
                      </a:cubicBezTo>
                      <a:cubicBezTo>
                        <a:pt x="75" y="1"/>
                        <a:pt x="67" y="0"/>
                        <a:pt x="65" y="2"/>
                      </a:cubicBezTo>
                      <a:cubicBezTo>
                        <a:pt x="63" y="3"/>
                        <a:pt x="61" y="5"/>
                        <a:pt x="59" y="6"/>
                      </a:cubicBezTo>
                      <a:cubicBezTo>
                        <a:pt x="57" y="8"/>
                        <a:pt x="54" y="9"/>
                        <a:pt x="51" y="11"/>
                      </a:cubicBezTo>
                      <a:cubicBezTo>
                        <a:pt x="49" y="12"/>
                        <a:pt x="46" y="13"/>
                        <a:pt x="44" y="14"/>
                      </a:cubicBezTo>
                      <a:cubicBezTo>
                        <a:pt x="40" y="17"/>
                        <a:pt x="36" y="21"/>
                        <a:pt x="33" y="26"/>
                      </a:cubicBezTo>
                      <a:cubicBezTo>
                        <a:pt x="30" y="31"/>
                        <a:pt x="25" y="34"/>
                        <a:pt x="20" y="38"/>
                      </a:cubicBezTo>
                      <a:cubicBezTo>
                        <a:pt x="16" y="40"/>
                        <a:pt x="11" y="42"/>
                        <a:pt x="8" y="47"/>
                      </a:cubicBezTo>
                      <a:cubicBezTo>
                        <a:pt x="7" y="49"/>
                        <a:pt x="6" y="51"/>
                        <a:pt x="5" y="54"/>
                      </a:cubicBezTo>
                      <a:cubicBezTo>
                        <a:pt x="4" y="57"/>
                        <a:pt x="3" y="59"/>
                        <a:pt x="2" y="62"/>
                      </a:cubicBezTo>
                      <a:cubicBezTo>
                        <a:pt x="1" y="68"/>
                        <a:pt x="1" y="73"/>
                        <a:pt x="2" y="79"/>
                      </a:cubicBezTo>
                      <a:cubicBezTo>
                        <a:pt x="2" y="82"/>
                        <a:pt x="2" y="85"/>
                        <a:pt x="1" y="8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4" name="Freeform 349">
                  <a:extLst>
                    <a:ext uri="{FF2B5EF4-FFF2-40B4-BE49-F238E27FC236}">
                      <a16:creationId xmlns:a16="http://schemas.microsoft.com/office/drawing/2014/main" id="{32121833-73DD-49AE-B817-70439323E2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05876" y="1871663"/>
                  <a:ext cx="501650" cy="500063"/>
                </a:xfrm>
                <a:custGeom>
                  <a:avLst/>
                  <a:gdLst>
                    <a:gd name="T0" fmla="*/ 1 w 126"/>
                    <a:gd name="T1" fmla="*/ 88 h 126"/>
                    <a:gd name="T2" fmla="*/ 1 w 126"/>
                    <a:gd name="T3" fmla="*/ 95 h 126"/>
                    <a:gd name="T4" fmla="*/ 11 w 126"/>
                    <a:gd name="T5" fmla="*/ 109 h 126"/>
                    <a:gd name="T6" fmla="*/ 18 w 126"/>
                    <a:gd name="T7" fmla="*/ 115 h 126"/>
                    <a:gd name="T8" fmla="*/ 23 w 126"/>
                    <a:gd name="T9" fmla="*/ 121 h 126"/>
                    <a:gd name="T10" fmla="*/ 30 w 126"/>
                    <a:gd name="T11" fmla="*/ 123 h 126"/>
                    <a:gd name="T12" fmla="*/ 38 w 126"/>
                    <a:gd name="T13" fmla="*/ 124 h 126"/>
                    <a:gd name="T14" fmla="*/ 44 w 126"/>
                    <a:gd name="T15" fmla="*/ 123 h 126"/>
                    <a:gd name="T16" fmla="*/ 48 w 126"/>
                    <a:gd name="T17" fmla="*/ 123 h 126"/>
                    <a:gd name="T18" fmla="*/ 57 w 126"/>
                    <a:gd name="T19" fmla="*/ 123 h 126"/>
                    <a:gd name="T20" fmla="*/ 76 w 126"/>
                    <a:gd name="T21" fmla="*/ 125 h 126"/>
                    <a:gd name="T22" fmla="*/ 80 w 126"/>
                    <a:gd name="T23" fmla="*/ 124 h 126"/>
                    <a:gd name="T24" fmla="*/ 84 w 126"/>
                    <a:gd name="T25" fmla="*/ 122 h 126"/>
                    <a:gd name="T26" fmla="*/ 93 w 126"/>
                    <a:gd name="T27" fmla="*/ 119 h 126"/>
                    <a:gd name="T28" fmla="*/ 103 w 126"/>
                    <a:gd name="T29" fmla="*/ 119 h 126"/>
                    <a:gd name="T30" fmla="*/ 112 w 126"/>
                    <a:gd name="T31" fmla="*/ 119 h 126"/>
                    <a:gd name="T32" fmla="*/ 121 w 126"/>
                    <a:gd name="T33" fmla="*/ 116 h 126"/>
                    <a:gd name="T34" fmla="*/ 125 w 126"/>
                    <a:gd name="T35" fmla="*/ 111 h 126"/>
                    <a:gd name="T36" fmla="*/ 126 w 126"/>
                    <a:gd name="T37" fmla="*/ 103 h 126"/>
                    <a:gd name="T38" fmla="*/ 124 w 126"/>
                    <a:gd name="T39" fmla="*/ 94 h 126"/>
                    <a:gd name="T40" fmla="*/ 121 w 126"/>
                    <a:gd name="T41" fmla="*/ 85 h 126"/>
                    <a:gd name="T42" fmla="*/ 123 w 126"/>
                    <a:gd name="T43" fmla="*/ 77 h 126"/>
                    <a:gd name="T44" fmla="*/ 125 w 126"/>
                    <a:gd name="T45" fmla="*/ 73 h 126"/>
                    <a:gd name="T46" fmla="*/ 124 w 126"/>
                    <a:gd name="T47" fmla="*/ 68 h 126"/>
                    <a:gd name="T48" fmla="*/ 124 w 126"/>
                    <a:gd name="T49" fmla="*/ 64 h 126"/>
                    <a:gd name="T50" fmla="*/ 125 w 126"/>
                    <a:gd name="T51" fmla="*/ 60 h 126"/>
                    <a:gd name="T52" fmla="*/ 121 w 126"/>
                    <a:gd name="T53" fmla="*/ 51 h 126"/>
                    <a:gd name="T54" fmla="*/ 115 w 126"/>
                    <a:gd name="T55" fmla="*/ 46 h 126"/>
                    <a:gd name="T56" fmla="*/ 112 w 126"/>
                    <a:gd name="T57" fmla="*/ 43 h 126"/>
                    <a:gd name="T58" fmla="*/ 110 w 126"/>
                    <a:gd name="T59" fmla="*/ 38 h 126"/>
                    <a:gd name="T60" fmla="*/ 108 w 126"/>
                    <a:gd name="T61" fmla="*/ 35 h 126"/>
                    <a:gd name="T62" fmla="*/ 107 w 126"/>
                    <a:gd name="T63" fmla="*/ 31 h 126"/>
                    <a:gd name="T64" fmla="*/ 106 w 126"/>
                    <a:gd name="T65" fmla="*/ 26 h 126"/>
                    <a:gd name="T66" fmla="*/ 104 w 126"/>
                    <a:gd name="T67" fmla="*/ 23 h 126"/>
                    <a:gd name="T68" fmla="*/ 99 w 126"/>
                    <a:gd name="T69" fmla="*/ 17 h 126"/>
                    <a:gd name="T70" fmla="*/ 96 w 126"/>
                    <a:gd name="T71" fmla="*/ 15 h 126"/>
                    <a:gd name="T72" fmla="*/ 93 w 126"/>
                    <a:gd name="T73" fmla="*/ 11 h 126"/>
                    <a:gd name="T74" fmla="*/ 90 w 126"/>
                    <a:gd name="T75" fmla="*/ 8 h 126"/>
                    <a:gd name="T76" fmla="*/ 88 w 126"/>
                    <a:gd name="T77" fmla="*/ 5 h 126"/>
                    <a:gd name="T78" fmla="*/ 80 w 126"/>
                    <a:gd name="T79" fmla="*/ 2 h 126"/>
                    <a:gd name="T80" fmla="*/ 75 w 126"/>
                    <a:gd name="T81" fmla="*/ 1 h 126"/>
                    <a:gd name="T82" fmla="*/ 65 w 126"/>
                    <a:gd name="T83" fmla="*/ 2 h 126"/>
                    <a:gd name="T84" fmla="*/ 59 w 126"/>
                    <a:gd name="T85" fmla="*/ 6 h 126"/>
                    <a:gd name="T86" fmla="*/ 51 w 126"/>
                    <a:gd name="T87" fmla="*/ 11 h 126"/>
                    <a:gd name="T88" fmla="*/ 44 w 126"/>
                    <a:gd name="T89" fmla="*/ 14 h 126"/>
                    <a:gd name="T90" fmla="*/ 33 w 126"/>
                    <a:gd name="T91" fmla="*/ 26 h 126"/>
                    <a:gd name="T92" fmla="*/ 20 w 126"/>
                    <a:gd name="T93" fmla="*/ 38 h 126"/>
                    <a:gd name="T94" fmla="*/ 8 w 126"/>
                    <a:gd name="T95" fmla="*/ 47 h 126"/>
                    <a:gd name="T96" fmla="*/ 5 w 126"/>
                    <a:gd name="T97" fmla="*/ 54 h 126"/>
                    <a:gd name="T98" fmla="*/ 2 w 126"/>
                    <a:gd name="T99" fmla="*/ 62 h 126"/>
                    <a:gd name="T100" fmla="*/ 2 w 126"/>
                    <a:gd name="T101" fmla="*/ 79 h 126"/>
                    <a:gd name="T102" fmla="*/ 1 w 126"/>
                    <a:gd name="T103" fmla="*/ 88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6">
                      <a:moveTo>
                        <a:pt x="1" y="88"/>
                      </a:moveTo>
                      <a:cubicBezTo>
                        <a:pt x="0" y="91"/>
                        <a:pt x="0" y="93"/>
                        <a:pt x="1" y="95"/>
                      </a:cubicBezTo>
                      <a:cubicBezTo>
                        <a:pt x="3" y="101"/>
                        <a:pt x="7" y="105"/>
                        <a:pt x="11" y="109"/>
                      </a:cubicBezTo>
                      <a:cubicBezTo>
                        <a:pt x="14" y="111"/>
                        <a:pt x="16" y="113"/>
                        <a:pt x="18" y="115"/>
                      </a:cubicBezTo>
                      <a:cubicBezTo>
                        <a:pt x="20" y="117"/>
                        <a:pt x="21" y="120"/>
                        <a:pt x="23" y="121"/>
                      </a:cubicBezTo>
                      <a:cubicBezTo>
                        <a:pt x="26" y="121"/>
                        <a:pt x="28" y="123"/>
                        <a:pt x="30" y="123"/>
                      </a:cubicBezTo>
                      <a:cubicBezTo>
                        <a:pt x="33" y="123"/>
                        <a:pt x="36" y="124"/>
                        <a:pt x="38" y="124"/>
                      </a:cubicBezTo>
                      <a:cubicBezTo>
                        <a:pt x="40" y="123"/>
                        <a:pt x="42" y="123"/>
                        <a:pt x="44" y="123"/>
                      </a:cubicBezTo>
                      <a:cubicBezTo>
                        <a:pt x="45" y="123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70" y="126"/>
                        <a:pt x="76" y="125"/>
                      </a:cubicBezTo>
                      <a:cubicBezTo>
                        <a:pt x="78" y="125"/>
                        <a:pt x="79" y="124"/>
                        <a:pt x="80" y="124"/>
                      </a:cubicBezTo>
                      <a:cubicBezTo>
                        <a:pt x="82" y="123"/>
                        <a:pt x="83" y="122"/>
                        <a:pt x="84" y="122"/>
                      </a:cubicBezTo>
                      <a:cubicBezTo>
                        <a:pt x="87" y="120"/>
                        <a:pt x="90" y="119"/>
                        <a:pt x="93" y="119"/>
                      </a:cubicBezTo>
                      <a:cubicBezTo>
                        <a:pt x="97" y="119"/>
                        <a:pt x="100" y="119"/>
                        <a:pt x="103" y="119"/>
                      </a:cubicBezTo>
                      <a:cubicBezTo>
                        <a:pt x="106" y="119"/>
                        <a:pt x="109" y="120"/>
                        <a:pt x="112" y="119"/>
                      </a:cubicBezTo>
                      <a:cubicBezTo>
                        <a:pt x="115" y="118"/>
                        <a:pt x="118" y="118"/>
                        <a:pt x="121" y="116"/>
                      </a:cubicBezTo>
                      <a:cubicBezTo>
                        <a:pt x="123" y="115"/>
                        <a:pt x="124" y="113"/>
                        <a:pt x="125" y="111"/>
                      </a:cubicBezTo>
                      <a:cubicBezTo>
                        <a:pt x="126" y="108"/>
                        <a:pt x="126" y="105"/>
                        <a:pt x="126" y="103"/>
                      </a:cubicBezTo>
                      <a:cubicBezTo>
                        <a:pt x="126" y="100"/>
                        <a:pt x="125" y="97"/>
                        <a:pt x="124" y="94"/>
                      </a:cubicBezTo>
                      <a:cubicBezTo>
                        <a:pt x="123" y="91"/>
                        <a:pt x="121" y="89"/>
                        <a:pt x="121" y="85"/>
                      </a:cubicBezTo>
                      <a:cubicBezTo>
                        <a:pt x="120" y="82"/>
                        <a:pt x="122" y="80"/>
                        <a:pt x="123" y="77"/>
                      </a:cubicBezTo>
                      <a:cubicBezTo>
                        <a:pt x="124" y="76"/>
                        <a:pt x="124" y="74"/>
                        <a:pt x="125" y="73"/>
                      </a:cubicBezTo>
                      <a:cubicBezTo>
                        <a:pt x="125" y="71"/>
                        <a:pt x="125" y="70"/>
                        <a:pt x="124" y="68"/>
                      </a:cubicBezTo>
                      <a:cubicBezTo>
                        <a:pt x="124" y="67"/>
                        <a:pt x="124" y="66"/>
                        <a:pt x="124" y="64"/>
                      </a:cubicBezTo>
                      <a:cubicBezTo>
                        <a:pt x="124" y="63"/>
                        <a:pt x="125" y="61"/>
                        <a:pt x="125" y="60"/>
                      </a:cubicBezTo>
                      <a:cubicBezTo>
                        <a:pt x="124" y="57"/>
                        <a:pt x="123" y="54"/>
                        <a:pt x="121" y="51"/>
                      </a:cubicBezTo>
                      <a:cubicBezTo>
                        <a:pt x="120" y="49"/>
                        <a:pt x="118" y="48"/>
                        <a:pt x="115" y="46"/>
                      </a:cubicBezTo>
                      <a:cubicBezTo>
                        <a:pt x="114" y="45"/>
                        <a:pt x="113" y="44"/>
                        <a:pt x="112" y="43"/>
                      </a:cubicBezTo>
                      <a:cubicBezTo>
                        <a:pt x="110" y="41"/>
                        <a:pt x="111" y="39"/>
                        <a:pt x="110" y="38"/>
                      </a:cubicBezTo>
                      <a:cubicBezTo>
                        <a:pt x="110" y="37"/>
                        <a:pt x="109" y="36"/>
                        <a:pt x="108" y="35"/>
                      </a:cubicBezTo>
                      <a:cubicBezTo>
                        <a:pt x="108" y="33"/>
                        <a:pt x="107" y="32"/>
                        <a:pt x="107" y="31"/>
                      </a:cubicBezTo>
                      <a:cubicBezTo>
                        <a:pt x="106" y="30"/>
                        <a:pt x="107" y="28"/>
                        <a:pt x="106" y="26"/>
                      </a:cubicBezTo>
                      <a:cubicBezTo>
                        <a:pt x="106" y="25"/>
                        <a:pt x="105" y="24"/>
                        <a:pt x="104" y="23"/>
                      </a:cubicBezTo>
                      <a:cubicBezTo>
                        <a:pt x="103" y="21"/>
                        <a:pt x="102" y="19"/>
                        <a:pt x="99" y="17"/>
                      </a:cubicBezTo>
                      <a:cubicBezTo>
                        <a:pt x="98" y="16"/>
                        <a:pt x="97" y="16"/>
                        <a:pt x="96" y="15"/>
                      </a:cubicBezTo>
                      <a:cubicBezTo>
                        <a:pt x="95" y="14"/>
                        <a:pt x="94" y="12"/>
                        <a:pt x="93" y="11"/>
                      </a:cubicBezTo>
                      <a:cubicBezTo>
                        <a:pt x="92" y="10"/>
                        <a:pt x="91" y="9"/>
                        <a:pt x="90" y="8"/>
                      </a:cubicBezTo>
                      <a:cubicBezTo>
                        <a:pt x="90" y="7"/>
                        <a:pt x="89" y="6"/>
                        <a:pt x="88" y="5"/>
                      </a:cubicBezTo>
                      <a:cubicBezTo>
                        <a:pt x="85" y="3"/>
                        <a:pt x="83" y="3"/>
                        <a:pt x="80" y="2"/>
                      </a:cubicBezTo>
                      <a:cubicBezTo>
                        <a:pt x="78" y="2"/>
                        <a:pt x="77" y="1"/>
                        <a:pt x="75" y="1"/>
                      </a:cubicBezTo>
                      <a:cubicBezTo>
                        <a:pt x="75" y="1"/>
                        <a:pt x="67" y="0"/>
                        <a:pt x="65" y="2"/>
                      </a:cubicBezTo>
                      <a:cubicBezTo>
                        <a:pt x="63" y="3"/>
                        <a:pt x="61" y="5"/>
                        <a:pt x="59" y="6"/>
                      </a:cubicBezTo>
                      <a:cubicBezTo>
                        <a:pt x="57" y="8"/>
                        <a:pt x="54" y="9"/>
                        <a:pt x="51" y="11"/>
                      </a:cubicBezTo>
                      <a:cubicBezTo>
                        <a:pt x="49" y="12"/>
                        <a:pt x="46" y="13"/>
                        <a:pt x="44" y="14"/>
                      </a:cubicBezTo>
                      <a:cubicBezTo>
                        <a:pt x="40" y="17"/>
                        <a:pt x="36" y="21"/>
                        <a:pt x="33" y="26"/>
                      </a:cubicBezTo>
                      <a:cubicBezTo>
                        <a:pt x="30" y="31"/>
                        <a:pt x="25" y="34"/>
                        <a:pt x="20" y="38"/>
                      </a:cubicBezTo>
                      <a:cubicBezTo>
                        <a:pt x="16" y="40"/>
                        <a:pt x="11" y="42"/>
                        <a:pt x="8" y="47"/>
                      </a:cubicBezTo>
                      <a:cubicBezTo>
                        <a:pt x="7" y="49"/>
                        <a:pt x="6" y="51"/>
                        <a:pt x="5" y="54"/>
                      </a:cubicBezTo>
                      <a:cubicBezTo>
                        <a:pt x="4" y="57"/>
                        <a:pt x="3" y="59"/>
                        <a:pt x="2" y="62"/>
                      </a:cubicBezTo>
                      <a:cubicBezTo>
                        <a:pt x="1" y="68"/>
                        <a:pt x="1" y="73"/>
                        <a:pt x="2" y="79"/>
                      </a:cubicBezTo>
                      <a:cubicBezTo>
                        <a:pt x="2" y="82"/>
                        <a:pt x="2" y="85"/>
                        <a:pt x="1" y="8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5" name="Freeform 350">
                  <a:extLst>
                    <a:ext uri="{FF2B5EF4-FFF2-40B4-BE49-F238E27FC236}">
                      <a16:creationId xmlns:a16="http://schemas.microsoft.com/office/drawing/2014/main" id="{4B297248-B3B3-44FA-AFE6-B524E15F2C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28063" y="2427288"/>
                  <a:ext cx="47625" cy="166688"/>
                </a:xfrm>
                <a:custGeom>
                  <a:avLst/>
                  <a:gdLst>
                    <a:gd name="T0" fmla="*/ 12 w 12"/>
                    <a:gd name="T1" fmla="*/ 37 h 42"/>
                    <a:gd name="T2" fmla="*/ 11 w 12"/>
                    <a:gd name="T3" fmla="*/ 32 h 42"/>
                    <a:gd name="T4" fmla="*/ 11 w 12"/>
                    <a:gd name="T5" fmla="*/ 23 h 42"/>
                    <a:gd name="T6" fmla="*/ 11 w 12"/>
                    <a:gd name="T7" fmla="*/ 18 h 42"/>
                    <a:gd name="T8" fmla="*/ 11 w 12"/>
                    <a:gd name="T9" fmla="*/ 13 h 42"/>
                    <a:gd name="T10" fmla="*/ 11 w 12"/>
                    <a:gd name="T11" fmla="*/ 4 h 42"/>
                    <a:gd name="T12" fmla="*/ 11 w 12"/>
                    <a:gd name="T13" fmla="*/ 3 h 42"/>
                    <a:gd name="T14" fmla="*/ 11 w 12"/>
                    <a:gd name="T15" fmla="*/ 2 h 42"/>
                    <a:gd name="T16" fmla="*/ 9 w 12"/>
                    <a:gd name="T17" fmla="*/ 2 h 42"/>
                    <a:gd name="T18" fmla="*/ 7 w 12"/>
                    <a:gd name="T19" fmla="*/ 0 h 42"/>
                    <a:gd name="T20" fmla="*/ 5 w 12"/>
                    <a:gd name="T21" fmla="*/ 0 h 42"/>
                    <a:gd name="T22" fmla="*/ 3 w 12"/>
                    <a:gd name="T23" fmla="*/ 1 h 42"/>
                    <a:gd name="T24" fmla="*/ 2 w 12"/>
                    <a:gd name="T25" fmla="*/ 3 h 42"/>
                    <a:gd name="T26" fmla="*/ 2 w 12"/>
                    <a:gd name="T27" fmla="*/ 15 h 42"/>
                    <a:gd name="T28" fmla="*/ 2 w 12"/>
                    <a:gd name="T29" fmla="*/ 21 h 42"/>
                    <a:gd name="T30" fmla="*/ 1 w 12"/>
                    <a:gd name="T31" fmla="*/ 26 h 42"/>
                    <a:gd name="T32" fmla="*/ 1 w 12"/>
                    <a:gd name="T33" fmla="*/ 32 h 42"/>
                    <a:gd name="T34" fmla="*/ 1 w 12"/>
                    <a:gd name="T35" fmla="*/ 38 h 42"/>
                    <a:gd name="T36" fmla="*/ 1 w 12"/>
                    <a:gd name="T37" fmla="*/ 40 h 42"/>
                    <a:gd name="T38" fmla="*/ 3 w 12"/>
                    <a:gd name="T39" fmla="*/ 41 h 42"/>
                    <a:gd name="T40" fmla="*/ 5 w 12"/>
                    <a:gd name="T41" fmla="*/ 42 h 42"/>
                    <a:gd name="T42" fmla="*/ 8 w 12"/>
                    <a:gd name="T43" fmla="*/ 42 h 42"/>
                    <a:gd name="T44" fmla="*/ 10 w 12"/>
                    <a:gd name="T45" fmla="*/ 41 h 42"/>
                    <a:gd name="T46" fmla="*/ 11 w 12"/>
                    <a:gd name="T47" fmla="*/ 41 h 42"/>
                    <a:gd name="T48" fmla="*/ 12 w 12"/>
                    <a:gd name="T49" fmla="*/ 42 h 42"/>
                    <a:gd name="T50" fmla="*/ 12 w 12"/>
                    <a:gd name="T51" fmla="*/ 41 h 42"/>
                    <a:gd name="T52" fmla="*/ 12 w 12"/>
                    <a:gd name="T53" fmla="*/ 37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2" h="42">
                      <a:moveTo>
                        <a:pt x="12" y="37"/>
                      </a:moveTo>
                      <a:cubicBezTo>
                        <a:pt x="11" y="35"/>
                        <a:pt x="11" y="34"/>
                        <a:pt x="11" y="32"/>
                      </a:cubicBezTo>
                      <a:cubicBezTo>
                        <a:pt x="11" y="29"/>
                        <a:pt x="11" y="26"/>
                        <a:pt x="11" y="23"/>
                      </a:cubicBezTo>
                      <a:cubicBezTo>
                        <a:pt x="11" y="21"/>
                        <a:pt x="11" y="20"/>
                        <a:pt x="11" y="18"/>
                      </a:cubicBezTo>
                      <a:cubicBezTo>
                        <a:pt x="11" y="16"/>
                        <a:pt x="11" y="15"/>
                        <a:pt x="11" y="13"/>
                      </a:cubicBezTo>
                      <a:cubicBezTo>
                        <a:pt x="11" y="10"/>
                        <a:pt x="11" y="7"/>
                        <a:pt x="11" y="4"/>
                      </a:cubicBezTo>
                      <a:cubicBezTo>
                        <a:pt x="11" y="4"/>
                        <a:pt x="11" y="4"/>
                        <a:pt x="11" y="3"/>
                      </a:cubicBezTo>
                      <a:cubicBezTo>
                        <a:pt x="11" y="3"/>
                        <a:pt x="11" y="3"/>
                        <a:pt x="11" y="2"/>
                      </a:cubicBezTo>
                      <a:cubicBezTo>
                        <a:pt x="10" y="2"/>
                        <a:pt x="10" y="2"/>
                        <a:pt x="9" y="2"/>
                      </a:cubicBezTo>
                      <a:cubicBezTo>
                        <a:pt x="8" y="1"/>
                        <a:pt x="8" y="1"/>
                        <a:pt x="7" y="0"/>
                      </a:cubicBezTo>
                      <a:cubicBezTo>
                        <a:pt x="6" y="0"/>
                        <a:pt x="5" y="0"/>
                        <a:pt x="5" y="0"/>
                      </a:cubicBezTo>
                      <a:cubicBezTo>
                        <a:pt x="4" y="0"/>
                        <a:pt x="3" y="1"/>
                        <a:pt x="3" y="1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7"/>
                        <a:pt x="2" y="11"/>
                        <a:pt x="2" y="15"/>
                      </a:cubicBezTo>
                      <a:cubicBezTo>
                        <a:pt x="2" y="17"/>
                        <a:pt x="2" y="19"/>
                        <a:pt x="2" y="21"/>
                      </a:cubicBezTo>
                      <a:cubicBezTo>
                        <a:pt x="1" y="23"/>
                        <a:pt x="1" y="25"/>
                        <a:pt x="1" y="26"/>
                      </a:cubicBezTo>
                      <a:cubicBezTo>
                        <a:pt x="1" y="28"/>
                        <a:pt x="1" y="31"/>
                        <a:pt x="1" y="32"/>
                      </a:cubicBezTo>
                      <a:cubicBezTo>
                        <a:pt x="1" y="34"/>
                        <a:pt x="1" y="36"/>
                        <a:pt x="1" y="38"/>
                      </a:cubicBezTo>
                      <a:cubicBezTo>
                        <a:pt x="0" y="39"/>
                        <a:pt x="0" y="40"/>
                        <a:pt x="1" y="40"/>
                      </a:cubicBezTo>
                      <a:cubicBezTo>
                        <a:pt x="1" y="41"/>
                        <a:pt x="2" y="41"/>
                        <a:pt x="3" y="41"/>
                      </a:cubicBezTo>
                      <a:cubicBezTo>
                        <a:pt x="3" y="42"/>
                        <a:pt x="4" y="42"/>
                        <a:pt x="5" y="42"/>
                      </a:cubicBezTo>
                      <a:cubicBezTo>
                        <a:pt x="6" y="42"/>
                        <a:pt x="7" y="42"/>
                        <a:pt x="8" y="42"/>
                      </a:cubicBezTo>
                      <a:cubicBezTo>
                        <a:pt x="8" y="42"/>
                        <a:pt x="9" y="41"/>
                        <a:pt x="10" y="41"/>
                      </a:cubicBezTo>
                      <a:cubicBezTo>
                        <a:pt x="10" y="41"/>
                        <a:pt x="11" y="41"/>
                        <a:pt x="11" y="41"/>
                      </a:cubicBezTo>
                      <a:cubicBezTo>
                        <a:pt x="11" y="41"/>
                        <a:pt x="12" y="42"/>
                        <a:pt x="12" y="42"/>
                      </a:cubicBezTo>
                      <a:cubicBezTo>
                        <a:pt x="12" y="41"/>
                        <a:pt x="12" y="41"/>
                        <a:pt x="12" y="41"/>
                      </a:cubicBezTo>
                      <a:cubicBezTo>
                        <a:pt x="12" y="40"/>
                        <a:pt x="12" y="38"/>
                        <a:pt x="12" y="3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6" name="Freeform 351">
                  <a:extLst>
                    <a:ext uri="{FF2B5EF4-FFF2-40B4-BE49-F238E27FC236}">
                      <a16:creationId xmlns:a16="http://schemas.microsoft.com/office/drawing/2014/main" id="{6E03DFFD-91BF-44FA-8CD2-74ABADBDBA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28063" y="2427288"/>
                  <a:ext cx="47625" cy="166688"/>
                </a:xfrm>
                <a:custGeom>
                  <a:avLst/>
                  <a:gdLst>
                    <a:gd name="T0" fmla="*/ 12 w 12"/>
                    <a:gd name="T1" fmla="*/ 37 h 42"/>
                    <a:gd name="T2" fmla="*/ 11 w 12"/>
                    <a:gd name="T3" fmla="*/ 32 h 42"/>
                    <a:gd name="T4" fmla="*/ 11 w 12"/>
                    <a:gd name="T5" fmla="*/ 23 h 42"/>
                    <a:gd name="T6" fmla="*/ 11 w 12"/>
                    <a:gd name="T7" fmla="*/ 18 h 42"/>
                    <a:gd name="T8" fmla="*/ 11 w 12"/>
                    <a:gd name="T9" fmla="*/ 13 h 42"/>
                    <a:gd name="T10" fmla="*/ 11 w 12"/>
                    <a:gd name="T11" fmla="*/ 4 h 42"/>
                    <a:gd name="T12" fmla="*/ 11 w 12"/>
                    <a:gd name="T13" fmla="*/ 3 h 42"/>
                    <a:gd name="T14" fmla="*/ 11 w 12"/>
                    <a:gd name="T15" fmla="*/ 2 h 42"/>
                    <a:gd name="T16" fmla="*/ 9 w 12"/>
                    <a:gd name="T17" fmla="*/ 2 h 42"/>
                    <a:gd name="T18" fmla="*/ 7 w 12"/>
                    <a:gd name="T19" fmla="*/ 0 h 42"/>
                    <a:gd name="T20" fmla="*/ 5 w 12"/>
                    <a:gd name="T21" fmla="*/ 0 h 42"/>
                    <a:gd name="T22" fmla="*/ 3 w 12"/>
                    <a:gd name="T23" fmla="*/ 1 h 42"/>
                    <a:gd name="T24" fmla="*/ 2 w 12"/>
                    <a:gd name="T25" fmla="*/ 3 h 42"/>
                    <a:gd name="T26" fmla="*/ 2 w 12"/>
                    <a:gd name="T27" fmla="*/ 15 h 42"/>
                    <a:gd name="T28" fmla="*/ 2 w 12"/>
                    <a:gd name="T29" fmla="*/ 21 h 42"/>
                    <a:gd name="T30" fmla="*/ 1 w 12"/>
                    <a:gd name="T31" fmla="*/ 26 h 42"/>
                    <a:gd name="T32" fmla="*/ 1 w 12"/>
                    <a:gd name="T33" fmla="*/ 32 h 42"/>
                    <a:gd name="T34" fmla="*/ 1 w 12"/>
                    <a:gd name="T35" fmla="*/ 38 h 42"/>
                    <a:gd name="T36" fmla="*/ 1 w 12"/>
                    <a:gd name="T37" fmla="*/ 40 h 42"/>
                    <a:gd name="T38" fmla="*/ 3 w 12"/>
                    <a:gd name="T39" fmla="*/ 41 h 42"/>
                    <a:gd name="T40" fmla="*/ 5 w 12"/>
                    <a:gd name="T41" fmla="*/ 42 h 42"/>
                    <a:gd name="T42" fmla="*/ 8 w 12"/>
                    <a:gd name="T43" fmla="*/ 42 h 42"/>
                    <a:gd name="T44" fmla="*/ 10 w 12"/>
                    <a:gd name="T45" fmla="*/ 41 h 42"/>
                    <a:gd name="T46" fmla="*/ 11 w 12"/>
                    <a:gd name="T47" fmla="*/ 41 h 42"/>
                    <a:gd name="T48" fmla="*/ 12 w 12"/>
                    <a:gd name="T49" fmla="*/ 42 h 42"/>
                    <a:gd name="T50" fmla="*/ 12 w 12"/>
                    <a:gd name="T51" fmla="*/ 41 h 42"/>
                    <a:gd name="T52" fmla="*/ 12 w 12"/>
                    <a:gd name="T53" fmla="*/ 37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2" h="42">
                      <a:moveTo>
                        <a:pt x="12" y="37"/>
                      </a:moveTo>
                      <a:cubicBezTo>
                        <a:pt x="11" y="35"/>
                        <a:pt x="11" y="34"/>
                        <a:pt x="11" y="32"/>
                      </a:cubicBezTo>
                      <a:cubicBezTo>
                        <a:pt x="11" y="29"/>
                        <a:pt x="11" y="26"/>
                        <a:pt x="11" y="23"/>
                      </a:cubicBezTo>
                      <a:cubicBezTo>
                        <a:pt x="11" y="21"/>
                        <a:pt x="11" y="20"/>
                        <a:pt x="11" y="18"/>
                      </a:cubicBezTo>
                      <a:cubicBezTo>
                        <a:pt x="11" y="16"/>
                        <a:pt x="11" y="15"/>
                        <a:pt x="11" y="13"/>
                      </a:cubicBezTo>
                      <a:cubicBezTo>
                        <a:pt x="11" y="10"/>
                        <a:pt x="11" y="7"/>
                        <a:pt x="11" y="4"/>
                      </a:cubicBezTo>
                      <a:cubicBezTo>
                        <a:pt x="11" y="4"/>
                        <a:pt x="11" y="4"/>
                        <a:pt x="11" y="3"/>
                      </a:cubicBezTo>
                      <a:cubicBezTo>
                        <a:pt x="11" y="3"/>
                        <a:pt x="11" y="3"/>
                        <a:pt x="11" y="2"/>
                      </a:cubicBezTo>
                      <a:cubicBezTo>
                        <a:pt x="10" y="2"/>
                        <a:pt x="10" y="2"/>
                        <a:pt x="9" y="2"/>
                      </a:cubicBezTo>
                      <a:cubicBezTo>
                        <a:pt x="8" y="1"/>
                        <a:pt x="8" y="1"/>
                        <a:pt x="7" y="0"/>
                      </a:cubicBezTo>
                      <a:cubicBezTo>
                        <a:pt x="6" y="0"/>
                        <a:pt x="5" y="0"/>
                        <a:pt x="5" y="0"/>
                      </a:cubicBezTo>
                      <a:cubicBezTo>
                        <a:pt x="4" y="0"/>
                        <a:pt x="3" y="1"/>
                        <a:pt x="3" y="1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7"/>
                        <a:pt x="2" y="11"/>
                        <a:pt x="2" y="15"/>
                      </a:cubicBezTo>
                      <a:cubicBezTo>
                        <a:pt x="2" y="17"/>
                        <a:pt x="2" y="19"/>
                        <a:pt x="2" y="21"/>
                      </a:cubicBezTo>
                      <a:cubicBezTo>
                        <a:pt x="1" y="23"/>
                        <a:pt x="1" y="25"/>
                        <a:pt x="1" y="26"/>
                      </a:cubicBezTo>
                      <a:cubicBezTo>
                        <a:pt x="1" y="28"/>
                        <a:pt x="1" y="31"/>
                        <a:pt x="1" y="32"/>
                      </a:cubicBezTo>
                      <a:cubicBezTo>
                        <a:pt x="1" y="34"/>
                        <a:pt x="1" y="36"/>
                        <a:pt x="1" y="38"/>
                      </a:cubicBezTo>
                      <a:cubicBezTo>
                        <a:pt x="0" y="39"/>
                        <a:pt x="0" y="40"/>
                        <a:pt x="1" y="40"/>
                      </a:cubicBezTo>
                      <a:cubicBezTo>
                        <a:pt x="1" y="41"/>
                        <a:pt x="2" y="41"/>
                        <a:pt x="3" y="41"/>
                      </a:cubicBezTo>
                      <a:cubicBezTo>
                        <a:pt x="3" y="42"/>
                        <a:pt x="4" y="42"/>
                        <a:pt x="5" y="42"/>
                      </a:cubicBezTo>
                      <a:cubicBezTo>
                        <a:pt x="6" y="42"/>
                        <a:pt x="7" y="42"/>
                        <a:pt x="8" y="42"/>
                      </a:cubicBezTo>
                      <a:cubicBezTo>
                        <a:pt x="8" y="42"/>
                        <a:pt x="9" y="41"/>
                        <a:pt x="10" y="41"/>
                      </a:cubicBezTo>
                      <a:cubicBezTo>
                        <a:pt x="10" y="41"/>
                        <a:pt x="11" y="41"/>
                        <a:pt x="11" y="41"/>
                      </a:cubicBezTo>
                      <a:cubicBezTo>
                        <a:pt x="11" y="41"/>
                        <a:pt x="12" y="42"/>
                        <a:pt x="12" y="42"/>
                      </a:cubicBezTo>
                      <a:cubicBezTo>
                        <a:pt x="12" y="41"/>
                        <a:pt x="12" y="41"/>
                        <a:pt x="12" y="41"/>
                      </a:cubicBezTo>
                      <a:cubicBezTo>
                        <a:pt x="12" y="40"/>
                        <a:pt x="12" y="38"/>
                        <a:pt x="12" y="3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7" name="Freeform 352">
                  <a:extLst>
                    <a:ext uri="{FF2B5EF4-FFF2-40B4-BE49-F238E27FC236}">
                      <a16:creationId xmlns:a16="http://schemas.microsoft.com/office/drawing/2014/main" id="{7854BAB4-593F-462A-B51F-312B5BD2BF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56626" y="1728788"/>
                  <a:ext cx="195263" cy="741363"/>
                </a:xfrm>
                <a:custGeom>
                  <a:avLst/>
                  <a:gdLst>
                    <a:gd name="T0" fmla="*/ 0 w 49"/>
                    <a:gd name="T1" fmla="*/ 131 h 187"/>
                    <a:gd name="T2" fmla="*/ 0 w 49"/>
                    <a:gd name="T3" fmla="*/ 141 h 187"/>
                    <a:gd name="T4" fmla="*/ 4 w 49"/>
                    <a:gd name="T5" fmla="*/ 161 h 187"/>
                    <a:gd name="T6" fmla="*/ 7 w 49"/>
                    <a:gd name="T7" fmla="*/ 171 h 187"/>
                    <a:gd name="T8" fmla="*/ 12 w 49"/>
                    <a:gd name="T9" fmla="*/ 183 h 187"/>
                    <a:gd name="T10" fmla="*/ 29 w 49"/>
                    <a:gd name="T11" fmla="*/ 186 h 187"/>
                    <a:gd name="T12" fmla="*/ 43 w 49"/>
                    <a:gd name="T13" fmla="*/ 177 h 187"/>
                    <a:gd name="T14" fmla="*/ 49 w 49"/>
                    <a:gd name="T15" fmla="*/ 165 h 187"/>
                    <a:gd name="T16" fmla="*/ 49 w 49"/>
                    <a:gd name="T17" fmla="*/ 152 h 187"/>
                    <a:gd name="T18" fmla="*/ 48 w 49"/>
                    <a:gd name="T19" fmla="*/ 139 h 187"/>
                    <a:gd name="T20" fmla="*/ 47 w 49"/>
                    <a:gd name="T21" fmla="*/ 127 h 187"/>
                    <a:gd name="T22" fmla="*/ 48 w 49"/>
                    <a:gd name="T23" fmla="*/ 114 h 187"/>
                    <a:gd name="T24" fmla="*/ 48 w 49"/>
                    <a:gd name="T25" fmla="*/ 95 h 187"/>
                    <a:gd name="T26" fmla="*/ 48 w 49"/>
                    <a:gd name="T27" fmla="*/ 89 h 187"/>
                    <a:gd name="T28" fmla="*/ 47 w 49"/>
                    <a:gd name="T29" fmla="*/ 76 h 187"/>
                    <a:gd name="T30" fmla="*/ 43 w 49"/>
                    <a:gd name="T31" fmla="*/ 56 h 187"/>
                    <a:gd name="T32" fmla="*/ 42 w 49"/>
                    <a:gd name="T33" fmla="*/ 51 h 187"/>
                    <a:gd name="T34" fmla="*/ 40 w 49"/>
                    <a:gd name="T35" fmla="*/ 34 h 187"/>
                    <a:gd name="T36" fmla="*/ 39 w 49"/>
                    <a:gd name="T37" fmla="*/ 26 h 187"/>
                    <a:gd name="T38" fmla="*/ 34 w 49"/>
                    <a:gd name="T39" fmla="*/ 7 h 187"/>
                    <a:gd name="T40" fmla="*/ 31 w 49"/>
                    <a:gd name="T41" fmla="*/ 3 h 187"/>
                    <a:gd name="T42" fmla="*/ 29 w 49"/>
                    <a:gd name="T43" fmla="*/ 1 h 187"/>
                    <a:gd name="T44" fmla="*/ 25 w 49"/>
                    <a:gd name="T45" fmla="*/ 2 h 187"/>
                    <a:gd name="T46" fmla="*/ 23 w 49"/>
                    <a:gd name="T47" fmla="*/ 9 h 187"/>
                    <a:gd name="T48" fmla="*/ 13 w 49"/>
                    <a:gd name="T49" fmla="*/ 38 h 187"/>
                    <a:gd name="T50" fmla="*/ 8 w 49"/>
                    <a:gd name="T51" fmla="*/ 56 h 187"/>
                    <a:gd name="T52" fmla="*/ 3 w 49"/>
                    <a:gd name="T53" fmla="*/ 69 h 187"/>
                    <a:gd name="T54" fmla="*/ 0 w 49"/>
                    <a:gd name="T55" fmla="*/ 131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9" h="187">
                      <a:moveTo>
                        <a:pt x="0" y="131"/>
                      </a:moveTo>
                      <a:cubicBezTo>
                        <a:pt x="0" y="134"/>
                        <a:pt x="0" y="138"/>
                        <a:pt x="0" y="141"/>
                      </a:cubicBezTo>
                      <a:cubicBezTo>
                        <a:pt x="1" y="149"/>
                        <a:pt x="3" y="156"/>
                        <a:pt x="4" y="161"/>
                      </a:cubicBezTo>
                      <a:cubicBezTo>
                        <a:pt x="5" y="164"/>
                        <a:pt x="6" y="167"/>
                        <a:pt x="7" y="171"/>
                      </a:cubicBezTo>
                      <a:cubicBezTo>
                        <a:pt x="8" y="174"/>
                        <a:pt x="11" y="183"/>
                        <a:pt x="12" y="183"/>
                      </a:cubicBezTo>
                      <a:cubicBezTo>
                        <a:pt x="13" y="183"/>
                        <a:pt x="27" y="187"/>
                        <a:pt x="29" y="186"/>
                      </a:cubicBezTo>
                      <a:cubicBezTo>
                        <a:pt x="30" y="185"/>
                        <a:pt x="42" y="178"/>
                        <a:pt x="43" y="177"/>
                      </a:cubicBezTo>
                      <a:cubicBezTo>
                        <a:pt x="45" y="176"/>
                        <a:pt x="48" y="168"/>
                        <a:pt x="49" y="165"/>
                      </a:cubicBezTo>
                      <a:cubicBezTo>
                        <a:pt x="49" y="161"/>
                        <a:pt x="49" y="156"/>
                        <a:pt x="49" y="152"/>
                      </a:cubicBezTo>
                      <a:cubicBezTo>
                        <a:pt x="49" y="148"/>
                        <a:pt x="49" y="144"/>
                        <a:pt x="48" y="139"/>
                      </a:cubicBezTo>
                      <a:cubicBezTo>
                        <a:pt x="48" y="135"/>
                        <a:pt x="47" y="132"/>
                        <a:pt x="47" y="127"/>
                      </a:cubicBezTo>
                      <a:cubicBezTo>
                        <a:pt x="47" y="122"/>
                        <a:pt x="47" y="118"/>
                        <a:pt x="48" y="114"/>
                      </a:cubicBezTo>
                      <a:cubicBezTo>
                        <a:pt x="48" y="112"/>
                        <a:pt x="48" y="97"/>
                        <a:pt x="48" y="95"/>
                      </a:cubicBezTo>
                      <a:cubicBezTo>
                        <a:pt x="48" y="93"/>
                        <a:pt x="49" y="91"/>
                        <a:pt x="48" y="89"/>
                      </a:cubicBezTo>
                      <a:cubicBezTo>
                        <a:pt x="48" y="84"/>
                        <a:pt x="48" y="80"/>
                        <a:pt x="47" y="76"/>
                      </a:cubicBezTo>
                      <a:cubicBezTo>
                        <a:pt x="46" y="73"/>
                        <a:pt x="43" y="58"/>
                        <a:pt x="43" y="56"/>
                      </a:cubicBezTo>
                      <a:cubicBezTo>
                        <a:pt x="43" y="54"/>
                        <a:pt x="42" y="53"/>
                        <a:pt x="42" y="51"/>
                      </a:cubicBezTo>
                      <a:cubicBezTo>
                        <a:pt x="42" y="50"/>
                        <a:pt x="41" y="35"/>
                        <a:pt x="40" y="34"/>
                      </a:cubicBezTo>
                      <a:cubicBezTo>
                        <a:pt x="40" y="31"/>
                        <a:pt x="39" y="28"/>
                        <a:pt x="39" y="26"/>
                      </a:cubicBezTo>
                      <a:cubicBezTo>
                        <a:pt x="38" y="24"/>
                        <a:pt x="34" y="8"/>
                        <a:pt x="34" y="7"/>
                      </a:cubicBezTo>
                      <a:cubicBezTo>
                        <a:pt x="33" y="5"/>
                        <a:pt x="32" y="4"/>
                        <a:pt x="31" y="3"/>
                      </a:cubicBezTo>
                      <a:cubicBezTo>
                        <a:pt x="30" y="2"/>
                        <a:pt x="30" y="2"/>
                        <a:pt x="29" y="1"/>
                      </a:cubicBezTo>
                      <a:cubicBezTo>
                        <a:pt x="29" y="1"/>
                        <a:pt x="26" y="0"/>
                        <a:pt x="25" y="2"/>
                      </a:cubicBezTo>
                      <a:cubicBezTo>
                        <a:pt x="24" y="4"/>
                        <a:pt x="24" y="7"/>
                        <a:pt x="23" y="9"/>
                      </a:cubicBezTo>
                      <a:cubicBezTo>
                        <a:pt x="22" y="12"/>
                        <a:pt x="14" y="31"/>
                        <a:pt x="13" y="38"/>
                      </a:cubicBezTo>
                      <a:cubicBezTo>
                        <a:pt x="12" y="45"/>
                        <a:pt x="10" y="50"/>
                        <a:pt x="8" y="56"/>
                      </a:cubicBezTo>
                      <a:cubicBezTo>
                        <a:pt x="6" y="60"/>
                        <a:pt x="4" y="63"/>
                        <a:pt x="3" y="69"/>
                      </a:cubicBezTo>
                      <a:cubicBezTo>
                        <a:pt x="2" y="73"/>
                        <a:pt x="1" y="127"/>
                        <a:pt x="0" y="13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8" name="Freeform 353">
                  <a:extLst>
                    <a:ext uri="{FF2B5EF4-FFF2-40B4-BE49-F238E27FC236}">
                      <a16:creationId xmlns:a16="http://schemas.microsoft.com/office/drawing/2014/main" id="{FC985180-6948-435A-9527-EA7A7921B1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56626" y="1728788"/>
                  <a:ext cx="195263" cy="741363"/>
                </a:xfrm>
                <a:custGeom>
                  <a:avLst/>
                  <a:gdLst>
                    <a:gd name="T0" fmla="*/ 0 w 49"/>
                    <a:gd name="T1" fmla="*/ 131 h 187"/>
                    <a:gd name="T2" fmla="*/ 0 w 49"/>
                    <a:gd name="T3" fmla="*/ 141 h 187"/>
                    <a:gd name="T4" fmla="*/ 4 w 49"/>
                    <a:gd name="T5" fmla="*/ 161 h 187"/>
                    <a:gd name="T6" fmla="*/ 7 w 49"/>
                    <a:gd name="T7" fmla="*/ 171 h 187"/>
                    <a:gd name="T8" fmla="*/ 12 w 49"/>
                    <a:gd name="T9" fmla="*/ 183 h 187"/>
                    <a:gd name="T10" fmla="*/ 29 w 49"/>
                    <a:gd name="T11" fmla="*/ 186 h 187"/>
                    <a:gd name="T12" fmla="*/ 43 w 49"/>
                    <a:gd name="T13" fmla="*/ 177 h 187"/>
                    <a:gd name="T14" fmla="*/ 49 w 49"/>
                    <a:gd name="T15" fmla="*/ 165 h 187"/>
                    <a:gd name="T16" fmla="*/ 49 w 49"/>
                    <a:gd name="T17" fmla="*/ 152 h 187"/>
                    <a:gd name="T18" fmla="*/ 48 w 49"/>
                    <a:gd name="T19" fmla="*/ 139 h 187"/>
                    <a:gd name="T20" fmla="*/ 47 w 49"/>
                    <a:gd name="T21" fmla="*/ 127 h 187"/>
                    <a:gd name="T22" fmla="*/ 48 w 49"/>
                    <a:gd name="T23" fmla="*/ 114 h 187"/>
                    <a:gd name="T24" fmla="*/ 48 w 49"/>
                    <a:gd name="T25" fmla="*/ 95 h 187"/>
                    <a:gd name="T26" fmla="*/ 48 w 49"/>
                    <a:gd name="T27" fmla="*/ 89 h 187"/>
                    <a:gd name="T28" fmla="*/ 47 w 49"/>
                    <a:gd name="T29" fmla="*/ 76 h 187"/>
                    <a:gd name="T30" fmla="*/ 43 w 49"/>
                    <a:gd name="T31" fmla="*/ 56 h 187"/>
                    <a:gd name="T32" fmla="*/ 42 w 49"/>
                    <a:gd name="T33" fmla="*/ 51 h 187"/>
                    <a:gd name="T34" fmla="*/ 40 w 49"/>
                    <a:gd name="T35" fmla="*/ 34 h 187"/>
                    <a:gd name="T36" fmla="*/ 39 w 49"/>
                    <a:gd name="T37" fmla="*/ 26 h 187"/>
                    <a:gd name="T38" fmla="*/ 34 w 49"/>
                    <a:gd name="T39" fmla="*/ 7 h 187"/>
                    <a:gd name="T40" fmla="*/ 31 w 49"/>
                    <a:gd name="T41" fmla="*/ 3 h 187"/>
                    <a:gd name="T42" fmla="*/ 29 w 49"/>
                    <a:gd name="T43" fmla="*/ 1 h 187"/>
                    <a:gd name="T44" fmla="*/ 25 w 49"/>
                    <a:gd name="T45" fmla="*/ 2 h 187"/>
                    <a:gd name="T46" fmla="*/ 23 w 49"/>
                    <a:gd name="T47" fmla="*/ 9 h 187"/>
                    <a:gd name="T48" fmla="*/ 13 w 49"/>
                    <a:gd name="T49" fmla="*/ 38 h 187"/>
                    <a:gd name="T50" fmla="*/ 8 w 49"/>
                    <a:gd name="T51" fmla="*/ 56 h 187"/>
                    <a:gd name="T52" fmla="*/ 3 w 49"/>
                    <a:gd name="T53" fmla="*/ 69 h 187"/>
                    <a:gd name="T54" fmla="*/ 0 w 49"/>
                    <a:gd name="T55" fmla="*/ 131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9" h="187">
                      <a:moveTo>
                        <a:pt x="0" y="131"/>
                      </a:moveTo>
                      <a:cubicBezTo>
                        <a:pt x="0" y="134"/>
                        <a:pt x="0" y="138"/>
                        <a:pt x="0" y="141"/>
                      </a:cubicBezTo>
                      <a:cubicBezTo>
                        <a:pt x="1" y="149"/>
                        <a:pt x="3" y="156"/>
                        <a:pt x="4" y="161"/>
                      </a:cubicBezTo>
                      <a:cubicBezTo>
                        <a:pt x="5" y="164"/>
                        <a:pt x="6" y="167"/>
                        <a:pt x="7" y="171"/>
                      </a:cubicBezTo>
                      <a:cubicBezTo>
                        <a:pt x="8" y="174"/>
                        <a:pt x="11" y="183"/>
                        <a:pt x="12" y="183"/>
                      </a:cubicBezTo>
                      <a:cubicBezTo>
                        <a:pt x="13" y="183"/>
                        <a:pt x="27" y="187"/>
                        <a:pt x="29" y="186"/>
                      </a:cubicBezTo>
                      <a:cubicBezTo>
                        <a:pt x="30" y="185"/>
                        <a:pt x="42" y="178"/>
                        <a:pt x="43" y="177"/>
                      </a:cubicBezTo>
                      <a:cubicBezTo>
                        <a:pt x="45" y="176"/>
                        <a:pt x="48" y="168"/>
                        <a:pt x="49" y="165"/>
                      </a:cubicBezTo>
                      <a:cubicBezTo>
                        <a:pt x="49" y="161"/>
                        <a:pt x="49" y="156"/>
                        <a:pt x="49" y="152"/>
                      </a:cubicBezTo>
                      <a:cubicBezTo>
                        <a:pt x="49" y="148"/>
                        <a:pt x="49" y="144"/>
                        <a:pt x="48" y="139"/>
                      </a:cubicBezTo>
                      <a:cubicBezTo>
                        <a:pt x="48" y="135"/>
                        <a:pt x="47" y="132"/>
                        <a:pt x="47" y="127"/>
                      </a:cubicBezTo>
                      <a:cubicBezTo>
                        <a:pt x="47" y="122"/>
                        <a:pt x="47" y="118"/>
                        <a:pt x="48" y="114"/>
                      </a:cubicBezTo>
                      <a:cubicBezTo>
                        <a:pt x="48" y="112"/>
                        <a:pt x="48" y="97"/>
                        <a:pt x="48" y="95"/>
                      </a:cubicBezTo>
                      <a:cubicBezTo>
                        <a:pt x="48" y="93"/>
                        <a:pt x="49" y="91"/>
                        <a:pt x="48" y="89"/>
                      </a:cubicBezTo>
                      <a:cubicBezTo>
                        <a:pt x="48" y="84"/>
                        <a:pt x="48" y="80"/>
                        <a:pt x="47" y="76"/>
                      </a:cubicBezTo>
                      <a:cubicBezTo>
                        <a:pt x="46" y="73"/>
                        <a:pt x="43" y="58"/>
                        <a:pt x="43" y="56"/>
                      </a:cubicBezTo>
                      <a:cubicBezTo>
                        <a:pt x="43" y="54"/>
                        <a:pt x="42" y="53"/>
                        <a:pt x="42" y="51"/>
                      </a:cubicBezTo>
                      <a:cubicBezTo>
                        <a:pt x="42" y="50"/>
                        <a:pt x="41" y="35"/>
                        <a:pt x="40" y="34"/>
                      </a:cubicBezTo>
                      <a:cubicBezTo>
                        <a:pt x="40" y="31"/>
                        <a:pt x="39" y="28"/>
                        <a:pt x="39" y="26"/>
                      </a:cubicBezTo>
                      <a:cubicBezTo>
                        <a:pt x="38" y="24"/>
                        <a:pt x="34" y="8"/>
                        <a:pt x="34" y="7"/>
                      </a:cubicBezTo>
                      <a:cubicBezTo>
                        <a:pt x="33" y="5"/>
                        <a:pt x="32" y="4"/>
                        <a:pt x="31" y="3"/>
                      </a:cubicBezTo>
                      <a:cubicBezTo>
                        <a:pt x="30" y="2"/>
                        <a:pt x="30" y="2"/>
                        <a:pt x="29" y="1"/>
                      </a:cubicBezTo>
                      <a:cubicBezTo>
                        <a:pt x="29" y="1"/>
                        <a:pt x="26" y="0"/>
                        <a:pt x="25" y="2"/>
                      </a:cubicBezTo>
                      <a:cubicBezTo>
                        <a:pt x="24" y="4"/>
                        <a:pt x="24" y="7"/>
                        <a:pt x="23" y="9"/>
                      </a:cubicBezTo>
                      <a:cubicBezTo>
                        <a:pt x="22" y="12"/>
                        <a:pt x="14" y="31"/>
                        <a:pt x="13" y="38"/>
                      </a:cubicBezTo>
                      <a:cubicBezTo>
                        <a:pt x="12" y="45"/>
                        <a:pt x="10" y="50"/>
                        <a:pt x="8" y="56"/>
                      </a:cubicBezTo>
                      <a:cubicBezTo>
                        <a:pt x="6" y="60"/>
                        <a:pt x="4" y="63"/>
                        <a:pt x="3" y="69"/>
                      </a:cubicBezTo>
                      <a:cubicBezTo>
                        <a:pt x="2" y="73"/>
                        <a:pt x="1" y="127"/>
                        <a:pt x="0" y="13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9" name="Freeform 354">
                  <a:extLst>
                    <a:ext uri="{FF2B5EF4-FFF2-40B4-BE49-F238E27FC236}">
                      <a16:creationId xmlns:a16="http://schemas.microsoft.com/office/drawing/2014/main" id="{832BB916-5C6E-46FA-9008-181DFC1D31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47063" y="2430463"/>
                  <a:ext cx="82550" cy="195263"/>
                </a:xfrm>
                <a:custGeom>
                  <a:avLst/>
                  <a:gdLst>
                    <a:gd name="T0" fmla="*/ 0 w 21"/>
                    <a:gd name="T1" fmla="*/ 44 h 49"/>
                    <a:gd name="T2" fmla="*/ 0 w 21"/>
                    <a:gd name="T3" fmla="*/ 47 h 49"/>
                    <a:gd name="T4" fmla="*/ 4 w 21"/>
                    <a:gd name="T5" fmla="*/ 48 h 49"/>
                    <a:gd name="T6" fmla="*/ 8 w 21"/>
                    <a:gd name="T7" fmla="*/ 49 h 49"/>
                    <a:gd name="T8" fmla="*/ 12 w 21"/>
                    <a:gd name="T9" fmla="*/ 48 h 49"/>
                    <a:gd name="T10" fmla="*/ 17 w 21"/>
                    <a:gd name="T11" fmla="*/ 48 h 49"/>
                    <a:gd name="T12" fmla="*/ 19 w 21"/>
                    <a:gd name="T13" fmla="*/ 48 h 49"/>
                    <a:gd name="T14" fmla="*/ 20 w 21"/>
                    <a:gd name="T15" fmla="*/ 48 h 49"/>
                    <a:gd name="T16" fmla="*/ 21 w 21"/>
                    <a:gd name="T17" fmla="*/ 48 h 49"/>
                    <a:gd name="T18" fmla="*/ 20 w 21"/>
                    <a:gd name="T19" fmla="*/ 43 h 49"/>
                    <a:gd name="T20" fmla="*/ 19 w 21"/>
                    <a:gd name="T21" fmla="*/ 37 h 49"/>
                    <a:gd name="T22" fmla="*/ 19 w 21"/>
                    <a:gd name="T23" fmla="*/ 26 h 49"/>
                    <a:gd name="T24" fmla="*/ 19 w 21"/>
                    <a:gd name="T25" fmla="*/ 21 h 49"/>
                    <a:gd name="T26" fmla="*/ 19 w 21"/>
                    <a:gd name="T27" fmla="*/ 15 h 49"/>
                    <a:gd name="T28" fmla="*/ 19 w 21"/>
                    <a:gd name="T29" fmla="*/ 4 h 49"/>
                    <a:gd name="T30" fmla="*/ 19 w 21"/>
                    <a:gd name="T31" fmla="*/ 4 h 49"/>
                    <a:gd name="T32" fmla="*/ 19 w 21"/>
                    <a:gd name="T33" fmla="*/ 3 h 49"/>
                    <a:gd name="T34" fmla="*/ 15 w 21"/>
                    <a:gd name="T35" fmla="*/ 2 h 49"/>
                    <a:gd name="T36" fmla="*/ 11 w 21"/>
                    <a:gd name="T37" fmla="*/ 0 h 49"/>
                    <a:gd name="T38" fmla="*/ 7 w 21"/>
                    <a:gd name="T39" fmla="*/ 0 h 49"/>
                    <a:gd name="T40" fmla="*/ 4 w 21"/>
                    <a:gd name="T41" fmla="*/ 1 h 49"/>
                    <a:gd name="T42" fmla="*/ 2 w 21"/>
                    <a:gd name="T43" fmla="*/ 3 h 49"/>
                    <a:gd name="T44" fmla="*/ 2 w 21"/>
                    <a:gd name="T45" fmla="*/ 17 h 49"/>
                    <a:gd name="T46" fmla="*/ 2 w 21"/>
                    <a:gd name="T47" fmla="*/ 24 h 49"/>
                    <a:gd name="T48" fmla="*/ 2 w 21"/>
                    <a:gd name="T49" fmla="*/ 31 h 49"/>
                    <a:gd name="T50" fmla="*/ 1 w 21"/>
                    <a:gd name="T51" fmla="*/ 38 h 49"/>
                    <a:gd name="T52" fmla="*/ 0 w 21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9">
                      <a:moveTo>
                        <a:pt x="0" y="44"/>
                      </a:moveTo>
                      <a:cubicBezTo>
                        <a:pt x="0" y="45"/>
                        <a:pt x="0" y="47"/>
                        <a:pt x="0" y="47"/>
                      </a:cubicBezTo>
                      <a:cubicBezTo>
                        <a:pt x="1" y="48"/>
                        <a:pt x="3" y="48"/>
                        <a:pt x="4" y="48"/>
                      </a:cubicBezTo>
                      <a:cubicBezTo>
                        <a:pt x="5" y="48"/>
                        <a:pt x="7" y="49"/>
                        <a:pt x="8" y="49"/>
                      </a:cubicBezTo>
                      <a:cubicBezTo>
                        <a:pt x="10" y="49"/>
                        <a:pt x="11" y="49"/>
                        <a:pt x="12" y="48"/>
                      </a:cubicBezTo>
                      <a:cubicBezTo>
                        <a:pt x="14" y="48"/>
                        <a:pt x="16" y="48"/>
                        <a:pt x="17" y="48"/>
                      </a:cubicBezTo>
                      <a:cubicBezTo>
                        <a:pt x="18" y="48"/>
                        <a:pt x="18" y="48"/>
                        <a:pt x="19" y="48"/>
                      </a:cubicBezTo>
                      <a:cubicBezTo>
                        <a:pt x="19" y="48"/>
                        <a:pt x="20" y="48"/>
                        <a:pt x="20" y="48"/>
                      </a:cubicBezTo>
                      <a:cubicBezTo>
                        <a:pt x="21" y="48"/>
                        <a:pt x="21" y="48"/>
                        <a:pt x="21" y="48"/>
                      </a:cubicBezTo>
                      <a:cubicBezTo>
                        <a:pt x="21" y="46"/>
                        <a:pt x="20" y="44"/>
                        <a:pt x="20" y="43"/>
                      </a:cubicBezTo>
                      <a:cubicBezTo>
                        <a:pt x="19" y="41"/>
                        <a:pt x="19" y="39"/>
                        <a:pt x="19" y="37"/>
                      </a:cubicBezTo>
                      <a:cubicBezTo>
                        <a:pt x="19" y="34"/>
                        <a:pt x="19" y="30"/>
                        <a:pt x="19" y="26"/>
                      </a:cubicBezTo>
                      <a:cubicBezTo>
                        <a:pt x="19" y="24"/>
                        <a:pt x="19" y="23"/>
                        <a:pt x="19" y="21"/>
                      </a:cubicBezTo>
                      <a:cubicBezTo>
                        <a:pt x="19" y="19"/>
                        <a:pt x="19" y="17"/>
                        <a:pt x="19" y="15"/>
                      </a:cubicBezTo>
                      <a:cubicBezTo>
                        <a:pt x="19" y="12"/>
                        <a:pt x="19" y="8"/>
                        <a:pt x="19" y="4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19" y="3"/>
                        <a:pt x="19" y="3"/>
                        <a:pt x="19" y="3"/>
                      </a:cubicBezTo>
                      <a:cubicBezTo>
                        <a:pt x="18" y="2"/>
                        <a:pt x="17" y="2"/>
                        <a:pt x="15" y="2"/>
                      </a:cubicBezTo>
                      <a:cubicBezTo>
                        <a:pt x="14" y="1"/>
                        <a:pt x="13" y="1"/>
                        <a:pt x="11" y="0"/>
                      </a:cubicBezTo>
                      <a:cubicBezTo>
                        <a:pt x="10" y="0"/>
                        <a:pt x="9" y="0"/>
                        <a:pt x="7" y="0"/>
                      </a:cubicBezTo>
                      <a:cubicBezTo>
                        <a:pt x="6" y="0"/>
                        <a:pt x="5" y="0"/>
                        <a:pt x="4" y="1"/>
                      </a:cubicBezTo>
                      <a:cubicBezTo>
                        <a:pt x="3" y="1"/>
                        <a:pt x="2" y="2"/>
                        <a:pt x="2" y="3"/>
                      </a:cubicBezTo>
                      <a:cubicBezTo>
                        <a:pt x="2" y="8"/>
                        <a:pt x="2" y="13"/>
                        <a:pt x="2" y="17"/>
                      </a:cubicBezTo>
                      <a:cubicBezTo>
                        <a:pt x="2" y="20"/>
                        <a:pt x="2" y="22"/>
                        <a:pt x="2" y="24"/>
                      </a:cubicBezTo>
                      <a:cubicBezTo>
                        <a:pt x="2" y="26"/>
                        <a:pt x="2" y="28"/>
                        <a:pt x="2" y="31"/>
                      </a:cubicBezTo>
                      <a:cubicBezTo>
                        <a:pt x="2" y="33"/>
                        <a:pt x="1" y="36"/>
                        <a:pt x="1" y="38"/>
                      </a:cubicBezTo>
                      <a:cubicBezTo>
                        <a:pt x="1" y="40"/>
                        <a:pt x="0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40" name="Freeform 355">
                  <a:extLst>
                    <a:ext uri="{FF2B5EF4-FFF2-40B4-BE49-F238E27FC236}">
                      <a16:creationId xmlns:a16="http://schemas.microsoft.com/office/drawing/2014/main" id="{2A98D9B5-8905-4D73-85AF-F0805DBDCE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47063" y="2430463"/>
                  <a:ext cx="82550" cy="195263"/>
                </a:xfrm>
                <a:custGeom>
                  <a:avLst/>
                  <a:gdLst>
                    <a:gd name="T0" fmla="*/ 0 w 21"/>
                    <a:gd name="T1" fmla="*/ 44 h 49"/>
                    <a:gd name="T2" fmla="*/ 0 w 21"/>
                    <a:gd name="T3" fmla="*/ 47 h 49"/>
                    <a:gd name="T4" fmla="*/ 4 w 21"/>
                    <a:gd name="T5" fmla="*/ 48 h 49"/>
                    <a:gd name="T6" fmla="*/ 8 w 21"/>
                    <a:gd name="T7" fmla="*/ 49 h 49"/>
                    <a:gd name="T8" fmla="*/ 12 w 21"/>
                    <a:gd name="T9" fmla="*/ 48 h 49"/>
                    <a:gd name="T10" fmla="*/ 17 w 21"/>
                    <a:gd name="T11" fmla="*/ 48 h 49"/>
                    <a:gd name="T12" fmla="*/ 19 w 21"/>
                    <a:gd name="T13" fmla="*/ 48 h 49"/>
                    <a:gd name="T14" fmla="*/ 20 w 21"/>
                    <a:gd name="T15" fmla="*/ 48 h 49"/>
                    <a:gd name="T16" fmla="*/ 21 w 21"/>
                    <a:gd name="T17" fmla="*/ 48 h 49"/>
                    <a:gd name="T18" fmla="*/ 20 w 21"/>
                    <a:gd name="T19" fmla="*/ 43 h 49"/>
                    <a:gd name="T20" fmla="*/ 19 w 21"/>
                    <a:gd name="T21" fmla="*/ 37 h 49"/>
                    <a:gd name="T22" fmla="*/ 19 w 21"/>
                    <a:gd name="T23" fmla="*/ 26 h 49"/>
                    <a:gd name="T24" fmla="*/ 19 w 21"/>
                    <a:gd name="T25" fmla="*/ 21 h 49"/>
                    <a:gd name="T26" fmla="*/ 19 w 21"/>
                    <a:gd name="T27" fmla="*/ 15 h 49"/>
                    <a:gd name="T28" fmla="*/ 19 w 21"/>
                    <a:gd name="T29" fmla="*/ 4 h 49"/>
                    <a:gd name="T30" fmla="*/ 19 w 21"/>
                    <a:gd name="T31" fmla="*/ 4 h 49"/>
                    <a:gd name="T32" fmla="*/ 19 w 21"/>
                    <a:gd name="T33" fmla="*/ 3 h 49"/>
                    <a:gd name="T34" fmla="*/ 15 w 21"/>
                    <a:gd name="T35" fmla="*/ 2 h 49"/>
                    <a:gd name="T36" fmla="*/ 11 w 21"/>
                    <a:gd name="T37" fmla="*/ 0 h 49"/>
                    <a:gd name="T38" fmla="*/ 7 w 21"/>
                    <a:gd name="T39" fmla="*/ 0 h 49"/>
                    <a:gd name="T40" fmla="*/ 4 w 21"/>
                    <a:gd name="T41" fmla="*/ 1 h 49"/>
                    <a:gd name="T42" fmla="*/ 2 w 21"/>
                    <a:gd name="T43" fmla="*/ 3 h 49"/>
                    <a:gd name="T44" fmla="*/ 2 w 21"/>
                    <a:gd name="T45" fmla="*/ 17 h 49"/>
                    <a:gd name="T46" fmla="*/ 2 w 21"/>
                    <a:gd name="T47" fmla="*/ 24 h 49"/>
                    <a:gd name="T48" fmla="*/ 2 w 21"/>
                    <a:gd name="T49" fmla="*/ 31 h 49"/>
                    <a:gd name="T50" fmla="*/ 1 w 21"/>
                    <a:gd name="T51" fmla="*/ 38 h 49"/>
                    <a:gd name="T52" fmla="*/ 0 w 21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9">
                      <a:moveTo>
                        <a:pt x="0" y="44"/>
                      </a:moveTo>
                      <a:cubicBezTo>
                        <a:pt x="0" y="45"/>
                        <a:pt x="0" y="47"/>
                        <a:pt x="0" y="47"/>
                      </a:cubicBezTo>
                      <a:cubicBezTo>
                        <a:pt x="1" y="48"/>
                        <a:pt x="3" y="48"/>
                        <a:pt x="4" y="48"/>
                      </a:cubicBezTo>
                      <a:cubicBezTo>
                        <a:pt x="5" y="48"/>
                        <a:pt x="7" y="49"/>
                        <a:pt x="8" y="49"/>
                      </a:cubicBezTo>
                      <a:cubicBezTo>
                        <a:pt x="10" y="49"/>
                        <a:pt x="11" y="49"/>
                        <a:pt x="12" y="48"/>
                      </a:cubicBezTo>
                      <a:cubicBezTo>
                        <a:pt x="14" y="48"/>
                        <a:pt x="16" y="48"/>
                        <a:pt x="17" y="48"/>
                      </a:cubicBezTo>
                      <a:cubicBezTo>
                        <a:pt x="18" y="48"/>
                        <a:pt x="18" y="48"/>
                        <a:pt x="19" y="48"/>
                      </a:cubicBezTo>
                      <a:cubicBezTo>
                        <a:pt x="19" y="48"/>
                        <a:pt x="20" y="48"/>
                        <a:pt x="20" y="48"/>
                      </a:cubicBezTo>
                      <a:cubicBezTo>
                        <a:pt x="21" y="48"/>
                        <a:pt x="21" y="48"/>
                        <a:pt x="21" y="48"/>
                      </a:cubicBezTo>
                      <a:cubicBezTo>
                        <a:pt x="21" y="46"/>
                        <a:pt x="20" y="44"/>
                        <a:pt x="20" y="43"/>
                      </a:cubicBezTo>
                      <a:cubicBezTo>
                        <a:pt x="19" y="41"/>
                        <a:pt x="19" y="39"/>
                        <a:pt x="19" y="37"/>
                      </a:cubicBezTo>
                      <a:cubicBezTo>
                        <a:pt x="19" y="34"/>
                        <a:pt x="19" y="30"/>
                        <a:pt x="19" y="26"/>
                      </a:cubicBezTo>
                      <a:cubicBezTo>
                        <a:pt x="19" y="24"/>
                        <a:pt x="19" y="23"/>
                        <a:pt x="19" y="21"/>
                      </a:cubicBezTo>
                      <a:cubicBezTo>
                        <a:pt x="19" y="19"/>
                        <a:pt x="19" y="17"/>
                        <a:pt x="19" y="15"/>
                      </a:cubicBezTo>
                      <a:cubicBezTo>
                        <a:pt x="19" y="12"/>
                        <a:pt x="19" y="8"/>
                        <a:pt x="19" y="4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19" y="3"/>
                        <a:pt x="19" y="3"/>
                        <a:pt x="19" y="3"/>
                      </a:cubicBezTo>
                      <a:cubicBezTo>
                        <a:pt x="18" y="2"/>
                        <a:pt x="17" y="2"/>
                        <a:pt x="15" y="2"/>
                      </a:cubicBezTo>
                      <a:cubicBezTo>
                        <a:pt x="14" y="1"/>
                        <a:pt x="13" y="1"/>
                        <a:pt x="11" y="0"/>
                      </a:cubicBezTo>
                      <a:cubicBezTo>
                        <a:pt x="10" y="0"/>
                        <a:pt x="9" y="0"/>
                        <a:pt x="7" y="0"/>
                      </a:cubicBezTo>
                      <a:cubicBezTo>
                        <a:pt x="6" y="0"/>
                        <a:pt x="5" y="0"/>
                        <a:pt x="4" y="1"/>
                      </a:cubicBezTo>
                      <a:cubicBezTo>
                        <a:pt x="3" y="1"/>
                        <a:pt x="2" y="2"/>
                        <a:pt x="2" y="3"/>
                      </a:cubicBezTo>
                      <a:cubicBezTo>
                        <a:pt x="2" y="8"/>
                        <a:pt x="2" y="13"/>
                        <a:pt x="2" y="17"/>
                      </a:cubicBezTo>
                      <a:cubicBezTo>
                        <a:pt x="2" y="20"/>
                        <a:pt x="2" y="22"/>
                        <a:pt x="2" y="24"/>
                      </a:cubicBezTo>
                      <a:cubicBezTo>
                        <a:pt x="2" y="26"/>
                        <a:pt x="2" y="28"/>
                        <a:pt x="2" y="31"/>
                      </a:cubicBezTo>
                      <a:cubicBezTo>
                        <a:pt x="2" y="33"/>
                        <a:pt x="1" y="36"/>
                        <a:pt x="1" y="38"/>
                      </a:cubicBezTo>
                      <a:cubicBezTo>
                        <a:pt x="1" y="40"/>
                        <a:pt x="0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41" name="Freeform 356">
                  <a:extLst>
                    <a:ext uri="{FF2B5EF4-FFF2-40B4-BE49-F238E27FC236}">
                      <a16:creationId xmlns:a16="http://schemas.microsoft.com/office/drawing/2014/main" id="{5251B9A6-6F47-4C8F-ABDE-1A84B7FED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31163" y="1982788"/>
                  <a:ext cx="501650" cy="495300"/>
                </a:xfrm>
                <a:custGeom>
                  <a:avLst/>
                  <a:gdLst>
                    <a:gd name="T0" fmla="*/ 1 w 126"/>
                    <a:gd name="T1" fmla="*/ 87 h 125"/>
                    <a:gd name="T2" fmla="*/ 1 w 126"/>
                    <a:gd name="T3" fmla="*/ 94 h 125"/>
                    <a:gd name="T4" fmla="*/ 11 w 126"/>
                    <a:gd name="T5" fmla="*/ 108 h 125"/>
                    <a:gd name="T6" fmla="*/ 18 w 126"/>
                    <a:gd name="T7" fmla="*/ 114 h 125"/>
                    <a:gd name="T8" fmla="*/ 23 w 126"/>
                    <a:gd name="T9" fmla="*/ 120 h 125"/>
                    <a:gd name="T10" fmla="*/ 30 w 126"/>
                    <a:gd name="T11" fmla="*/ 122 h 125"/>
                    <a:gd name="T12" fmla="*/ 38 w 126"/>
                    <a:gd name="T13" fmla="*/ 123 h 125"/>
                    <a:gd name="T14" fmla="*/ 43 w 126"/>
                    <a:gd name="T15" fmla="*/ 122 h 125"/>
                    <a:gd name="T16" fmla="*/ 48 w 126"/>
                    <a:gd name="T17" fmla="*/ 123 h 125"/>
                    <a:gd name="T18" fmla="*/ 57 w 126"/>
                    <a:gd name="T19" fmla="*/ 123 h 125"/>
                    <a:gd name="T20" fmla="*/ 76 w 126"/>
                    <a:gd name="T21" fmla="*/ 124 h 125"/>
                    <a:gd name="T22" fmla="*/ 80 w 126"/>
                    <a:gd name="T23" fmla="*/ 123 h 125"/>
                    <a:gd name="T24" fmla="*/ 84 w 126"/>
                    <a:gd name="T25" fmla="*/ 121 h 125"/>
                    <a:gd name="T26" fmla="*/ 93 w 126"/>
                    <a:gd name="T27" fmla="*/ 119 h 125"/>
                    <a:gd name="T28" fmla="*/ 103 w 126"/>
                    <a:gd name="T29" fmla="*/ 119 h 125"/>
                    <a:gd name="T30" fmla="*/ 112 w 126"/>
                    <a:gd name="T31" fmla="*/ 118 h 125"/>
                    <a:gd name="T32" fmla="*/ 120 w 126"/>
                    <a:gd name="T33" fmla="*/ 115 h 125"/>
                    <a:gd name="T34" fmla="*/ 125 w 126"/>
                    <a:gd name="T35" fmla="*/ 110 h 125"/>
                    <a:gd name="T36" fmla="*/ 126 w 126"/>
                    <a:gd name="T37" fmla="*/ 102 h 125"/>
                    <a:gd name="T38" fmla="*/ 124 w 126"/>
                    <a:gd name="T39" fmla="*/ 93 h 125"/>
                    <a:gd name="T40" fmla="*/ 120 w 126"/>
                    <a:gd name="T41" fmla="*/ 85 h 125"/>
                    <a:gd name="T42" fmla="*/ 123 w 126"/>
                    <a:gd name="T43" fmla="*/ 76 h 125"/>
                    <a:gd name="T44" fmla="*/ 124 w 126"/>
                    <a:gd name="T45" fmla="*/ 72 h 125"/>
                    <a:gd name="T46" fmla="*/ 124 w 126"/>
                    <a:gd name="T47" fmla="*/ 68 h 125"/>
                    <a:gd name="T48" fmla="*/ 124 w 126"/>
                    <a:gd name="T49" fmla="*/ 63 h 125"/>
                    <a:gd name="T50" fmla="*/ 124 w 126"/>
                    <a:gd name="T51" fmla="*/ 59 h 125"/>
                    <a:gd name="T52" fmla="*/ 121 w 126"/>
                    <a:gd name="T53" fmla="*/ 51 h 125"/>
                    <a:gd name="T54" fmla="*/ 115 w 126"/>
                    <a:gd name="T55" fmla="*/ 45 h 125"/>
                    <a:gd name="T56" fmla="*/ 111 w 126"/>
                    <a:gd name="T57" fmla="*/ 42 h 125"/>
                    <a:gd name="T58" fmla="*/ 110 w 126"/>
                    <a:gd name="T59" fmla="*/ 37 h 125"/>
                    <a:gd name="T60" fmla="*/ 108 w 126"/>
                    <a:gd name="T61" fmla="*/ 34 h 125"/>
                    <a:gd name="T62" fmla="*/ 106 w 126"/>
                    <a:gd name="T63" fmla="*/ 30 h 125"/>
                    <a:gd name="T64" fmla="*/ 106 w 126"/>
                    <a:gd name="T65" fmla="*/ 25 h 125"/>
                    <a:gd name="T66" fmla="*/ 104 w 126"/>
                    <a:gd name="T67" fmla="*/ 22 h 125"/>
                    <a:gd name="T68" fmla="*/ 99 w 126"/>
                    <a:gd name="T69" fmla="*/ 17 h 125"/>
                    <a:gd name="T70" fmla="*/ 95 w 126"/>
                    <a:gd name="T71" fmla="*/ 14 h 125"/>
                    <a:gd name="T72" fmla="*/ 93 w 126"/>
                    <a:gd name="T73" fmla="*/ 10 h 125"/>
                    <a:gd name="T74" fmla="*/ 90 w 126"/>
                    <a:gd name="T75" fmla="*/ 7 h 125"/>
                    <a:gd name="T76" fmla="*/ 88 w 126"/>
                    <a:gd name="T77" fmla="*/ 4 h 125"/>
                    <a:gd name="T78" fmla="*/ 79 w 126"/>
                    <a:gd name="T79" fmla="*/ 1 h 125"/>
                    <a:gd name="T80" fmla="*/ 75 w 126"/>
                    <a:gd name="T81" fmla="*/ 0 h 125"/>
                    <a:gd name="T82" fmla="*/ 65 w 126"/>
                    <a:gd name="T83" fmla="*/ 1 h 125"/>
                    <a:gd name="T84" fmla="*/ 59 w 126"/>
                    <a:gd name="T85" fmla="*/ 5 h 125"/>
                    <a:gd name="T86" fmla="*/ 51 w 126"/>
                    <a:gd name="T87" fmla="*/ 10 h 125"/>
                    <a:gd name="T88" fmla="*/ 44 w 126"/>
                    <a:gd name="T89" fmla="*/ 14 h 125"/>
                    <a:gd name="T90" fmla="*/ 33 w 126"/>
                    <a:gd name="T91" fmla="*/ 25 h 125"/>
                    <a:gd name="T92" fmla="*/ 20 w 126"/>
                    <a:gd name="T93" fmla="*/ 37 h 125"/>
                    <a:gd name="T94" fmla="*/ 8 w 126"/>
                    <a:gd name="T95" fmla="*/ 46 h 125"/>
                    <a:gd name="T96" fmla="*/ 4 w 126"/>
                    <a:gd name="T97" fmla="*/ 53 h 125"/>
                    <a:gd name="T98" fmla="*/ 2 w 126"/>
                    <a:gd name="T99" fmla="*/ 61 h 125"/>
                    <a:gd name="T100" fmla="*/ 1 w 126"/>
                    <a:gd name="T101" fmla="*/ 78 h 125"/>
                    <a:gd name="T102" fmla="*/ 1 w 126"/>
                    <a:gd name="T103" fmla="*/ 87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5">
                      <a:moveTo>
                        <a:pt x="1" y="87"/>
                      </a:moveTo>
                      <a:cubicBezTo>
                        <a:pt x="0" y="90"/>
                        <a:pt x="0" y="92"/>
                        <a:pt x="1" y="94"/>
                      </a:cubicBezTo>
                      <a:cubicBezTo>
                        <a:pt x="3" y="100"/>
                        <a:pt x="6" y="104"/>
                        <a:pt x="11" y="108"/>
                      </a:cubicBezTo>
                      <a:cubicBezTo>
                        <a:pt x="13" y="110"/>
                        <a:pt x="16" y="112"/>
                        <a:pt x="18" y="114"/>
                      </a:cubicBezTo>
                      <a:cubicBezTo>
                        <a:pt x="19" y="116"/>
                        <a:pt x="21" y="119"/>
                        <a:pt x="23" y="120"/>
                      </a:cubicBezTo>
                      <a:cubicBezTo>
                        <a:pt x="25" y="121"/>
                        <a:pt x="28" y="122"/>
                        <a:pt x="30" y="122"/>
                      </a:cubicBezTo>
                      <a:cubicBezTo>
                        <a:pt x="33" y="122"/>
                        <a:pt x="35" y="123"/>
                        <a:pt x="38" y="123"/>
                      </a:cubicBezTo>
                      <a:cubicBezTo>
                        <a:pt x="40" y="123"/>
                        <a:pt x="41" y="122"/>
                        <a:pt x="43" y="122"/>
                      </a:cubicBezTo>
                      <a:cubicBezTo>
                        <a:pt x="45" y="122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69" y="125"/>
                        <a:pt x="76" y="124"/>
                      </a:cubicBezTo>
                      <a:cubicBezTo>
                        <a:pt x="77" y="124"/>
                        <a:pt x="79" y="124"/>
                        <a:pt x="80" y="123"/>
                      </a:cubicBezTo>
                      <a:cubicBezTo>
                        <a:pt x="81" y="122"/>
                        <a:pt x="83" y="121"/>
                        <a:pt x="84" y="121"/>
                      </a:cubicBezTo>
                      <a:cubicBezTo>
                        <a:pt x="87" y="119"/>
                        <a:pt x="90" y="118"/>
                        <a:pt x="93" y="119"/>
                      </a:cubicBezTo>
                      <a:cubicBezTo>
                        <a:pt x="96" y="119"/>
                        <a:pt x="100" y="119"/>
                        <a:pt x="103" y="119"/>
                      </a:cubicBezTo>
                      <a:cubicBezTo>
                        <a:pt x="106" y="119"/>
                        <a:pt x="109" y="119"/>
                        <a:pt x="112" y="118"/>
                      </a:cubicBezTo>
                      <a:cubicBezTo>
                        <a:pt x="115" y="117"/>
                        <a:pt x="118" y="117"/>
                        <a:pt x="120" y="115"/>
                      </a:cubicBezTo>
                      <a:cubicBezTo>
                        <a:pt x="122" y="114"/>
                        <a:pt x="124" y="112"/>
                        <a:pt x="125" y="110"/>
                      </a:cubicBezTo>
                      <a:cubicBezTo>
                        <a:pt x="126" y="108"/>
                        <a:pt x="126" y="105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0" y="88"/>
                        <a:pt x="120" y="85"/>
                      </a:cubicBezTo>
                      <a:cubicBezTo>
                        <a:pt x="120" y="81"/>
                        <a:pt x="121" y="79"/>
                        <a:pt x="123" y="76"/>
                      </a:cubicBezTo>
                      <a:cubicBezTo>
                        <a:pt x="124" y="75"/>
                        <a:pt x="124" y="73"/>
                        <a:pt x="124" y="72"/>
                      </a:cubicBezTo>
                      <a:cubicBezTo>
                        <a:pt x="125" y="71"/>
                        <a:pt x="124" y="69"/>
                        <a:pt x="124" y="68"/>
                      </a:cubicBezTo>
                      <a:cubicBezTo>
                        <a:pt x="124" y="66"/>
                        <a:pt x="124" y="65"/>
                        <a:pt x="124" y="63"/>
                      </a:cubicBezTo>
                      <a:cubicBezTo>
                        <a:pt x="124" y="62"/>
                        <a:pt x="125" y="60"/>
                        <a:pt x="124" y="59"/>
                      </a:cubicBezTo>
                      <a:cubicBezTo>
                        <a:pt x="124" y="56"/>
                        <a:pt x="123" y="53"/>
                        <a:pt x="121" y="51"/>
                      </a:cubicBezTo>
                      <a:cubicBezTo>
                        <a:pt x="119" y="48"/>
                        <a:pt x="117" y="47"/>
                        <a:pt x="115" y="45"/>
                      </a:cubicBezTo>
                      <a:cubicBezTo>
                        <a:pt x="114" y="44"/>
                        <a:pt x="113" y="43"/>
                        <a:pt x="111" y="42"/>
                      </a:cubicBezTo>
                      <a:cubicBezTo>
                        <a:pt x="110" y="40"/>
                        <a:pt x="110" y="39"/>
                        <a:pt x="110" y="37"/>
                      </a:cubicBezTo>
                      <a:cubicBezTo>
                        <a:pt x="109" y="36"/>
                        <a:pt x="109" y="35"/>
                        <a:pt x="108" y="34"/>
                      </a:cubicBezTo>
                      <a:cubicBezTo>
                        <a:pt x="108" y="33"/>
                        <a:pt x="106" y="32"/>
                        <a:pt x="106" y="30"/>
                      </a:cubicBezTo>
                      <a:cubicBezTo>
                        <a:pt x="106" y="29"/>
                        <a:pt x="106" y="27"/>
                        <a:pt x="106" y="25"/>
                      </a:cubicBezTo>
                      <a:cubicBezTo>
                        <a:pt x="106" y="24"/>
                        <a:pt x="105" y="23"/>
                        <a:pt x="104" y="22"/>
                      </a:cubicBezTo>
                      <a:cubicBezTo>
                        <a:pt x="103" y="20"/>
                        <a:pt x="101" y="18"/>
                        <a:pt x="99" y="17"/>
                      </a:cubicBezTo>
                      <a:cubicBezTo>
                        <a:pt x="98" y="16"/>
                        <a:pt x="96" y="15"/>
                        <a:pt x="95" y="14"/>
                      </a:cubicBezTo>
                      <a:cubicBezTo>
                        <a:pt x="94" y="13"/>
                        <a:pt x="94" y="12"/>
                        <a:pt x="93" y="10"/>
                      </a:cubicBezTo>
                      <a:cubicBezTo>
                        <a:pt x="92" y="9"/>
                        <a:pt x="91" y="8"/>
                        <a:pt x="90" y="7"/>
                      </a:cubicBezTo>
                      <a:cubicBezTo>
                        <a:pt x="89" y="6"/>
                        <a:pt x="89" y="5"/>
                        <a:pt x="88" y="4"/>
                      </a:cubicBezTo>
                      <a:cubicBezTo>
                        <a:pt x="85" y="2"/>
                        <a:pt x="82" y="2"/>
                        <a:pt x="79" y="1"/>
                      </a:cubicBezTo>
                      <a:cubicBezTo>
                        <a:pt x="78" y="1"/>
                        <a:pt x="76" y="1"/>
                        <a:pt x="75" y="0"/>
                      </a:cubicBezTo>
                      <a:cubicBezTo>
                        <a:pt x="75" y="0"/>
                        <a:pt x="67" y="0"/>
                        <a:pt x="65" y="1"/>
                      </a:cubicBezTo>
                      <a:cubicBezTo>
                        <a:pt x="63" y="2"/>
                        <a:pt x="61" y="4"/>
                        <a:pt x="59" y="5"/>
                      </a:cubicBezTo>
                      <a:cubicBezTo>
                        <a:pt x="56" y="7"/>
                        <a:pt x="54" y="9"/>
                        <a:pt x="51" y="10"/>
                      </a:cubicBezTo>
                      <a:cubicBezTo>
                        <a:pt x="49" y="11"/>
                        <a:pt x="46" y="12"/>
                        <a:pt x="44" y="14"/>
                      </a:cubicBezTo>
                      <a:cubicBezTo>
                        <a:pt x="39" y="17"/>
                        <a:pt x="36" y="21"/>
                        <a:pt x="33" y="25"/>
                      </a:cubicBezTo>
                      <a:cubicBezTo>
                        <a:pt x="30" y="30"/>
                        <a:pt x="25" y="33"/>
                        <a:pt x="20" y="37"/>
                      </a:cubicBezTo>
                      <a:cubicBezTo>
                        <a:pt x="16" y="40"/>
                        <a:pt x="11" y="41"/>
                        <a:pt x="8" y="46"/>
                      </a:cubicBezTo>
                      <a:cubicBezTo>
                        <a:pt x="6" y="48"/>
                        <a:pt x="5" y="51"/>
                        <a:pt x="4" y="53"/>
                      </a:cubicBezTo>
                      <a:cubicBezTo>
                        <a:pt x="3" y="56"/>
                        <a:pt x="2" y="58"/>
                        <a:pt x="2" y="61"/>
                      </a:cubicBezTo>
                      <a:cubicBezTo>
                        <a:pt x="0" y="67"/>
                        <a:pt x="1" y="73"/>
                        <a:pt x="1" y="78"/>
                      </a:cubicBezTo>
                      <a:cubicBezTo>
                        <a:pt x="2" y="81"/>
                        <a:pt x="2" y="84"/>
                        <a:pt x="1" y="8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42" name="Freeform 357">
                  <a:extLst>
                    <a:ext uri="{FF2B5EF4-FFF2-40B4-BE49-F238E27FC236}">
                      <a16:creationId xmlns:a16="http://schemas.microsoft.com/office/drawing/2014/main" id="{07F29831-EEAC-42C4-A61F-31812D35D9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31163" y="1982788"/>
                  <a:ext cx="501650" cy="495300"/>
                </a:xfrm>
                <a:custGeom>
                  <a:avLst/>
                  <a:gdLst>
                    <a:gd name="T0" fmla="*/ 1 w 126"/>
                    <a:gd name="T1" fmla="*/ 87 h 125"/>
                    <a:gd name="T2" fmla="*/ 1 w 126"/>
                    <a:gd name="T3" fmla="*/ 94 h 125"/>
                    <a:gd name="T4" fmla="*/ 11 w 126"/>
                    <a:gd name="T5" fmla="*/ 108 h 125"/>
                    <a:gd name="T6" fmla="*/ 18 w 126"/>
                    <a:gd name="T7" fmla="*/ 114 h 125"/>
                    <a:gd name="T8" fmla="*/ 23 w 126"/>
                    <a:gd name="T9" fmla="*/ 120 h 125"/>
                    <a:gd name="T10" fmla="*/ 30 w 126"/>
                    <a:gd name="T11" fmla="*/ 122 h 125"/>
                    <a:gd name="T12" fmla="*/ 38 w 126"/>
                    <a:gd name="T13" fmla="*/ 123 h 125"/>
                    <a:gd name="T14" fmla="*/ 43 w 126"/>
                    <a:gd name="T15" fmla="*/ 122 h 125"/>
                    <a:gd name="T16" fmla="*/ 48 w 126"/>
                    <a:gd name="T17" fmla="*/ 123 h 125"/>
                    <a:gd name="T18" fmla="*/ 57 w 126"/>
                    <a:gd name="T19" fmla="*/ 123 h 125"/>
                    <a:gd name="T20" fmla="*/ 76 w 126"/>
                    <a:gd name="T21" fmla="*/ 124 h 125"/>
                    <a:gd name="T22" fmla="*/ 80 w 126"/>
                    <a:gd name="T23" fmla="*/ 123 h 125"/>
                    <a:gd name="T24" fmla="*/ 84 w 126"/>
                    <a:gd name="T25" fmla="*/ 121 h 125"/>
                    <a:gd name="T26" fmla="*/ 93 w 126"/>
                    <a:gd name="T27" fmla="*/ 119 h 125"/>
                    <a:gd name="T28" fmla="*/ 103 w 126"/>
                    <a:gd name="T29" fmla="*/ 119 h 125"/>
                    <a:gd name="T30" fmla="*/ 112 w 126"/>
                    <a:gd name="T31" fmla="*/ 118 h 125"/>
                    <a:gd name="T32" fmla="*/ 120 w 126"/>
                    <a:gd name="T33" fmla="*/ 115 h 125"/>
                    <a:gd name="T34" fmla="*/ 125 w 126"/>
                    <a:gd name="T35" fmla="*/ 110 h 125"/>
                    <a:gd name="T36" fmla="*/ 126 w 126"/>
                    <a:gd name="T37" fmla="*/ 102 h 125"/>
                    <a:gd name="T38" fmla="*/ 124 w 126"/>
                    <a:gd name="T39" fmla="*/ 93 h 125"/>
                    <a:gd name="T40" fmla="*/ 120 w 126"/>
                    <a:gd name="T41" fmla="*/ 85 h 125"/>
                    <a:gd name="T42" fmla="*/ 123 w 126"/>
                    <a:gd name="T43" fmla="*/ 76 h 125"/>
                    <a:gd name="T44" fmla="*/ 124 w 126"/>
                    <a:gd name="T45" fmla="*/ 72 h 125"/>
                    <a:gd name="T46" fmla="*/ 124 w 126"/>
                    <a:gd name="T47" fmla="*/ 68 h 125"/>
                    <a:gd name="T48" fmla="*/ 124 w 126"/>
                    <a:gd name="T49" fmla="*/ 63 h 125"/>
                    <a:gd name="T50" fmla="*/ 124 w 126"/>
                    <a:gd name="T51" fmla="*/ 59 h 125"/>
                    <a:gd name="T52" fmla="*/ 121 w 126"/>
                    <a:gd name="T53" fmla="*/ 51 h 125"/>
                    <a:gd name="T54" fmla="*/ 115 w 126"/>
                    <a:gd name="T55" fmla="*/ 45 h 125"/>
                    <a:gd name="T56" fmla="*/ 111 w 126"/>
                    <a:gd name="T57" fmla="*/ 42 h 125"/>
                    <a:gd name="T58" fmla="*/ 110 w 126"/>
                    <a:gd name="T59" fmla="*/ 37 h 125"/>
                    <a:gd name="T60" fmla="*/ 108 w 126"/>
                    <a:gd name="T61" fmla="*/ 34 h 125"/>
                    <a:gd name="T62" fmla="*/ 106 w 126"/>
                    <a:gd name="T63" fmla="*/ 30 h 125"/>
                    <a:gd name="T64" fmla="*/ 106 w 126"/>
                    <a:gd name="T65" fmla="*/ 25 h 125"/>
                    <a:gd name="T66" fmla="*/ 104 w 126"/>
                    <a:gd name="T67" fmla="*/ 22 h 125"/>
                    <a:gd name="T68" fmla="*/ 99 w 126"/>
                    <a:gd name="T69" fmla="*/ 17 h 125"/>
                    <a:gd name="T70" fmla="*/ 95 w 126"/>
                    <a:gd name="T71" fmla="*/ 14 h 125"/>
                    <a:gd name="T72" fmla="*/ 93 w 126"/>
                    <a:gd name="T73" fmla="*/ 10 h 125"/>
                    <a:gd name="T74" fmla="*/ 90 w 126"/>
                    <a:gd name="T75" fmla="*/ 7 h 125"/>
                    <a:gd name="T76" fmla="*/ 88 w 126"/>
                    <a:gd name="T77" fmla="*/ 4 h 125"/>
                    <a:gd name="T78" fmla="*/ 79 w 126"/>
                    <a:gd name="T79" fmla="*/ 1 h 125"/>
                    <a:gd name="T80" fmla="*/ 75 w 126"/>
                    <a:gd name="T81" fmla="*/ 0 h 125"/>
                    <a:gd name="T82" fmla="*/ 65 w 126"/>
                    <a:gd name="T83" fmla="*/ 1 h 125"/>
                    <a:gd name="T84" fmla="*/ 59 w 126"/>
                    <a:gd name="T85" fmla="*/ 5 h 125"/>
                    <a:gd name="T86" fmla="*/ 51 w 126"/>
                    <a:gd name="T87" fmla="*/ 10 h 125"/>
                    <a:gd name="T88" fmla="*/ 44 w 126"/>
                    <a:gd name="T89" fmla="*/ 14 h 125"/>
                    <a:gd name="T90" fmla="*/ 33 w 126"/>
                    <a:gd name="T91" fmla="*/ 25 h 125"/>
                    <a:gd name="T92" fmla="*/ 20 w 126"/>
                    <a:gd name="T93" fmla="*/ 37 h 125"/>
                    <a:gd name="T94" fmla="*/ 8 w 126"/>
                    <a:gd name="T95" fmla="*/ 46 h 125"/>
                    <a:gd name="T96" fmla="*/ 4 w 126"/>
                    <a:gd name="T97" fmla="*/ 53 h 125"/>
                    <a:gd name="T98" fmla="*/ 2 w 126"/>
                    <a:gd name="T99" fmla="*/ 61 h 125"/>
                    <a:gd name="T100" fmla="*/ 1 w 126"/>
                    <a:gd name="T101" fmla="*/ 78 h 125"/>
                    <a:gd name="T102" fmla="*/ 1 w 126"/>
                    <a:gd name="T103" fmla="*/ 87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5">
                      <a:moveTo>
                        <a:pt x="1" y="87"/>
                      </a:moveTo>
                      <a:cubicBezTo>
                        <a:pt x="0" y="90"/>
                        <a:pt x="0" y="92"/>
                        <a:pt x="1" y="94"/>
                      </a:cubicBezTo>
                      <a:cubicBezTo>
                        <a:pt x="3" y="100"/>
                        <a:pt x="6" y="104"/>
                        <a:pt x="11" y="108"/>
                      </a:cubicBezTo>
                      <a:cubicBezTo>
                        <a:pt x="13" y="110"/>
                        <a:pt x="16" y="112"/>
                        <a:pt x="18" y="114"/>
                      </a:cubicBezTo>
                      <a:cubicBezTo>
                        <a:pt x="19" y="116"/>
                        <a:pt x="21" y="119"/>
                        <a:pt x="23" y="120"/>
                      </a:cubicBezTo>
                      <a:cubicBezTo>
                        <a:pt x="25" y="121"/>
                        <a:pt x="28" y="122"/>
                        <a:pt x="30" y="122"/>
                      </a:cubicBezTo>
                      <a:cubicBezTo>
                        <a:pt x="33" y="122"/>
                        <a:pt x="35" y="123"/>
                        <a:pt x="38" y="123"/>
                      </a:cubicBezTo>
                      <a:cubicBezTo>
                        <a:pt x="40" y="123"/>
                        <a:pt x="41" y="122"/>
                        <a:pt x="43" y="122"/>
                      </a:cubicBezTo>
                      <a:cubicBezTo>
                        <a:pt x="45" y="122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69" y="125"/>
                        <a:pt x="76" y="124"/>
                      </a:cubicBezTo>
                      <a:cubicBezTo>
                        <a:pt x="77" y="124"/>
                        <a:pt x="79" y="124"/>
                        <a:pt x="80" y="123"/>
                      </a:cubicBezTo>
                      <a:cubicBezTo>
                        <a:pt x="81" y="122"/>
                        <a:pt x="83" y="121"/>
                        <a:pt x="84" y="121"/>
                      </a:cubicBezTo>
                      <a:cubicBezTo>
                        <a:pt x="87" y="119"/>
                        <a:pt x="90" y="118"/>
                        <a:pt x="93" y="119"/>
                      </a:cubicBezTo>
                      <a:cubicBezTo>
                        <a:pt x="96" y="119"/>
                        <a:pt x="100" y="119"/>
                        <a:pt x="103" y="119"/>
                      </a:cubicBezTo>
                      <a:cubicBezTo>
                        <a:pt x="106" y="119"/>
                        <a:pt x="109" y="119"/>
                        <a:pt x="112" y="118"/>
                      </a:cubicBezTo>
                      <a:cubicBezTo>
                        <a:pt x="115" y="117"/>
                        <a:pt x="118" y="117"/>
                        <a:pt x="120" y="115"/>
                      </a:cubicBezTo>
                      <a:cubicBezTo>
                        <a:pt x="122" y="114"/>
                        <a:pt x="124" y="112"/>
                        <a:pt x="125" y="110"/>
                      </a:cubicBezTo>
                      <a:cubicBezTo>
                        <a:pt x="126" y="108"/>
                        <a:pt x="126" y="105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0" y="88"/>
                        <a:pt x="120" y="85"/>
                      </a:cubicBezTo>
                      <a:cubicBezTo>
                        <a:pt x="120" y="81"/>
                        <a:pt x="121" y="79"/>
                        <a:pt x="123" y="76"/>
                      </a:cubicBezTo>
                      <a:cubicBezTo>
                        <a:pt x="124" y="75"/>
                        <a:pt x="124" y="73"/>
                        <a:pt x="124" y="72"/>
                      </a:cubicBezTo>
                      <a:cubicBezTo>
                        <a:pt x="125" y="71"/>
                        <a:pt x="124" y="69"/>
                        <a:pt x="124" y="68"/>
                      </a:cubicBezTo>
                      <a:cubicBezTo>
                        <a:pt x="124" y="66"/>
                        <a:pt x="124" y="65"/>
                        <a:pt x="124" y="63"/>
                      </a:cubicBezTo>
                      <a:cubicBezTo>
                        <a:pt x="124" y="62"/>
                        <a:pt x="125" y="60"/>
                        <a:pt x="124" y="59"/>
                      </a:cubicBezTo>
                      <a:cubicBezTo>
                        <a:pt x="124" y="56"/>
                        <a:pt x="123" y="53"/>
                        <a:pt x="121" y="51"/>
                      </a:cubicBezTo>
                      <a:cubicBezTo>
                        <a:pt x="119" y="48"/>
                        <a:pt x="117" y="47"/>
                        <a:pt x="115" y="45"/>
                      </a:cubicBezTo>
                      <a:cubicBezTo>
                        <a:pt x="114" y="44"/>
                        <a:pt x="113" y="43"/>
                        <a:pt x="111" y="42"/>
                      </a:cubicBezTo>
                      <a:cubicBezTo>
                        <a:pt x="110" y="40"/>
                        <a:pt x="110" y="39"/>
                        <a:pt x="110" y="37"/>
                      </a:cubicBezTo>
                      <a:cubicBezTo>
                        <a:pt x="109" y="36"/>
                        <a:pt x="109" y="35"/>
                        <a:pt x="108" y="34"/>
                      </a:cubicBezTo>
                      <a:cubicBezTo>
                        <a:pt x="108" y="33"/>
                        <a:pt x="106" y="32"/>
                        <a:pt x="106" y="30"/>
                      </a:cubicBezTo>
                      <a:cubicBezTo>
                        <a:pt x="106" y="29"/>
                        <a:pt x="106" y="27"/>
                        <a:pt x="106" y="25"/>
                      </a:cubicBezTo>
                      <a:cubicBezTo>
                        <a:pt x="106" y="24"/>
                        <a:pt x="105" y="23"/>
                        <a:pt x="104" y="22"/>
                      </a:cubicBezTo>
                      <a:cubicBezTo>
                        <a:pt x="103" y="20"/>
                        <a:pt x="101" y="18"/>
                        <a:pt x="99" y="17"/>
                      </a:cubicBezTo>
                      <a:cubicBezTo>
                        <a:pt x="98" y="16"/>
                        <a:pt x="96" y="15"/>
                        <a:pt x="95" y="14"/>
                      </a:cubicBezTo>
                      <a:cubicBezTo>
                        <a:pt x="94" y="13"/>
                        <a:pt x="94" y="12"/>
                        <a:pt x="93" y="10"/>
                      </a:cubicBezTo>
                      <a:cubicBezTo>
                        <a:pt x="92" y="9"/>
                        <a:pt x="91" y="8"/>
                        <a:pt x="90" y="7"/>
                      </a:cubicBezTo>
                      <a:cubicBezTo>
                        <a:pt x="89" y="6"/>
                        <a:pt x="89" y="5"/>
                        <a:pt x="88" y="4"/>
                      </a:cubicBezTo>
                      <a:cubicBezTo>
                        <a:pt x="85" y="2"/>
                        <a:pt x="82" y="2"/>
                        <a:pt x="79" y="1"/>
                      </a:cubicBezTo>
                      <a:cubicBezTo>
                        <a:pt x="78" y="1"/>
                        <a:pt x="76" y="1"/>
                        <a:pt x="75" y="0"/>
                      </a:cubicBezTo>
                      <a:cubicBezTo>
                        <a:pt x="75" y="0"/>
                        <a:pt x="67" y="0"/>
                        <a:pt x="65" y="1"/>
                      </a:cubicBezTo>
                      <a:cubicBezTo>
                        <a:pt x="63" y="2"/>
                        <a:pt x="61" y="4"/>
                        <a:pt x="59" y="5"/>
                      </a:cubicBezTo>
                      <a:cubicBezTo>
                        <a:pt x="56" y="7"/>
                        <a:pt x="54" y="9"/>
                        <a:pt x="51" y="10"/>
                      </a:cubicBezTo>
                      <a:cubicBezTo>
                        <a:pt x="49" y="11"/>
                        <a:pt x="46" y="12"/>
                        <a:pt x="44" y="14"/>
                      </a:cubicBezTo>
                      <a:cubicBezTo>
                        <a:pt x="39" y="17"/>
                        <a:pt x="36" y="21"/>
                        <a:pt x="33" y="25"/>
                      </a:cubicBezTo>
                      <a:cubicBezTo>
                        <a:pt x="30" y="30"/>
                        <a:pt x="25" y="33"/>
                        <a:pt x="20" y="37"/>
                      </a:cubicBezTo>
                      <a:cubicBezTo>
                        <a:pt x="16" y="40"/>
                        <a:pt x="11" y="41"/>
                        <a:pt x="8" y="46"/>
                      </a:cubicBezTo>
                      <a:cubicBezTo>
                        <a:pt x="6" y="48"/>
                        <a:pt x="5" y="51"/>
                        <a:pt x="4" y="53"/>
                      </a:cubicBezTo>
                      <a:cubicBezTo>
                        <a:pt x="3" y="56"/>
                        <a:pt x="2" y="58"/>
                        <a:pt x="2" y="61"/>
                      </a:cubicBezTo>
                      <a:cubicBezTo>
                        <a:pt x="0" y="67"/>
                        <a:pt x="1" y="73"/>
                        <a:pt x="1" y="78"/>
                      </a:cubicBezTo>
                      <a:cubicBezTo>
                        <a:pt x="2" y="81"/>
                        <a:pt x="2" y="84"/>
                        <a:pt x="1" y="8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43" name="Freeform 358">
                  <a:extLst>
                    <a:ext uri="{FF2B5EF4-FFF2-40B4-BE49-F238E27FC236}">
                      <a16:creationId xmlns:a16="http://schemas.microsoft.com/office/drawing/2014/main" id="{09848E3F-CEBC-4A01-85DD-09CE3CA727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34451" y="2398713"/>
                  <a:ext cx="82550" cy="195263"/>
                </a:xfrm>
                <a:custGeom>
                  <a:avLst/>
                  <a:gdLst>
                    <a:gd name="T0" fmla="*/ 0 w 21"/>
                    <a:gd name="T1" fmla="*/ 44 h 49"/>
                    <a:gd name="T2" fmla="*/ 1 w 21"/>
                    <a:gd name="T3" fmla="*/ 47 h 49"/>
                    <a:gd name="T4" fmla="*/ 4 w 21"/>
                    <a:gd name="T5" fmla="*/ 48 h 49"/>
                    <a:gd name="T6" fmla="*/ 8 w 21"/>
                    <a:gd name="T7" fmla="*/ 49 h 49"/>
                    <a:gd name="T8" fmla="*/ 13 w 21"/>
                    <a:gd name="T9" fmla="*/ 49 h 49"/>
                    <a:gd name="T10" fmla="*/ 17 w 21"/>
                    <a:gd name="T11" fmla="*/ 48 h 49"/>
                    <a:gd name="T12" fmla="*/ 19 w 21"/>
                    <a:gd name="T13" fmla="*/ 48 h 49"/>
                    <a:gd name="T14" fmla="*/ 21 w 21"/>
                    <a:gd name="T15" fmla="*/ 48 h 49"/>
                    <a:gd name="T16" fmla="*/ 21 w 21"/>
                    <a:gd name="T17" fmla="*/ 48 h 49"/>
                    <a:gd name="T18" fmla="*/ 20 w 21"/>
                    <a:gd name="T19" fmla="*/ 43 h 49"/>
                    <a:gd name="T20" fmla="*/ 19 w 21"/>
                    <a:gd name="T21" fmla="*/ 38 h 49"/>
                    <a:gd name="T22" fmla="*/ 19 w 21"/>
                    <a:gd name="T23" fmla="*/ 26 h 49"/>
                    <a:gd name="T24" fmla="*/ 19 w 21"/>
                    <a:gd name="T25" fmla="*/ 21 h 49"/>
                    <a:gd name="T26" fmla="*/ 19 w 21"/>
                    <a:gd name="T27" fmla="*/ 16 h 49"/>
                    <a:gd name="T28" fmla="*/ 19 w 21"/>
                    <a:gd name="T29" fmla="*/ 4 h 49"/>
                    <a:gd name="T30" fmla="*/ 19 w 21"/>
                    <a:gd name="T31" fmla="*/ 4 h 49"/>
                    <a:gd name="T32" fmla="*/ 19 w 21"/>
                    <a:gd name="T33" fmla="*/ 3 h 49"/>
                    <a:gd name="T34" fmla="*/ 16 w 21"/>
                    <a:gd name="T35" fmla="*/ 2 h 49"/>
                    <a:gd name="T36" fmla="*/ 11 w 21"/>
                    <a:gd name="T37" fmla="*/ 0 h 49"/>
                    <a:gd name="T38" fmla="*/ 8 w 21"/>
                    <a:gd name="T39" fmla="*/ 0 h 49"/>
                    <a:gd name="T40" fmla="*/ 4 w 21"/>
                    <a:gd name="T41" fmla="*/ 1 h 49"/>
                    <a:gd name="T42" fmla="*/ 2 w 21"/>
                    <a:gd name="T43" fmla="*/ 3 h 49"/>
                    <a:gd name="T44" fmla="*/ 2 w 21"/>
                    <a:gd name="T45" fmla="*/ 17 h 49"/>
                    <a:gd name="T46" fmla="*/ 2 w 21"/>
                    <a:gd name="T47" fmla="*/ 24 h 49"/>
                    <a:gd name="T48" fmla="*/ 2 w 21"/>
                    <a:gd name="T49" fmla="*/ 31 h 49"/>
                    <a:gd name="T50" fmla="*/ 1 w 21"/>
                    <a:gd name="T51" fmla="*/ 38 h 49"/>
                    <a:gd name="T52" fmla="*/ 0 w 21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9">
                      <a:moveTo>
                        <a:pt x="0" y="44"/>
                      </a:moveTo>
                      <a:cubicBezTo>
                        <a:pt x="0" y="45"/>
                        <a:pt x="0" y="47"/>
                        <a:pt x="1" y="47"/>
                      </a:cubicBezTo>
                      <a:cubicBezTo>
                        <a:pt x="2" y="48"/>
                        <a:pt x="3" y="48"/>
                        <a:pt x="4" y="48"/>
                      </a:cubicBezTo>
                      <a:cubicBezTo>
                        <a:pt x="5" y="48"/>
                        <a:pt x="7" y="49"/>
                        <a:pt x="8" y="49"/>
                      </a:cubicBezTo>
                      <a:cubicBezTo>
                        <a:pt x="10" y="49"/>
                        <a:pt x="11" y="49"/>
                        <a:pt x="13" y="49"/>
                      </a:cubicBezTo>
                      <a:cubicBezTo>
                        <a:pt x="14" y="49"/>
                        <a:pt x="16" y="48"/>
                        <a:pt x="17" y="48"/>
                      </a:cubicBezTo>
                      <a:cubicBezTo>
                        <a:pt x="18" y="48"/>
                        <a:pt x="18" y="48"/>
                        <a:pt x="19" y="48"/>
                      </a:cubicBezTo>
                      <a:cubicBezTo>
                        <a:pt x="20" y="48"/>
                        <a:pt x="20" y="49"/>
                        <a:pt x="21" y="48"/>
                      </a:cubicBezTo>
                      <a:cubicBezTo>
                        <a:pt x="21" y="48"/>
                        <a:pt x="21" y="48"/>
                        <a:pt x="21" y="48"/>
                      </a:cubicBezTo>
                      <a:cubicBezTo>
                        <a:pt x="21" y="46"/>
                        <a:pt x="20" y="45"/>
                        <a:pt x="20" y="43"/>
                      </a:cubicBezTo>
                      <a:cubicBezTo>
                        <a:pt x="20" y="41"/>
                        <a:pt x="19" y="39"/>
                        <a:pt x="19" y="38"/>
                      </a:cubicBezTo>
                      <a:cubicBezTo>
                        <a:pt x="19" y="34"/>
                        <a:pt x="19" y="30"/>
                        <a:pt x="19" y="26"/>
                      </a:cubicBezTo>
                      <a:cubicBezTo>
                        <a:pt x="19" y="25"/>
                        <a:pt x="19" y="23"/>
                        <a:pt x="19" y="21"/>
                      </a:cubicBezTo>
                      <a:cubicBezTo>
                        <a:pt x="19" y="19"/>
                        <a:pt x="19" y="17"/>
                        <a:pt x="19" y="16"/>
                      </a:cubicBezTo>
                      <a:cubicBezTo>
                        <a:pt x="19" y="12"/>
                        <a:pt x="19" y="8"/>
                        <a:pt x="19" y="4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19" y="4"/>
                        <a:pt x="19" y="3"/>
                        <a:pt x="19" y="3"/>
                      </a:cubicBezTo>
                      <a:cubicBezTo>
                        <a:pt x="18" y="2"/>
                        <a:pt x="17" y="2"/>
                        <a:pt x="16" y="2"/>
                      </a:cubicBezTo>
                      <a:cubicBezTo>
                        <a:pt x="14" y="2"/>
                        <a:pt x="13" y="1"/>
                        <a:pt x="11" y="0"/>
                      </a:cubicBezTo>
                      <a:cubicBezTo>
                        <a:pt x="10" y="0"/>
                        <a:pt x="9" y="0"/>
                        <a:pt x="8" y="0"/>
                      </a:cubicBezTo>
                      <a:cubicBezTo>
                        <a:pt x="6" y="0"/>
                        <a:pt x="5" y="1"/>
                        <a:pt x="4" y="1"/>
                      </a:cubicBezTo>
                      <a:cubicBezTo>
                        <a:pt x="3" y="1"/>
                        <a:pt x="2" y="2"/>
                        <a:pt x="2" y="3"/>
                      </a:cubicBezTo>
                      <a:cubicBezTo>
                        <a:pt x="2" y="8"/>
                        <a:pt x="2" y="13"/>
                        <a:pt x="2" y="17"/>
                      </a:cubicBezTo>
                      <a:cubicBezTo>
                        <a:pt x="2" y="20"/>
                        <a:pt x="2" y="22"/>
                        <a:pt x="2" y="24"/>
                      </a:cubicBezTo>
                      <a:cubicBezTo>
                        <a:pt x="2" y="27"/>
                        <a:pt x="2" y="29"/>
                        <a:pt x="2" y="31"/>
                      </a:cubicBezTo>
                      <a:cubicBezTo>
                        <a:pt x="2" y="33"/>
                        <a:pt x="1" y="36"/>
                        <a:pt x="1" y="38"/>
                      </a:cubicBezTo>
                      <a:cubicBezTo>
                        <a:pt x="1" y="40"/>
                        <a:pt x="0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44" name="Freeform 359">
                  <a:extLst>
                    <a:ext uri="{FF2B5EF4-FFF2-40B4-BE49-F238E27FC236}">
                      <a16:creationId xmlns:a16="http://schemas.microsoft.com/office/drawing/2014/main" id="{D117310B-C90D-4F7F-A252-9D3F5B593F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34451" y="2398713"/>
                  <a:ext cx="82550" cy="195263"/>
                </a:xfrm>
                <a:custGeom>
                  <a:avLst/>
                  <a:gdLst>
                    <a:gd name="T0" fmla="*/ 0 w 21"/>
                    <a:gd name="T1" fmla="*/ 44 h 49"/>
                    <a:gd name="T2" fmla="*/ 1 w 21"/>
                    <a:gd name="T3" fmla="*/ 47 h 49"/>
                    <a:gd name="T4" fmla="*/ 4 w 21"/>
                    <a:gd name="T5" fmla="*/ 48 h 49"/>
                    <a:gd name="T6" fmla="*/ 8 w 21"/>
                    <a:gd name="T7" fmla="*/ 49 h 49"/>
                    <a:gd name="T8" fmla="*/ 13 w 21"/>
                    <a:gd name="T9" fmla="*/ 49 h 49"/>
                    <a:gd name="T10" fmla="*/ 17 w 21"/>
                    <a:gd name="T11" fmla="*/ 48 h 49"/>
                    <a:gd name="T12" fmla="*/ 19 w 21"/>
                    <a:gd name="T13" fmla="*/ 48 h 49"/>
                    <a:gd name="T14" fmla="*/ 21 w 21"/>
                    <a:gd name="T15" fmla="*/ 48 h 49"/>
                    <a:gd name="T16" fmla="*/ 21 w 21"/>
                    <a:gd name="T17" fmla="*/ 48 h 49"/>
                    <a:gd name="T18" fmla="*/ 20 w 21"/>
                    <a:gd name="T19" fmla="*/ 43 h 49"/>
                    <a:gd name="T20" fmla="*/ 19 w 21"/>
                    <a:gd name="T21" fmla="*/ 38 h 49"/>
                    <a:gd name="T22" fmla="*/ 19 w 21"/>
                    <a:gd name="T23" fmla="*/ 26 h 49"/>
                    <a:gd name="T24" fmla="*/ 19 w 21"/>
                    <a:gd name="T25" fmla="*/ 21 h 49"/>
                    <a:gd name="T26" fmla="*/ 19 w 21"/>
                    <a:gd name="T27" fmla="*/ 16 h 49"/>
                    <a:gd name="T28" fmla="*/ 19 w 21"/>
                    <a:gd name="T29" fmla="*/ 4 h 49"/>
                    <a:gd name="T30" fmla="*/ 19 w 21"/>
                    <a:gd name="T31" fmla="*/ 4 h 49"/>
                    <a:gd name="T32" fmla="*/ 19 w 21"/>
                    <a:gd name="T33" fmla="*/ 3 h 49"/>
                    <a:gd name="T34" fmla="*/ 16 w 21"/>
                    <a:gd name="T35" fmla="*/ 2 h 49"/>
                    <a:gd name="T36" fmla="*/ 11 w 21"/>
                    <a:gd name="T37" fmla="*/ 0 h 49"/>
                    <a:gd name="T38" fmla="*/ 8 w 21"/>
                    <a:gd name="T39" fmla="*/ 0 h 49"/>
                    <a:gd name="T40" fmla="*/ 4 w 21"/>
                    <a:gd name="T41" fmla="*/ 1 h 49"/>
                    <a:gd name="T42" fmla="*/ 2 w 21"/>
                    <a:gd name="T43" fmla="*/ 3 h 49"/>
                    <a:gd name="T44" fmla="*/ 2 w 21"/>
                    <a:gd name="T45" fmla="*/ 17 h 49"/>
                    <a:gd name="T46" fmla="*/ 2 w 21"/>
                    <a:gd name="T47" fmla="*/ 24 h 49"/>
                    <a:gd name="T48" fmla="*/ 2 w 21"/>
                    <a:gd name="T49" fmla="*/ 31 h 49"/>
                    <a:gd name="T50" fmla="*/ 1 w 21"/>
                    <a:gd name="T51" fmla="*/ 38 h 49"/>
                    <a:gd name="T52" fmla="*/ 0 w 21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9">
                      <a:moveTo>
                        <a:pt x="0" y="44"/>
                      </a:moveTo>
                      <a:cubicBezTo>
                        <a:pt x="0" y="45"/>
                        <a:pt x="0" y="47"/>
                        <a:pt x="1" y="47"/>
                      </a:cubicBezTo>
                      <a:cubicBezTo>
                        <a:pt x="2" y="48"/>
                        <a:pt x="3" y="48"/>
                        <a:pt x="4" y="48"/>
                      </a:cubicBezTo>
                      <a:cubicBezTo>
                        <a:pt x="5" y="48"/>
                        <a:pt x="7" y="49"/>
                        <a:pt x="8" y="49"/>
                      </a:cubicBezTo>
                      <a:cubicBezTo>
                        <a:pt x="10" y="49"/>
                        <a:pt x="11" y="49"/>
                        <a:pt x="13" y="49"/>
                      </a:cubicBezTo>
                      <a:cubicBezTo>
                        <a:pt x="14" y="49"/>
                        <a:pt x="16" y="48"/>
                        <a:pt x="17" y="48"/>
                      </a:cubicBezTo>
                      <a:cubicBezTo>
                        <a:pt x="18" y="48"/>
                        <a:pt x="18" y="48"/>
                        <a:pt x="19" y="48"/>
                      </a:cubicBezTo>
                      <a:cubicBezTo>
                        <a:pt x="20" y="48"/>
                        <a:pt x="20" y="49"/>
                        <a:pt x="21" y="48"/>
                      </a:cubicBezTo>
                      <a:cubicBezTo>
                        <a:pt x="21" y="48"/>
                        <a:pt x="21" y="48"/>
                        <a:pt x="21" y="48"/>
                      </a:cubicBezTo>
                      <a:cubicBezTo>
                        <a:pt x="21" y="46"/>
                        <a:pt x="20" y="45"/>
                        <a:pt x="20" y="43"/>
                      </a:cubicBezTo>
                      <a:cubicBezTo>
                        <a:pt x="20" y="41"/>
                        <a:pt x="19" y="39"/>
                        <a:pt x="19" y="38"/>
                      </a:cubicBezTo>
                      <a:cubicBezTo>
                        <a:pt x="19" y="34"/>
                        <a:pt x="19" y="30"/>
                        <a:pt x="19" y="26"/>
                      </a:cubicBezTo>
                      <a:cubicBezTo>
                        <a:pt x="19" y="25"/>
                        <a:pt x="19" y="23"/>
                        <a:pt x="19" y="21"/>
                      </a:cubicBezTo>
                      <a:cubicBezTo>
                        <a:pt x="19" y="19"/>
                        <a:pt x="19" y="17"/>
                        <a:pt x="19" y="16"/>
                      </a:cubicBezTo>
                      <a:cubicBezTo>
                        <a:pt x="19" y="12"/>
                        <a:pt x="19" y="8"/>
                        <a:pt x="19" y="4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19" y="4"/>
                        <a:pt x="19" y="3"/>
                        <a:pt x="19" y="3"/>
                      </a:cubicBezTo>
                      <a:cubicBezTo>
                        <a:pt x="18" y="2"/>
                        <a:pt x="17" y="2"/>
                        <a:pt x="16" y="2"/>
                      </a:cubicBezTo>
                      <a:cubicBezTo>
                        <a:pt x="14" y="2"/>
                        <a:pt x="13" y="1"/>
                        <a:pt x="11" y="0"/>
                      </a:cubicBezTo>
                      <a:cubicBezTo>
                        <a:pt x="10" y="0"/>
                        <a:pt x="9" y="0"/>
                        <a:pt x="8" y="0"/>
                      </a:cubicBezTo>
                      <a:cubicBezTo>
                        <a:pt x="6" y="0"/>
                        <a:pt x="5" y="1"/>
                        <a:pt x="4" y="1"/>
                      </a:cubicBezTo>
                      <a:cubicBezTo>
                        <a:pt x="3" y="1"/>
                        <a:pt x="2" y="2"/>
                        <a:pt x="2" y="3"/>
                      </a:cubicBezTo>
                      <a:cubicBezTo>
                        <a:pt x="2" y="8"/>
                        <a:pt x="2" y="13"/>
                        <a:pt x="2" y="17"/>
                      </a:cubicBezTo>
                      <a:cubicBezTo>
                        <a:pt x="2" y="20"/>
                        <a:pt x="2" y="22"/>
                        <a:pt x="2" y="24"/>
                      </a:cubicBezTo>
                      <a:cubicBezTo>
                        <a:pt x="2" y="27"/>
                        <a:pt x="2" y="29"/>
                        <a:pt x="2" y="31"/>
                      </a:cubicBezTo>
                      <a:cubicBezTo>
                        <a:pt x="2" y="33"/>
                        <a:pt x="1" y="36"/>
                        <a:pt x="1" y="38"/>
                      </a:cubicBezTo>
                      <a:cubicBezTo>
                        <a:pt x="1" y="40"/>
                        <a:pt x="0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45" name="Freeform 360">
                  <a:extLst>
                    <a:ext uri="{FF2B5EF4-FFF2-40B4-BE49-F238E27FC236}">
                      <a16:creationId xmlns:a16="http://schemas.microsoft.com/office/drawing/2014/main" id="{54305305-1172-4D2D-ABF3-9066C2C678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18551" y="1951038"/>
                  <a:ext cx="501650" cy="495300"/>
                </a:xfrm>
                <a:custGeom>
                  <a:avLst/>
                  <a:gdLst>
                    <a:gd name="T0" fmla="*/ 1 w 126"/>
                    <a:gd name="T1" fmla="*/ 87 h 125"/>
                    <a:gd name="T2" fmla="*/ 1 w 126"/>
                    <a:gd name="T3" fmla="*/ 94 h 125"/>
                    <a:gd name="T4" fmla="*/ 11 w 126"/>
                    <a:gd name="T5" fmla="*/ 108 h 125"/>
                    <a:gd name="T6" fmla="*/ 18 w 126"/>
                    <a:gd name="T7" fmla="*/ 115 h 125"/>
                    <a:gd name="T8" fmla="*/ 23 w 126"/>
                    <a:gd name="T9" fmla="*/ 120 h 125"/>
                    <a:gd name="T10" fmla="*/ 30 w 126"/>
                    <a:gd name="T11" fmla="*/ 122 h 125"/>
                    <a:gd name="T12" fmla="*/ 38 w 126"/>
                    <a:gd name="T13" fmla="*/ 123 h 125"/>
                    <a:gd name="T14" fmla="*/ 43 w 126"/>
                    <a:gd name="T15" fmla="*/ 122 h 125"/>
                    <a:gd name="T16" fmla="*/ 48 w 126"/>
                    <a:gd name="T17" fmla="*/ 123 h 125"/>
                    <a:gd name="T18" fmla="*/ 57 w 126"/>
                    <a:gd name="T19" fmla="*/ 123 h 125"/>
                    <a:gd name="T20" fmla="*/ 76 w 126"/>
                    <a:gd name="T21" fmla="*/ 124 h 125"/>
                    <a:gd name="T22" fmla="*/ 80 w 126"/>
                    <a:gd name="T23" fmla="*/ 123 h 125"/>
                    <a:gd name="T24" fmla="*/ 84 w 126"/>
                    <a:gd name="T25" fmla="*/ 121 h 125"/>
                    <a:gd name="T26" fmla="*/ 93 w 126"/>
                    <a:gd name="T27" fmla="*/ 119 h 125"/>
                    <a:gd name="T28" fmla="*/ 103 w 126"/>
                    <a:gd name="T29" fmla="*/ 119 h 125"/>
                    <a:gd name="T30" fmla="*/ 112 w 126"/>
                    <a:gd name="T31" fmla="*/ 118 h 125"/>
                    <a:gd name="T32" fmla="*/ 120 w 126"/>
                    <a:gd name="T33" fmla="*/ 116 h 125"/>
                    <a:gd name="T34" fmla="*/ 125 w 126"/>
                    <a:gd name="T35" fmla="*/ 110 h 125"/>
                    <a:gd name="T36" fmla="*/ 126 w 126"/>
                    <a:gd name="T37" fmla="*/ 102 h 125"/>
                    <a:gd name="T38" fmla="*/ 124 w 126"/>
                    <a:gd name="T39" fmla="*/ 93 h 125"/>
                    <a:gd name="T40" fmla="*/ 120 w 126"/>
                    <a:gd name="T41" fmla="*/ 85 h 125"/>
                    <a:gd name="T42" fmla="*/ 123 w 126"/>
                    <a:gd name="T43" fmla="*/ 76 h 125"/>
                    <a:gd name="T44" fmla="*/ 125 w 126"/>
                    <a:gd name="T45" fmla="*/ 72 h 125"/>
                    <a:gd name="T46" fmla="*/ 124 w 126"/>
                    <a:gd name="T47" fmla="*/ 68 h 125"/>
                    <a:gd name="T48" fmla="*/ 124 w 126"/>
                    <a:gd name="T49" fmla="*/ 64 h 125"/>
                    <a:gd name="T50" fmla="*/ 125 w 126"/>
                    <a:gd name="T51" fmla="*/ 59 h 125"/>
                    <a:gd name="T52" fmla="*/ 121 w 126"/>
                    <a:gd name="T53" fmla="*/ 51 h 125"/>
                    <a:gd name="T54" fmla="*/ 115 w 126"/>
                    <a:gd name="T55" fmla="*/ 45 h 125"/>
                    <a:gd name="T56" fmla="*/ 112 w 126"/>
                    <a:gd name="T57" fmla="*/ 42 h 125"/>
                    <a:gd name="T58" fmla="*/ 110 w 126"/>
                    <a:gd name="T59" fmla="*/ 37 h 125"/>
                    <a:gd name="T60" fmla="*/ 108 w 126"/>
                    <a:gd name="T61" fmla="*/ 34 h 125"/>
                    <a:gd name="T62" fmla="*/ 106 w 126"/>
                    <a:gd name="T63" fmla="*/ 31 h 125"/>
                    <a:gd name="T64" fmla="*/ 106 w 126"/>
                    <a:gd name="T65" fmla="*/ 26 h 125"/>
                    <a:gd name="T66" fmla="*/ 104 w 126"/>
                    <a:gd name="T67" fmla="*/ 22 h 125"/>
                    <a:gd name="T68" fmla="*/ 99 w 126"/>
                    <a:gd name="T69" fmla="*/ 17 h 125"/>
                    <a:gd name="T70" fmla="*/ 95 w 126"/>
                    <a:gd name="T71" fmla="*/ 14 h 125"/>
                    <a:gd name="T72" fmla="*/ 93 w 126"/>
                    <a:gd name="T73" fmla="*/ 11 h 125"/>
                    <a:gd name="T74" fmla="*/ 90 w 126"/>
                    <a:gd name="T75" fmla="*/ 7 h 125"/>
                    <a:gd name="T76" fmla="*/ 88 w 126"/>
                    <a:gd name="T77" fmla="*/ 4 h 125"/>
                    <a:gd name="T78" fmla="*/ 79 w 126"/>
                    <a:gd name="T79" fmla="*/ 1 h 125"/>
                    <a:gd name="T80" fmla="*/ 75 w 126"/>
                    <a:gd name="T81" fmla="*/ 0 h 125"/>
                    <a:gd name="T82" fmla="*/ 65 w 126"/>
                    <a:gd name="T83" fmla="*/ 1 h 125"/>
                    <a:gd name="T84" fmla="*/ 59 w 126"/>
                    <a:gd name="T85" fmla="*/ 5 h 125"/>
                    <a:gd name="T86" fmla="*/ 51 w 126"/>
                    <a:gd name="T87" fmla="*/ 10 h 125"/>
                    <a:gd name="T88" fmla="*/ 44 w 126"/>
                    <a:gd name="T89" fmla="*/ 14 h 125"/>
                    <a:gd name="T90" fmla="*/ 33 w 126"/>
                    <a:gd name="T91" fmla="*/ 25 h 125"/>
                    <a:gd name="T92" fmla="*/ 20 w 126"/>
                    <a:gd name="T93" fmla="*/ 37 h 125"/>
                    <a:gd name="T94" fmla="*/ 8 w 126"/>
                    <a:gd name="T95" fmla="*/ 46 h 125"/>
                    <a:gd name="T96" fmla="*/ 4 w 126"/>
                    <a:gd name="T97" fmla="*/ 53 h 125"/>
                    <a:gd name="T98" fmla="*/ 2 w 126"/>
                    <a:gd name="T99" fmla="*/ 61 h 125"/>
                    <a:gd name="T100" fmla="*/ 1 w 126"/>
                    <a:gd name="T101" fmla="*/ 78 h 125"/>
                    <a:gd name="T102" fmla="*/ 1 w 126"/>
                    <a:gd name="T103" fmla="*/ 87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5">
                      <a:moveTo>
                        <a:pt x="1" y="87"/>
                      </a:moveTo>
                      <a:cubicBezTo>
                        <a:pt x="0" y="90"/>
                        <a:pt x="0" y="92"/>
                        <a:pt x="1" y="94"/>
                      </a:cubicBezTo>
                      <a:cubicBezTo>
                        <a:pt x="3" y="100"/>
                        <a:pt x="6" y="104"/>
                        <a:pt x="11" y="108"/>
                      </a:cubicBezTo>
                      <a:cubicBezTo>
                        <a:pt x="13" y="110"/>
                        <a:pt x="16" y="112"/>
                        <a:pt x="18" y="115"/>
                      </a:cubicBezTo>
                      <a:cubicBezTo>
                        <a:pt x="20" y="116"/>
                        <a:pt x="21" y="119"/>
                        <a:pt x="23" y="120"/>
                      </a:cubicBezTo>
                      <a:cubicBezTo>
                        <a:pt x="25" y="121"/>
                        <a:pt x="28" y="122"/>
                        <a:pt x="30" y="122"/>
                      </a:cubicBezTo>
                      <a:cubicBezTo>
                        <a:pt x="33" y="122"/>
                        <a:pt x="35" y="124"/>
                        <a:pt x="38" y="123"/>
                      </a:cubicBezTo>
                      <a:cubicBezTo>
                        <a:pt x="40" y="123"/>
                        <a:pt x="42" y="122"/>
                        <a:pt x="43" y="122"/>
                      </a:cubicBezTo>
                      <a:cubicBezTo>
                        <a:pt x="45" y="122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70" y="125"/>
                        <a:pt x="76" y="124"/>
                      </a:cubicBezTo>
                      <a:cubicBezTo>
                        <a:pt x="77" y="124"/>
                        <a:pt x="79" y="124"/>
                        <a:pt x="80" y="123"/>
                      </a:cubicBezTo>
                      <a:cubicBezTo>
                        <a:pt x="82" y="122"/>
                        <a:pt x="83" y="121"/>
                        <a:pt x="84" y="121"/>
                      </a:cubicBezTo>
                      <a:cubicBezTo>
                        <a:pt x="87" y="119"/>
                        <a:pt x="90" y="119"/>
                        <a:pt x="93" y="119"/>
                      </a:cubicBezTo>
                      <a:cubicBezTo>
                        <a:pt x="97" y="119"/>
                        <a:pt x="100" y="119"/>
                        <a:pt x="103" y="119"/>
                      </a:cubicBezTo>
                      <a:cubicBezTo>
                        <a:pt x="106" y="119"/>
                        <a:pt x="109" y="119"/>
                        <a:pt x="112" y="118"/>
                      </a:cubicBezTo>
                      <a:cubicBezTo>
                        <a:pt x="115" y="118"/>
                        <a:pt x="118" y="117"/>
                        <a:pt x="120" y="116"/>
                      </a:cubicBezTo>
                      <a:cubicBezTo>
                        <a:pt x="123" y="114"/>
                        <a:pt x="124" y="113"/>
                        <a:pt x="125" y="110"/>
                      </a:cubicBezTo>
                      <a:cubicBezTo>
                        <a:pt x="126" y="108"/>
                        <a:pt x="126" y="105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0" y="88"/>
                        <a:pt x="120" y="85"/>
                      </a:cubicBezTo>
                      <a:cubicBezTo>
                        <a:pt x="120" y="81"/>
                        <a:pt x="122" y="79"/>
                        <a:pt x="123" y="76"/>
                      </a:cubicBezTo>
                      <a:cubicBezTo>
                        <a:pt x="124" y="75"/>
                        <a:pt x="124" y="73"/>
                        <a:pt x="125" y="72"/>
                      </a:cubicBezTo>
                      <a:cubicBezTo>
                        <a:pt x="125" y="71"/>
                        <a:pt x="124" y="69"/>
                        <a:pt x="124" y="68"/>
                      </a:cubicBezTo>
                      <a:cubicBezTo>
                        <a:pt x="124" y="66"/>
                        <a:pt x="124" y="65"/>
                        <a:pt x="124" y="64"/>
                      </a:cubicBezTo>
                      <a:cubicBezTo>
                        <a:pt x="124" y="62"/>
                        <a:pt x="125" y="61"/>
                        <a:pt x="125" y="59"/>
                      </a:cubicBezTo>
                      <a:cubicBezTo>
                        <a:pt x="124" y="56"/>
                        <a:pt x="123" y="53"/>
                        <a:pt x="121" y="51"/>
                      </a:cubicBezTo>
                      <a:cubicBezTo>
                        <a:pt x="119" y="49"/>
                        <a:pt x="117" y="47"/>
                        <a:pt x="115" y="45"/>
                      </a:cubicBezTo>
                      <a:cubicBezTo>
                        <a:pt x="114" y="44"/>
                        <a:pt x="113" y="43"/>
                        <a:pt x="112" y="42"/>
                      </a:cubicBezTo>
                      <a:cubicBezTo>
                        <a:pt x="110" y="40"/>
                        <a:pt x="111" y="39"/>
                        <a:pt x="110" y="37"/>
                      </a:cubicBezTo>
                      <a:cubicBezTo>
                        <a:pt x="110" y="36"/>
                        <a:pt x="109" y="35"/>
                        <a:pt x="108" y="34"/>
                      </a:cubicBezTo>
                      <a:cubicBezTo>
                        <a:pt x="108" y="33"/>
                        <a:pt x="107" y="32"/>
                        <a:pt x="106" y="31"/>
                      </a:cubicBezTo>
                      <a:cubicBezTo>
                        <a:pt x="106" y="29"/>
                        <a:pt x="106" y="27"/>
                        <a:pt x="106" y="26"/>
                      </a:cubicBezTo>
                      <a:cubicBezTo>
                        <a:pt x="106" y="24"/>
                        <a:pt x="105" y="23"/>
                        <a:pt x="104" y="22"/>
                      </a:cubicBezTo>
                      <a:cubicBezTo>
                        <a:pt x="103" y="20"/>
                        <a:pt x="101" y="18"/>
                        <a:pt x="99" y="17"/>
                      </a:cubicBezTo>
                      <a:cubicBezTo>
                        <a:pt x="98" y="16"/>
                        <a:pt x="97" y="15"/>
                        <a:pt x="95" y="14"/>
                      </a:cubicBezTo>
                      <a:cubicBezTo>
                        <a:pt x="94" y="13"/>
                        <a:pt x="94" y="12"/>
                        <a:pt x="93" y="11"/>
                      </a:cubicBezTo>
                      <a:cubicBezTo>
                        <a:pt x="92" y="9"/>
                        <a:pt x="91" y="8"/>
                        <a:pt x="90" y="7"/>
                      </a:cubicBezTo>
                      <a:cubicBezTo>
                        <a:pt x="89" y="6"/>
                        <a:pt x="89" y="5"/>
                        <a:pt x="88" y="4"/>
                      </a:cubicBezTo>
                      <a:cubicBezTo>
                        <a:pt x="85" y="3"/>
                        <a:pt x="82" y="2"/>
                        <a:pt x="79" y="1"/>
                      </a:cubicBezTo>
                      <a:cubicBezTo>
                        <a:pt x="78" y="1"/>
                        <a:pt x="76" y="1"/>
                        <a:pt x="75" y="0"/>
                      </a:cubicBezTo>
                      <a:cubicBezTo>
                        <a:pt x="75" y="0"/>
                        <a:pt x="67" y="0"/>
                        <a:pt x="65" y="1"/>
                      </a:cubicBezTo>
                      <a:cubicBezTo>
                        <a:pt x="63" y="2"/>
                        <a:pt x="61" y="4"/>
                        <a:pt x="59" y="5"/>
                      </a:cubicBezTo>
                      <a:cubicBezTo>
                        <a:pt x="56" y="7"/>
                        <a:pt x="54" y="9"/>
                        <a:pt x="51" y="10"/>
                      </a:cubicBezTo>
                      <a:cubicBezTo>
                        <a:pt x="49" y="11"/>
                        <a:pt x="46" y="12"/>
                        <a:pt x="44" y="14"/>
                      </a:cubicBezTo>
                      <a:cubicBezTo>
                        <a:pt x="40" y="17"/>
                        <a:pt x="36" y="21"/>
                        <a:pt x="33" y="25"/>
                      </a:cubicBezTo>
                      <a:cubicBezTo>
                        <a:pt x="30" y="30"/>
                        <a:pt x="25" y="33"/>
                        <a:pt x="20" y="37"/>
                      </a:cubicBezTo>
                      <a:cubicBezTo>
                        <a:pt x="16" y="40"/>
                        <a:pt x="11" y="42"/>
                        <a:pt x="8" y="46"/>
                      </a:cubicBezTo>
                      <a:cubicBezTo>
                        <a:pt x="6" y="48"/>
                        <a:pt x="5" y="51"/>
                        <a:pt x="4" y="53"/>
                      </a:cubicBezTo>
                      <a:cubicBezTo>
                        <a:pt x="3" y="56"/>
                        <a:pt x="2" y="59"/>
                        <a:pt x="2" y="61"/>
                      </a:cubicBezTo>
                      <a:cubicBezTo>
                        <a:pt x="1" y="67"/>
                        <a:pt x="1" y="73"/>
                        <a:pt x="1" y="78"/>
                      </a:cubicBezTo>
                      <a:cubicBezTo>
                        <a:pt x="2" y="81"/>
                        <a:pt x="2" y="85"/>
                        <a:pt x="1" y="8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46" name="Freeform 361">
                  <a:extLst>
                    <a:ext uri="{FF2B5EF4-FFF2-40B4-BE49-F238E27FC236}">
                      <a16:creationId xmlns:a16="http://schemas.microsoft.com/office/drawing/2014/main" id="{63F5AFC1-7369-434E-8914-3AB036A2D8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18551" y="1951038"/>
                  <a:ext cx="501650" cy="495300"/>
                </a:xfrm>
                <a:custGeom>
                  <a:avLst/>
                  <a:gdLst>
                    <a:gd name="T0" fmla="*/ 1 w 126"/>
                    <a:gd name="T1" fmla="*/ 87 h 125"/>
                    <a:gd name="T2" fmla="*/ 1 w 126"/>
                    <a:gd name="T3" fmla="*/ 94 h 125"/>
                    <a:gd name="T4" fmla="*/ 11 w 126"/>
                    <a:gd name="T5" fmla="*/ 108 h 125"/>
                    <a:gd name="T6" fmla="*/ 18 w 126"/>
                    <a:gd name="T7" fmla="*/ 115 h 125"/>
                    <a:gd name="T8" fmla="*/ 23 w 126"/>
                    <a:gd name="T9" fmla="*/ 120 h 125"/>
                    <a:gd name="T10" fmla="*/ 30 w 126"/>
                    <a:gd name="T11" fmla="*/ 122 h 125"/>
                    <a:gd name="T12" fmla="*/ 38 w 126"/>
                    <a:gd name="T13" fmla="*/ 123 h 125"/>
                    <a:gd name="T14" fmla="*/ 43 w 126"/>
                    <a:gd name="T15" fmla="*/ 122 h 125"/>
                    <a:gd name="T16" fmla="*/ 48 w 126"/>
                    <a:gd name="T17" fmla="*/ 123 h 125"/>
                    <a:gd name="T18" fmla="*/ 57 w 126"/>
                    <a:gd name="T19" fmla="*/ 123 h 125"/>
                    <a:gd name="T20" fmla="*/ 76 w 126"/>
                    <a:gd name="T21" fmla="*/ 124 h 125"/>
                    <a:gd name="T22" fmla="*/ 80 w 126"/>
                    <a:gd name="T23" fmla="*/ 123 h 125"/>
                    <a:gd name="T24" fmla="*/ 84 w 126"/>
                    <a:gd name="T25" fmla="*/ 121 h 125"/>
                    <a:gd name="T26" fmla="*/ 93 w 126"/>
                    <a:gd name="T27" fmla="*/ 119 h 125"/>
                    <a:gd name="T28" fmla="*/ 103 w 126"/>
                    <a:gd name="T29" fmla="*/ 119 h 125"/>
                    <a:gd name="T30" fmla="*/ 112 w 126"/>
                    <a:gd name="T31" fmla="*/ 118 h 125"/>
                    <a:gd name="T32" fmla="*/ 120 w 126"/>
                    <a:gd name="T33" fmla="*/ 116 h 125"/>
                    <a:gd name="T34" fmla="*/ 125 w 126"/>
                    <a:gd name="T35" fmla="*/ 110 h 125"/>
                    <a:gd name="T36" fmla="*/ 126 w 126"/>
                    <a:gd name="T37" fmla="*/ 102 h 125"/>
                    <a:gd name="T38" fmla="*/ 124 w 126"/>
                    <a:gd name="T39" fmla="*/ 93 h 125"/>
                    <a:gd name="T40" fmla="*/ 120 w 126"/>
                    <a:gd name="T41" fmla="*/ 85 h 125"/>
                    <a:gd name="T42" fmla="*/ 123 w 126"/>
                    <a:gd name="T43" fmla="*/ 76 h 125"/>
                    <a:gd name="T44" fmla="*/ 125 w 126"/>
                    <a:gd name="T45" fmla="*/ 72 h 125"/>
                    <a:gd name="T46" fmla="*/ 124 w 126"/>
                    <a:gd name="T47" fmla="*/ 68 h 125"/>
                    <a:gd name="T48" fmla="*/ 124 w 126"/>
                    <a:gd name="T49" fmla="*/ 64 h 125"/>
                    <a:gd name="T50" fmla="*/ 125 w 126"/>
                    <a:gd name="T51" fmla="*/ 59 h 125"/>
                    <a:gd name="T52" fmla="*/ 121 w 126"/>
                    <a:gd name="T53" fmla="*/ 51 h 125"/>
                    <a:gd name="T54" fmla="*/ 115 w 126"/>
                    <a:gd name="T55" fmla="*/ 45 h 125"/>
                    <a:gd name="T56" fmla="*/ 112 w 126"/>
                    <a:gd name="T57" fmla="*/ 42 h 125"/>
                    <a:gd name="T58" fmla="*/ 110 w 126"/>
                    <a:gd name="T59" fmla="*/ 37 h 125"/>
                    <a:gd name="T60" fmla="*/ 108 w 126"/>
                    <a:gd name="T61" fmla="*/ 34 h 125"/>
                    <a:gd name="T62" fmla="*/ 106 w 126"/>
                    <a:gd name="T63" fmla="*/ 31 h 125"/>
                    <a:gd name="T64" fmla="*/ 106 w 126"/>
                    <a:gd name="T65" fmla="*/ 26 h 125"/>
                    <a:gd name="T66" fmla="*/ 104 w 126"/>
                    <a:gd name="T67" fmla="*/ 22 h 125"/>
                    <a:gd name="T68" fmla="*/ 99 w 126"/>
                    <a:gd name="T69" fmla="*/ 17 h 125"/>
                    <a:gd name="T70" fmla="*/ 95 w 126"/>
                    <a:gd name="T71" fmla="*/ 14 h 125"/>
                    <a:gd name="T72" fmla="*/ 93 w 126"/>
                    <a:gd name="T73" fmla="*/ 11 h 125"/>
                    <a:gd name="T74" fmla="*/ 90 w 126"/>
                    <a:gd name="T75" fmla="*/ 7 h 125"/>
                    <a:gd name="T76" fmla="*/ 88 w 126"/>
                    <a:gd name="T77" fmla="*/ 4 h 125"/>
                    <a:gd name="T78" fmla="*/ 79 w 126"/>
                    <a:gd name="T79" fmla="*/ 1 h 125"/>
                    <a:gd name="T80" fmla="*/ 75 w 126"/>
                    <a:gd name="T81" fmla="*/ 0 h 125"/>
                    <a:gd name="T82" fmla="*/ 65 w 126"/>
                    <a:gd name="T83" fmla="*/ 1 h 125"/>
                    <a:gd name="T84" fmla="*/ 59 w 126"/>
                    <a:gd name="T85" fmla="*/ 5 h 125"/>
                    <a:gd name="T86" fmla="*/ 51 w 126"/>
                    <a:gd name="T87" fmla="*/ 10 h 125"/>
                    <a:gd name="T88" fmla="*/ 44 w 126"/>
                    <a:gd name="T89" fmla="*/ 14 h 125"/>
                    <a:gd name="T90" fmla="*/ 33 w 126"/>
                    <a:gd name="T91" fmla="*/ 25 h 125"/>
                    <a:gd name="T92" fmla="*/ 20 w 126"/>
                    <a:gd name="T93" fmla="*/ 37 h 125"/>
                    <a:gd name="T94" fmla="*/ 8 w 126"/>
                    <a:gd name="T95" fmla="*/ 46 h 125"/>
                    <a:gd name="T96" fmla="*/ 4 w 126"/>
                    <a:gd name="T97" fmla="*/ 53 h 125"/>
                    <a:gd name="T98" fmla="*/ 2 w 126"/>
                    <a:gd name="T99" fmla="*/ 61 h 125"/>
                    <a:gd name="T100" fmla="*/ 1 w 126"/>
                    <a:gd name="T101" fmla="*/ 78 h 125"/>
                    <a:gd name="T102" fmla="*/ 1 w 126"/>
                    <a:gd name="T103" fmla="*/ 87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5">
                      <a:moveTo>
                        <a:pt x="1" y="87"/>
                      </a:moveTo>
                      <a:cubicBezTo>
                        <a:pt x="0" y="90"/>
                        <a:pt x="0" y="92"/>
                        <a:pt x="1" y="94"/>
                      </a:cubicBezTo>
                      <a:cubicBezTo>
                        <a:pt x="3" y="100"/>
                        <a:pt x="6" y="104"/>
                        <a:pt x="11" y="108"/>
                      </a:cubicBezTo>
                      <a:cubicBezTo>
                        <a:pt x="13" y="110"/>
                        <a:pt x="16" y="112"/>
                        <a:pt x="18" y="115"/>
                      </a:cubicBezTo>
                      <a:cubicBezTo>
                        <a:pt x="20" y="116"/>
                        <a:pt x="21" y="119"/>
                        <a:pt x="23" y="120"/>
                      </a:cubicBezTo>
                      <a:cubicBezTo>
                        <a:pt x="25" y="121"/>
                        <a:pt x="28" y="122"/>
                        <a:pt x="30" y="122"/>
                      </a:cubicBezTo>
                      <a:cubicBezTo>
                        <a:pt x="33" y="122"/>
                        <a:pt x="35" y="124"/>
                        <a:pt x="38" y="123"/>
                      </a:cubicBezTo>
                      <a:cubicBezTo>
                        <a:pt x="40" y="123"/>
                        <a:pt x="42" y="122"/>
                        <a:pt x="43" y="122"/>
                      </a:cubicBezTo>
                      <a:cubicBezTo>
                        <a:pt x="45" y="122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70" y="125"/>
                        <a:pt x="76" y="124"/>
                      </a:cubicBezTo>
                      <a:cubicBezTo>
                        <a:pt x="77" y="124"/>
                        <a:pt x="79" y="124"/>
                        <a:pt x="80" y="123"/>
                      </a:cubicBezTo>
                      <a:cubicBezTo>
                        <a:pt x="82" y="122"/>
                        <a:pt x="83" y="121"/>
                        <a:pt x="84" y="121"/>
                      </a:cubicBezTo>
                      <a:cubicBezTo>
                        <a:pt x="87" y="119"/>
                        <a:pt x="90" y="119"/>
                        <a:pt x="93" y="119"/>
                      </a:cubicBezTo>
                      <a:cubicBezTo>
                        <a:pt x="97" y="119"/>
                        <a:pt x="100" y="119"/>
                        <a:pt x="103" y="119"/>
                      </a:cubicBezTo>
                      <a:cubicBezTo>
                        <a:pt x="106" y="119"/>
                        <a:pt x="109" y="119"/>
                        <a:pt x="112" y="118"/>
                      </a:cubicBezTo>
                      <a:cubicBezTo>
                        <a:pt x="115" y="118"/>
                        <a:pt x="118" y="117"/>
                        <a:pt x="120" y="116"/>
                      </a:cubicBezTo>
                      <a:cubicBezTo>
                        <a:pt x="123" y="114"/>
                        <a:pt x="124" y="113"/>
                        <a:pt x="125" y="110"/>
                      </a:cubicBezTo>
                      <a:cubicBezTo>
                        <a:pt x="126" y="108"/>
                        <a:pt x="126" y="105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0" y="88"/>
                        <a:pt x="120" y="85"/>
                      </a:cubicBezTo>
                      <a:cubicBezTo>
                        <a:pt x="120" y="81"/>
                        <a:pt x="122" y="79"/>
                        <a:pt x="123" y="76"/>
                      </a:cubicBezTo>
                      <a:cubicBezTo>
                        <a:pt x="124" y="75"/>
                        <a:pt x="124" y="73"/>
                        <a:pt x="125" y="72"/>
                      </a:cubicBezTo>
                      <a:cubicBezTo>
                        <a:pt x="125" y="71"/>
                        <a:pt x="124" y="69"/>
                        <a:pt x="124" y="68"/>
                      </a:cubicBezTo>
                      <a:cubicBezTo>
                        <a:pt x="124" y="66"/>
                        <a:pt x="124" y="65"/>
                        <a:pt x="124" y="64"/>
                      </a:cubicBezTo>
                      <a:cubicBezTo>
                        <a:pt x="124" y="62"/>
                        <a:pt x="125" y="61"/>
                        <a:pt x="125" y="59"/>
                      </a:cubicBezTo>
                      <a:cubicBezTo>
                        <a:pt x="124" y="56"/>
                        <a:pt x="123" y="53"/>
                        <a:pt x="121" y="51"/>
                      </a:cubicBezTo>
                      <a:cubicBezTo>
                        <a:pt x="119" y="49"/>
                        <a:pt x="117" y="47"/>
                        <a:pt x="115" y="45"/>
                      </a:cubicBezTo>
                      <a:cubicBezTo>
                        <a:pt x="114" y="44"/>
                        <a:pt x="113" y="43"/>
                        <a:pt x="112" y="42"/>
                      </a:cubicBezTo>
                      <a:cubicBezTo>
                        <a:pt x="110" y="40"/>
                        <a:pt x="111" y="39"/>
                        <a:pt x="110" y="37"/>
                      </a:cubicBezTo>
                      <a:cubicBezTo>
                        <a:pt x="110" y="36"/>
                        <a:pt x="109" y="35"/>
                        <a:pt x="108" y="34"/>
                      </a:cubicBezTo>
                      <a:cubicBezTo>
                        <a:pt x="108" y="33"/>
                        <a:pt x="107" y="32"/>
                        <a:pt x="106" y="31"/>
                      </a:cubicBezTo>
                      <a:cubicBezTo>
                        <a:pt x="106" y="29"/>
                        <a:pt x="106" y="27"/>
                        <a:pt x="106" y="26"/>
                      </a:cubicBezTo>
                      <a:cubicBezTo>
                        <a:pt x="106" y="24"/>
                        <a:pt x="105" y="23"/>
                        <a:pt x="104" y="22"/>
                      </a:cubicBezTo>
                      <a:cubicBezTo>
                        <a:pt x="103" y="20"/>
                        <a:pt x="101" y="18"/>
                        <a:pt x="99" y="17"/>
                      </a:cubicBezTo>
                      <a:cubicBezTo>
                        <a:pt x="98" y="16"/>
                        <a:pt x="97" y="15"/>
                        <a:pt x="95" y="14"/>
                      </a:cubicBezTo>
                      <a:cubicBezTo>
                        <a:pt x="94" y="13"/>
                        <a:pt x="94" y="12"/>
                        <a:pt x="93" y="11"/>
                      </a:cubicBezTo>
                      <a:cubicBezTo>
                        <a:pt x="92" y="9"/>
                        <a:pt x="91" y="8"/>
                        <a:pt x="90" y="7"/>
                      </a:cubicBezTo>
                      <a:cubicBezTo>
                        <a:pt x="89" y="6"/>
                        <a:pt x="89" y="5"/>
                        <a:pt x="88" y="4"/>
                      </a:cubicBezTo>
                      <a:cubicBezTo>
                        <a:pt x="85" y="3"/>
                        <a:pt x="82" y="2"/>
                        <a:pt x="79" y="1"/>
                      </a:cubicBezTo>
                      <a:cubicBezTo>
                        <a:pt x="78" y="1"/>
                        <a:pt x="76" y="1"/>
                        <a:pt x="75" y="0"/>
                      </a:cubicBezTo>
                      <a:cubicBezTo>
                        <a:pt x="75" y="0"/>
                        <a:pt x="67" y="0"/>
                        <a:pt x="65" y="1"/>
                      </a:cubicBezTo>
                      <a:cubicBezTo>
                        <a:pt x="63" y="2"/>
                        <a:pt x="61" y="4"/>
                        <a:pt x="59" y="5"/>
                      </a:cubicBezTo>
                      <a:cubicBezTo>
                        <a:pt x="56" y="7"/>
                        <a:pt x="54" y="9"/>
                        <a:pt x="51" y="10"/>
                      </a:cubicBezTo>
                      <a:cubicBezTo>
                        <a:pt x="49" y="11"/>
                        <a:pt x="46" y="12"/>
                        <a:pt x="44" y="14"/>
                      </a:cubicBezTo>
                      <a:cubicBezTo>
                        <a:pt x="40" y="17"/>
                        <a:pt x="36" y="21"/>
                        <a:pt x="33" y="25"/>
                      </a:cubicBezTo>
                      <a:cubicBezTo>
                        <a:pt x="30" y="30"/>
                        <a:pt x="25" y="33"/>
                        <a:pt x="20" y="37"/>
                      </a:cubicBezTo>
                      <a:cubicBezTo>
                        <a:pt x="16" y="40"/>
                        <a:pt x="11" y="42"/>
                        <a:pt x="8" y="46"/>
                      </a:cubicBezTo>
                      <a:cubicBezTo>
                        <a:pt x="6" y="48"/>
                        <a:pt x="5" y="51"/>
                        <a:pt x="4" y="53"/>
                      </a:cubicBezTo>
                      <a:cubicBezTo>
                        <a:pt x="3" y="56"/>
                        <a:pt x="2" y="59"/>
                        <a:pt x="2" y="61"/>
                      </a:cubicBezTo>
                      <a:cubicBezTo>
                        <a:pt x="1" y="67"/>
                        <a:pt x="1" y="73"/>
                        <a:pt x="1" y="78"/>
                      </a:cubicBezTo>
                      <a:cubicBezTo>
                        <a:pt x="2" y="81"/>
                        <a:pt x="2" y="85"/>
                        <a:pt x="1" y="8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47" name="Freeform 362">
                  <a:extLst>
                    <a:ext uri="{FF2B5EF4-FFF2-40B4-BE49-F238E27FC236}">
                      <a16:creationId xmlns:a16="http://schemas.microsoft.com/office/drawing/2014/main" id="{F0710D7A-EC72-4A0C-B3E9-647102521B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20113" y="2493963"/>
                  <a:ext cx="47625" cy="163513"/>
                </a:xfrm>
                <a:custGeom>
                  <a:avLst/>
                  <a:gdLst>
                    <a:gd name="T0" fmla="*/ 11 w 12"/>
                    <a:gd name="T1" fmla="*/ 36 h 41"/>
                    <a:gd name="T2" fmla="*/ 11 w 12"/>
                    <a:gd name="T3" fmla="*/ 32 h 41"/>
                    <a:gd name="T4" fmla="*/ 11 w 12"/>
                    <a:gd name="T5" fmla="*/ 22 h 41"/>
                    <a:gd name="T6" fmla="*/ 11 w 12"/>
                    <a:gd name="T7" fmla="*/ 17 h 41"/>
                    <a:gd name="T8" fmla="*/ 11 w 12"/>
                    <a:gd name="T9" fmla="*/ 13 h 41"/>
                    <a:gd name="T10" fmla="*/ 11 w 12"/>
                    <a:gd name="T11" fmla="*/ 3 h 41"/>
                    <a:gd name="T12" fmla="*/ 11 w 12"/>
                    <a:gd name="T13" fmla="*/ 3 h 41"/>
                    <a:gd name="T14" fmla="*/ 11 w 12"/>
                    <a:gd name="T15" fmla="*/ 2 h 41"/>
                    <a:gd name="T16" fmla="*/ 9 w 12"/>
                    <a:gd name="T17" fmla="*/ 1 h 41"/>
                    <a:gd name="T18" fmla="*/ 6 w 12"/>
                    <a:gd name="T19" fmla="*/ 0 h 41"/>
                    <a:gd name="T20" fmla="*/ 4 w 12"/>
                    <a:gd name="T21" fmla="*/ 0 h 41"/>
                    <a:gd name="T22" fmla="*/ 2 w 12"/>
                    <a:gd name="T23" fmla="*/ 0 h 41"/>
                    <a:gd name="T24" fmla="*/ 1 w 12"/>
                    <a:gd name="T25" fmla="*/ 2 h 41"/>
                    <a:gd name="T26" fmla="*/ 1 w 12"/>
                    <a:gd name="T27" fmla="*/ 14 h 41"/>
                    <a:gd name="T28" fmla="*/ 1 w 12"/>
                    <a:gd name="T29" fmla="*/ 20 h 41"/>
                    <a:gd name="T30" fmla="*/ 1 w 12"/>
                    <a:gd name="T31" fmla="*/ 26 h 41"/>
                    <a:gd name="T32" fmla="*/ 1 w 12"/>
                    <a:gd name="T33" fmla="*/ 32 h 41"/>
                    <a:gd name="T34" fmla="*/ 0 w 12"/>
                    <a:gd name="T35" fmla="*/ 37 h 41"/>
                    <a:gd name="T36" fmla="*/ 0 w 12"/>
                    <a:gd name="T37" fmla="*/ 40 h 41"/>
                    <a:gd name="T38" fmla="*/ 2 w 12"/>
                    <a:gd name="T39" fmla="*/ 41 h 41"/>
                    <a:gd name="T40" fmla="*/ 5 w 12"/>
                    <a:gd name="T41" fmla="*/ 41 h 41"/>
                    <a:gd name="T42" fmla="*/ 7 w 12"/>
                    <a:gd name="T43" fmla="*/ 41 h 41"/>
                    <a:gd name="T44" fmla="*/ 10 w 12"/>
                    <a:gd name="T45" fmla="*/ 41 h 41"/>
                    <a:gd name="T46" fmla="*/ 11 w 12"/>
                    <a:gd name="T47" fmla="*/ 41 h 41"/>
                    <a:gd name="T48" fmla="*/ 11 w 12"/>
                    <a:gd name="T49" fmla="*/ 41 h 41"/>
                    <a:gd name="T50" fmla="*/ 12 w 12"/>
                    <a:gd name="T51" fmla="*/ 40 h 41"/>
                    <a:gd name="T52" fmla="*/ 11 w 12"/>
                    <a:gd name="T53" fmla="*/ 36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2" h="41">
                      <a:moveTo>
                        <a:pt x="11" y="36"/>
                      </a:moveTo>
                      <a:cubicBezTo>
                        <a:pt x="11" y="35"/>
                        <a:pt x="11" y="33"/>
                        <a:pt x="11" y="32"/>
                      </a:cubicBezTo>
                      <a:cubicBezTo>
                        <a:pt x="11" y="28"/>
                        <a:pt x="11" y="25"/>
                        <a:pt x="11" y="22"/>
                      </a:cubicBezTo>
                      <a:cubicBezTo>
                        <a:pt x="11" y="21"/>
                        <a:pt x="11" y="19"/>
                        <a:pt x="11" y="17"/>
                      </a:cubicBezTo>
                      <a:cubicBezTo>
                        <a:pt x="11" y="16"/>
                        <a:pt x="11" y="14"/>
                        <a:pt x="11" y="13"/>
                      </a:cubicBezTo>
                      <a:cubicBezTo>
                        <a:pt x="11" y="10"/>
                        <a:pt x="10" y="6"/>
                        <a:pt x="11" y="3"/>
                      </a:cubicBez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11" y="3"/>
                        <a:pt x="11" y="2"/>
                        <a:pt x="11" y="2"/>
                      </a:cubicBez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8" y="1"/>
                        <a:pt x="7" y="0"/>
                        <a:pt x="6" y="0"/>
                      </a:cubicBezTo>
                      <a:cubicBezTo>
                        <a:pt x="6" y="0"/>
                        <a:pt x="5" y="0"/>
                        <a:pt x="4" y="0"/>
                      </a:cubicBezTo>
                      <a:cubicBezTo>
                        <a:pt x="3" y="0"/>
                        <a:pt x="3" y="0"/>
                        <a:pt x="2" y="0"/>
                      </a:cubicBezTo>
                      <a:cubicBezTo>
                        <a:pt x="2" y="0"/>
                        <a:pt x="1" y="1"/>
                        <a:pt x="1" y="2"/>
                      </a:cubicBezTo>
                      <a:cubicBezTo>
                        <a:pt x="1" y="6"/>
                        <a:pt x="1" y="10"/>
                        <a:pt x="1" y="14"/>
                      </a:cubicBezTo>
                      <a:cubicBezTo>
                        <a:pt x="1" y="16"/>
                        <a:pt x="1" y="18"/>
                        <a:pt x="1" y="20"/>
                      </a:cubicBezTo>
                      <a:cubicBezTo>
                        <a:pt x="1" y="22"/>
                        <a:pt x="1" y="24"/>
                        <a:pt x="1" y="26"/>
                      </a:cubicBezTo>
                      <a:cubicBezTo>
                        <a:pt x="1" y="28"/>
                        <a:pt x="1" y="30"/>
                        <a:pt x="1" y="32"/>
                      </a:cubicBezTo>
                      <a:cubicBezTo>
                        <a:pt x="0" y="34"/>
                        <a:pt x="0" y="35"/>
                        <a:pt x="0" y="37"/>
                      </a:cubicBezTo>
                      <a:cubicBezTo>
                        <a:pt x="0" y="38"/>
                        <a:pt x="0" y="39"/>
                        <a:pt x="0" y="40"/>
                      </a:cubicBezTo>
                      <a:cubicBezTo>
                        <a:pt x="1" y="40"/>
                        <a:pt x="1" y="41"/>
                        <a:pt x="2" y="41"/>
                      </a:cubicBezTo>
                      <a:cubicBezTo>
                        <a:pt x="3" y="41"/>
                        <a:pt x="4" y="41"/>
                        <a:pt x="5" y="41"/>
                      </a:cubicBezTo>
                      <a:cubicBezTo>
                        <a:pt x="5" y="41"/>
                        <a:pt x="6" y="41"/>
                        <a:pt x="7" y="41"/>
                      </a:cubicBezTo>
                      <a:cubicBezTo>
                        <a:pt x="8" y="41"/>
                        <a:pt x="9" y="41"/>
                        <a:pt x="10" y="41"/>
                      </a:cubicBezTo>
                      <a:cubicBezTo>
                        <a:pt x="10" y="41"/>
                        <a:pt x="10" y="41"/>
                        <a:pt x="11" y="41"/>
                      </a:cubicBezTo>
                      <a:cubicBezTo>
                        <a:pt x="11" y="41"/>
                        <a:pt x="11" y="41"/>
                        <a:pt x="11" y="41"/>
                      </a:cubicBezTo>
                      <a:cubicBezTo>
                        <a:pt x="12" y="41"/>
                        <a:pt x="12" y="41"/>
                        <a:pt x="12" y="40"/>
                      </a:cubicBezTo>
                      <a:cubicBezTo>
                        <a:pt x="12" y="39"/>
                        <a:pt x="11" y="38"/>
                        <a:pt x="11" y="3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48" name="Freeform 363">
                  <a:extLst>
                    <a:ext uri="{FF2B5EF4-FFF2-40B4-BE49-F238E27FC236}">
                      <a16:creationId xmlns:a16="http://schemas.microsoft.com/office/drawing/2014/main" id="{337CD616-ACC8-4769-B2E4-ADFEA3A9AA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20113" y="2493963"/>
                  <a:ext cx="47625" cy="163513"/>
                </a:xfrm>
                <a:custGeom>
                  <a:avLst/>
                  <a:gdLst>
                    <a:gd name="T0" fmla="*/ 11 w 12"/>
                    <a:gd name="T1" fmla="*/ 36 h 41"/>
                    <a:gd name="T2" fmla="*/ 11 w 12"/>
                    <a:gd name="T3" fmla="*/ 32 h 41"/>
                    <a:gd name="T4" fmla="*/ 11 w 12"/>
                    <a:gd name="T5" fmla="*/ 22 h 41"/>
                    <a:gd name="T6" fmla="*/ 11 w 12"/>
                    <a:gd name="T7" fmla="*/ 17 h 41"/>
                    <a:gd name="T8" fmla="*/ 11 w 12"/>
                    <a:gd name="T9" fmla="*/ 13 h 41"/>
                    <a:gd name="T10" fmla="*/ 11 w 12"/>
                    <a:gd name="T11" fmla="*/ 3 h 41"/>
                    <a:gd name="T12" fmla="*/ 11 w 12"/>
                    <a:gd name="T13" fmla="*/ 3 h 41"/>
                    <a:gd name="T14" fmla="*/ 11 w 12"/>
                    <a:gd name="T15" fmla="*/ 2 h 41"/>
                    <a:gd name="T16" fmla="*/ 9 w 12"/>
                    <a:gd name="T17" fmla="*/ 1 h 41"/>
                    <a:gd name="T18" fmla="*/ 6 w 12"/>
                    <a:gd name="T19" fmla="*/ 0 h 41"/>
                    <a:gd name="T20" fmla="*/ 4 w 12"/>
                    <a:gd name="T21" fmla="*/ 0 h 41"/>
                    <a:gd name="T22" fmla="*/ 2 w 12"/>
                    <a:gd name="T23" fmla="*/ 0 h 41"/>
                    <a:gd name="T24" fmla="*/ 1 w 12"/>
                    <a:gd name="T25" fmla="*/ 2 h 41"/>
                    <a:gd name="T26" fmla="*/ 1 w 12"/>
                    <a:gd name="T27" fmla="*/ 14 h 41"/>
                    <a:gd name="T28" fmla="*/ 1 w 12"/>
                    <a:gd name="T29" fmla="*/ 20 h 41"/>
                    <a:gd name="T30" fmla="*/ 1 w 12"/>
                    <a:gd name="T31" fmla="*/ 26 h 41"/>
                    <a:gd name="T32" fmla="*/ 1 w 12"/>
                    <a:gd name="T33" fmla="*/ 32 h 41"/>
                    <a:gd name="T34" fmla="*/ 0 w 12"/>
                    <a:gd name="T35" fmla="*/ 37 h 41"/>
                    <a:gd name="T36" fmla="*/ 0 w 12"/>
                    <a:gd name="T37" fmla="*/ 40 h 41"/>
                    <a:gd name="T38" fmla="*/ 2 w 12"/>
                    <a:gd name="T39" fmla="*/ 41 h 41"/>
                    <a:gd name="T40" fmla="*/ 5 w 12"/>
                    <a:gd name="T41" fmla="*/ 41 h 41"/>
                    <a:gd name="T42" fmla="*/ 7 w 12"/>
                    <a:gd name="T43" fmla="*/ 41 h 41"/>
                    <a:gd name="T44" fmla="*/ 10 w 12"/>
                    <a:gd name="T45" fmla="*/ 41 h 41"/>
                    <a:gd name="T46" fmla="*/ 11 w 12"/>
                    <a:gd name="T47" fmla="*/ 41 h 41"/>
                    <a:gd name="T48" fmla="*/ 11 w 12"/>
                    <a:gd name="T49" fmla="*/ 41 h 41"/>
                    <a:gd name="T50" fmla="*/ 12 w 12"/>
                    <a:gd name="T51" fmla="*/ 40 h 41"/>
                    <a:gd name="T52" fmla="*/ 11 w 12"/>
                    <a:gd name="T53" fmla="*/ 36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2" h="41">
                      <a:moveTo>
                        <a:pt x="11" y="36"/>
                      </a:moveTo>
                      <a:cubicBezTo>
                        <a:pt x="11" y="35"/>
                        <a:pt x="11" y="33"/>
                        <a:pt x="11" y="32"/>
                      </a:cubicBezTo>
                      <a:cubicBezTo>
                        <a:pt x="11" y="28"/>
                        <a:pt x="11" y="25"/>
                        <a:pt x="11" y="22"/>
                      </a:cubicBezTo>
                      <a:cubicBezTo>
                        <a:pt x="11" y="21"/>
                        <a:pt x="11" y="19"/>
                        <a:pt x="11" y="17"/>
                      </a:cubicBezTo>
                      <a:cubicBezTo>
                        <a:pt x="11" y="16"/>
                        <a:pt x="11" y="14"/>
                        <a:pt x="11" y="13"/>
                      </a:cubicBezTo>
                      <a:cubicBezTo>
                        <a:pt x="11" y="10"/>
                        <a:pt x="10" y="6"/>
                        <a:pt x="11" y="3"/>
                      </a:cubicBez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11" y="3"/>
                        <a:pt x="11" y="2"/>
                        <a:pt x="11" y="2"/>
                      </a:cubicBez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8" y="1"/>
                        <a:pt x="7" y="0"/>
                        <a:pt x="6" y="0"/>
                      </a:cubicBezTo>
                      <a:cubicBezTo>
                        <a:pt x="6" y="0"/>
                        <a:pt x="5" y="0"/>
                        <a:pt x="4" y="0"/>
                      </a:cubicBezTo>
                      <a:cubicBezTo>
                        <a:pt x="3" y="0"/>
                        <a:pt x="3" y="0"/>
                        <a:pt x="2" y="0"/>
                      </a:cubicBezTo>
                      <a:cubicBezTo>
                        <a:pt x="2" y="0"/>
                        <a:pt x="1" y="1"/>
                        <a:pt x="1" y="2"/>
                      </a:cubicBezTo>
                      <a:cubicBezTo>
                        <a:pt x="1" y="6"/>
                        <a:pt x="1" y="10"/>
                        <a:pt x="1" y="14"/>
                      </a:cubicBezTo>
                      <a:cubicBezTo>
                        <a:pt x="1" y="16"/>
                        <a:pt x="1" y="18"/>
                        <a:pt x="1" y="20"/>
                      </a:cubicBezTo>
                      <a:cubicBezTo>
                        <a:pt x="1" y="22"/>
                        <a:pt x="1" y="24"/>
                        <a:pt x="1" y="26"/>
                      </a:cubicBezTo>
                      <a:cubicBezTo>
                        <a:pt x="1" y="28"/>
                        <a:pt x="1" y="30"/>
                        <a:pt x="1" y="32"/>
                      </a:cubicBezTo>
                      <a:cubicBezTo>
                        <a:pt x="0" y="34"/>
                        <a:pt x="0" y="35"/>
                        <a:pt x="0" y="37"/>
                      </a:cubicBezTo>
                      <a:cubicBezTo>
                        <a:pt x="0" y="38"/>
                        <a:pt x="0" y="39"/>
                        <a:pt x="0" y="40"/>
                      </a:cubicBezTo>
                      <a:cubicBezTo>
                        <a:pt x="1" y="40"/>
                        <a:pt x="1" y="41"/>
                        <a:pt x="2" y="41"/>
                      </a:cubicBezTo>
                      <a:cubicBezTo>
                        <a:pt x="3" y="41"/>
                        <a:pt x="4" y="41"/>
                        <a:pt x="5" y="41"/>
                      </a:cubicBezTo>
                      <a:cubicBezTo>
                        <a:pt x="5" y="41"/>
                        <a:pt x="6" y="41"/>
                        <a:pt x="7" y="41"/>
                      </a:cubicBezTo>
                      <a:cubicBezTo>
                        <a:pt x="8" y="41"/>
                        <a:pt x="9" y="41"/>
                        <a:pt x="10" y="41"/>
                      </a:cubicBezTo>
                      <a:cubicBezTo>
                        <a:pt x="10" y="41"/>
                        <a:pt x="10" y="41"/>
                        <a:pt x="11" y="41"/>
                      </a:cubicBezTo>
                      <a:cubicBezTo>
                        <a:pt x="11" y="41"/>
                        <a:pt x="11" y="41"/>
                        <a:pt x="11" y="41"/>
                      </a:cubicBezTo>
                      <a:cubicBezTo>
                        <a:pt x="12" y="41"/>
                        <a:pt x="12" y="41"/>
                        <a:pt x="12" y="40"/>
                      </a:cubicBezTo>
                      <a:cubicBezTo>
                        <a:pt x="12" y="39"/>
                        <a:pt x="11" y="38"/>
                        <a:pt x="11" y="3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49" name="Freeform 364">
                  <a:extLst>
                    <a:ext uri="{FF2B5EF4-FFF2-40B4-BE49-F238E27FC236}">
                      <a16:creationId xmlns:a16="http://schemas.microsoft.com/office/drawing/2014/main" id="{9B648717-84F1-4176-A55B-A3F5184B05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45501" y="1795463"/>
                  <a:ext cx="193675" cy="738188"/>
                </a:xfrm>
                <a:custGeom>
                  <a:avLst/>
                  <a:gdLst>
                    <a:gd name="T0" fmla="*/ 1 w 49"/>
                    <a:gd name="T1" fmla="*/ 130 h 186"/>
                    <a:gd name="T2" fmla="*/ 1 w 49"/>
                    <a:gd name="T3" fmla="*/ 141 h 186"/>
                    <a:gd name="T4" fmla="*/ 5 w 49"/>
                    <a:gd name="T5" fmla="*/ 161 h 186"/>
                    <a:gd name="T6" fmla="*/ 8 w 49"/>
                    <a:gd name="T7" fmla="*/ 171 h 186"/>
                    <a:gd name="T8" fmla="*/ 12 w 49"/>
                    <a:gd name="T9" fmla="*/ 182 h 186"/>
                    <a:gd name="T10" fmla="*/ 30 w 49"/>
                    <a:gd name="T11" fmla="*/ 185 h 186"/>
                    <a:gd name="T12" fmla="*/ 44 w 49"/>
                    <a:gd name="T13" fmla="*/ 176 h 186"/>
                    <a:gd name="T14" fmla="*/ 49 w 49"/>
                    <a:gd name="T15" fmla="*/ 164 h 186"/>
                    <a:gd name="T16" fmla="*/ 49 w 49"/>
                    <a:gd name="T17" fmla="*/ 152 h 186"/>
                    <a:gd name="T18" fmla="*/ 49 w 49"/>
                    <a:gd name="T19" fmla="*/ 139 h 186"/>
                    <a:gd name="T20" fmla="*/ 47 w 49"/>
                    <a:gd name="T21" fmla="*/ 126 h 186"/>
                    <a:gd name="T22" fmla="*/ 48 w 49"/>
                    <a:gd name="T23" fmla="*/ 113 h 186"/>
                    <a:gd name="T24" fmla="*/ 49 w 49"/>
                    <a:gd name="T25" fmla="*/ 95 h 186"/>
                    <a:gd name="T26" fmla="*/ 49 w 49"/>
                    <a:gd name="T27" fmla="*/ 88 h 186"/>
                    <a:gd name="T28" fmla="*/ 47 w 49"/>
                    <a:gd name="T29" fmla="*/ 76 h 186"/>
                    <a:gd name="T30" fmla="*/ 43 w 49"/>
                    <a:gd name="T31" fmla="*/ 55 h 186"/>
                    <a:gd name="T32" fmla="*/ 43 w 49"/>
                    <a:gd name="T33" fmla="*/ 51 h 186"/>
                    <a:gd name="T34" fmla="*/ 41 w 49"/>
                    <a:gd name="T35" fmla="*/ 33 h 186"/>
                    <a:gd name="T36" fmla="*/ 39 w 49"/>
                    <a:gd name="T37" fmla="*/ 25 h 186"/>
                    <a:gd name="T38" fmla="*/ 35 w 49"/>
                    <a:gd name="T39" fmla="*/ 7 h 186"/>
                    <a:gd name="T40" fmla="*/ 31 w 49"/>
                    <a:gd name="T41" fmla="*/ 2 h 186"/>
                    <a:gd name="T42" fmla="*/ 30 w 49"/>
                    <a:gd name="T43" fmla="*/ 0 h 186"/>
                    <a:gd name="T44" fmla="*/ 26 w 49"/>
                    <a:gd name="T45" fmla="*/ 2 h 186"/>
                    <a:gd name="T46" fmla="*/ 23 w 49"/>
                    <a:gd name="T47" fmla="*/ 8 h 186"/>
                    <a:gd name="T48" fmla="*/ 13 w 49"/>
                    <a:gd name="T49" fmla="*/ 37 h 186"/>
                    <a:gd name="T50" fmla="*/ 8 w 49"/>
                    <a:gd name="T51" fmla="*/ 55 h 186"/>
                    <a:gd name="T52" fmla="*/ 4 w 49"/>
                    <a:gd name="T53" fmla="*/ 69 h 186"/>
                    <a:gd name="T54" fmla="*/ 1 w 49"/>
                    <a:gd name="T55" fmla="*/ 130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9" h="186">
                      <a:moveTo>
                        <a:pt x="1" y="130"/>
                      </a:moveTo>
                      <a:cubicBezTo>
                        <a:pt x="0" y="134"/>
                        <a:pt x="0" y="137"/>
                        <a:pt x="1" y="141"/>
                      </a:cubicBezTo>
                      <a:cubicBezTo>
                        <a:pt x="2" y="149"/>
                        <a:pt x="3" y="155"/>
                        <a:pt x="5" y="161"/>
                      </a:cubicBezTo>
                      <a:cubicBezTo>
                        <a:pt x="6" y="164"/>
                        <a:pt x="7" y="167"/>
                        <a:pt x="8" y="171"/>
                      </a:cubicBezTo>
                      <a:cubicBezTo>
                        <a:pt x="8" y="173"/>
                        <a:pt x="11" y="182"/>
                        <a:pt x="12" y="182"/>
                      </a:cubicBezTo>
                      <a:cubicBezTo>
                        <a:pt x="13" y="182"/>
                        <a:pt x="27" y="186"/>
                        <a:pt x="30" y="185"/>
                      </a:cubicBezTo>
                      <a:cubicBezTo>
                        <a:pt x="31" y="185"/>
                        <a:pt x="43" y="177"/>
                        <a:pt x="44" y="176"/>
                      </a:cubicBezTo>
                      <a:cubicBezTo>
                        <a:pt x="45" y="175"/>
                        <a:pt x="49" y="168"/>
                        <a:pt x="49" y="164"/>
                      </a:cubicBezTo>
                      <a:cubicBezTo>
                        <a:pt x="49" y="160"/>
                        <a:pt x="49" y="156"/>
                        <a:pt x="49" y="152"/>
                      </a:cubicBezTo>
                      <a:cubicBezTo>
                        <a:pt x="49" y="147"/>
                        <a:pt x="49" y="143"/>
                        <a:pt x="49" y="139"/>
                      </a:cubicBezTo>
                      <a:cubicBezTo>
                        <a:pt x="48" y="134"/>
                        <a:pt x="47" y="131"/>
                        <a:pt x="47" y="126"/>
                      </a:cubicBezTo>
                      <a:cubicBezTo>
                        <a:pt x="47" y="121"/>
                        <a:pt x="48" y="118"/>
                        <a:pt x="48" y="113"/>
                      </a:cubicBezTo>
                      <a:cubicBezTo>
                        <a:pt x="48" y="111"/>
                        <a:pt x="49" y="97"/>
                        <a:pt x="49" y="95"/>
                      </a:cubicBezTo>
                      <a:cubicBezTo>
                        <a:pt x="49" y="93"/>
                        <a:pt x="49" y="90"/>
                        <a:pt x="49" y="88"/>
                      </a:cubicBezTo>
                      <a:cubicBezTo>
                        <a:pt x="49" y="84"/>
                        <a:pt x="48" y="80"/>
                        <a:pt x="47" y="76"/>
                      </a:cubicBezTo>
                      <a:cubicBezTo>
                        <a:pt x="47" y="72"/>
                        <a:pt x="43" y="58"/>
                        <a:pt x="43" y="55"/>
                      </a:cubicBezTo>
                      <a:cubicBezTo>
                        <a:pt x="43" y="54"/>
                        <a:pt x="43" y="52"/>
                        <a:pt x="43" y="51"/>
                      </a:cubicBezTo>
                      <a:cubicBezTo>
                        <a:pt x="42" y="49"/>
                        <a:pt x="41" y="35"/>
                        <a:pt x="41" y="33"/>
                      </a:cubicBezTo>
                      <a:cubicBezTo>
                        <a:pt x="40" y="30"/>
                        <a:pt x="40" y="27"/>
                        <a:pt x="39" y="25"/>
                      </a:cubicBezTo>
                      <a:cubicBezTo>
                        <a:pt x="39" y="24"/>
                        <a:pt x="35" y="7"/>
                        <a:pt x="35" y="7"/>
                      </a:cubicBezTo>
                      <a:cubicBezTo>
                        <a:pt x="34" y="4"/>
                        <a:pt x="32" y="4"/>
                        <a:pt x="31" y="2"/>
                      </a:cubicBezTo>
                      <a:cubicBezTo>
                        <a:pt x="31" y="2"/>
                        <a:pt x="30" y="1"/>
                        <a:pt x="30" y="0"/>
                      </a:cubicBezTo>
                      <a:cubicBezTo>
                        <a:pt x="29" y="0"/>
                        <a:pt x="27" y="0"/>
                        <a:pt x="26" y="2"/>
                      </a:cubicBezTo>
                      <a:cubicBezTo>
                        <a:pt x="25" y="4"/>
                        <a:pt x="24" y="6"/>
                        <a:pt x="23" y="8"/>
                      </a:cubicBezTo>
                      <a:cubicBezTo>
                        <a:pt x="22" y="11"/>
                        <a:pt x="15" y="31"/>
                        <a:pt x="13" y="37"/>
                      </a:cubicBezTo>
                      <a:cubicBezTo>
                        <a:pt x="12" y="45"/>
                        <a:pt x="10" y="50"/>
                        <a:pt x="8" y="55"/>
                      </a:cubicBezTo>
                      <a:cubicBezTo>
                        <a:pt x="7" y="59"/>
                        <a:pt x="5" y="62"/>
                        <a:pt x="4" y="69"/>
                      </a:cubicBezTo>
                      <a:cubicBezTo>
                        <a:pt x="3" y="72"/>
                        <a:pt x="1" y="126"/>
                        <a:pt x="1" y="13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50" name="Freeform 365">
                  <a:extLst>
                    <a:ext uri="{FF2B5EF4-FFF2-40B4-BE49-F238E27FC236}">
                      <a16:creationId xmlns:a16="http://schemas.microsoft.com/office/drawing/2014/main" id="{5E736CFA-E881-4BB8-9201-2C5591C71D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45501" y="1795463"/>
                  <a:ext cx="193675" cy="738188"/>
                </a:xfrm>
                <a:custGeom>
                  <a:avLst/>
                  <a:gdLst>
                    <a:gd name="T0" fmla="*/ 1 w 49"/>
                    <a:gd name="T1" fmla="*/ 130 h 186"/>
                    <a:gd name="T2" fmla="*/ 1 w 49"/>
                    <a:gd name="T3" fmla="*/ 141 h 186"/>
                    <a:gd name="T4" fmla="*/ 5 w 49"/>
                    <a:gd name="T5" fmla="*/ 161 h 186"/>
                    <a:gd name="T6" fmla="*/ 8 w 49"/>
                    <a:gd name="T7" fmla="*/ 171 h 186"/>
                    <a:gd name="T8" fmla="*/ 12 w 49"/>
                    <a:gd name="T9" fmla="*/ 182 h 186"/>
                    <a:gd name="T10" fmla="*/ 30 w 49"/>
                    <a:gd name="T11" fmla="*/ 185 h 186"/>
                    <a:gd name="T12" fmla="*/ 44 w 49"/>
                    <a:gd name="T13" fmla="*/ 176 h 186"/>
                    <a:gd name="T14" fmla="*/ 49 w 49"/>
                    <a:gd name="T15" fmla="*/ 164 h 186"/>
                    <a:gd name="T16" fmla="*/ 49 w 49"/>
                    <a:gd name="T17" fmla="*/ 152 h 186"/>
                    <a:gd name="T18" fmla="*/ 49 w 49"/>
                    <a:gd name="T19" fmla="*/ 139 h 186"/>
                    <a:gd name="T20" fmla="*/ 47 w 49"/>
                    <a:gd name="T21" fmla="*/ 126 h 186"/>
                    <a:gd name="T22" fmla="*/ 48 w 49"/>
                    <a:gd name="T23" fmla="*/ 113 h 186"/>
                    <a:gd name="T24" fmla="*/ 49 w 49"/>
                    <a:gd name="T25" fmla="*/ 95 h 186"/>
                    <a:gd name="T26" fmla="*/ 49 w 49"/>
                    <a:gd name="T27" fmla="*/ 88 h 186"/>
                    <a:gd name="T28" fmla="*/ 47 w 49"/>
                    <a:gd name="T29" fmla="*/ 76 h 186"/>
                    <a:gd name="T30" fmla="*/ 43 w 49"/>
                    <a:gd name="T31" fmla="*/ 55 h 186"/>
                    <a:gd name="T32" fmla="*/ 43 w 49"/>
                    <a:gd name="T33" fmla="*/ 51 h 186"/>
                    <a:gd name="T34" fmla="*/ 41 w 49"/>
                    <a:gd name="T35" fmla="*/ 33 h 186"/>
                    <a:gd name="T36" fmla="*/ 39 w 49"/>
                    <a:gd name="T37" fmla="*/ 25 h 186"/>
                    <a:gd name="T38" fmla="*/ 35 w 49"/>
                    <a:gd name="T39" fmla="*/ 7 h 186"/>
                    <a:gd name="T40" fmla="*/ 31 w 49"/>
                    <a:gd name="T41" fmla="*/ 2 h 186"/>
                    <a:gd name="T42" fmla="*/ 30 w 49"/>
                    <a:gd name="T43" fmla="*/ 0 h 186"/>
                    <a:gd name="T44" fmla="*/ 26 w 49"/>
                    <a:gd name="T45" fmla="*/ 2 h 186"/>
                    <a:gd name="T46" fmla="*/ 23 w 49"/>
                    <a:gd name="T47" fmla="*/ 8 h 186"/>
                    <a:gd name="T48" fmla="*/ 13 w 49"/>
                    <a:gd name="T49" fmla="*/ 37 h 186"/>
                    <a:gd name="T50" fmla="*/ 8 w 49"/>
                    <a:gd name="T51" fmla="*/ 55 h 186"/>
                    <a:gd name="T52" fmla="*/ 4 w 49"/>
                    <a:gd name="T53" fmla="*/ 69 h 186"/>
                    <a:gd name="T54" fmla="*/ 1 w 49"/>
                    <a:gd name="T55" fmla="*/ 130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9" h="186">
                      <a:moveTo>
                        <a:pt x="1" y="130"/>
                      </a:moveTo>
                      <a:cubicBezTo>
                        <a:pt x="0" y="134"/>
                        <a:pt x="0" y="137"/>
                        <a:pt x="1" y="141"/>
                      </a:cubicBezTo>
                      <a:cubicBezTo>
                        <a:pt x="2" y="149"/>
                        <a:pt x="3" y="155"/>
                        <a:pt x="5" y="161"/>
                      </a:cubicBezTo>
                      <a:cubicBezTo>
                        <a:pt x="6" y="164"/>
                        <a:pt x="7" y="167"/>
                        <a:pt x="8" y="171"/>
                      </a:cubicBezTo>
                      <a:cubicBezTo>
                        <a:pt x="8" y="173"/>
                        <a:pt x="11" y="182"/>
                        <a:pt x="12" y="182"/>
                      </a:cubicBezTo>
                      <a:cubicBezTo>
                        <a:pt x="13" y="182"/>
                        <a:pt x="27" y="186"/>
                        <a:pt x="30" y="185"/>
                      </a:cubicBezTo>
                      <a:cubicBezTo>
                        <a:pt x="31" y="185"/>
                        <a:pt x="43" y="177"/>
                        <a:pt x="44" y="176"/>
                      </a:cubicBezTo>
                      <a:cubicBezTo>
                        <a:pt x="45" y="175"/>
                        <a:pt x="49" y="168"/>
                        <a:pt x="49" y="164"/>
                      </a:cubicBezTo>
                      <a:cubicBezTo>
                        <a:pt x="49" y="160"/>
                        <a:pt x="49" y="156"/>
                        <a:pt x="49" y="152"/>
                      </a:cubicBezTo>
                      <a:cubicBezTo>
                        <a:pt x="49" y="147"/>
                        <a:pt x="49" y="143"/>
                        <a:pt x="49" y="139"/>
                      </a:cubicBezTo>
                      <a:cubicBezTo>
                        <a:pt x="48" y="134"/>
                        <a:pt x="47" y="131"/>
                        <a:pt x="47" y="126"/>
                      </a:cubicBezTo>
                      <a:cubicBezTo>
                        <a:pt x="47" y="121"/>
                        <a:pt x="48" y="118"/>
                        <a:pt x="48" y="113"/>
                      </a:cubicBezTo>
                      <a:cubicBezTo>
                        <a:pt x="48" y="111"/>
                        <a:pt x="49" y="97"/>
                        <a:pt x="49" y="95"/>
                      </a:cubicBezTo>
                      <a:cubicBezTo>
                        <a:pt x="49" y="93"/>
                        <a:pt x="49" y="90"/>
                        <a:pt x="49" y="88"/>
                      </a:cubicBezTo>
                      <a:cubicBezTo>
                        <a:pt x="49" y="84"/>
                        <a:pt x="48" y="80"/>
                        <a:pt x="47" y="76"/>
                      </a:cubicBezTo>
                      <a:cubicBezTo>
                        <a:pt x="47" y="72"/>
                        <a:pt x="43" y="58"/>
                        <a:pt x="43" y="55"/>
                      </a:cubicBezTo>
                      <a:cubicBezTo>
                        <a:pt x="43" y="54"/>
                        <a:pt x="43" y="52"/>
                        <a:pt x="43" y="51"/>
                      </a:cubicBezTo>
                      <a:cubicBezTo>
                        <a:pt x="42" y="49"/>
                        <a:pt x="41" y="35"/>
                        <a:pt x="41" y="33"/>
                      </a:cubicBezTo>
                      <a:cubicBezTo>
                        <a:pt x="40" y="30"/>
                        <a:pt x="40" y="27"/>
                        <a:pt x="39" y="25"/>
                      </a:cubicBezTo>
                      <a:cubicBezTo>
                        <a:pt x="39" y="24"/>
                        <a:pt x="35" y="7"/>
                        <a:pt x="35" y="7"/>
                      </a:cubicBezTo>
                      <a:cubicBezTo>
                        <a:pt x="34" y="4"/>
                        <a:pt x="32" y="4"/>
                        <a:pt x="31" y="2"/>
                      </a:cubicBezTo>
                      <a:cubicBezTo>
                        <a:pt x="31" y="2"/>
                        <a:pt x="30" y="1"/>
                        <a:pt x="30" y="0"/>
                      </a:cubicBezTo>
                      <a:cubicBezTo>
                        <a:pt x="29" y="0"/>
                        <a:pt x="27" y="0"/>
                        <a:pt x="26" y="2"/>
                      </a:cubicBezTo>
                      <a:cubicBezTo>
                        <a:pt x="25" y="4"/>
                        <a:pt x="24" y="6"/>
                        <a:pt x="23" y="8"/>
                      </a:cubicBezTo>
                      <a:cubicBezTo>
                        <a:pt x="22" y="11"/>
                        <a:pt x="15" y="31"/>
                        <a:pt x="13" y="37"/>
                      </a:cubicBezTo>
                      <a:cubicBezTo>
                        <a:pt x="12" y="45"/>
                        <a:pt x="10" y="50"/>
                        <a:pt x="8" y="55"/>
                      </a:cubicBezTo>
                      <a:cubicBezTo>
                        <a:pt x="7" y="59"/>
                        <a:pt x="5" y="62"/>
                        <a:pt x="4" y="69"/>
                      </a:cubicBezTo>
                      <a:cubicBezTo>
                        <a:pt x="3" y="72"/>
                        <a:pt x="1" y="126"/>
                        <a:pt x="1" y="13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51" name="Freeform 366">
                  <a:extLst>
                    <a:ext uri="{FF2B5EF4-FFF2-40B4-BE49-F238E27FC236}">
                      <a16:creationId xmlns:a16="http://schemas.microsoft.com/office/drawing/2014/main" id="{ECA161EB-DF62-4E84-AB72-F85E08D39E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75701" y="2509838"/>
                  <a:ext cx="87313" cy="195263"/>
                </a:xfrm>
                <a:custGeom>
                  <a:avLst/>
                  <a:gdLst>
                    <a:gd name="T0" fmla="*/ 1 w 22"/>
                    <a:gd name="T1" fmla="*/ 44 h 49"/>
                    <a:gd name="T2" fmla="*/ 1 w 22"/>
                    <a:gd name="T3" fmla="*/ 47 h 49"/>
                    <a:gd name="T4" fmla="*/ 4 w 22"/>
                    <a:gd name="T5" fmla="*/ 48 h 49"/>
                    <a:gd name="T6" fmla="*/ 9 w 22"/>
                    <a:gd name="T7" fmla="*/ 49 h 49"/>
                    <a:gd name="T8" fmla="*/ 13 w 22"/>
                    <a:gd name="T9" fmla="*/ 49 h 49"/>
                    <a:gd name="T10" fmla="*/ 18 w 22"/>
                    <a:gd name="T11" fmla="*/ 48 h 49"/>
                    <a:gd name="T12" fmla="*/ 20 w 22"/>
                    <a:gd name="T13" fmla="*/ 48 h 49"/>
                    <a:gd name="T14" fmla="*/ 21 w 22"/>
                    <a:gd name="T15" fmla="*/ 48 h 49"/>
                    <a:gd name="T16" fmla="*/ 22 w 22"/>
                    <a:gd name="T17" fmla="*/ 48 h 49"/>
                    <a:gd name="T18" fmla="*/ 21 w 22"/>
                    <a:gd name="T19" fmla="*/ 43 h 49"/>
                    <a:gd name="T20" fmla="*/ 20 w 22"/>
                    <a:gd name="T21" fmla="*/ 37 h 49"/>
                    <a:gd name="T22" fmla="*/ 20 w 22"/>
                    <a:gd name="T23" fmla="*/ 26 h 49"/>
                    <a:gd name="T24" fmla="*/ 20 w 22"/>
                    <a:gd name="T25" fmla="*/ 21 h 49"/>
                    <a:gd name="T26" fmla="*/ 20 w 22"/>
                    <a:gd name="T27" fmla="*/ 15 h 49"/>
                    <a:gd name="T28" fmla="*/ 20 w 22"/>
                    <a:gd name="T29" fmla="*/ 4 h 49"/>
                    <a:gd name="T30" fmla="*/ 20 w 22"/>
                    <a:gd name="T31" fmla="*/ 4 h 49"/>
                    <a:gd name="T32" fmla="*/ 20 w 22"/>
                    <a:gd name="T33" fmla="*/ 3 h 49"/>
                    <a:gd name="T34" fmla="*/ 16 w 22"/>
                    <a:gd name="T35" fmla="*/ 2 h 49"/>
                    <a:gd name="T36" fmla="*/ 12 w 22"/>
                    <a:gd name="T37" fmla="*/ 0 h 49"/>
                    <a:gd name="T38" fmla="*/ 8 w 22"/>
                    <a:gd name="T39" fmla="*/ 0 h 49"/>
                    <a:gd name="T40" fmla="*/ 4 w 22"/>
                    <a:gd name="T41" fmla="*/ 1 h 49"/>
                    <a:gd name="T42" fmla="*/ 3 w 22"/>
                    <a:gd name="T43" fmla="*/ 3 h 49"/>
                    <a:gd name="T44" fmla="*/ 3 w 22"/>
                    <a:gd name="T45" fmla="*/ 17 h 49"/>
                    <a:gd name="T46" fmla="*/ 3 w 22"/>
                    <a:gd name="T47" fmla="*/ 24 h 49"/>
                    <a:gd name="T48" fmla="*/ 2 w 22"/>
                    <a:gd name="T49" fmla="*/ 31 h 49"/>
                    <a:gd name="T50" fmla="*/ 2 w 22"/>
                    <a:gd name="T51" fmla="*/ 38 h 49"/>
                    <a:gd name="T52" fmla="*/ 1 w 22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2" h="49">
                      <a:moveTo>
                        <a:pt x="1" y="44"/>
                      </a:moveTo>
                      <a:cubicBezTo>
                        <a:pt x="1" y="45"/>
                        <a:pt x="0" y="47"/>
                        <a:pt x="1" y="47"/>
                      </a:cubicBezTo>
                      <a:cubicBezTo>
                        <a:pt x="2" y="48"/>
                        <a:pt x="3" y="48"/>
                        <a:pt x="4" y="48"/>
                      </a:cubicBezTo>
                      <a:cubicBezTo>
                        <a:pt x="6" y="48"/>
                        <a:pt x="7" y="49"/>
                        <a:pt x="9" y="49"/>
                      </a:cubicBezTo>
                      <a:cubicBezTo>
                        <a:pt x="10" y="49"/>
                        <a:pt x="12" y="49"/>
                        <a:pt x="13" y="49"/>
                      </a:cubicBezTo>
                      <a:cubicBezTo>
                        <a:pt x="15" y="48"/>
                        <a:pt x="16" y="48"/>
                        <a:pt x="18" y="48"/>
                      </a:cubicBezTo>
                      <a:cubicBezTo>
                        <a:pt x="18" y="48"/>
                        <a:pt x="19" y="48"/>
                        <a:pt x="20" y="48"/>
                      </a:cubicBezTo>
                      <a:cubicBezTo>
                        <a:pt x="20" y="48"/>
                        <a:pt x="21" y="49"/>
                        <a:pt x="21" y="48"/>
                      </a:cubicBezTo>
                      <a:cubicBezTo>
                        <a:pt x="21" y="48"/>
                        <a:pt x="21" y="48"/>
                        <a:pt x="22" y="48"/>
                      </a:cubicBezTo>
                      <a:cubicBezTo>
                        <a:pt x="22" y="46"/>
                        <a:pt x="21" y="45"/>
                        <a:pt x="21" y="43"/>
                      </a:cubicBezTo>
                      <a:cubicBezTo>
                        <a:pt x="20" y="41"/>
                        <a:pt x="20" y="39"/>
                        <a:pt x="20" y="37"/>
                      </a:cubicBezTo>
                      <a:cubicBezTo>
                        <a:pt x="20" y="34"/>
                        <a:pt x="20" y="30"/>
                        <a:pt x="20" y="26"/>
                      </a:cubicBezTo>
                      <a:cubicBezTo>
                        <a:pt x="20" y="25"/>
                        <a:pt x="20" y="23"/>
                        <a:pt x="20" y="21"/>
                      </a:cubicBezTo>
                      <a:cubicBezTo>
                        <a:pt x="20" y="19"/>
                        <a:pt x="20" y="17"/>
                        <a:pt x="20" y="15"/>
                      </a:cubicBezTo>
                      <a:cubicBezTo>
                        <a:pt x="20" y="12"/>
                        <a:pt x="19" y="8"/>
                        <a:pt x="20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4"/>
                        <a:pt x="20" y="3"/>
                        <a:pt x="20" y="3"/>
                      </a:cubicBezTo>
                      <a:cubicBezTo>
                        <a:pt x="18" y="2"/>
                        <a:pt x="17" y="2"/>
                        <a:pt x="16" y="2"/>
                      </a:cubicBezTo>
                      <a:cubicBezTo>
                        <a:pt x="15" y="1"/>
                        <a:pt x="13" y="1"/>
                        <a:pt x="12" y="0"/>
                      </a:cubicBezTo>
                      <a:cubicBezTo>
                        <a:pt x="11" y="0"/>
                        <a:pt x="9" y="0"/>
                        <a:pt x="8" y="0"/>
                      </a:cubicBezTo>
                      <a:cubicBezTo>
                        <a:pt x="7" y="0"/>
                        <a:pt x="6" y="0"/>
                        <a:pt x="4" y="1"/>
                      </a:cubicBezTo>
                      <a:cubicBezTo>
                        <a:pt x="4" y="1"/>
                        <a:pt x="3" y="2"/>
                        <a:pt x="3" y="3"/>
                      </a:cubicBezTo>
                      <a:cubicBezTo>
                        <a:pt x="3" y="8"/>
                        <a:pt x="3" y="13"/>
                        <a:pt x="3" y="17"/>
                      </a:cubicBezTo>
                      <a:cubicBezTo>
                        <a:pt x="3" y="20"/>
                        <a:pt x="3" y="22"/>
                        <a:pt x="3" y="24"/>
                      </a:cubicBezTo>
                      <a:cubicBezTo>
                        <a:pt x="2" y="26"/>
                        <a:pt x="2" y="29"/>
                        <a:pt x="2" y="31"/>
                      </a:cubicBezTo>
                      <a:cubicBezTo>
                        <a:pt x="2" y="33"/>
                        <a:pt x="2" y="36"/>
                        <a:pt x="2" y="38"/>
                      </a:cubicBezTo>
                      <a:cubicBezTo>
                        <a:pt x="1" y="40"/>
                        <a:pt x="1" y="42"/>
                        <a:pt x="1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52" name="Freeform 367">
                  <a:extLst>
                    <a:ext uri="{FF2B5EF4-FFF2-40B4-BE49-F238E27FC236}">
                      <a16:creationId xmlns:a16="http://schemas.microsoft.com/office/drawing/2014/main" id="{F97628AD-FF0A-440E-A360-323995E163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75701" y="2509838"/>
                  <a:ext cx="87313" cy="195263"/>
                </a:xfrm>
                <a:custGeom>
                  <a:avLst/>
                  <a:gdLst>
                    <a:gd name="T0" fmla="*/ 1 w 22"/>
                    <a:gd name="T1" fmla="*/ 44 h 49"/>
                    <a:gd name="T2" fmla="*/ 1 w 22"/>
                    <a:gd name="T3" fmla="*/ 47 h 49"/>
                    <a:gd name="T4" fmla="*/ 4 w 22"/>
                    <a:gd name="T5" fmla="*/ 48 h 49"/>
                    <a:gd name="T6" fmla="*/ 9 w 22"/>
                    <a:gd name="T7" fmla="*/ 49 h 49"/>
                    <a:gd name="T8" fmla="*/ 13 w 22"/>
                    <a:gd name="T9" fmla="*/ 49 h 49"/>
                    <a:gd name="T10" fmla="*/ 18 w 22"/>
                    <a:gd name="T11" fmla="*/ 48 h 49"/>
                    <a:gd name="T12" fmla="*/ 20 w 22"/>
                    <a:gd name="T13" fmla="*/ 48 h 49"/>
                    <a:gd name="T14" fmla="*/ 21 w 22"/>
                    <a:gd name="T15" fmla="*/ 48 h 49"/>
                    <a:gd name="T16" fmla="*/ 22 w 22"/>
                    <a:gd name="T17" fmla="*/ 48 h 49"/>
                    <a:gd name="T18" fmla="*/ 21 w 22"/>
                    <a:gd name="T19" fmla="*/ 43 h 49"/>
                    <a:gd name="T20" fmla="*/ 20 w 22"/>
                    <a:gd name="T21" fmla="*/ 37 h 49"/>
                    <a:gd name="T22" fmla="*/ 20 w 22"/>
                    <a:gd name="T23" fmla="*/ 26 h 49"/>
                    <a:gd name="T24" fmla="*/ 20 w 22"/>
                    <a:gd name="T25" fmla="*/ 21 h 49"/>
                    <a:gd name="T26" fmla="*/ 20 w 22"/>
                    <a:gd name="T27" fmla="*/ 15 h 49"/>
                    <a:gd name="T28" fmla="*/ 20 w 22"/>
                    <a:gd name="T29" fmla="*/ 4 h 49"/>
                    <a:gd name="T30" fmla="*/ 20 w 22"/>
                    <a:gd name="T31" fmla="*/ 4 h 49"/>
                    <a:gd name="T32" fmla="*/ 20 w 22"/>
                    <a:gd name="T33" fmla="*/ 3 h 49"/>
                    <a:gd name="T34" fmla="*/ 16 w 22"/>
                    <a:gd name="T35" fmla="*/ 2 h 49"/>
                    <a:gd name="T36" fmla="*/ 12 w 22"/>
                    <a:gd name="T37" fmla="*/ 0 h 49"/>
                    <a:gd name="T38" fmla="*/ 8 w 22"/>
                    <a:gd name="T39" fmla="*/ 0 h 49"/>
                    <a:gd name="T40" fmla="*/ 4 w 22"/>
                    <a:gd name="T41" fmla="*/ 1 h 49"/>
                    <a:gd name="T42" fmla="*/ 3 w 22"/>
                    <a:gd name="T43" fmla="*/ 3 h 49"/>
                    <a:gd name="T44" fmla="*/ 3 w 22"/>
                    <a:gd name="T45" fmla="*/ 17 h 49"/>
                    <a:gd name="T46" fmla="*/ 3 w 22"/>
                    <a:gd name="T47" fmla="*/ 24 h 49"/>
                    <a:gd name="T48" fmla="*/ 2 w 22"/>
                    <a:gd name="T49" fmla="*/ 31 h 49"/>
                    <a:gd name="T50" fmla="*/ 2 w 22"/>
                    <a:gd name="T51" fmla="*/ 38 h 49"/>
                    <a:gd name="T52" fmla="*/ 1 w 22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2" h="49">
                      <a:moveTo>
                        <a:pt x="1" y="44"/>
                      </a:moveTo>
                      <a:cubicBezTo>
                        <a:pt x="1" y="45"/>
                        <a:pt x="0" y="47"/>
                        <a:pt x="1" y="47"/>
                      </a:cubicBezTo>
                      <a:cubicBezTo>
                        <a:pt x="2" y="48"/>
                        <a:pt x="3" y="48"/>
                        <a:pt x="4" y="48"/>
                      </a:cubicBezTo>
                      <a:cubicBezTo>
                        <a:pt x="6" y="48"/>
                        <a:pt x="7" y="49"/>
                        <a:pt x="9" y="49"/>
                      </a:cubicBezTo>
                      <a:cubicBezTo>
                        <a:pt x="10" y="49"/>
                        <a:pt x="12" y="49"/>
                        <a:pt x="13" y="49"/>
                      </a:cubicBezTo>
                      <a:cubicBezTo>
                        <a:pt x="15" y="48"/>
                        <a:pt x="16" y="48"/>
                        <a:pt x="18" y="48"/>
                      </a:cubicBezTo>
                      <a:cubicBezTo>
                        <a:pt x="18" y="48"/>
                        <a:pt x="19" y="48"/>
                        <a:pt x="20" y="48"/>
                      </a:cubicBezTo>
                      <a:cubicBezTo>
                        <a:pt x="20" y="48"/>
                        <a:pt x="21" y="49"/>
                        <a:pt x="21" y="48"/>
                      </a:cubicBezTo>
                      <a:cubicBezTo>
                        <a:pt x="21" y="48"/>
                        <a:pt x="21" y="48"/>
                        <a:pt x="22" y="48"/>
                      </a:cubicBezTo>
                      <a:cubicBezTo>
                        <a:pt x="22" y="46"/>
                        <a:pt x="21" y="45"/>
                        <a:pt x="21" y="43"/>
                      </a:cubicBezTo>
                      <a:cubicBezTo>
                        <a:pt x="20" y="41"/>
                        <a:pt x="20" y="39"/>
                        <a:pt x="20" y="37"/>
                      </a:cubicBezTo>
                      <a:cubicBezTo>
                        <a:pt x="20" y="34"/>
                        <a:pt x="20" y="30"/>
                        <a:pt x="20" y="26"/>
                      </a:cubicBezTo>
                      <a:cubicBezTo>
                        <a:pt x="20" y="25"/>
                        <a:pt x="20" y="23"/>
                        <a:pt x="20" y="21"/>
                      </a:cubicBezTo>
                      <a:cubicBezTo>
                        <a:pt x="20" y="19"/>
                        <a:pt x="20" y="17"/>
                        <a:pt x="20" y="15"/>
                      </a:cubicBezTo>
                      <a:cubicBezTo>
                        <a:pt x="20" y="12"/>
                        <a:pt x="19" y="8"/>
                        <a:pt x="20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4"/>
                        <a:pt x="20" y="3"/>
                        <a:pt x="20" y="3"/>
                      </a:cubicBezTo>
                      <a:cubicBezTo>
                        <a:pt x="18" y="2"/>
                        <a:pt x="17" y="2"/>
                        <a:pt x="16" y="2"/>
                      </a:cubicBezTo>
                      <a:cubicBezTo>
                        <a:pt x="15" y="1"/>
                        <a:pt x="13" y="1"/>
                        <a:pt x="12" y="0"/>
                      </a:cubicBezTo>
                      <a:cubicBezTo>
                        <a:pt x="11" y="0"/>
                        <a:pt x="9" y="0"/>
                        <a:pt x="8" y="0"/>
                      </a:cubicBezTo>
                      <a:cubicBezTo>
                        <a:pt x="7" y="0"/>
                        <a:pt x="6" y="0"/>
                        <a:pt x="4" y="1"/>
                      </a:cubicBezTo>
                      <a:cubicBezTo>
                        <a:pt x="4" y="1"/>
                        <a:pt x="3" y="2"/>
                        <a:pt x="3" y="3"/>
                      </a:cubicBezTo>
                      <a:cubicBezTo>
                        <a:pt x="3" y="8"/>
                        <a:pt x="3" y="13"/>
                        <a:pt x="3" y="17"/>
                      </a:cubicBezTo>
                      <a:cubicBezTo>
                        <a:pt x="3" y="20"/>
                        <a:pt x="3" y="22"/>
                        <a:pt x="3" y="24"/>
                      </a:cubicBezTo>
                      <a:cubicBezTo>
                        <a:pt x="2" y="26"/>
                        <a:pt x="2" y="29"/>
                        <a:pt x="2" y="31"/>
                      </a:cubicBezTo>
                      <a:cubicBezTo>
                        <a:pt x="2" y="33"/>
                        <a:pt x="2" y="36"/>
                        <a:pt x="2" y="38"/>
                      </a:cubicBezTo>
                      <a:cubicBezTo>
                        <a:pt x="1" y="40"/>
                        <a:pt x="1" y="42"/>
                        <a:pt x="1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53" name="Freeform 368">
                  <a:extLst>
                    <a:ext uri="{FF2B5EF4-FFF2-40B4-BE49-F238E27FC236}">
                      <a16:creationId xmlns:a16="http://schemas.microsoft.com/office/drawing/2014/main" id="{0A7AF10C-CDC0-46D0-8517-23E3B676BA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59801" y="2062163"/>
                  <a:ext cx="504825" cy="495300"/>
                </a:xfrm>
                <a:custGeom>
                  <a:avLst/>
                  <a:gdLst>
                    <a:gd name="T0" fmla="*/ 1 w 127"/>
                    <a:gd name="T1" fmla="*/ 87 h 125"/>
                    <a:gd name="T2" fmla="*/ 1 w 127"/>
                    <a:gd name="T3" fmla="*/ 94 h 125"/>
                    <a:gd name="T4" fmla="*/ 12 w 127"/>
                    <a:gd name="T5" fmla="*/ 108 h 125"/>
                    <a:gd name="T6" fmla="*/ 19 w 127"/>
                    <a:gd name="T7" fmla="*/ 115 h 125"/>
                    <a:gd name="T8" fmla="*/ 24 w 127"/>
                    <a:gd name="T9" fmla="*/ 120 h 125"/>
                    <a:gd name="T10" fmla="*/ 31 w 127"/>
                    <a:gd name="T11" fmla="*/ 122 h 125"/>
                    <a:gd name="T12" fmla="*/ 39 w 127"/>
                    <a:gd name="T13" fmla="*/ 123 h 125"/>
                    <a:gd name="T14" fmla="*/ 44 w 127"/>
                    <a:gd name="T15" fmla="*/ 122 h 125"/>
                    <a:gd name="T16" fmla="*/ 48 w 127"/>
                    <a:gd name="T17" fmla="*/ 123 h 125"/>
                    <a:gd name="T18" fmla="*/ 58 w 127"/>
                    <a:gd name="T19" fmla="*/ 123 h 125"/>
                    <a:gd name="T20" fmla="*/ 76 w 127"/>
                    <a:gd name="T21" fmla="*/ 124 h 125"/>
                    <a:gd name="T22" fmla="*/ 81 w 127"/>
                    <a:gd name="T23" fmla="*/ 123 h 125"/>
                    <a:gd name="T24" fmla="*/ 85 w 127"/>
                    <a:gd name="T25" fmla="*/ 121 h 125"/>
                    <a:gd name="T26" fmla="*/ 94 w 127"/>
                    <a:gd name="T27" fmla="*/ 119 h 125"/>
                    <a:gd name="T28" fmla="*/ 104 w 127"/>
                    <a:gd name="T29" fmla="*/ 119 h 125"/>
                    <a:gd name="T30" fmla="*/ 113 w 127"/>
                    <a:gd name="T31" fmla="*/ 118 h 125"/>
                    <a:gd name="T32" fmla="*/ 121 w 127"/>
                    <a:gd name="T33" fmla="*/ 116 h 125"/>
                    <a:gd name="T34" fmla="*/ 126 w 127"/>
                    <a:gd name="T35" fmla="*/ 110 h 125"/>
                    <a:gd name="T36" fmla="*/ 127 w 127"/>
                    <a:gd name="T37" fmla="*/ 102 h 125"/>
                    <a:gd name="T38" fmla="*/ 125 w 127"/>
                    <a:gd name="T39" fmla="*/ 93 h 125"/>
                    <a:gd name="T40" fmla="*/ 121 w 127"/>
                    <a:gd name="T41" fmla="*/ 85 h 125"/>
                    <a:gd name="T42" fmla="*/ 124 w 127"/>
                    <a:gd name="T43" fmla="*/ 76 h 125"/>
                    <a:gd name="T44" fmla="*/ 125 w 127"/>
                    <a:gd name="T45" fmla="*/ 72 h 125"/>
                    <a:gd name="T46" fmla="*/ 125 w 127"/>
                    <a:gd name="T47" fmla="*/ 68 h 125"/>
                    <a:gd name="T48" fmla="*/ 125 w 127"/>
                    <a:gd name="T49" fmla="*/ 63 h 125"/>
                    <a:gd name="T50" fmla="*/ 125 w 127"/>
                    <a:gd name="T51" fmla="*/ 59 h 125"/>
                    <a:gd name="T52" fmla="*/ 122 w 127"/>
                    <a:gd name="T53" fmla="*/ 51 h 125"/>
                    <a:gd name="T54" fmla="*/ 116 w 127"/>
                    <a:gd name="T55" fmla="*/ 45 h 125"/>
                    <a:gd name="T56" fmla="*/ 112 w 127"/>
                    <a:gd name="T57" fmla="*/ 42 h 125"/>
                    <a:gd name="T58" fmla="*/ 111 w 127"/>
                    <a:gd name="T59" fmla="*/ 37 h 125"/>
                    <a:gd name="T60" fmla="*/ 109 w 127"/>
                    <a:gd name="T61" fmla="*/ 34 h 125"/>
                    <a:gd name="T62" fmla="*/ 107 w 127"/>
                    <a:gd name="T63" fmla="*/ 30 h 125"/>
                    <a:gd name="T64" fmla="*/ 107 w 127"/>
                    <a:gd name="T65" fmla="*/ 25 h 125"/>
                    <a:gd name="T66" fmla="*/ 105 w 127"/>
                    <a:gd name="T67" fmla="*/ 22 h 125"/>
                    <a:gd name="T68" fmla="*/ 100 w 127"/>
                    <a:gd name="T69" fmla="*/ 17 h 125"/>
                    <a:gd name="T70" fmla="*/ 96 w 127"/>
                    <a:gd name="T71" fmla="*/ 14 h 125"/>
                    <a:gd name="T72" fmla="*/ 93 w 127"/>
                    <a:gd name="T73" fmla="*/ 10 h 125"/>
                    <a:gd name="T74" fmla="*/ 91 w 127"/>
                    <a:gd name="T75" fmla="*/ 7 h 125"/>
                    <a:gd name="T76" fmla="*/ 88 w 127"/>
                    <a:gd name="T77" fmla="*/ 4 h 125"/>
                    <a:gd name="T78" fmla="*/ 80 w 127"/>
                    <a:gd name="T79" fmla="*/ 1 h 125"/>
                    <a:gd name="T80" fmla="*/ 76 w 127"/>
                    <a:gd name="T81" fmla="*/ 0 h 125"/>
                    <a:gd name="T82" fmla="*/ 65 w 127"/>
                    <a:gd name="T83" fmla="*/ 1 h 125"/>
                    <a:gd name="T84" fmla="*/ 60 w 127"/>
                    <a:gd name="T85" fmla="*/ 5 h 125"/>
                    <a:gd name="T86" fmla="*/ 52 w 127"/>
                    <a:gd name="T87" fmla="*/ 10 h 125"/>
                    <a:gd name="T88" fmla="*/ 45 w 127"/>
                    <a:gd name="T89" fmla="*/ 14 h 125"/>
                    <a:gd name="T90" fmla="*/ 34 w 127"/>
                    <a:gd name="T91" fmla="*/ 25 h 125"/>
                    <a:gd name="T92" fmla="*/ 21 w 127"/>
                    <a:gd name="T93" fmla="*/ 37 h 125"/>
                    <a:gd name="T94" fmla="*/ 9 w 127"/>
                    <a:gd name="T95" fmla="*/ 46 h 125"/>
                    <a:gd name="T96" fmla="*/ 5 w 127"/>
                    <a:gd name="T97" fmla="*/ 53 h 125"/>
                    <a:gd name="T98" fmla="*/ 2 w 127"/>
                    <a:gd name="T99" fmla="*/ 61 h 125"/>
                    <a:gd name="T100" fmla="*/ 2 w 127"/>
                    <a:gd name="T101" fmla="*/ 78 h 125"/>
                    <a:gd name="T102" fmla="*/ 1 w 127"/>
                    <a:gd name="T103" fmla="*/ 87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7" h="125">
                      <a:moveTo>
                        <a:pt x="1" y="87"/>
                      </a:moveTo>
                      <a:cubicBezTo>
                        <a:pt x="1" y="90"/>
                        <a:pt x="0" y="92"/>
                        <a:pt x="1" y="94"/>
                      </a:cubicBezTo>
                      <a:cubicBezTo>
                        <a:pt x="3" y="100"/>
                        <a:pt x="7" y="104"/>
                        <a:pt x="12" y="108"/>
                      </a:cubicBezTo>
                      <a:cubicBezTo>
                        <a:pt x="14" y="110"/>
                        <a:pt x="17" y="112"/>
                        <a:pt x="19" y="115"/>
                      </a:cubicBezTo>
                      <a:cubicBezTo>
                        <a:pt x="20" y="116"/>
                        <a:pt x="22" y="119"/>
                        <a:pt x="24" y="120"/>
                      </a:cubicBezTo>
                      <a:cubicBezTo>
                        <a:pt x="26" y="121"/>
                        <a:pt x="28" y="122"/>
                        <a:pt x="31" y="122"/>
                      </a:cubicBezTo>
                      <a:cubicBezTo>
                        <a:pt x="34" y="122"/>
                        <a:pt x="36" y="123"/>
                        <a:pt x="39" y="123"/>
                      </a:cubicBezTo>
                      <a:cubicBezTo>
                        <a:pt x="41" y="123"/>
                        <a:pt x="42" y="122"/>
                        <a:pt x="44" y="122"/>
                      </a:cubicBezTo>
                      <a:cubicBezTo>
                        <a:pt x="45" y="122"/>
                        <a:pt x="47" y="123"/>
                        <a:pt x="48" y="123"/>
                      </a:cubicBezTo>
                      <a:cubicBezTo>
                        <a:pt x="58" y="123"/>
                        <a:pt x="58" y="123"/>
                        <a:pt x="58" y="123"/>
                      </a:cubicBezTo>
                      <a:cubicBezTo>
                        <a:pt x="64" y="123"/>
                        <a:pt x="70" y="125"/>
                        <a:pt x="76" y="124"/>
                      </a:cubicBezTo>
                      <a:cubicBezTo>
                        <a:pt x="78" y="124"/>
                        <a:pt x="80" y="124"/>
                        <a:pt x="81" y="123"/>
                      </a:cubicBezTo>
                      <a:cubicBezTo>
                        <a:pt x="82" y="122"/>
                        <a:pt x="83" y="121"/>
                        <a:pt x="85" y="121"/>
                      </a:cubicBezTo>
                      <a:cubicBezTo>
                        <a:pt x="88" y="119"/>
                        <a:pt x="91" y="119"/>
                        <a:pt x="94" y="119"/>
                      </a:cubicBezTo>
                      <a:cubicBezTo>
                        <a:pt x="97" y="119"/>
                        <a:pt x="100" y="119"/>
                        <a:pt x="104" y="119"/>
                      </a:cubicBezTo>
                      <a:cubicBezTo>
                        <a:pt x="107" y="119"/>
                        <a:pt x="110" y="119"/>
                        <a:pt x="113" y="118"/>
                      </a:cubicBezTo>
                      <a:cubicBezTo>
                        <a:pt x="115" y="118"/>
                        <a:pt x="118" y="117"/>
                        <a:pt x="121" y="116"/>
                      </a:cubicBezTo>
                      <a:cubicBezTo>
                        <a:pt x="123" y="114"/>
                        <a:pt x="125" y="112"/>
                        <a:pt x="126" y="110"/>
                      </a:cubicBezTo>
                      <a:cubicBezTo>
                        <a:pt x="127" y="108"/>
                        <a:pt x="127" y="105"/>
                        <a:pt x="127" y="102"/>
                      </a:cubicBezTo>
                      <a:cubicBezTo>
                        <a:pt x="126" y="99"/>
                        <a:pt x="126" y="96"/>
                        <a:pt x="125" y="93"/>
                      </a:cubicBezTo>
                      <a:cubicBezTo>
                        <a:pt x="124" y="90"/>
                        <a:pt x="121" y="88"/>
                        <a:pt x="121" y="85"/>
                      </a:cubicBezTo>
                      <a:cubicBezTo>
                        <a:pt x="121" y="81"/>
                        <a:pt x="122" y="79"/>
                        <a:pt x="124" y="76"/>
                      </a:cubicBezTo>
                      <a:cubicBezTo>
                        <a:pt x="124" y="75"/>
                        <a:pt x="125" y="73"/>
                        <a:pt x="125" y="72"/>
                      </a:cubicBezTo>
                      <a:cubicBezTo>
                        <a:pt x="125" y="71"/>
                        <a:pt x="125" y="69"/>
                        <a:pt x="125" y="68"/>
                      </a:cubicBezTo>
                      <a:cubicBezTo>
                        <a:pt x="125" y="66"/>
                        <a:pt x="125" y="65"/>
                        <a:pt x="125" y="63"/>
                      </a:cubicBezTo>
                      <a:cubicBezTo>
                        <a:pt x="125" y="62"/>
                        <a:pt x="125" y="60"/>
                        <a:pt x="125" y="59"/>
                      </a:cubicBezTo>
                      <a:cubicBezTo>
                        <a:pt x="124" y="56"/>
                        <a:pt x="124" y="53"/>
                        <a:pt x="122" y="51"/>
                      </a:cubicBezTo>
                      <a:cubicBezTo>
                        <a:pt x="120" y="48"/>
                        <a:pt x="118" y="47"/>
                        <a:pt x="116" y="45"/>
                      </a:cubicBezTo>
                      <a:cubicBezTo>
                        <a:pt x="115" y="44"/>
                        <a:pt x="113" y="43"/>
                        <a:pt x="112" y="42"/>
                      </a:cubicBezTo>
                      <a:cubicBezTo>
                        <a:pt x="111" y="40"/>
                        <a:pt x="111" y="39"/>
                        <a:pt x="111" y="37"/>
                      </a:cubicBezTo>
                      <a:cubicBezTo>
                        <a:pt x="110" y="36"/>
                        <a:pt x="109" y="35"/>
                        <a:pt x="109" y="34"/>
                      </a:cubicBezTo>
                      <a:cubicBezTo>
                        <a:pt x="108" y="33"/>
                        <a:pt x="107" y="32"/>
                        <a:pt x="107" y="30"/>
                      </a:cubicBezTo>
                      <a:cubicBezTo>
                        <a:pt x="107" y="29"/>
                        <a:pt x="107" y="27"/>
                        <a:pt x="107" y="25"/>
                      </a:cubicBezTo>
                      <a:cubicBezTo>
                        <a:pt x="106" y="24"/>
                        <a:pt x="105" y="23"/>
                        <a:pt x="105" y="22"/>
                      </a:cubicBezTo>
                      <a:cubicBezTo>
                        <a:pt x="103" y="20"/>
                        <a:pt x="102" y="18"/>
                        <a:pt x="100" y="17"/>
                      </a:cubicBezTo>
                      <a:cubicBezTo>
                        <a:pt x="99" y="16"/>
                        <a:pt x="97" y="15"/>
                        <a:pt x="96" y="14"/>
                      </a:cubicBezTo>
                      <a:cubicBezTo>
                        <a:pt x="95" y="13"/>
                        <a:pt x="94" y="12"/>
                        <a:pt x="93" y="10"/>
                      </a:cubicBezTo>
                      <a:cubicBezTo>
                        <a:pt x="93" y="9"/>
                        <a:pt x="92" y="8"/>
                        <a:pt x="91" y="7"/>
                      </a:cubicBezTo>
                      <a:cubicBezTo>
                        <a:pt x="90" y="6"/>
                        <a:pt x="89" y="5"/>
                        <a:pt x="88" y="4"/>
                      </a:cubicBezTo>
                      <a:cubicBezTo>
                        <a:pt x="86" y="3"/>
                        <a:pt x="83" y="2"/>
                        <a:pt x="80" y="1"/>
                      </a:cubicBezTo>
                      <a:cubicBezTo>
                        <a:pt x="79" y="1"/>
                        <a:pt x="77" y="1"/>
                        <a:pt x="76" y="0"/>
                      </a:cubicBezTo>
                      <a:cubicBezTo>
                        <a:pt x="75" y="0"/>
                        <a:pt x="68" y="0"/>
                        <a:pt x="65" y="1"/>
                      </a:cubicBezTo>
                      <a:cubicBezTo>
                        <a:pt x="63" y="2"/>
                        <a:pt x="61" y="4"/>
                        <a:pt x="60" y="5"/>
                      </a:cubicBezTo>
                      <a:cubicBezTo>
                        <a:pt x="57" y="7"/>
                        <a:pt x="55" y="9"/>
                        <a:pt x="52" y="10"/>
                      </a:cubicBezTo>
                      <a:cubicBezTo>
                        <a:pt x="49" y="11"/>
                        <a:pt x="47" y="12"/>
                        <a:pt x="45" y="14"/>
                      </a:cubicBezTo>
                      <a:cubicBezTo>
                        <a:pt x="40" y="17"/>
                        <a:pt x="37" y="21"/>
                        <a:pt x="34" y="25"/>
                      </a:cubicBezTo>
                      <a:cubicBezTo>
                        <a:pt x="30" y="30"/>
                        <a:pt x="25" y="33"/>
                        <a:pt x="21" y="37"/>
                      </a:cubicBezTo>
                      <a:cubicBezTo>
                        <a:pt x="16" y="40"/>
                        <a:pt x="11" y="42"/>
                        <a:pt x="9" y="46"/>
                      </a:cubicBezTo>
                      <a:cubicBezTo>
                        <a:pt x="7" y="48"/>
                        <a:pt x="6" y="51"/>
                        <a:pt x="5" y="53"/>
                      </a:cubicBezTo>
                      <a:cubicBezTo>
                        <a:pt x="4" y="56"/>
                        <a:pt x="3" y="58"/>
                        <a:pt x="2" y="61"/>
                      </a:cubicBezTo>
                      <a:cubicBezTo>
                        <a:pt x="1" y="67"/>
                        <a:pt x="2" y="73"/>
                        <a:pt x="2" y="78"/>
                      </a:cubicBezTo>
                      <a:cubicBezTo>
                        <a:pt x="2" y="81"/>
                        <a:pt x="2" y="85"/>
                        <a:pt x="1" y="8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54" name="Freeform 369">
                  <a:extLst>
                    <a:ext uri="{FF2B5EF4-FFF2-40B4-BE49-F238E27FC236}">
                      <a16:creationId xmlns:a16="http://schemas.microsoft.com/office/drawing/2014/main" id="{FD6A2FC5-9DCE-42B7-8390-63D44EA3F6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59801" y="2062163"/>
                  <a:ext cx="504825" cy="495300"/>
                </a:xfrm>
                <a:custGeom>
                  <a:avLst/>
                  <a:gdLst>
                    <a:gd name="T0" fmla="*/ 1 w 127"/>
                    <a:gd name="T1" fmla="*/ 87 h 125"/>
                    <a:gd name="T2" fmla="*/ 1 w 127"/>
                    <a:gd name="T3" fmla="*/ 94 h 125"/>
                    <a:gd name="T4" fmla="*/ 12 w 127"/>
                    <a:gd name="T5" fmla="*/ 108 h 125"/>
                    <a:gd name="T6" fmla="*/ 19 w 127"/>
                    <a:gd name="T7" fmla="*/ 115 h 125"/>
                    <a:gd name="T8" fmla="*/ 24 w 127"/>
                    <a:gd name="T9" fmla="*/ 120 h 125"/>
                    <a:gd name="T10" fmla="*/ 31 w 127"/>
                    <a:gd name="T11" fmla="*/ 122 h 125"/>
                    <a:gd name="T12" fmla="*/ 39 w 127"/>
                    <a:gd name="T13" fmla="*/ 123 h 125"/>
                    <a:gd name="T14" fmla="*/ 44 w 127"/>
                    <a:gd name="T15" fmla="*/ 122 h 125"/>
                    <a:gd name="T16" fmla="*/ 48 w 127"/>
                    <a:gd name="T17" fmla="*/ 123 h 125"/>
                    <a:gd name="T18" fmla="*/ 58 w 127"/>
                    <a:gd name="T19" fmla="*/ 123 h 125"/>
                    <a:gd name="T20" fmla="*/ 76 w 127"/>
                    <a:gd name="T21" fmla="*/ 124 h 125"/>
                    <a:gd name="T22" fmla="*/ 81 w 127"/>
                    <a:gd name="T23" fmla="*/ 123 h 125"/>
                    <a:gd name="T24" fmla="*/ 85 w 127"/>
                    <a:gd name="T25" fmla="*/ 121 h 125"/>
                    <a:gd name="T26" fmla="*/ 94 w 127"/>
                    <a:gd name="T27" fmla="*/ 119 h 125"/>
                    <a:gd name="T28" fmla="*/ 104 w 127"/>
                    <a:gd name="T29" fmla="*/ 119 h 125"/>
                    <a:gd name="T30" fmla="*/ 113 w 127"/>
                    <a:gd name="T31" fmla="*/ 118 h 125"/>
                    <a:gd name="T32" fmla="*/ 121 w 127"/>
                    <a:gd name="T33" fmla="*/ 116 h 125"/>
                    <a:gd name="T34" fmla="*/ 126 w 127"/>
                    <a:gd name="T35" fmla="*/ 110 h 125"/>
                    <a:gd name="T36" fmla="*/ 127 w 127"/>
                    <a:gd name="T37" fmla="*/ 102 h 125"/>
                    <a:gd name="T38" fmla="*/ 125 w 127"/>
                    <a:gd name="T39" fmla="*/ 93 h 125"/>
                    <a:gd name="T40" fmla="*/ 121 w 127"/>
                    <a:gd name="T41" fmla="*/ 85 h 125"/>
                    <a:gd name="T42" fmla="*/ 124 w 127"/>
                    <a:gd name="T43" fmla="*/ 76 h 125"/>
                    <a:gd name="T44" fmla="*/ 125 w 127"/>
                    <a:gd name="T45" fmla="*/ 72 h 125"/>
                    <a:gd name="T46" fmla="*/ 125 w 127"/>
                    <a:gd name="T47" fmla="*/ 68 h 125"/>
                    <a:gd name="T48" fmla="*/ 125 w 127"/>
                    <a:gd name="T49" fmla="*/ 63 h 125"/>
                    <a:gd name="T50" fmla="*/ 125 w 127"/>
                    <a:gd name="T51" fmla="*/ 59 h 125"/>
                    <a:gd name="T52" fmla="*/ 122 w 127"/>
                    <a:gd name="T53" fmla="*/ 51 h 125"/>
                    <a:gd name="T54" fmla="*/ 116 w 127"/>
                    <a:gd name="T55" fmla="*/ 45 h 125"/>
                    <a:gd name="T56" fmla="*/ 112 w 127"/>
                    <a:gd name="T57" fmla="*/ 42 h 125"/>
                    <a:gd name="T58" fmla="*/ 111 w 127"/>
                    <a:gd name="T59" fmla="*/ 37 h 125"/>
                    <a:gd name="T60" fmla="*/ 109 w 127"/>
                    <a:gd name="T61" fmla="*/ 34 h 125"/>
                    <a:gd name="T62" fmla="*/ 107 w 127"/>
                    <a:gd name="T63" fmla="*/ 30 h 125"/>
                    <a:gd name="T64" fmla="*/ 107 w 127"/>
                    <a:gd name="T65" fmla="*/ 25 h 125"/>
                    <a:gd name="T66" fmla="*/ 105 w 127"/>
                    <a:gd name="T67" fmla="*/ 22 h 125"/>
                    <a:gd name="T68" fmla="*/ 100 w 127"/>
                    <a:gd name="T69" fmla="*/ 17 h 125"/>
                    <a:gd name="T70" fmla="*/ 96 w 127"/>
                    <a:gd name="T71" fmla="*/ 14 h 125"/>
                    <a:gd name="T72" fmla="*/ 93 w 127"/>
                    <a:gd name="T73" fmla="*/ 10 h 125"/>
                    <a:gd name="T74" fmla="*/ 91 w 127"/>
                    <a:gd name="T75" fmla="*/ 7 h 125"/>
                    <a:gd name="T76" fmla="*/ 88 w 127"/>
                    <a:gd name="T77" fmla="*/ 4 h 125"/>
                    <a:gd name="T78" fmla="*/ 80 w 127"/>
                    <a:gd name="T79" fmla="*/ 1 h 125"/>
                    <a:gd name="T80" fmla="*/ 76 w 127"/>
                    <a:gd name="T81" fmla="*/ 0 h 125"/>
                    <a:gd name="T82" fmla="*/ 65 w 127"/>
                    <a:gd name="T83" fmla="*/ 1 h 125"/>
                    <a:gd name="T84" fmla="*/ 60 w 127"/>
                    <a:gd name="T85" fmla="*/ 5 h 125"/>
                    <a:gd name="T86" fmla="*/ 52 w 127"/>
                    <a:gd name="T87" fmla="*/ 10 h 125"/>
                    <a:gd name="T88" fmla="*/ 45 w 127"/>
                    <a:gd name="T89" fmla="*/ 14 h 125"/>
                    <a:gd name="T90" fmla="*/ 34 w 127"/>
                    <a:gd name="T91" fmla="*/ 25 h 125"/>
                    <a:gd name="T92" fmla="*/ 21 w 127"/>
                    <a:gd name="T93" fmla="*/ 37 h 125"/>
                    <a:gd name="T94" fmla="*/ 9 w 127"/>
                    <a:gd name="T95" fmla="*/ 46 h 125"/>
                    <a:gd name="T96" fmla="*/ 5 w 127"/>
                    <a:gd name="T97" fmla="*/ 53 h 125"/>
                    <a:gd name="T98" fmla="*/ 2 w 127"/>
                    <a:gd name="T99" fmla="*/ 61 h 125"/>
                    <a:gd name="T100" fmla="*/ 2 w 127"/>
                    <a:gd name="T101" fmla="*/ 78 h 125"/>
                    <a:gd name="T102" fmla="*/ 1 w 127"/>
                    <a:gd name="T103" fmla="*/ 87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7" h="125">
                      <a:moveTo>
                        <a:pt x="1" y="87"/>
                      </a:moveTo>
                      <a:cubicBezTo>
                        <a:pt x="1" y="90"/>
                        <a:pt x="0" y="92"/>
                        <a:pt x="1" y="94"/>
                      </a:cubicBezTo>
                      <a:cubicBezTo>
                        <a:pt x="3" y="100"/>
                        <a:pt x="7" y="104"/>
                        <a:pt x="12" y="108"/>
                      </a:cubicBezTo>
                      <a:cubicBezTo>
                        <a:pt x="14" y="110"/>
                        <a:pt x="17" y="112"/>
                        <a:pt x="19" y="115"/>
                      </a:cubicBezTo>
                      <a:cubicBezTo>
                        <a:pt x="20" y="116"/>
                        <a:pt x="22" y="119"/>
                        <a:pt x="24" y="120"/>
                      </a:cubicBezTo>
                      <a:cubicBezTo>
                        <a:pt x="26" y="121"/>
                        <a:pt x="28" y="122"/>
                        <a:pt x="31" y="122"/>
                      </a:cubicBezTo>
                      <a:cubicBezTo>
                        <a:pt x="34" y="122"/>
                        <a:pt x="36" y="123"/>
                        <a:pt x="39" y="123"/>
                      </a:cubicBezTo>
                      <a:cubicBezTo>
                        <a:pt x="41" y="123"/>
                        <a:pt x="42" y="122"/>
                        <a:pt x="44" y="122"/>
                      </a:cubicBezTo>
                      <a:cubicBezTo>
                        <a:pt x="45" y="122"/>
                        <a:pt x="47" y="123"/>
                        <a:pt x="48" y="123"/>
                      </a:cubicBezTo>
                      <a:cubicBezTo>
                        <a:pt x="58" y="123"/>
                        <a:pt x="58" y="123"/>
                        <a:pt x="58" y="123"/>
                      </a:cubicBezTo>
                      <a:cubicBezTo>
                        <a:pt x="64" y="123"/>
                        <a:pt x="70" y="125"/>
                        <a:pt x="76" y="124"/>
                      </a:cubicBezTo>
                      <a:cubicBezTo>
                        <a:pt x="78" y="124"/>
                        <a:pt x="80" y="124"/>
                        <a:pt x="81" y="123"/>
                      </a:cubicBezTo>
                      <a:cubicBezTo>
                        <a:pt x="82" y="122"/>
                        <a:pt x="83" y="121"/>
                        <a:pt x="85" y="121"/>
                      </a:cubicBezTo>
                      <a:cubicBezTo>
                        <a:pt x="88" y="119"/>
                        <a:pt x="91" y="119"/>
                        <a:pt x="94" y="119"/>
                      </a:cubicBezTo>
                      <a:cubicBezTo>
                        <a:pt x="97" y="119"/>
                        <a:pt x="100" y="119"/>
                        <a:pt x="104" y="119"/>
                      </a:cubicBezTo>
                      <a:cubicBezTo>
                        <a:pt x="107" y="119"/>
                        <a:pt x="110" y="119"/>
                        <a:pt x="113" y="118"/>
                      </a:cubicBezTo>
                      <a:cubicBezTo>
                        <a:pt x="115" y="118"/>
                        <a:pt x="118" y="117"/>
                        <a:pt x="121" y="116"/>
                      </a:cubicBezTo>
                      <a:cubicBezTo>
                        <a:pt x="123" y="114"/>
                        <a:pt x="125" y="112"/>
                        <a:pt x="126" y="110"/>
                      </a:cubicBezTo>
                      <a:cubicBezTo>
                        <a:pt x="127" y="108"/>
                        <a:pt x="127" y="105"/>
                        <a:pt x="127" y="102"/>
                      </a:cubicBezTo>
                      <a:cubicBezTo>
                        <a:pt x="126" y="99"/>
                        <a:pt x="126" y="96"/>
                        <a:pt x="125" y="93"/>
                      </a:cubicBezTo>
                      <a:cubicBezTo>
                        <a:pt x="124" y="90"/>
                        <a:pt x="121" y="88"/>
                        <a:pt x="121" y="85"/>
                      </a:cubicBezTo>
                      <a:cubicBezTo>
                        <a:pt x="121" y="81"/>
                        <a:pt x="122" y="79"/>
                        <a:pt x="124" y="76"/>
                      </a:cubicBezTo>
                      <a:cubicBezTo>
                        <a:pt x="124" y="75"/>
                        <a:pt x="125" y="73"/>
                        <a:pt x="125" y="72"/>
                      </a:cubicBezTo>
                      <a:cubicBezTo>
                        <a:pt x="125" y="71"/>
                        <a:pt x="125" y="69"/>
                        <a:pt x="125" y="68"/>
                      </a:cubicBezTo>
                      <a:cubicBezTo>
                        <a:pt x="125" y="66"/>
                        <a:pt x="125" y="65"/>
                        <a:pt x="125" y="63"/>
                      </a:cubicBezTo>
                      <a:cubicBezTo>
                        <a:pt x="125" y="62"/>
                        <a:pt x="125" y="60"/>
                        <a:pt x="125" y="59"/>
                      </a:cubicBezTo>
                      <a:cubicBezTo>
                        <a:pt x="124" y="56"/>
                        <a:pt x="124" y="53"/>
                        <a:pt x="122" y="51"/>
                      </a:cubicBezTo>
                      <a:cubicBezTo>
                        <a:pt x="120" y="48"/>
                        <a:pt x="118" y="47"/>
                        <a:pt x="116" y="45"/>
                      </a:cubicBezTo>
                      <a:cubicBezTo>
                        <a:pt x="115" y="44"/>
                        <a:pt x="113" y="43"/>
                        <a:pt x="112" y="42"/>
                      </a:cubicBezTo>
                      <a:cubicBezTo>
                        <a:pt x="111" y="40"/>
                        <a:pt x="111" y="39"/>
                        <a:pt x="111" y="37"/>
                      </a:cubicBezTo>
                      <a:cubicBezTo>
                        <a:pt x="110" y="36"/>
                        <a:pt x="109" y="35"/>
                        <a:pt x="109" y="34"/>
                      </a:cubicBezTo>
                      <a:cubicBezTo>
                        <a:pt x="108" y="33"/>
                        <a:pt x="107" y="32"/>
                        <a:pt x="107" y="30"/>
                      </a:cubicBezTo>
                      <a:cubicBezTo>
                        <a:pt x="107" y="29"/>
                        <a:pt x="107" y="27"/>
                        <a:pt x="107" y="25"/>
                      </a:cubicBezTo>
                      <a:cubicBezTo>
                        <a:pt x="106" y="24"/>
                        <a:pt x="105" y="23"/>
                        <a:pt x="105" y="22"/>
                      </a:cubicBezTo>
                      <a:cubicBezTo>
                        <a:pt x="103" y="20"/>
                        <a:pt x="102" y="18"/>
                        <a:pt x="100" y="17"/>
                      </a:cubicBezTo>
                      <a:cubicBezTo>
                        <a:pt x="99" y="16"/>
                        <a:pt x="97" y="15"/>
                        <a:pt x="96" y="14"/>
                      </a:cubicBezTo>
                      <a:cubicBezTo>
                        <a:pt x="95" y="13"/>
                        <a:pt x="94" y="12"/>
                        <a:pt x="93" y="10"/>
                      </a:cubicBezTo>
                      <a:cubicBezTo>
                        <a:pt x="93" y="9"/>
                        <a:pt x="92" y="8"/>
                        <a:pt x="91" y="7"/>
                      </a:cubicBezTo>
                      <a:cubicBezTo>
                        <a:pt x="90" y="6"/>
                        <a:pt x="89" y="5"/>
                        <a:pt x="88" y="4"/>
                      </a:cubicBezTo>
                      <a:cubicBezTo>
                        <a:pt x="86" y="3"/>
                        <a:pt x="83" y="2"/>
                        <a:pt x="80" y="1"/>
                      </a:cubicBezTo>
                      <a:cubicBezTo>
                        <a:pt x="79" y="1"/>
                        <a:pt x="77" y="1"/>
                        <a:pt x="76" y="0"/>
                      </a:cubicBezTo>
                      <a:cubicBezTo>
                        <a:pt x="75" y="0"/>
                        <a:pt x="68" y="0"/>
                        <a:pt x="65" y="1"/>
                      </a:cubicBezTo>
                      <a:cubicBezTo>
                        <a:pt x="63" y="2"/>
                        <a:pt x="61" y="4"/>
                        <a:pt x="60" y="5"/>
                      </a:cubicBezTo>
                      <a:cubicBezTo>
                        <a:pt x="57" y="7"/>
                        <a:pt x="55" y="9"/>
                        <a:pt x="52" y="10"/>
                      </a:cubicBezTo>
                      <a:cubicBezTo>
                        <a:pt x="49" y="11"/>
                        <a:pt x="47" y="12"/>
                        <a:pt x="45" y="14"/>
                      </a:cubicBezTo>
                      <a:cubicBezTo>
                        <a:pt x="40" y="17"/>
                        <a:pt x="37" y="21"/>
                        <a:pt x="34" y="25"/>
                      </a:cubicBezTo>
                      <a:cubicBezTo>
                        <a:pt x="30" y="30"/>
                        <a:pt x="25" y="33"/>
                        <a:pt x="21" y="37"/>
                      </a:cubicBezTo>
                      <a:cubicBezTo>
                        <a:pt x="16" y="40"/>
                        <a:pt x="11" y="42"/>
                        <a:pt x="9" y="46"/>
                      </a:cubicBezTo>
                      <a:cubicBezTo>
                        <a:pt x="7" y="48"/>
                        <a:pt x="6" y="51"/>
                        <a:pt x="5" y="53"/>
                      </a:cubicBezTo>
                      <a:cubicBezTo>
                        <a:pt x="4" y="56"/>
                        <a:pt x="3" y="58"/>
                        <a:pt x="2" y="61"/>
                      </a:cubicBezTo>
                      <a:cubicBezTo>
                        <a:pt x="1" y="67"/>
                        <a:pt x="2" y="73"/>
                        <a:pt x="2" y="78"/>
                      </a:cubicBezTo>
                      <a:cubicBezTo>
                        <a:pt x="2" y="81"/>
                        <a:pt x="2" y="85"/>
                        <a:pt x="1" y="8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55" name="Freeform 370">
                  <a:extLst>
                    <a:ext uri="{FF2B5EF4-FFF2-40B4-BE49-F238E27FC236}">
                      <a16:creationId xmlns:a16="http://schemas.microsoft.com/office/drawing/2014/main" id="{237DEEC2-F11D-4DC3-BAE2-C2DAC669BA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20188" y="2605088"/>
                  <a:ext cx="84138" cy="190500"/>
                </a:xfrm>
                <a:custGeom>
                  <a:avLst/>
                  <a:gdLst>
                    <a:gd name="T0" fmla="*/ 0 w 21"/>
                    <a:gd name="T1" fmla="*/ 44 h 48"/>
                    <a:gd name="T2" fmla="*/ 1 w 21"/>
                    <a:gd name="T3" fmla="*/ 47 h 48"/>
                    <a:gd name="T4" fmla="*/ 4 w 21"/>
                    <a:gd name="T5" fmla="*/ 48 h 48"/>
                    <a:gd name="T6" fmla="*/ 8 w 21"/>
                    <a:gd name="T7" fmla="*/ 48 h 48"/>
                    <a:gd name="T8" fmla="*/ 13 w 21"/>
                    <a:gd name="T9" fmla="*/ 48 h 48"/>
                    <a:gd name="T10" fmla="*/ 17 w 21"/>
                    <a:gd name="T11" fmla="*/ 48 h 48"/>
                    <a:gd name="T12" fmla="*/ 19 w 21"/>
                    <a:gd name="T13" fmla="*/ 48 h 48"/>
                    <a:gd name="T14" fmla="*/ 21 w 21"/>
                    <a:gd name="T15" fmla="*/ 48 h 48"/>
                    <a:gd name="T16" fmla="*/ 21 w 21"/>
                    <a:gd name="T17" fmla="*/ 47 h 48"/>
                    <a:gd name="T18" fmla="*/ 20 w 21"/>
                    <a:gd name="T19" fmla="*/ 43 h 48"/>
                    <a:gd name="T20" fmla="*/ 20 w 21"/>
                    <a:gd name="T21" fmla="*/ 37 h 48"/>
                    <a:gd name="T22" fmla="*/ 20 w 21"/>
                    <a:gd name="T23" fmla="*/ 26 h 48"/>
                    <a:gd name="T24" fmla="*/ 20 w 21"/>
                    <a:gd name="T25" fmla="*/ 21 h 48"/>
                    <a:gd name="T26" fmla="*/ 19 w 21"/>
                    <a:gd name="T27" fmla="*/ 15 h 48"/>
                    <a:gd name="T28" fmla="*/ 19 w 21"/>
                    <a:gd name="T29" fmla="*/ 4 h 48"/>
                    <a:gd name="T30" fmla="*/ 19 w 21"/>
                    <a:gd name="T31" fmla="*/ 4 h 48"/>
                    <a:gd name="T32" fmla="*/ 19 w 21"/>
                    <a:gd name="T33" fmla="*/ 2 h 48"/>
                    <a:gd name="T34" fmla="*/ 16 w 21"/>
                    <a:gd name="T35" fmla="*/ 1 h 48"/>
                    <a:gd name="T36" fmla="*/ 12 w 21"/>
                    <a:gd name="T37" fmla="*/ 0 h 48"/>
                    <a:gd name="T38" fmla="*/ 8 w 21"/>
                    <a:gd name="T39" fmla="*/ 0 h 48"/>
                    <a:gd name="T40" fmla="*/ 4 w 21"/>
                    <a:gd name="T41" fmla="*/ 0 h 48"/>
                    <a:gd name="T42" fmla="*/ 3 w 21"/>
                    <a:gd name="T43" fmla="*/ 3 h 48"/>
                    <a:gd name="T44" fmla="*/ 3 w 21"/>
                    <a:gd name="T45" fmla="*/ 17 h 48"/>
                    <a:gd name="T46" fmla="*/ 2 w 21"/>
                    <a:gd name="T47" fmla="*/ 24 h 48"/>
                    <a:gd name="T48" fmla="*/ 2 w 21"/>
                    <a:gd name="T49" fmla="*/ 30 h 48"/>
                    <a:gd name="T50" fmla="*/ 1 w 21"/>
                    <a:gd name="T51" fmla="*/ 37 h 48"/>
                    <a:gd name="T52" fmla="*/ 0 w 21"/>
                    <a:gd name="T53" fmla="*/ 4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8">
                      <a:moveTo>
                        <a:pt x="0" y="44"/>
                      </a:moveTo>
                      <a:cubicBezTo>
                        <a:pt x="0" y="45"/>
                        <a:pt x="0" y="46"/>
                        <a:pt x="1" y="47"/>
                      </a:cubicBezTo>
                      <a:cubicBezTo>
                        <a:pt x="2" y="47"/>
                        <a:pt x="3" y="48"/>
                        <a:pt x="4" y="48"/>
                      </a:cubicBezTo>
                      <a:cubicBezTo>
                        <a:pt x="6" y="48"/>
                        <a:pt x="7" y="48"/>
                        <a:pt x="8" y="48"/>
                      </a:cubicBezTo>
                      <a:cubicBezTo>
                        <a:pt x="10" y="48"/>
                        <a:pt x="11" y="48"/>
                        <a:pt x="13" y="48"/>
                      </a:cubicBezTo>
                      <a:cubicBezTo>
                        <a:pt x="14" y="48"/>
                        <a:pt x="16" y="48"/>
                        <a:pt x="17" y="48"/>
                      </a:cubicBezTo>
                      <a:cubicBezTo>
                        <a:pt x="18" y="48"/>
                        <a:pt x="19" y="48"/>
                        <a:pt x="19" y="48"/>
                      </a:cubicBezTo>
                      <a:cubicBezTo>
                        <a:pt x="20" y="48"/>
                        <a:pt x="20" y="48"/>
                        <a:pt x="21" y="48"/>
                      </a:cubicBezTo>
                      <a:cubicBezTo>
                        <a:pt x="21" y="48"/>
                        <a:pt x="21" y="48"/>
                        <a:pt x="21" y="47"/>
                      </a:cubicBezTo>
                      <a:cubicBezTo>
                        <a:pt x="21" y="46"/>
                        <a:pt x="20" y="44"/>
                        <a:pt x="20" y="43"/>
                      </a:cubicBezTo>
                      <a:cubicBezTo>
                        <a:pt x="20" y="41"/>
                        <a:pt x="20" y="39"/>
                        <a:pt x="20" y="37"/>
                      </a:cubicBezTo>
                      <a:cubicBezTo>
                        <a:pt x="20" y="33"/>
                        <a:pt x="20" y="30"/>
                        <a:pt x="20" y="26"/>
                      </a:cubicBezTo>
                      <a:cubicBezTo>
                        <a:pt x="20" y="24"/>
                        <a:pt x="20" y="22"/>
                        <a:pt x="20" y="21"/>
                      </a:cubicBezTo>
                      <a:cubicBezTo>
                        <a:pt x="20" y="19"/>
                        <a:pt x="19" y="17"/>
                        <a:pt x="19" y="15"/>
                      </a:cubicBezTo>
                      <a:cubicBezTo>
                        <a:pt x="19" y="11"/>
                        <a:pt x="19" y="8"/>
                        <a:pt x="19" y="4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20" y="3"/>
                        <a:pt x="20" y="2"/>
                        <a:pt x="19" y="2"/>
                      </a:cubicBezTo>
                      <a:cubicBezTo>
                        <a:pt x="18" y="2"/>
                        <a:pt x="17" y="2"/>
                        <a:pt x="16" y="1"/>
                      </a:cubicBezTo>
                      <a:cubicBezTo>
                        <a:pt x="14" y="1"/>
                        <a:pt x="13" y="0"/>
                        <a:pt x="12" y="0"/>
                      </a:cubicBezTo>
                      <a:cubicBezTo>
                        <a:pt x="10" y="0"/>
                        <a:pt x="9" y="0"/>
                        <a:pt x="8" y="0"/>
                      </a:cubicBezTo>
                      <a:cubicBezTo>
                        <a:pt x="7" y="0"/>
                        <a:pt x="5" y="0"/>
                        <a:pt x="4" y="0"/>
                      </a:cubicBezTo>
                      <a:cubicBezTo>
                        <a:pt x="3" y="1"/>
                        <a:pt x="3" y="1"/>
                        <a:pt x="3" y="3"/>
                      </a:cubicBezTo>
                      <a:cubicBezTo>
                        <a:pt x="3" y="7"/>
                        <a:pt x="3" y="12"/>
                        <a:pt x="3" y="17"/>
                      </a:cubicBezTo>
                      <a:cubicBezTo>
                        <a:pt x="3" y="19"/>
                        <a:pt x="2" y="22"/>
                        <a:pt x="2" y="24"/>
                      </a:cubicBezTo>
                      <a:cubicBezTo>
                        <a:pt x="2" y="26"/>
                        <a:pt x="2" y="28"/>
                        <a:pt x="2" y="30"/>
                      </a:cubicBezTo>
                      <a:cubicBezTo>
                        <a:pt x="2" y="33"/>
                        <a:pt x="2" y="35"/>
                        <a:pt x="1" y="37"/>
                      </a:cubicBezTo>
                      <a:cubicBezTo>
                        <a:pt x="1" y="40"/>
                        <a:pt x="1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56" name="Freeform 371">
                  <a:extLst>
                    <a:ext uri="{FF2B5EF4-FFF2-40B4-BE49-F238E27FC236}">
                      <a16:creationId xmlns:a16="http://schemas.microsoft.com/office/drawing/2014/main" id="{A5597FBF-FAE3-4558-A71E-60BB529E67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20188" y="2605088"/>
                  <a:ext cx="84138" cy="190500"/>
                </a:xfrm>
                <a:custGeom>
                  <a:avLst/>
                  <a:gdLst>
                    <a:gd name="T0" fmla="*/ 0 w 21"/>
                    <a:gd name="T1" fmla="*/ 44 h 48"/>
                    <a:gd name="T2" fmla="*/ 1 w 21"/>
                    <a:gd name="T3" fmla="*/ 47 h 48"/>
                    <a:gd name="T4" fmla="*/ 4 w 21"/>
                    <a:gd name="T5" fmla="*/ 48 h 48"/>
                    <a:gd name="T6" fmla="*/ 8 w 21"/>
                    <a:gd name="T7" fmla="*/ 48 h 48"/>
                    <a:gd name="T8" fmla="*/ 13 w 21"/>
                    <a:gd name="T9" fmla="*/ 48 h 48"/>
                    <a:gd name="T10" fmla="*/ 17 w 21"/>
                    <a:gd name="T11" fmla="*/ 48 h 48"/>
                    <a:gd name="T12" fmla="*/ 19 w 21"/>
                    <a:gd name="T13" fmla="*/ 48 h 48"/>
                    <a:gd name="T14" fmla="*/ 21 w 21"/>
                    <a:gd name="T15" fmla="*/ 48 h 48"/>
                    <a:gd name="T16" fmla="*/ 21 w 21"/>
                    <a:gd name="T17" fmla="*/ 47 h 48"/>
                    <a:gd name="T18" fmla="*/ 20 w 21"/>
                    <a:gd name="T19" fmla="*/ 43 h 48"/>
                    <a:gd name="T20" fmla="*/ 20 w 21"/>
                    <a:gd name="T21" fmla="*/ 37 h 48"/>
                    <a:gd name="T22" fmla="*/ 20 w 21"/>
                    <a:gd name="T23" fmla="*/ 26 h 48"/>
                    <a:gd name="T24" fmla="*/ 20 w 21"/>
                    <a:gd name="T25" fmla="*/ 21 h 48"/>
                    <a:gd name="T26" fmla="*/ 19 w 21"/>
                    <a:gd name="T27" fmla="*/ 15 h 48"/>
                    <a:gd name="T28" fmla="*/ 19 w 21"/>
                    <a:gd name="T29" fmla="*/ 4 h 48"/>
                    <a:gd name="T30" fmla="*/ 19 w 21"/>
                    <a:gd name="T31" fmla="*/ 4 h 48"/>
                    <a:gd name="T32" fmla="*/ 19 w 21"/>
                    <a:gd name="T33" fmla="*/ 2 h 48"/>
                    <a:gd name="T34" fmla="*/ 16 w 21"/>
                    <a:gd name="T35" fmla="*/ 1 h 48"/>
                    <a:gd name="T36" fmla="*/ 12 w 21"/>
                    <a:gd name="T37" fmla="*/ 0 h 48"/>
                    <a:gd name="T38" fmla="*/ 8 w 21"/>
                    <a:gd name="T39" fmla="*/ 0 h 48"/>
                    <a:gd name="T40" fmla="*/ 4 w 21"/>
                    <a:gd name="T41" fmla="*/ 0 h 48"/>
                    <a:gd name="T42" fmla="*/ 3 w 21"/>
                    <a:gd name="T43" fmla="*/ 3 h 48"/>
                    <a:gd name="T44" fmla="*/ 3 w 21"/>
                    <a:gd name="T45" fmla="*/ 17 h 48"/>
                    <a:gd name="T46" fmla="*/ 2 w 21"/>
                    <a:gd name="T47" fmla="*/ 24 h 48"/>
                    <a:gd name="T48" fmla="*/ 2 w 21"/>
                    <a:gd name="T49" fmla="*/ 30 h 48"/>
                    <a:gd name="T50" fmla="*/ 1 w 21"/>
                    <a:gd name="T51" fmla="*/ 37 h 48"/>
                    <a:gd name="T52" fmla="*/ 0 w 21"/>
                    <a:gd name="T53" fmla="*/ 4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8">
                      <a:moveTo>
                        <a:pt x="0" y="44"/>
                      </a:moveTo>
                      <a:cubicBezTo>
                        <a:pt x="0" y="45"/>
                        <a:pt x="0" y="46"/>
                        <a:pt x="1" y="47"/>
                      </a:cubicBezTo>
                      <a:cubicBezTo>
                        <a:pt x="2" y="47"/>
                        <a:pt x="3" y="48"/>
                        <a:pt x="4" y="48"/>
                      </a:cubicBezTo>
                      <a:cubicBezTo>
                        <a:pt x="6" y="48"/>
                        <a:pt x="7" y="48"/>
                        <a:pt x="8" y="48"/>
                      </a:cubicBezTo>
                      <a:cubicBezTo>
                        <a:pt x="10" y="48"/>
                        <a:pt x="11" y="48"/>
                        <a:pt x="13" y="48"/>
                      </a:cubicBezTo>
                      <a:cubicBezTo>
                        <a:pt x="14" y="48"/>
                        <a:pt x="16" y="48"/>
                        <a:pt x="17" y="48"/>
                      </a:cubicBezTo>
                      <a:cubicBezTo>
                        <a:pt x="18" y="48"/>
                        <a:pt x="19" y="48"/>
                        <a:pt x="19" y="48"/>
                      </a:cubicBezTo>
                      <a:cubicBezTo>
                        <a:pt x="20" y="48"/>
                        <a:pt x="20" y="48"/>
                        <a:pt x="21" y="48"/>
                      </a:cubicBezTo>
                      <a:cubicBezTo>
                        <a:pt x="21" y="48"/>
                        <a:pt x="21" y="48"/>
                        <a:pt x="21" y="47"/>
                      </a:cubicBezTo>
                      <a:cubicBezTo>
                        <a:pt x="21" y="46"/>
                        <a:pt x="20" y="44"/>
                        <a:pt x="20" y="43"/>
                      </a:cubicBezTo>
                      <a:cubicBezTo>
                        <a:pt x="20" y="41"/>
                        <a:pt x="20" y="39"/>
                        <a:pt x="20" y="37"/>
                      </a:cubicBezTo>
                      <a:cubicBezTo>
                        <a:pt x="20" y="33"/>
                        <a:pt x="20" y="30"/>
                        <a:pt x="20" y="26"/>
                      </a:cubicBezTo>
                      <a:cubicBezTo>
                        <a:pt x="20" y="24"/>
                        <a:pt x="20" y="22"/>
                        <a:pt x="20" y="21"/>
                      </a:cubicBezTo>
                      <a:cubicBezTo>
                        <a:pt x="20" y="19"/>
                        <a:pt x="19" y="17"/>
                        <a:pt x="19" y="15"/>
                      </a:cubicBezTo>
                      <a:cubicBezTo>
                        <a:pt x="19" y="11"/>
                        <a:pt x="19" y="8"/>
                        <a:pt x="19" y="4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20" y="3"/>
                        <a:pt x="20" y="2"/>
                        <a:pt x="19" y="2"/>
                      </a:cubicBezTo>
                      <a:cubicBezTo>
                        <a:pt x="18" y="2"/>
                        <a:pt x="17" y="2"/>
                        <a:pt x="16" y="1"/>
                      </a:cubicBezTo>
                      <a:cubicBezTo>
                        <a:pt x="14" y="1"/>
                        <a:pt x="13" y="0"/>
                        <a:pt x="12" y="0"/>
                      </a:cubicBezTo>
                      <a:cubicBezTo>
                        <a:pt x="10" y="0"/>
                        <a:pt x="9" y="0"/>
                        <a:pt x="8" y="0"/>
                      </a:cubicBezTo>
                      <a:cubicBezTo>
                        <a:pt x="7" y="0"/>
                        <a:pt x="5" y="0"/>
                        <a:pt x="4" y="0"/>
                      </a:cubicBezTo>
                      <a:cubicBezTo>
                        <a:pt x="3" y="1"/>
                        <a:pt x="3" y="1"/>
                        <a:pt x="3" y="3"/>
                      </a:cubicBezTo>
                      <a:cubicBezTo>
                        <a:pt x="3" y="7"/>
                        <a:pt x="3" y="12"/>
                        <a:pt x="3" y="17"/>
                      </a:cubicBezTo>
                      <a:cubicBezTo>
                        <a:pt x="3" y="19"/>
                        <a:pt x="2" y="22"/>
                        <a:pt x="2" y="24"/>
                      </a:cubicBezTo>
                      <a:cubicBezTo>
                        <a:pt x="2" y="26"/>
                        <a:pt x="2" y="28"/>
                        <a:pt x="2" y="30"/>
                      </a:cubicBezTo>
                      <a:cubicBezTo>
                        <a:pt x="2" y="33"/>
                        <a:pt x="2" y="35"/>
                        <a:pt x="1" y="37"/>
                      </a:cubicBezTo>
                      <a:cubicBezTo>
                        <a:pt x="1" y="40"/>
                        <a:pt x="1" y="42"/>
                        <a:pt x="0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57" name="Freeform 372">
                  <a:extLst>
                    <a:ext uri="{FF2B5EF4-FFF2-40B4-BE49-F238E27FC236}">
                      <a16:creationId xmlns:a16="http://schemas.microsoft.com/office/drawing/2014/main" id="{16F54084-916A-4D28-99B8-6057B5C549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05876" y="2152650"/>
                  <a:ext cx="501650" cy="500063"/>
                </a:xfrm>
                <a:custGeom>
                  <a:avLst/>
                  <a:gdLst>
                    <a:gd name="T0" fmla="*/ 1 w 126"/>
                    <a:gd name="T1" fmla="*/ 88 h 126"/>
                    <a:gd name="T2" fmla="*/ 1 w 126"/>
                    <a:gd name="T3" fmla="*/ 95 h 126"/>
                    <a:gd name="T4" fmla="*/ 11 w 126"/>
                    <a:gd name="T5" fmla="*/ 108 h 126"/>
                    <a:gd name="T6" fmla="*/ 18 w 126"/>
                    <a:gd name="T7" fmla="*/ 115 h 126"/>
                    <a:gd name="T8" fmla="*/ 23 w 126"/>
                    <a:gd name="T9" fmla="*/ 120 h 126"/>
                    <a:gd name="T10" fmla="*/ 30 w 126"/>
                    <a:gd name="T11" fmla="*/ 123 h 126"/>
                    <a:gd name="T12" fmla="*/ 38 w 126"/>
                    <a:gd name="T13" fmla="*/ 124 h 126"/>
                    <a:gd name="T14" fmla="*/ 44 w 126"/>
                    <a:gd name="T15" fmla="*/ 123 h 126"/>
                    <a:gd name="T16" fmla="*/ 48 w 126"/>
                    <a:gd name="T17" fmla="*/ 123 h 126"/>
                    <a:gd name="T18" fmla="*/ 57 w 126"/>
                    <a:gd name="T19" fmla="*/ 123 h 126"/>
                    <a:gd name="T20" fmla="*/ 76 w 126"/>
                    <a:gd name="T21" fmla="*/ 125 h 126"/>
                    <a:gd name="T22" fmla="*/ 80 w 126"/>
                    <a:gd name="T23" fmla="*/ 124 h 126"/>
                    <a:gd name="T24" fmla="*/ 84 w 126"/>
                    <a:gd name="T25" fmla="*/ 121 h 126"/>
                    <a:gd name="T26" fmla="*/ 93 w 126"/>
                    <a:gd name="T27" fmla="*/ 119 h 126"/>
                    <a:gd name="T28" fmla="*/ 103 w 126"/>
                    <a:gd name="T29" fmla="*/ 119 h 126"/>
                    <a:gd name="T30" fmla="*/ 112 w 126"/>
                    <a:gd name="T31" fmla="*/ 119 h 126"/>
                    <a:gd name="T32" fmla="*/ 121 w 126"/>
                    <a:gd name="T33" fmla="*/ 116 h 126"/>
                    <a:gd name="T34" fmla="*/ 125 w 126"/>
                    <a:gd name="T35" fmla="*/ 111 h 126"/>
                    <a:gd name="T36" fmla="*/ 126 w 126"/>
                    <a:gd name="T37" fmla="*/ 102 h 126"/>
                    <a:gd name="T38" fmla="*/ 124 w 126"/>
                    <a:gd name="T39" fmla="*/ 94 h 126"/>
                    <a:gd name="T40" fmla="*/ 121 w 126"/>
                    <a:gd name="T41" fmla="*/ 85 h 126"/>
                    <a:gd name="T42" fmla="*/ 123 w 126"/>
                    <a:gd name="T43" fmla="*/ 77 h 126"/>
                    <a:gd name="T44" fmla="*/ 125 w 126"/>
                    <a:gd name="T45" fmla="*/ 73 h 126"/>
                    <a:gd name="T46" fmla="*/ 125 w 126"/>
                    <a:gd name="T47" fmla="*/ 68 h 126"/>
                    <a:gd name="T48" fmla="*/ 124 w 126"/>
                    <a:gd name="T49" fmla="*/ 64 h 126"/>
                    <a:gd name="T50" fmla="*/ 125 w 126"/>
                    <a:gd name="T51" fmla="*/ 60 h 126"/>
                    <a:gd name="T52" fmla="*/ 121 w 126"/>
                    <a:gd name="T53" fmla="*/ 51 h 126"/>
                    <a:gd name="T54" fmla="*/ 115 w 126"/>
                    <a:gd name="T55" fmla="*/ 46 h 126"/>
                    <a:gd name="T56" fmla="*/ 112 w 126"/>
                    <a:gd name="T57" fmla="*/ 42 h 126"/>
                    <a:gd name="T58" fmla="*/ 110 w 126"/>
                    <a:gd name="T59" fmla="*/ 37 h 126"/>
                    <a:gd name="T60" fmla="*/ 108 w 126"/>
                    <a:gd name="T61" fmla="*/ 34 h 126"/>
                    <a:gd name="T62" fmla="*/ 107 w 126"/>
                    <a:gd name="T63" fmla="*/ 31 h 126"/>
                    <a:gd name="T64" fmla="*/ 106 w 126"/>
                    <a:gd name="T65" fmla="*/ 26 h 126"/>
                    <a:gd name="T66" fmla="*/ 104 w 126"/>
                    <a:gd name="T67" fmla="*/ 23 h 126"/>
                    <a:gd name="T68" fmla="*/ 99 w 126"/>
                    <a:gd name="T69" fmla="*/ 17 h 126"/>
                    <a:gd name="T70" fmla="*/ 96 w 126"/>
                    <a:gd name="T71" fmla="*/ 14 h 126"/>
                    <a:gd name="T72" fmla="*/ 93 w 126"/>
                    <a:gd name="T73" fmla="*/ 11 h 126"/>
                    <a:gd name="T74" fmla="*/ 90 w 126"/>
                    <a:gd name="T75" fmla="*/ 8 h 126"/>
                    <a:gd name="T76" fmla="*/ 88 w 126"/>
                    <a:gd name="T77" fmla="*/ 5 h 126"/>
                    <a:gd name="T78" fmla="*/ 80 w 126"/>
                    <a:gd name="T79" fmla="*/ 2 h 126"/>
                    <a:gd name="T80" fmla="*/ 75 w 126"/>
                    <a:gd name="T81" fmla="*/ 1 h 126"/>
                    <a:gd name="T82" fmla="*/ 65 w 126"/>
                    <a:gd name="T83" fmla="*/ 2 h 126"/>
                    <a:gd name="T84" fmla="*/ 59 w 126"/>
                    <a:gd name="T85" fmla="*/ 6 h 126"/>
                    <a:gd name="T86" fmla="*/ 51 w 126"/>
                    <a:gd name="T87" fmla="*/ 11 h 126"/>
                    <a:gd name="T88" fmla="*/ 44 w 126"/>
                    <a:gd name="T89" fmla="*/ 14 h 126"/>
                    <a:gd name="T90" fmla="*/ 33 w 126"/>
                    <a:gd name="T91" fmla="*/ 25 h 126"/>
                    <a:gd name="T92" fmla="*/ 20 w 126"/>
                    <a:gd name="T93" fmla="*/ 37 h 126"/>
                    <a:gd name="T94" fmla="*/ 8 w 126"/>
                    <a:gd name="T95" fmla="*/ 46 h 126"/>
                    <a:gd name="T96" fmla="*/ 5 w 126"/>
                    <a:gd name="T97" fmla="*/ 54 h 126"/>
                    <a:gd name="T98" fmla="*/ 2 w 126"/>
                    <a:gd name="T99" fmla="*/ 62 h 126"/>
                    <a:gd name="T100" fmla="*/ 2 w 126"/>
                    <a:gd name="T101" fmla="*/ 79 h 126"/>
                    <a:gd name="T102" fmla="*/ 1 w 126"/>
                    <a:gd name="T103" fmla="*/ 88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6">
                      <a:moveTo>
                        <a:pt x="1" y="88"/>
                      </a:moveTo>
                      <a:cubicBezTo>
                        <a:pt x="0" y="90"/>
                        <a:pt x="0" y="93"/>
                        <a:pt x="1" y="95"/>
                      </a:cubicBezTo>
                      <a:cubicBezTo>
                        <a:pt x="3" y="101"/>
                        <a:pt x="7" y="105"/>
                        <a:pt x="11" y="108"/>
                      </a:cubicBezTo>
                      <a:cubicBezTo>
                        <a:pt x="14" y="110"/>
                        <a:pt x="17" y="113"/>
                        <a:pt x="18" y="115"/>
                      </a:cubicBezTo>
                      <a:cubicBezTo>
                        <a:pt x="20" y="117"/>
                        <a:pt x="21" y="119"/>
                        <a:pt x="23" y="120"/>
                      </a:cubicBezTo>
                      <a:cubicBezTo>
                        <a:pt x="26" y="121"/>
                        <a:pt x="28" y="123"/>
                        <a:pt x="30" y="123"/>
                      </a:cubicBezTo>
                      <a:cubicBezTo>
                        <a:pt x="33" y="123"/>
                        <a:pt x="36" y="124"/>
                        <a:pt x="38" y="124"/>
                      </a:cubicBezTo>
                      <a:cubicBezTo>
                        <a:pt x="40" y="123"/>
                        <a:pt x="42" y="123"/>
                        <a:pt x="44" y="123"/>
                      </a:cubicBezTo>
                      <a:cubicBezTo>
                        <a:pt x="45" y="123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70" y="126"/>
                        <a:pt x="76" y="125"/>
                      </a:cubicBezTo>
                      <a:cubicBezTo>
                        <a:pt x="78" y="125"/>
                        <a:pt x="79" y="124"/>
                        <a:pt x="80" y="124"/>
                      </a:cubicBezTo>
                      <a:cubicBezTo>
                        <a:pt x="82" y="123"/>
                        <a:pt x="83" y="122"/>
                        <a:pt x="84" y="121"/>
                      </a:cubicBezTo>
                      <a:cubicBezTo>
                        <a:pt x="87" y="120"/>
                        <a:pt x="90" y="119"/>
                        <a:pt x="93" y="119"/>
                      </a:cubicBezTo>
                      <a:cubicBezTo>
                        <a:pt x="97" y="119"/>
                        <a:pt x="100" y="119"/>
                        <a:pt x="103" y="119"/>
                      </a:cubicBezTo>
                      <a:cubicBezTo>
                        <a:pt x="106" y="119"/>
                        <a:pt x="109" y="120"/>
                        <a:pt x="112" y="119"/>
                      </a:cubicBezTo>
                      <a:cubicBezTo>
                        <a:pt x="115" y="118"/>
                        <a:pt x="118" y="117"/>
                        <a:pt x="121" y="116"/>
                      </a:cubicBezTo>
                      <a:cubicBezTo>
                        <a:pt x="123" y="115"/>
                        <a:pt x="124" y="113"/>
                        <a:pt x="125" y="111"/>
                      </a:cubicBezTo>
                      <a:cubicBezTo>
                        <a:pt x="126" y="108"/>
                        <a:pt x="126" y="105"/>
                        <a:pt x="126" y="102"/>
                      </a:cubicBezTo>
                      <a:cubicBezTo>
                        <a:pt x="126" y="99"/>
                        <a:pt x="125" y="97"/>
                        <a:pt x="124" y="94"/>
                      </a:cubicBezTo>
                      <a:cubicBezTo>
                        <a:pt x="123" y="91"/>
                        <a:pt x="121" y="89"/>
                        <a:pt x="121" y="85"/>
                      </a:cubicBezTo>
                      <a:cubicBezTo>
                        <a:pt x="121" y="82"/>
                        <a:pt x="122" y="79"/>
                        <a:pt x="123" y="77"/>
                      </a:cubicBezTo>
                      <a:cubicBezTo>
                        <a:pt x="124" y="75"/>
                        <a:pt x="124" y="74"/>
                        <a:pt x="125" y="73"/>
                      </a:cubicBezTo>
                      <a:cubicBezTo>
                        <a:pt x="125" y="71"/>
                        <a:pt x="125" y="70"/>
                        <a:pt x="125" y="68"/>
                      </a:cubicBezTo>
                      <a:cubicBezTo>
                        <a:pt x="124" y="67"/>
                        <a:pt x="124" y="65"/>
                        <a:pt x="124" y="64"/>
                      </a:cubicBezTo>
                      <a:cubicBezTo>
                        <a:pt x="124" y="63"/>
                        <a:pt x="125" y="61"/>
                        <a:pt x="125" y="60"/>
                      </a:cubicBezTo>
                      <a:cubicBezTo>
                        <a:pt x="124" y="57"/>
                        <a:pt x="123" y="54"/>
                        <a:pt x="121" y="51"/>
                      </a:cubicBezTo>
                      <a:cubicBezTo>
                        <a:pt x="120" y="49"/>
                        <a:pt x="118" y="47"/>
                        <a:pt x="115" y="46"/>
                      </a:cubicBezTo>
                      <a:cubicBezTo>
                        <a:pt x="114" y="45"/>
                        <a:pt x="113" y="44"/>
                        <a:pt x="112" y="42"/>
                      </a:cubicBezTo>
                      <a:cubicBezTo>
                        <a:pt x="110" y="41"/>
                        <a:pt x="111" y="39"/>
                        <a:pt x="110" y="37"/>
                      </a:cubicBezTo>
                      <a:cubicBezTo>
                        <a:pt x="110" y="36"/>
                        <a:pt x="109" y="35"/>
                        <a:pt x="108" y="34"/>
                      </a:cubicBezTo>
                      <a:cubicBezTo>
                        <a:pt x="108" y="33"/>
                        <a:pt x="107" y="32"/>
                        <a:pt x="107" y="31"/>
                      </a:cubicBezTo>
                      <a:cubicBezTo>
                        <a:pt x="106" y="29"/>
                        <a:pt x="107" y="28"/>
                        <a:pt x="106" y="26"/>
                      </a:cubicBezTo>
                      <a:cubicBezTo>
                        <a:pt x="106" y="25"/>
                        <a:pt x="105" y="24"/>
                        <a:pt x="104" y="23"/>
                      </a:cubicBezTo>
                      <a:cubicBezTo>
                        <a:pt x="103" y="21"/>
                        <a:pt x="102" y="19"/>
                        <a:pt x="99" y="17"/>
                      </a:cubicBezTo>
                      <a:cubicBezTo>
                        <a:pt x="98" y="16"/>
                        <a:pt x="97" y="15"/>
                        <a:pt x="96" y="14"/>
                      </a:cubicBezTo>
                      <a:cubicBezTo>
                        <a:pt x="95" y="13"/>
                        <a:pt x="94" y="12"/>
                        <a:pt x="93" y="11"/>
                      </a:cubicBezTo>
                      <a:cubicBezTo>
                        <a:pt x="92" y="10"/>
                        <a:pt x="91" y="9"/>
                        <a:pt x="90" y="8"/>
                      </a:cubicBezTo>
                      <a:cubicBezTo>
                        <a:pt x="90" y="7"/>
                        <a:pt x="89" y="5"/>
                        <a:pt x="88" y="5"/>
                      </a:cubicBezTo>
                      <a:cubicBezTo>
                        <a:pt x="85" y="3"/>
                        <a:pt x="83" y="3"/>
                        <a:pt x="80" y="2"/>
                      </a:cubicBezTo>
                      <a:cubicBezTo>
                        <a:pt x="78" y="2"/>
                        <a:pt x="77" y="1"/>
                        <a:pt x="75" y="1"/>
                      </a:cubicBezTo>
                      <a:cubicBezTo>
                        <a:pt x="75" y="0"/>
                        <a:pt x="67" y="0"/>
                        <a:pt x="65" y="2"/>
                      </a:cubicBezTo>
                      <a:cubicBezTo>
                        <a:pt x="63" y="3"/>
                        <a:pt x="61" y="4"/>
                        <a:pt x="59" y="6"/>
                      </a:cubicBezTo>
                      <a:cubicBezTo>
                        <a:pt x="57" y="8"/>
                        <a:pt x="54" y="9"/>
                        <a:pt x="51" y="11"/>
                      </a:cubicBezTo>
                      <a:cubicBezTo>
                        <a:pt x="49" y="12"/>
                        <a:pt x="46" y="13"/>
                        <a:pt x="44" y="14"/>
                      </a:cubicBezTo>
                      <a:cubicBezTo>
                        <a:pt x="40" y="17"/>
                        <a:pt x="36" y="21"/>
                        <a:pt x="33" y="25"/>
                      </a:cubicBezTo>
                      <a:cubicBezTo>
                        <a:pt x="30" y="30"/>
                        <a:pt x="25" y="34"/>
                        <a:pt x="20" y="37"/>
                      </a:cubicBezTo>
                      <a:cubicBezTo>
                        <a:pt x="16" y="40"/>
                        <a:pt x="11" y="42"/>
                        <a:pt x="8" y="46"/>
                      </a:cubicBezTo>
                      <a:cubicBezTo>
                        <a:pt x="7" y="49"/>
                        <a:pt x="6" y="51"/>
                        <a:pt x="5" y="54"/>
                      </a:cubicBezTo>
                      <a:cubicBezTo>
                        <a:pt x="4" y="57"/>
                        <a:pt x="3" y="59"/>
                        <a:pt x="2" y="62"/>
                      </a:cubicBezTo>
                      <a:cubicBezTo>
                        <a:pt x="1" y="67"/>
                        <a:pt x="1" y="73"/>
                        <a:pt x="2" y="79"/>
                      </a:cubicBezTo>
                      <a:cubicBezTo>
                        <a:pt x="2" y="82"/>
                        <a:pt x="2" y="85"/>
                        <a:pt x="1" y="8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58" name="Freeform 373">
                  <a:extLst>
                    <a:ext uri="{FF2B5EF4-FFF2-40B4-BE49-F238E27FC236}">
                      <a16:creationId xmlns:a16="http://schemas.microsoft.com/office/drawing/2014/main" id="{AD2FB86E-1525-4F58-88D3-42CA425BB2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05876" y="2152650"/>
                  <a:ext cx="501650" cy="500063"/>
                </a:xfrm>
                <a:custGeom>
                  <a:avLst/>
                  <a:gdLst>
                    <a:gd name="T0" fmla="*/ 1 w 126"/>
                    <a:gd name="T1" fmla="*/ 88 h 126"/>
                    <a:gd name="T2" fmla="*/ 1 w 126"/>
                    <a:gd name="T3" fmla="*/ 95 h 126"/>
                    <a:gd name="T4" fmla="*/ 11 w 126"/>
                    <a:gd name="T5" fmla="*/ 108 h 126"/>
                    <a:gd name="T6" fmla="*/ 18 w 126"/>
                    <a:gd name="T7" fmla="*/ 115 h 126"/>
                    <a:gd name="T8" fmla="*/ 23 w 126"/>
                    <a:gd name="T9" fmla="*/ 120 h 126"/>
                    <a:gd name="T10" fmla="*/ 30 w 126"/>
                    <a:gd name="T11" fmla="*/ 123 h 126"/>
                    <a:gd name="T12" fmla="*/ 38 w 126"/>
                    <a:gd name="T13" fmla="*/ 124 h 126"/>
                    <a:gd name="T14" fmla="*/ 44 w 126"/>
                    <a:gd name="T15" fmla="*/ 123 h 126"/>
                    <a:gd name="T16" fmla="*/ 48 w 126"/>
                    <a:gd name="T17" fmla="*/ 123 h 126"/>
                    <a:gd name="T18" fmla="*/ 57 w 126"/>
                    <a:gd name="T19" fmla="*/ 123 h 126"/>
                    <a:gd name="T20" fmla="*/ 76 w 126"/>
                    <a:gd name="T21" fmla="*/ 125 h 126"/>
                    <a:gd name="T22" fmla="*/ 80 w 126"/>
                    <a:gd name="T23" fmla="*/ 124 h 126"/>
                    <a:gd name="T24" fmla="*/ 84 w 126"/>
                    <a:gd name="T25" fmla="*/ 121 h 126"/>
                    <a:gd name="T26" fmla="*/ 93 w 126"/>
                    <a:gd name="T27" fmla="*/ 119 h 126"/>
                    <a:gd name="T28" fmla="*/ 103 w 126"/>
                    <a:gd name="T29" fmla="*/ 119 h 126"/>
                    <a:gd name="T30" fmla="*/ 112 w 126"/>
                    <a:gd name="T31" fmla="*/ 119 h 126"/>
                    <a:gd name="T32" fmla="*/ 121 w 126"/>
                    <a:gd name="T33" fmla="*/ 116 h 126"/>
                    <a:gd name="T34" fmla="*/ 125 w 126"/>
                    <a:gd name="T35" fmla="*/ 111 h 126"/>
                    <a:gd name="T36" fmla="*/ 126 w 126"/>
                    <a:gd name="T37" fmla="*/ 102 h 126"/>
                    <a:gd name="T38" fmla="*/ 124 w 126"/>
                    <a:gd name="T39" fmla="*/ 94 h 126"/>
                    <a:gd name="T40" fmla="*/ 121 w 126"/>
                    <a:gd name="T41" fmla="*/ 85 h 126"/>
                    <a:gd name="T42" fmla="*/ 123 w 126"/>
                    <a:gd name="T43" fmla="*/ 77 h 126"/>
                    <a:gd name="T44" fmla="*/ 125 w 126"/>
                    <a:gd name="T45" fmla="*/ 73 h 126"/>
                    <a:gd name="T46" fmla="*/ 125 w 126"/>
                    <a:gd name="T47" fmla="*/ 68 h 126"/>
                    <a:gd name="T48" fmla="*/ 124 w 126"/>
                    <a:gd name="T49" fmla="*/ 64 h 126"/>
                    <a:gd name="T50" fmla="*/ 125 w 126"/>
                    <a:gd name="T51" fmla="*/ 60 h 126"/>
                    <a:gd name="T52" fmla="*/ 121 w 126"/>
                    <a:gd name="T53" fmla="*/ 51 h 126"/>
                    <a:gd name="T54" fmla="*/ 115 w 126"/>
                    <a:gd name="T55" fmla="*/ 46 h 126"/>
                    <a:gd name="T56" fmla="*/ 112 w 126"/>
                    <a:gd name="T57" fmla="*/ 42 h 126"/>
                    <a:gd name="T58" fmla="*/ 110 w 126"/>
                    <a:gd name="T59" fmla="*/ 37 h 126"/>
                    <a:gd name="T60" fmla="*/ 108 w 126"/>
                    <a:gd name="T61" fmla="*/ 34 h 126"/>
                    <a:gd name="T62" fmla="*/ 107 w 126"/>
                    <a:gd name="T63" fmla="*/ 31 h 126"/>
                    <a:gd name="T64" fmla="*/ 106 w 126"/>
                    <a:gd name="T65" fmla="*/ 26 h 126"/>
                    <a:gd name="T66" fmla="*/ 104 w 126"/>
                    <a:gd name="T67" fmla="*/ 23 h 126"/>
                    <a:gd name="T68" fmla="*/ 99 w 126"/>
                    <a:gd name="T69" fmla="*/ 17 h 126"/>
                    <a:gd name="T70" fmla="*/ 96 w 126"/>
                    <a:gd name="T71" fmla="*/ 14 h 126"/>
                    <a:gd name="T72" fmla="*/ 93 w 126"/>
                    <a:gd name="T73" fmla="*/ 11 h 126"/>
                    <a:gd name="T74" fmla="*/ 90 w 126"/>
                    <a:gd name="T75" fmla="*/ 8 h 126"/>
                    <a:gd name="T76" fmla="*/ 88 w 126"/>
                    <a:gd name="T77" fmla="*/ 5 h 126"/>
                    <a:gd name="T78" fmla="*/ 80 w 126"/>
                    <a:gd name="T79" fmla="*/ 2 h 126"/>
                    <a:gd name="T80" fmla="*/ 75 w 126"/>
                    <a:gd name="T81" fmla="*/ 1 h 126"/>
                    <a:gd name="T82" fmla="*/ 65 w 126"/>
                    <a:gd name="T83" fmla="*/ 2 h 126"/>
                    <a:gd name="T84" fmla="*/ 59 w 126"/>
                    <a:gd name="T85" fmla="*/ 6 h 126"/>
                    <a:gd name="T86" fmla="*/ 51 w 126"/>
                    <a:gd name="T87" fmla="*/ 11 h 126"/>
                    <a:gd name="T88" fmla="*/ 44 w 126"/>
                    <a:gd name="T89" fmla="*/ 14 h 126"/>
                    <a:gd name="T90" fmla="*/ 33 w 126"/>
                    <a:gd name="T91" fmla="*/ 25 h 126"/>
                    <a:gd name="T92" fmla="*/ 20 w 126"/>
                    <a:gd name="T93" fmla="*/ 37 h 126"/>
                    <a:gd name="T94" fmla="*/ 8 w 126"/>
                    <a:gd name="T95" fmla="*/ 46 h 126"/>
                    <a:gd name="T96" fmla="*/ 5 w 126"/>
                    <a:gd name="T97" fmla="*/ 54 h 126"/>
                    <a:gd name="T98" fmla="*/ 2 w 126"/>
                    <a:gd name="T99" fmla="*/ 62 h 126"/>
                    <a:gd name="T100" fmla="*/ 2 w 126"/>
                    <a:gd name="T101" fmla="*/ 79 h 126"/>
                    <a:gd name="T102" fmla="*/ 1 w 126"/>
                    <a:gd name="T103" fmla="*/ 88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6" h="126">
                      <a:moveTo>
                        <a:pt x="1" y="88"/>
                      </a:moveTo>
                      <a:cubicBezTo>
                        <a:pt x="0" y="90"/>
                        <a:pt x="0" y="93"/>
                        <a:pt x="1" y="95"/>
                      </a:cubicBezTo>
                      <a:cubicBezTo>
                        <a:pt x="3" y="101"/>
                        <a:pt x="7" y="105"/>
                        <a:pt x="11" y="108"/>
                      </a:cubicBezTo>
                      <a:cubicBezTo>
                        <a:pt x="14" y="110"/>
                        <a:pt x="17" y="113"/>
                        <a:pt x="18" y="115"/>
                      </a:cubicBezTo>
                      <a:cubicBezTo>
                        <a:pt x="20" y="117"/>
                        <a:pt x="21" y="119"/>
                        <a:pt x="23" y="120"/>
                      </a:cubicBezTo>
                      <a:cubicBezTo>
                        <a:pt x="26" y="121"/>
                        <a:pt x="28" y="123"/>
                        <a:pt x="30" y="123"/>
                      </a:cubicBezTo>
                      <a:cubicBezTo>
                        <a:pt x="33" y="123"/>
                        <a:pt x="36" y="124"/>
                        <a:pt x="38" y="124"/>
                      </a:cubicBezTo>
                      <a:cubicBezTo>
                        <a:pt x="40" y="123"/>
                        <a:pt x="42" y="123"/>
                        <a:pt x="44" y="123"/>
                      </a:cubicBezTo>
                      <a:cubicBezTo>
                        <a:pt x="45" y="123"/>
                        <a:pt x="46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3" y="123"/>
                        <a:pt x="70" y="126"/>
                        <a:pt x="76" y="125"/>
                      </a:cubicBezTo>
                      <a:cubicBezTo>
                        <a:pt x="78" y="125"/>
                        <a:pt x="79" y="124"/>
                        <a:pt x="80" y="124"/>
                      </a:cubicBezTo>
                      <a:cubicBezTo>
                        <a:pt x="82" y="123"/>
                        <a:pt x="83" y="122"/>
                        <a:pt x="84" y="121"/>
                      </a:cubicBezTo>
                      <a:cubicBezTo>
                        <a:pt x="87" y="120"/>
                        <a:pt x="90" y="119"/>
                        <a:pt x="93" y="119"/>
                      </a:cubicBezTo>
                      <a:cubicBezTo>
                        <a:pt x="97" y="119"/>
                        <a:pt x="100" y="119"/>
                        <a:pt x="103" y="119"/>
                      </a:cubicBezTo>
                      <a:cubicBezTo>
                        <a:pt x="106" y="119"/>
                        <a:pt x="109" y="120"/>
                        <a:pt x="112" y="119"/>
                      </a:cubicBezTo>
                      <a:cubicBezTo>
                        <a:pt x="115" y="118"/>
                        <a:pt x="118" y="117"/>
                        <a:pt x="121" y="116"/>
                      </a:cubicBezTo>
                      <a:cubicBezTo>
                        <a:pt x="123" y="115"/>
                        <a:pt x="124" y="113"/>
                        <a:pt x="125" y="111"/>
                      </a:cubicBezTo>
                      <a:cubicBezTo>
                        <a:pt x="126" y="108"/>
                        <a:pt x="126" y="105"/>
                        <a:pt x="126" y="102"/>
                      </a:cubicBezTo>
                      <a:cubicBezTo>
                        <a:pt x="126" y="99"/>
                        <a:pt x="125" y="97"/>
                        <a:pt x="124" y="94"/>
                      </a:cubicBezTo>
                      <a:cubicBezTo>
                        <a:pt x="123" y="91"/>
                        <a:pt x="121" y="89"/>
                        <a:pt x="121" y="85"/>
                      </a:cubicBezTo>
                      <a:cubicBezTo>
                        <a:pt x="121" y="82"/>
                        <a:pt x="122" y="79"/>
                        <a:pt x="123" y="77"/>
                      </a:cubicBezTo>
                      <a:cubicBezTo>
                        <a:pt x="124" y="75"/>
                        <a:pt x="124" y="74"/>
                        <a:pt x="125" y="73"/>
                      </a:cubicBezTo>
                      <a:cubicBezTo>
                        <a:pt x="125" y="71"/>
                        <a:pt x="125" y="70"/>
                        <a:pt x="125" y="68"/>
                      </a:cubicBezTo>
                      <a:cubicBezTo>
                        <a:pt x="124" y="67"/>
                        <a:pt x="124" y="65"/>
                        <a:pt x="124" y="64"/>
                      </a:cubicBezTo>
                      <a:cubicBezTo>
                        <a:pt x="124" y="63"/>
                        <a:pt x="125" y="61"/>
                        <a:pt x="125" y="60"/>
                      </a:cubicBezTo>
                      <a:cubicBezTo>
                        <a:pt x="124" y="57"/>
                        <a:pt x="123" y="54"/>
                        <a:pt x="121" y="51"/>
                      </a:cubicBezTo>
                      <a:cubicBezTo>
                        <a:pt x="120" y="49"/>
                        <a:pt x="118" y="47"/>
                        <a:pt x="115" y="46"/>
                      </a:cubicBezTo>
                      <a:cubicBezTo>
                        <a:pt x="114" y="45"/>
                        <a:pt x="113" y="44"/>
                        <a:pt x="112" y="42"/>
                      </a:cubicBezTo>
                      <a:cubicBezTo>
                        <a:pt x="110" y="41"/>
                        <a:pt x="111" y="39"/>
                        <a:pt x="110" y="37"/>
                      </a:cubicBezTo>
                      <a:cubicBezTo>
                        <a:pt x="110" y="36"/>
                        <a:pt x="109" y="35"/>
                        <a:pt x="108" y="34"/>
                      </a:cubicBezTo>
                      <a:cubicBezTo>
                        <a:pt x="108" y="33"/>
                        <a:pt x="107" y="32"/>
                        <a:pt x="107" y="31"/>
                      </a:cubicBezTo>
                      <a:cubicBezTo>
                        <a:pt x="106" y="29"/>
                        <a:pt x="107" y="28"/>
                        <a:pt x="106" y="26"/>
                      </a:cubicBezTo>
                      <a:cubicBezTo>
                        <a:pt x="106" y="25"/>
                        <a:pt x="105" y="24"/>
                        <a:pt x="104" y="23"/>
                      </a:cubicBezTo>
                      <a:cubicBezTo>
                        <a:pt x="103" y="21"/>
                        <a:pt x="102" y="19"/>
                        <a:pt x="99" y="17"/>
                      </a:cubicBezTo>
                      <a:cubicBezTo>
                        <a:pt x="98" y="16"/>
                        <a:pt x="97" y="15"/>
                        <a:pt x="96" y="14"/>
                      </a:cubicBezTo>
                      <a:cubicBezTo>
                        <a:pt x="95" y="13"/>
                        <a:pt x="94" y="12"/>
                        <a:pt x="93" y="11"/>
                      </a:cubicBezTo>
                      <a:cubicBezTo>
                        <a:pt x="92" y="10"/>
                        <a:pt x="91" y="9"/>
                        <a:pt x="90" y="8"/>
                      </a:cubicBezTo>
                      <a:cubicBezTo>
                        <a:pt x="90" y="7"/>
                        <a:pt x="89" y="5"/>
                        <a:pt x="88" y="5"/>
                      </a:cubicBezTo>
                      <a:cubicBezTo>
                        <a:pt x="85" y="3"/>
                        <a:pt x="83" y="3"/>
                        <a:pt x="80" y="2"/>
                      </a:cubicBezTo>
                      <a:cubicBezTo>
                        <a:pt x="78" y="2"/>
                        <a:pt x="77" y="1"/>
                        <a:pt x="75" y="1"/>
                      </a:cubicBezTo>
                      <a:cubicBezTo>
                        <a:pt x="75" y="0"/>
                        <a:pt x="67" y="0"/>
                        <a:pt x="65" y="2"/>
                      </a:cubicBezTo>
                      <a:cubicBezTo>
                        <a:pt x="63" y="3"/>
                        <a:pt x="61" y="4"/>
                        <a:pt x="59" y="6"/>
                      </a:cubicBezTo>
                      <a:cubicBezTo>
                        <a:pt x="57" y="8"/>
                        <a:pt x="54" y="9"/>
                        <a:pt x="51" y="11"/>
                      </a:cubicBezTo>
                      <a:cubicBezTo>
                        <a:pt x="49" y="12"/>
                        <a:pt x="46" y="13"/>
                        <a:pt x="44" y="14"/>
                      </a:cubicBezTo>
                      <a:cubicBezTo>
                        <a:pt x="40" y="17"/>
                        <a:pt x="36" y="21"/>
                        <a:pt x="33" y="25"/>
                      </a:cubicBezTo>
                      <a:cubicBezTo>
                        <a:pt x="30" y="30"/>
                        <a:pt x="25" y="34"/>
                        <a:pt x="20" y="37"/>
                      </a:cubicBezTo>
                      <a:cubicBezTo>
                        <a:pt x="16" y="40"/>
                        <a:pt x="11" y="42"/>
                        <a:pt x="8" y="46"/>
                      </a:cubicBezTo>
                      <a:cubicBezTo>
                        <a:pt x="7" y="49"/>
                        <a:pt x="6" y="51"/>
                        <a:pt x="5" y="54"/>
                      </a:cubicBezTo>
                      <a:cubicBezTo>
                        <a:pt x="4" y="57"/>
                        <a:pt x="3" y="59"/>
                        <a:pt x="2" y="62"/>
                      </a:cubicBezTo>
                      <a:cubicBezTo>
                        <a:pt x="1" y="67"/>
                        <a:pt x="1" y="73"/>
                        <a:pt x="2" y="79"/>
                      </a:cubicBezTo>
                      <a:cubicBezTo>
                        <a:pt x="2" y="82"/>
                        <a:pt x="2" y="85"/>
                        <a:pt x="1" y="8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59" name="Freeform 374">
                  <a:extLst>
                    <a:ext uri="{FF2B5EF4-FFF2-40B4-BE49-F238E27FC236}">
                      <a16:creationId xmlns:a16="http://schemas.microsoft.com/office/drawing/2014/main" id="{E8DEC5AE-70E4-4867-A3F8-5C5E280EE6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40751" y="2620963"/>
                  <a:ext cx="82550" cy="195263"/>
                </a:xfrm>
                <a:custGeom>
                  <a:avLst/>
                  <a:gdLst>
                    <a:gd name="T0" fmla="*/ 1 w 21"/>
                    <a:gd name="T1" fmla="*/ 44 h 49"/>
                    <a:gd name="T2" fmla="*/ 1 w 21"/>
                    <a:gd name="T3" fmla="*/ 47 h 49"/>
                    <a:gd name="T4" fmla="*/ 4 w 21"/>
                    <a:gd name="T5" fmla="*/ 48 h 49"/>
                    <a:gd name="T6" fmla="*/ 9 w 21"/>
                    <a:gd name="T7" fmla="*/ 49 h 49"/>
                    <a:gd name="T8" fmla="*/ 13 w 21"/>
                    <a:gd name="T9" fmla="*/ 49 h 49"/>
                    <a:gd name="T10" fmla="*/ 18 w 21"/>
                    <a:gd name="T11" fmla="*/ 48 h 49"/>
                    <a:gd name="T12" fmla="*/ 19 w 21"/>
                    <a:gd name="T13" fmla="*/ 48 h 49"/>
                    <a:gd name="T14" fmla="*/ 21 w 21"/>
                    <a:gd name="T15" fmla="*/ 49 h 49"/>
                    <a:gd name="T16" fmla="*/ 21 w 21"/>
                    <a:gd name="T17" fmla="*/ 48 h 49"/>
                    <a:gd name="T18" fmla="*/ 20 w 21"/>
                    <a:gd name="T19" fmla="*/ 43 h 49"/>
                    <a:gd name="T20" fmla="*/ 20 w 21"/>
                    <a:gd name="T21" fmla="*/ 38 h 49"/>
                    <a:gd name="T22" fmla="*/ 20 w 21"/>
                    <a:gd name="T23" fmla="*/ 27 h 49"/>
                    <a:gd name="T24" fmla="*/ 20 w 21"/>
                    <a:gd name="T25" fmla="*/ 21 h 49"/>
                    <a:gd name="T26" fmla="*/ 20 w 21"/>
                    <a:gd name="T27" fmla="*/ 16 h 49"/>
                    <a:gd name="T28" fmla="*/ 20 w 21"/>
                    <a:gd name="T29" fmla="*/ 4 h 49"/>
                    <a:gd name="T30" fmla="*/ 20 w 21"/>
                    <a:gd name="T31" fmla="*/ 4 h 49"/>
                    <a:gd name="T32" fmla="*/ 19 w 21"/>
                    <a:gd name="T33" fmla="*/ 3 h 49"/>
                    <a:gd name="T34" fmla="*/ 16 w 21"/>
                    <a:gd name="T35" fmla="*/ 2 h 49"/>
                    <a:gd name="T36" fmla="*/ 12 w 21"/>
                    <a:gd name="T37" fmla="*/ 0 h 49"/>
                    <a:gd name="T38" fmla="*/ 8 w 21"/>
                    <a:gd name="T39" fmla="*/ 1 h 49"/>
                    <a:gd name="T40" fmla="*/ 4 w 21"/>
                    <a:gd name="T41" fmla="*/ 1 h 49"/>
                    <a:gd name="T42" fmla="*/ 3 w 21"/>
                    <a:gd name="T43" fmla="*/ 3 h 49"/>
                    <a:gd name="T44" fmla="*/ 3 w 21"/>
                    <a:gd name="T45" fmla="*/ 17 h 49"/>
                    <a:gd name="T46" fmla="*/ 2 w 21"/>
                    <a:gd name="T47" fmla="*/ 24 h 49"/>
                    <a:gd name="T48" fmla="*/ 2 w 21"/>
                    <a:gd name="T49" fmla="*/ 31 h 49"/>
                    <a:gd name="T50" fmla="*/ 1 w 21"/>
                    <a:gd name="T51" fmla="*/ 38 h 49"/>
                    <a:gd name="T52" fmla="*/ 1 w 21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9">
                      <a:moveTo>
                        <a:pt x="1" y="44"/>
                      </a:moveTo>
                      <a:cubicBezTo>
                        <a:pt x="0" y="45"/>
                        <a:pt x="0" y="47"/>
                        <a:pt x="1" y="47"/>
                      </a:cubicBezTo>
                      <a:cubicBezTo>
                        <a:pt x="2" y="48"/>
                        <a:pt x="3" y="48"/>
                        <a:pt x="4" y="48"/>
                      </a:cubicBezTo>
                      <a:cubicBezTo>
                        <a:pt x="6" y="49"/>
                        <a:pt x="7" y="49"/>
                        <a:pt x="9" y="49"/>
                      </a:cubicBezTo>
                      <a:cubicBezTo>
                        <a:pt x="10" y="49"/>
                        <a:pt x="12" y="49"/>
                        <a:pt x="13" y="49"/>
                      </a:cubicBezTo>
                      <a:cubicBezTo>
                        <a:pt x="15" y="49"/>
                        <a:pt x="16" y="48"/>
                        <a:pt x="18" y="48"/>
                      </a:cubicBezTo>
                      <a:cubicBezTo>
                        <a:pt x="18" y="48"/>
                        <a:pt x="19" y="48"/>
                        <a:pt x="19" y="48"/>
                      </a:cubicBezTo>
                      <a:cubicBezTo>
                        <a:pt x="20" y="48"/>
                        <a:pt x="20" y="49"/>
                        <a:pt x="21" y="49"/>
                      </a:cubicBezTo>
                      <a:cubicBezTo>
                        <a:pt x="21" y="49"/>
                        <a:pt x="21" y="48"/>
                        <a:pt x="21" y="48"/>
                      </a:cubicBezTo>
                      <a:cubicBezTo>
                        <a:pt x="21" y="46"/>
                        <a:pt x="21" y="45"/>
                        <a:pt x="20" y="43"/>
                      </a:cubicBezTo>
                      <a:cubicBezTo>
                        <a:pt x="20" y="42"/>
                        <a:pt x="20" y="40"/>
                        <a:pt x="20" y="38"/>
                      </a:cubicBezTo>
                      <a:cubicBezTo>
                        <a:pt x="20" y="34"/>
                        <a:pt x="20" y="30"/>
                        <a:pt x="20" y="27"/>
                      </a:cubicBezTo>
                      <a:cubicBezTo>
                        <a:pt x="20" y="25"/>
                        <a:pt x="20" y="23"/>
                        <a:pt x="20" y="21"/>
                      </a:cubicBezTo>
                      <a:cubicBezTo>
                        <a:pt x="20" y="19"/>
                        <a:pt x="20" y="17"/>
                        <a:pt x="20" y="16"/>
                      </a:cubicBezTo>
                      <a:cubicBezTo>
                        <a:pt x="20" y="12"/>
                        <a:pt x="19" y="8"/>
                        <a:pt x="20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4"/>
                        <a:pt x="20" y="3"/>
                        <a:pt x="19" y="3"/>
                      </a:cubicBezTo>
                      <a:cubicBezTo>
                        <a:pt x="18" y="2"/>
                        <a:pt x="17" y="2"/>
                        <a:pt x="16" y="2"/>
                      </a:cubicBezTo>
                      <a:cubicBezTo>
                        <a:pt x="15" y="2"/>
                        <a:pt x="13" y="1"/>
                        <a:pt x="12" y="0"/>
                      </a:cubicBezTo>
                      <a:cubicBezTo>
                        <a:pt x="11" y="0"/>
                        <a:pt x="9" y="0"/>
                        <a:pt x="8" y="1"/>
                      </a:cubicBezTo>
                      <a:cubicBezTo>
                        <a:pt x="7" y="1"/>
                        <a:pt x="5" y="1"/>
                        <a:pt x="4" y="1"/>
                      </a:cubicBezTo>
                      <a:cubicBezTo>
                        <a:pt x="3" y="1"/>
                        <a:pt x="3" y="2"/>
                        <a:pt x="3" y="3"/>
                      </a:cubicBezTo>
                      <a:cubicBezTo>
                        <a:pt x="3" y="8"/>
                        <a:pt x="3" y="13"/>
                        <a:pt x="3" y="17"/>
                      </a:cubicBezTo>
                      <a:cubicBezTo>
                        <a:pt x="3" y="20"/>
                        <a:pt x="3" y="22"/>
                        <a:pt x="2" y="24"/>
                      </a:cubicBezTo>
                      <a:cubicBezTo>
                        <a:pt x="2" y="27"/>
                        <a:pt x="2" y="29"/>
                        <a:pt x="2" y="31"/>
                      </a:cubicBezTo>
                      <a:cubicBezTo>
                        <a:pt x="2" y="33"/>
                        <a:pt x="2" y="36"/>
                        <a:pt x="1" y="38"/>
                      </a:cubicBezTo>
                      <a:cubicBezTo>
                        <a:pt x="1" y="40"/>
                        <a:pt x="1" y="42"/>
                        <a:pt x="1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60" name="Freeform 375">
                  <a:extLst>
                    <a:ext uri="{FF2B5EF4-FFF2-40B4-BE49-F238E27FC236}">
                      <a16:creationId xmlns:a16="http://schemas.microsoft.com/office/drawing/2014/main" id="{7E5EA31E-8838-4280-B441-F91C6F7486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40751" y="2620963"/>
                  <a:ext cx="82550" cy="195263"/>
                </a:xfrm>
                <a:custGeom>
                  <a:avLst/>
                  <a:gdLst>
                    <a:gd name="T0" fmla="*/ 1 w 21"/>
                    <a:gd name="T1" fmla="*/ 44 h 49"/>
                    <a:gd name="T2" fmla="*/ 1 w 21"/>
                    <a:gd name="T3" fmla="*/ 47 h 49"/>
                    <a:gd name="T4" fmla="*/ 4 w 21"/>
                    <a:gd name="T5" fmla="*/ 48 h 49"/>
                    <a:gd name="T6" fmla="*/ 9 w 21"/>
                    <a:gd name="T7" fmla="*/ 49 h 49"/>
                    <a:gd name="T8" fmla="*/ 13 w 21"/>
                    <a:gd name="T9" fmla="*/ 49 h 49"/>
                    <a:gd name="T10" fmla="*/ 18 w 21"/>
                    <a:gd name="T11" fmla="*/ 48 h 49"/>
                    <a:gd name="T12" fmla="*/ 19 w 21"/>
                    <a:gd name="T13" fmla="*/ 48 h 49"/>
                    <a:gd name="T14" fmla="*/ 21 w 21"/>
                    <a:gd name="T15" fmla="*/ 49 h 49"/>
                    <a:gd name="T16" fmla="*/ 21 w 21"/>
                    <a:gd name="T17" fmla="*/ 48 h 49"/>
                    <a:gd name="T18" fmla="*/ 20 w 21"/>
                    <a:gd name="T19" fmla="*/ 43 h 49"/>
                    <a:gd name="T20" fmla="*/ 20 w 21"/>
                    <a:gd name="T21" fmla="*/ 38 h 49"/>
                    <a:gd name="T22" fmla="*/ 20 w 21"/>
                    <a:gd name="T23" fmla="*/ 27 h 49"/>
                    <a:gd name="T24" fmla="*/ 20 w 21"/>
                    <a:gd name="T25" fmla="*/ 21 h 49"/>
                    <a:gd name="T26" fmla="*/ 20 w 21"/>
                    <a:gd name="T27" fmla="*/ 16 h 49"/>
                    <a:gd name="T28" fmla="*/ 20 w 21"/>
                    <a:gd name="T29" fmla="*/ 4 h 49"/>
                    <a:gd name="T30" fmla="*/ 20 w 21"/>
                    <a:gd name="T31" fmla="*/ 4 h 49"/>
                    <a:gd name="T32" fmla="*/ 19 w 21"/>
                    <a:gd name="T33" fmla="*/ 3 h 49"/>
                    <a:gd name="T34" fmla="*/ 16 w 21"/>
                    <a:gd name="T35" fmla="*/ 2 h 49"/>
                    <a:gd name="T36" fmla="*/ 12 w 21"/>
                    <a:gd name="T37" fmla="*/ 0 h 49"/>
                    <a:gd name="T38" fmla="*/ 8 w 21"/>
                    <a:gd name="T39" fmla="*/ 1 h 49"/>
                    <a:gd name="T40" fmla="*/ 4 w 21"/>
                    <a:gd name="T41" fmla="*/ 1 h 49"/>
                    <a:gd name="T42" fmla="*/ 3 w 21"/>
                    <a:gd name="T43" fmla="*/ 3 h 49"/>
                    <a:gd name="T44" fmla="*/ 3 w 21"/>
                    <a:gd name="T45" fmla="*/ 17 h 49"/>
                    <a:gd name="T46" fmla="*/ 2 w 21"/>
                    <a:gd name="T47" fmla="*/ 24 h 49"/>
                    <a:gd name="T48" fmla="*/ 2 w 21"/>
                    <a:gd name="T49" fmla="*/ 31 h 49"/>
                    <a:gd name="T50" fmla="*/ 1 w 21"/>
                    <a:gd name="T51" fmla="*/ 38 h 49"/>
                    <a:gd name="T52" fmla="*/ 1 w 21"/>
                    <a:gd name="T53" fmla="*/ 44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1" h="49">
                      <a:moveTo>
                        <a:pt x="1" y="44"/>
                      </a:moveTo>
                      <a:cubicBezTo>
                        <a:pt x="0" y="45"/>
                        <a:pt x="0" y="47"/>
                        <a:pt x="1" y="47"/>
                      </a:cubicBezTo>
                      <a:cubicBezTo>
                        <a:pt x="2" y="48"/>
                        <a:pt x="3" y="48"/>
                        <a:pt x="4" y="48"/>
                      </a:cubicBezTo>
                      <a:cubicBezTo>
                        <a:pt x="6" y="49"/>
                        <a:pt x="7" y="49"/>
                        <a:pt x="9" y="49"/>
                      </a:cubicBezTo>
                      <a:cubicBezTo>
                        <a:pt x="10" y="49"/>
                        <a:pt x="12" y="49"/>
                        <a:pt x="13" y="49"/>
                      </a:cubicBezTo>
                      <a:cubicBezTo>
                        <a:pt x="15" y="49"/>
                        <a:pt x="16" y="48"/>
                        <a:pt x="18" y="48"/>
                      </a:cubicBezTo>
                      <a:cubicBezTo>
                        <a:pt x="18" y="48"/>
                        <a:pt x="19" y="48"/>
                        <a:pt x="19" y="48"/>
                      </a:cubicBezTo>
                      <a:cubicBezTo>
                        <a:pt x="20" y="48"/>
                        <a:pt x="20" y="49"/>
                        <a:pt x="21" y="49"/>
                      </a:cubicBezTo>
                      <a:cubicBezTo>
                        <a:pt x="21" y="49"/>
                        <a:pt x="21" y="48"/>
                        <a:pt x="21" y="48"/>
                      </a:cubicBezTo>
                      <a:cubicBezTo>
                        <a:pt x="21" y="46"/>
                        <a:pt x="21" y="45"/>
                        <a:pt x="20" y="43"/>
                      </a:cubicBezTo>
                      <a:cubicBezTo>
                        <a:pt x="20" y="42"/>
                        <a:pt x="20" y="40"/>
                        <a:pt x="20" y="38"/>
                      </a:cubicBezTo>
                      <a:cubicBezTo>
                        <a:pt x="20" y="34"/>
                        <a:pt x="20" y="30"/>
                        <a:pt x="20" y="27"/>
                      </a:cubicBezTo>
                      <a:cubicBezTo>
                        <a:pt x="20" y="25"/>
                        <a:pt x="20" y="23"/>
                        <a:pt x="20" y="21"/>
                      </a:cubicBezTo>
                      <a:cubicBezTo>
                        <a:pt x="20" y="19"/>
                        <a:pt x="20" y="17"/>
                        <a:pt x="20" y="16"/>
                      </a:cubicBezTo>
                      <a:cubicBezTo>
                        <a:pt x="20" y="12"/>
                        <a:pt x="19" y="8"/>
                        <a:pt x="20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4"/>
                        <a:pt x="20" y="3"/>
                        <a:pt x="19" y="3"/>
                      </a:cubicBezTo>
                      <a:cubicBezTo>
                        <a:pt x="18" y="2"/>
                        <a:pt x="17" y="2"/>
                        <a:pt x="16" y="2"/>
                      </a:cubicBezTo>
                      <a:cubicBezTo>
                        <a:pt x="15" y="2"/>
                        <a:pt x="13" y="1"/>
                        <a:pt x="12" y="0"/>
                      </a:cubicBezTo>
                      <a:cubicBezTo>
                        <a:pt x="11" y="0"/>
                        <a:pt x="9" y="0"/>
                        <a:pt x="8" y="1"/>
                      </a:cubicBezTo>
                      <a:cubicBezTo>
                        <a:pt x="7" y="1"/>
                        <a:pt x="5" y="1"/>
                        <a:pt x="4" y="1"/>
                      </a:cubicBezTo>
                      <a:cubicBezTo>
                        <a:pt x="3" y="1"/>
                        <a:pt x="3" y="2"/>
                        <a:pt x="3" y="3"/>
                      </a:cubicBezTo>
                      <a:cubicBezTo>
                        <a:pt x="3" y="8"/>
                        <a:pt x="3" y="13"/>
                        <a:pt x="3" y="17"/>
                      </a:cubicBezTo>
                      <a:cubicBezTo>
                        <a:pt x="3" y="20"/>
                        <a:pt x="3" y="22"/>
                        <a:pt x="2" y="24"/>
                      </a:cubicBezTo>
                      <a:cubicBezTo>
                        <a:pt x="2" y="27"/>
                        <a:pt x="2" y="29"/>
                        <a:pt x="2" y="31"/>
                      </a:cubicBezTo>
                      <a:cubicBezTo>
                        <a:pt x="2" y="33"/>
                        <a:pt x="2" y="36"/>
                        <a:pt x="1" y="38"/>
                      </a:cubicBezTo>
                      <a:cubicBezTo>
                        <a:pt x="1" y="40"/>
                        <a:pt x="1" y="42"/>
                        <a:pt x="1" y="4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61" name="Freeform 376">
                  <a:extLst>
                    <a:ext uri="{FF2B5EF4-FFF2-40B4-BE49-F238E27FC236}">
                      <a16:creationId xmlns:a16="http://schemas.microsoft.com/office/drawing/2014/main" id="{38FD1C78-83A9-432D-B089-F270E299F6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26438" y="2173288"/>
                  <a:ext cx="504825" cy="495300"/>
                </a:xfrm>
                <a:custGeom>
                  <a:avLst/>
                  <a:gdLst>
                    <a:gd name="T0" fmla="*/ 1 w 127"/>
                    <a:gd name="T1" fmla="*/ 88 h 125"/>
                    <a:gd name="T2" fmla="*/ 1 w 127"/>
                    <a:gd name="T3" fmla="*/ 95 h 125"/>
                    <a:gd name="T4" fmla="*/ 11 w 127"/>
                    <a:gd name="T5" fmla="*/ 108 h 125"/>
                    <a:gd name="T6" fmla="*/ 19 w 127"/>
                    <a:gd name="T7" fmla="*/ 115 h 125"/>
                    <a:gd name="T8" fmla="*/ 24 w 127"/>
                    <a:gd name="T9" fmla="*/ 120 h 125"/>
                    <a:gd name="T10" fmla="*/ 31 w 127"/>
                    <a:gd name="T11" fmla="*/ 122 h 125"/>
                    <a:gd name="T12" fmla="*/ 39 w 127"/>
                    <a:gd name="T13" fmla="*/ 123 h 125"/>
                    <a:gd name="T14" fmla="*/ 44 w 127"/>
                    <a:gd name="T15" fmla="*/ 122 h 125"/>
                    <a:gd name="T16" fmla="*/ 48 w 127"/>
                    <a:gd name="T17" fmla="*/ 123 h 125"/>
                    <a:gd name="T18" fmla="*/ 57 w 127"/>
                    <a:gd name="T19" fmla="*/ 123 h 125"/>
                    <a:gd name="T20" fmla="*/ 76 w 127"/>
                    <a:gd name="T21" fmla="*/ 124 h 125"/>
                    <a:gd name="T22" fmla="*/ 81 w 127"/>
                    <a:gd name="T23" fmla="*/ 123 h 125"/>
                    <a:gd name="T24" fmla="*/ 84 w 127"/>
                    <a:gd name="T25" fmla="*/ 121 h 125"/>
                    <a:gd name="T26" fmla="*/ 94 w 127"/>
                    <a:gd name="T27" fmla="*/ 119 h 125"/>
                    <a:gd name="T28" fmla="*/ 104 w 127"/>
                    <a:gd name="T29" fmla="*/ 119 h 125"/>
                    <a:gd name="T30" fmla="*/ 112 w 127"/>
                    <a:gd name="T31" fmla="*/ 118 h 125"/>
                    <a:gd name="T32" fmla="*/ 121 w 127"/>
                    <a:gd name="T33" fmla="*/ 116 h 125"/>
                    <a:gd name="T34" fmla="*/ 125 w 127"/>
                    <a:gd name="T35" fmla="*/ 110 h 125"/>
                    <a:gd name="T36" fmla="*/ 126 w 127"/>
                    <a:gd name="T37" fmla="*/ 102 h 125"/>
                    <a:gd name="T38" fmla="*/ 124 w 127"/>
                    <a:gd name="T39" fmla="*/ 93 h 125"/>
                    <a:gd name="T40" fmla="*/ 121 w 127"/>
                    <a:gd name="T41" fmla="*/ 85 h 125"/>
                    <a:gd name="T42" fmla="*/ 123 w 127"/>
                    <a:gd name="T43" fmla="*/ 76 h 125"/>
                    <a:gd name="T44" fmla="*/ 125 w 127"/>
                    <a:gd name="T45" fmla="*/ 72 h 125"/>
                    <a:gd name="T46" fmla="*/ 125 w 127"/>
                    <a:gd name="T47" fmla="*/ 68 h 125"/>
                    <a:gd name="T48" fmla="*/ 124 w 127"/>
                    <a:gd name="T49" fmla="*/ 64 h 125"/>
                    <a:gd name="T50" fmla="*/ 125 w 127"/>
                    <a:gd name="T51" fmla="*/ 59 h 125"/>
                    <a:gd name="T52" fmla="*/ 121 w 127"/>
                    <a:gd name="T53" fmla="*/ 51 h 125"/>
                    <a:gd name="T54" fmla="*/ 116 w 127"/>
                    <a:gd name="T55" fmla="*/ 45 h 125"/>
                    <a:gd name="T56" fmla="*/ 112 w 127"/>
                    <a:gd name="T57" fmla="*/ 42 h 125"/>
                    <a:gd name="T58" fmla="*/ 110 w 127"/>
                    <a:gd name="T59" fmla="*/ 37 h 125"/>
                    <a:gd name="T60" fmla="*/ 109 w 127"/>
                    <a:gd name="T61" fmla="*/ 34 h 125"/>
                    <a:gd name="T62" fmla="*/ 107 w 127"/>
                    <a:gd name="T63" fmla="*/ 31 h 125"/>
                    <a:gd name="T64" fmla="*/ 106 w 127"/>
                    <a:gd name="T65" fmla="*/ 26 h 125"/>
                    <a:gd name="T66" fmla="*/ 104 w 127"/>
                    <a:gd name="T67" fmla="*/ 22 h 125"/>
                    <a:gd name="T68" fmla="*/ 100 w 127"/>
                    <a:gd name="T69" fmla="*/ 17 h 125"/>
                    <a:gd name="T70" fmla="*/ 96 w 127"/>
                    <a:gd name="T71" fmla="*/ 14 h 125"/>
                    <a:gd name="T72" fmla="*/ 93 w 127"/>
                    <a:gd name="T73" fmla="*/ 11 h 125"/>
                    <a:gd name="T74" fmla="*/ 90 w 127"/>
                    <a:gd name="T75" fmla="*/ 7 h 125"/>
                    <a:gd name="T76" fmla="*/ 88 w 127"/>
                    <a:gd name="T77" fmla="*/ 4 h 125"/>
                    <a:gd name="T78" fmla="*/ 80 w 127"/>
                    <a:gd name="T79" fmla="*/ 2 h 125"/>
                    <a:gd name="T80" fmla="*/ 76 w 127"/>
                    <a:gd name="T81" fmla="*/ 0 h 125"/>
                    <a:gd name="T82" fmla="*/ 65 w 127"/>
                    <a:gd name="T83" fmla="*/ 1 h 125"/>
                    <a:gd name="T84" fmla="*/ 59 w 127"/>
                    <a:gd name="T85" fmla="*/ 5 h 125"/>
                    <a:gd name="T86" fmla="*/ 51 w 127"/>
                    <a:gd name="T87" fmla="*/ 10 h 125"/>
                    <a:gd name="T88" fmla="*/ 44 w 127"/>
                    <a:gd name="T89" fmla="*/ 14 h 125"/>
                    <a:gd name="T90" fmla="*/ 34 w 127"/>
                    <a:gd name="T91" fmla="*/ 25 h 125"/>
                    <a:gd name="T92" fmla="*/ 20 w 127"/>
                    <a:gd name="T93" fmla="*/ 37 h 125"/>
                    <a:gd name="T94" fmla="*/ 8 w 127"/>
                    <a:gd name="T95" fmla="*/ 46 h 125"/>
                    <a:gd name="T96" fmla="*/ 5 w 127"/>
                    <a:gd name="T97" fmla="*/ 53 h 125"/>
                    <a:gd name="T98" fmla="*/ 2 w 127"/>
                    <a:gd name="T99" fmla="*/ 61 h 125"/>
                    <a:gd name="T100" fmla="*/ 2 w 127"/>
                    <a:gd name="T101" fmla="*/ 78 h 125"/>
                    <a:gd name="T102" fmla="*/ 1 w 127"/>
                    <a:gd name="T103" fmla="*/ 88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7" h="125">
                      <a:moveTo>
                        <a:pt x="1" y="88"/>
                      </a:moveTo>
                      <a:cubicBezTo>
                        <a:pt x="0" y="90"/>
                        <a:pt x="0" y="92"/>
                        <a:pt x="1" y="95"/>
                      </a:cubicBezTo>
                      <a:cubicBezTo>
                        <a:pt x="3" y="100"/>
                        <a:pt x="7" y="104"/>
                        <a:pt x="11" y="108"/>
                      </a:cubicBezTo>
                      <a:cubicBezTo>
                        <a:pt x="14" y="110"/>
                        <a:pt x="17" y="112"/>
                        <a:pt x="19" y="115"/>
                      </a:cubicBezTo>
                      <a:cubicBezTo>
                        <a:pt x="20" y="117"/>
                        <a:pt x="21" y="119"/>
                        <a:pt x="24" y="120"/>
                      </a:cubicBezTo>
                      <a:cubicBezTo>
                        <a:pt x="26" y="121"/>
                        <a:pt x="28" y="122"/>
                        <a:pt x="31" y="122"/>
                      </a:cubicBezTo>
                      <a:cubicBezTo>
                        <a:pt x="33" y="122"/>
                        <a:pt x="36" y="124"/>
                        <a:pt x="39" y="123"/>
                      </a:cubicBezTo>
                      <a:cubicBezTo>
                        <a:pt x="40" y="123"/>
                        <a:pt x="42" y="122"/>
                        <a:pt x="44" y="122"/>
                      </a:cubicBezTo>
                      <a:cubicBezTo>
                        <a:pt x="45" y="122"/>
                        <a:pt x="47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4" y="123"/>
                        <a:pt x="70" y="125"/>
                        <a:pt x="76" y="124"/>
                      </a:cubicBezTo>
                      <a:cubicBezTo>
                        <a:pt x="78" y="124"/>
                        <a:pt x="79" y="124"/>
                        <a:pt x="81" y="123"/>
                      </a:cubicBezTo>
                      <a:cubicBezTo>
                        <a:pt x="82" y="122"/>
                        <a:pt x="83" y="122"/>
                        <a:pt x="84" y="121"/>
                      </a:cubicBezTo>
                      <a:cubicBezTo>
                        <a:pt x="87" y="119"/>
                        <a:pt x="90" y="119"/>
                        <a:pt x="94" y="119"/>
                      </a:cubicBezTo>
                      <a:cubicBezTo>
                        <a:pt x="97" y="119"/>
                        <a:pt x="100" y="119"/>
                        <a:pt x="104" y="119"/>
                      </a:cubicBezTo>
                      <a:cubicBezTo>
                        <a:pt x="106" y="119"/>
                        <a:pt x="110" y="119"/>
                        <a:pt x="112" y="118"/>
                      </a:cubicBezTo>
                      <a:cubicBezTo>
                        <a:pt x="115" y="118"/>
                        <a:pt x="118" y="117"/>
                        <a:pt x="121" y="116"/>
                      </a:cubicBezTo>
                      <a:cubicBezTo>
                        <a:pt x="123" y="114"/>
                        <a:pt x="124" y="113"/>
                        <a:pt x="125" y="110"/>
                      </a:cubicBezTo>
                      <a:cubicBezTo>
                        <a:pt x="127" y="108"/>
                        <a:pt x="127" y="105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1" y="88"/>
                        <a:pt x="121" y="85"/>
                      </a:cubicBezTo>
                      <a:cubicBezTo>
                        <a:pt x="121" y="81"/>
                        <a:pt x="122" y="79"/>
                        <a:pt x="123" y="76"/>
                      </a:cubicBezTo>
                      <a:cubicBezTo>
                        <a:pt x="124" y="75"/>
                        <a:pt x="125" y="74"/>
                        <a:pt x="125" y="72"/>
                      </a:cubicBezTo>
                      <a:cubicBezTo>
                        <a:pt x="125" y="71"/>
                        <a:pt x="125" y="69"/>
                        <a:pt x="125" y="68"/>
                      </a:cubicBezTo>
                      <a:cubicBezTo>
                        <a:pt x="125" y="66"/>
                        <a:pt x="124" y="65"/>
                        <a:pt x="124" y="64"/>
                      </a:cubicBezTo>
                      <a:cubicBezTo>
                        <a:pt x="125" y="62"/>
                        <a:pt x="125" y="61"/>
                        <a:pt x="125" y="59"/>
                      </a:cubicBezTo>
                      <a:cubicBezTo>
                        <a:pt x="124" y="56"/>
                        <a:pt x="123" y="53"/>
                        <a:pt x="121" y="51"/>
                      </a:cubicBezTo>
                      <a:cubicBezTo>
                        <a:pt x="120" y="49"/>
                        <a:pt x="118" y="47"/>
                        <a:pt x="116" y="45"/>
                      </a:cubicBezTo>
                      <a:cubicBezTo>
                        <a:pt x="114" y="44"/>
                        <a:pt x="113" y="43"/>
                        <a:pt x="112" y="42"/>
                      </a:cubicBezTo>
                      <a:cubicBezTo>
                        <a:pt x="111" y="40"/>
                        <a:pt x="111" y="39"/>
                        <a:pt x="110" y="37"/>
                      </a:cubicBezTo>
                      <a:cubicBezTo>
                        <a:pt x="110" y="36"/>
                        <a:pt x="109" y="35"/>
                        <a:pt x="109" y="34"/>
                      </a:cubicBezTo>
                      <a:cubicBezTo>
                        <a:pt x="108" y="33"/>
                        <a:pt x="107" y="32"/>
                        <a:pt x="107" y="31"/>
                      </a:cubicBezTo>
                      <a:cubicBezTo>
                        <a:pt x="106" y="29"/>
                        <a:pt x="107" y="27"/>
                        <a:pt x="106" y="26"/>
                      </a:cubicBezTo>
                      <a:cubicBezTo>
                        <a:pt x="106" y="25"/>
                        <a:pt x="105" y="23"/>
                        <a:pt x="104" y="22"/>
                      </a:cubicBezTo>
                      <a:cubicBezTo>
                        <a:pt x="103" y="20"/>
                        <a:pt x="102" y="18"/>
                        <a:pt x="100" y="17"/>
                      </a:cubicBezTo>
                      <a:cubicBezTo>
                        <a:pt x="98" y="16"/>
                        <a:pt x="97" y="15"/>
                        <a:pt x="96" y="14"/>
                      </a:cubicBezTo>
                      <a:cubicBezTo>
                        <a:pt x="95" y="13"/>
                        <a:pt x="94" y="12"/>
                        <a:pt x="93" y="11"/>
                      </a:cubicBezTo>
                      <a:cubicBezTo>
                        <a:pt x="92" y="9"/>
                        <a:pt x="91" y="8"/>
                        <a:pt x="90" y="7"/>
                      </a:cubicBezTo>
                      <a:cubicBezTo>
                        <a:pt x="90" y="6"/>
                        <a:pt x="89" y="5"/>
                        <a:pt x="88" y="4"/>
                      </a:cubicBezTo>
                      <a:cubicBezTo>
                        <a:pt x="86" y="3"/>
                        <a:pt x="83" y="2"/>
                        <a:pt x="80" y="2"/>
                      </a:cubicBezTo>
                      <a:cubicBezTo>
                        <a:pt x="78" y="1"/>
                        <a:pt x="77" y="1"/>
                        <a:pt x="76" y="0"/>
                      </a:cubicBezTo>
                      <a:cubicBezTo>
                        <a:pt x="75" y="0"/>
                        <a:pt x="68" y="0"/>
                        <a:pt x="65" y="1"/>
                      </a:cubicBezTo>
                      <a:cubicBezTo>
                        <a:pt x="63" y="2"/>
                        <a:pt x="61" y="4"/>
                        <a:pt x="59" y="5"/>
                      </a:cubicBezTo>
                      <a:cubicBezTo>
                        <a:pt x="57" y="7"/>
                        <a:pt x="54" y="9"/>
                        <a:pt x="51" y="10"/>
                      </a:cubicBezTo>
                      <a:cubicBezTo>
                        <a:pt x="49" y="11"/>
                        <a:pt x="47" y="12"/>
                        <a:pt x="44" y="14"/>
                      </a:cubicBezTo>
                      <a:cubicBezTo>
                        <a:pt x="40" y="17"/>
                        <a:pt x="37" y="21"/>
                        <a:pt x="34" y="25"/>
                      </a:cubicBezTo>
                      <a:cubicBezTo>
                        <a:pt x="30" y="30"/>
                        <a:pt x="25" y="33"/>
                        <a:pt x="20" y="37"/>
                      </a:cubicBezTo>
                      <a:cubicBezTo>
                        <a:pt x="16" y="40"/>
                        <a:pt x="11" y="42"/>
                        <a:pt x="8" y="46"/>
                      </a:cubicBezTo>
                      <a:cubicBezTo>
                        <a:pt x="7" y="48"/>
                        <a:pt x="6" y="51"/>
                        <a:pt x="5" y="53"/>
                      </a:cubicBezTo>
                      <a:cubicBezTo>
                        <a:pt x="4" y="56"/>
                        <a:pt x="3" y="59"/>
                        <a:pt x="2" y="61"/>
                      </a:cubicBezTo>
                      <a:cubicBezTo>
                        <a:pt x="1" y="67"/>
                        <a:pt x="1" y="73"/>
                        <a:pt x="2" y="78"/>
                      </a:cubicBezTo>
                      <a:cubicBezTo>
                        <a:pt x="2" y="81"/>
                        <a:pt x="2" y="85"/>
                        <a:pt x="1" y="8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62" name="Freeform 377">
                  <a:extLst>
                    <a:ext uri="{FF2B5EF4-FFF2-40B4-BE49-F238E27FC236}">
                      <a16:creationId xmlns:a16="http://schemas.microsoft.com/office/drawing/2014/main" id="{58B6FDAE-D085-486F-96F0-F10836828C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26438" y="2173288"/>
                  <a:ext cx="504825" cy="495300"/>
                </a:xfrm>
                <a:custGeom>
                  <a:avLst/>
                  <a:gdLst>
                    <a:gd name="T0" fmla="*/ 1 w 127"/>
                    <a:gd name="T1" fmla="*/ 88 h 125"/>
                    <a:gd name="T2" fmla="*/ 1 w 127"/>
                    <a:gd name="T3" fmla="*/ 95 h 125"/>
                    <a:gd name="T4" fmla="*/ 11 w 127"/>
                    <a:gd name="T5" fmla="*/ 108 h 125"/>
                    <a:gd name="T6" fmla="*/ 19 w 127"/>
                    <a:gd name="T7" fmla="*/ 115 h 125"/>
                    <a:gd name="T8" fmla="*/ 24 w 127"/>
                    <a:gd name="T9" fmla="*/ 120 h 125"/>
                    <a:gd name="T10" fmla="*/ 31 w 127"/>
                    <a:gd name="T11" fmla="*/ 122 h 125"/>
                    <a:gd name="T12" fmla="*/ 39 w 127"/>
                    <a:gd name="T13" fmla="*/ 123 h 125"/>
                    <a:gd name="T14" fmla="*/ 44 w 127"/>
                    <a:gd name="T15" fmla="*/ 122 h 125"/>
                    <a:gd name="T16" fmla="*/ 48 w 127"/>
                    <a:gd name="T17" fmla="*/ 123 h 125"/>
                    <a:gd name="T18" fmla="*/ 57 w 127"/>
                    <a:gd name="T19" fmla="*/ 123 h 125"/>
                    <a:gd name="T20" fmla="*/ 76 w 127"/>
                    <a:gd name="T21" fmla="*/ 124 h 125"/>
                    <a:gd name="T22" fmla="*/ 81 w 127"/>
                    <a:gd name="T23" fmla="*/ 123 h 125"/>
                    <a:gd name="T24" fmla="*/ 84 w 127"/>
                    <a:gd name="T25" fmla="*/ 121 h 125"/>
                    <a:gd name="T26" fmla="*/ 94 w 127"/>
                    <a:gd name="T27" fmla="*/ 119 h 125"/>
                    <a:gd name="T28" fmla="*/ 104 w 127"/>
                    <a:gd name="T29" fmla="*/ 119 h 125"/>
                    <a:gd name="T30" fmla="*/ 112 w 127"/>
                    <a:gd name="T31" fmla="*/ 118 h 125"/>
                    <a:gd name="T32" fmla="*/ 121 w 127"/>
                    <a:gd name="T33" fmla="*/ 116 h 125"/>
                    <a:gd name="T34" fmla="*/ 125 w 127"/>
                    <a:gd name="T35" fmla="*/ 110 h 125"/>
                    <a:gd name="T36" fmla="*/ 126 w 127"/>
                    <a:gd name="T37" fmla="*/ 102 h 125"/>
                    <a:gd name="T38" fmla="*/ 124 w 127"/>
                    <a:gd name="T39" fmla="*/ 93 h 125"/>
                    <a:gd name="T40" fmla="*/ 121 w 127"/>
                    <a:gd name="T41" fmla="*/ 85 h 125"/>
                    <a:gd name="T42" fmla="*/ 123 w 127"/>
                    <a:gd name="T43" fmla="*/ 76 h 125"/>
                    <a:gd name="T44" fmla="*/ 125 w 127"/>
                    <a:gd name="T45" fmla="*/ 72 h 125"/>
                    <a:gd name="T46" fmla="*/ 125 w 127"/>
                    <a:gd name="T47" fmla="*/ 68 h 125"/>
                    <a:gd name="T48" fmla="*/ 124 w 127"/>
                    <a:gd name="T49" fmla="*/ 64 h 125"/>
                    <a:gd name="T50" fmla="*/ 125 w 127"/>
                    <a:gd name="T51" fmla="*/ 59 h 125"/>
                    <a:gd name="T52" fmla="*/ 121 w 127"/>
                    <a:gd name="T53" fmla="*/ 51 h 125"/>
                    <a:gd name="T54" fmla="*/ 116 w 127"/>
                    <a:gd name="T55" fmla="*/ 45 h 125"/>
                    <a:gd name="T56" fmla="*/ 112 w 127"/>
                    <a:gd name="T57" fmla="*/ 42 h 125"/>
                    <a:gd name="T58" fmla="*/ 110 w 127"/>
                    <a:gd name="T59" fmla="*/ 37 h 125"/>
                    <a:gd name="T60" fmla="*/ 109 w 127"/>
                    <a:gd name="T61" fmla="*/ 34 h 125"/>
                    <a:gd name="T62" fmla="*/ 107 w 127"/>
                    <a:gd name="T63" fmla="*/ 31 h 125"/>
                    <a:gd name="T64" fmla="*/ 106 w 127"/>
                    <a:gd name="T65" fmla="*/ 26 h 125"/>
                    <a:gd name="T66" fmla="*/ 104 w 127"/>
                    <a:gd name="T67" fmla="*/ 22 h 125"/>
                    <a:gd name="T68" fmla="*/ 100 w 127"/>
                    <a:gd name="T69" fmla="*/ 17 h 125"/>
                    <a:gd name="T70" fmla="*/ 96 w 127"/>
                    <a:gd name="T71" fmla="*/ 14 h 125"/>
                    <a:gd name="T72" fmla="*/ 93 w 127"/>
                    <a:gd name="T73" fmla="*/ 11 h 125"/>
                    <a:gd name="T74" fmla="*/ 90 w 127"/>
                    <a:gd name="T75" fmla="*/ 7 h 125"/>
                    <a:gd name="T76" fmla="*/ 88 w 127"/>
                    <a:gd name="T77" fmla="*/ 4 h 125"/>
                    <a:gd name="T78" fmla="*/ 80 w 127"/>
                    <a:gd name="T79" fmla="*/ 2 h 125"/>
                    <a:gd name="T80" fmla="*/ 76 w 127"/>
                    <a:gd name="T81" fmla="*/ 0 h 125"/>
                    <a:gd name="T82" fmla="*/ 65 w 127"/>
                    <a:gd name="T83" fmla="*/ 1 h 125"/>
                    <a:gd name="T84" fmla="*/ 59 w 127"/>
                    <a:gd name="T85" fmla="*/ 5 h 125"/>
                    <a:gd name="T86" fmla="*/ 51 w 127"/>
                    <a:gd name="T87" fmla="*/ 10 h 125"/>
                    <a:gd name="T88" fmla="*/ 44 w 127"/>
                    <a:gd name="T89" fmla="*/ 14 h 125"/>
                    <a:gd name="T90" fmla="*/ 34 w 127"/>
                    <a:gd name="T91" fmla="*/ 25 h 125"/>
                    <a:gd name="T92" fmla="*/ 20 w 127"/>
                    <a:gd name="T93" fmla="*/ 37 h 125"/>
                    <a:gd name="T94" fmla="*/ 8 w 127"/>
                    <a:gd name="T95" fmla="*/ 46 h 125"/>
                    <a:gd name="T96" fmla="*/ 5 w 127"/>
                    <a:gd name="T97" fmla="*/ 53 h 125"/>
                    <a:gd name="T98" fmla="*/ 2 w 127"/>
                    <a:gd name="T99" fmla="*/ 61 h 125"/>
                    <a:gd name="T100" fmla="*/ 2 w 127"/>
                    <a:gd name="T101" fmla="*/ 78 h 125"/>
                    <a:gd name="T102" fmla="*/ 1 w 127"/>
                    <a:gd name="T103" fmla="*/ 88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27" h="125">
                      <a:moveTo>
                        <a:pt x="1" y="88"/>
                      </a:moveTo>
                      <a:cubicBezTo>
                        <a:pt x="0" y="90"/>
                        <a:pt x="0" y="92"/>
                        <a:pt x="1" y="95"/>
                      </a:cubicBezTo>
                      <a:cubicBezTo>
                        <a:pt x="3" y="100"/>
                        <a:pt x="7" y="104"/>
                        <a:pt x="11" y="108"/>
                      </a:cubicBezTo>
                      <a:cubicBezTo>
                        <a:pt x="14" y="110"/>
                        <a:pt x="17" y="112"/>
                        <a:pt x="19" y="115"/>
                      </a:cubicBezTo>
                      <a:cubicBezTo>
                        <a:pt x="20" y="117"/>
                        <a:pt x="21" y="119"/>
                        <a:pt x="24" y="120"/>
                      </a:cubicBezTo>
                      <a:cubicBezTo>
                        <a:pt x="26" y="121"/>
                        <a:pt x="28" y="122"/>
                        <a:pt x="31" y="122"/>
                      </a:cubicBezTo>
                      <a:cubicBezTo>
                        <a:pt x="33" y="122"/>
                        <a:pt x="36" y="124"/>
                        <a:pt x="39" y="123"/>
                      </a:cubicBezTo>
                      <a:cubicBezTo>
                        <a:pt x="40" y="123"/>
                        <a:pt x="42" y="122"/>
                        <a:pt x="44" y="122"/>
                      </a:cubicBezTo>
                      <a:cubicBezTo>
                        <a:pt x="45" y="122"/>
                        <a:pt x="47" y="123"/>
                        <a:pt x="48" y="123"/>
                      </a:cubicBezTo>
                      <a:cubicBezTo>
                        <a:pt x="57" y="123"/>
                        <a:pt x="57" y="123"/>
                        <a:pt x="57" y="123"/>
                      </a:cubicBezTo>
                      <a:cubicBezTo>
                        <a:pt x="64" y="123"/>
                        <a:pt x="70" y="125"/>
                        <a:pt x="76" y="124"/>
                      </a:cubicBezTo>
                      <a:cubicBezTo>
                        <a:pt x="78" y="124"/>
                        <a:pt x="79" y="124"/>
                        <a:pt x="81" y="123"/>
                      </a:cubicBezTo>
                      <a:cubicBezTo>
                        <a:pt x="82" y="122"/>
                        <a:pt x="83" y="122"/>
                        <a:pt x="84" y="121"/>
                      </a:cubicBezTo>
                      <a:cubicBezTo>
                        <a:pt x="87" y="119"/>
                        <a:pt x="90" y="119"/>
                        <a:pt x="94" y="119"/>
                      </a:cubicBezTo>
                      <a:cubicBezTo>
                        <a:pt x="97" y="119"/>
                        <a:pt x="100" y="119"/>
                        <a:pt x="104" y="119"/>
                      </a:cubicBezTo>
                      <a:cubicBezTo>
                        <a:pt x="106" y="119"/>
                        <a:pt x="110" y="119"/>
                        <a:pt x="112" y="118"/>
                      </a:cubicBezTo>
                      <a:cubicBezTo>
                        <a:pt x="115" y="118"/>
                        <a:pt x="118" y="117"/>
                        <a:pt x="121" y="116"/>
                      </a:cubicBezTo>
                      <a:cubicBezTo>
                        <a:pt x="123" y="114"/>
                        <a:pt x="124" y="113"/>
                        <a:pt x="125" y="110"/>
                      </a:cubicBezTo>
                      <a:cubicBezTo>
                        <a:pt x="127" y="108"/>
                        <a:pt x="127" y="105"/>
                        <a:pt x="126" y="102"/>
                      </a:cubicBezTo>
                      <a:cubicBezTo>
                        <a:pt x="126" y="99"/>
                        <a:pt x="125" y="96"/>
                        <a:pt x="124" y="93"/>
                      </a:cubicBezTo>
                      <a:cubicBezTo>
                        <a:pt x="123" y="90"/>
                        <a:pt x="121" y="88"/>
                        <a:pt x="121" y="85"/>
                      </a:cubicBezTo>
                      <a:cubicBezTo>
                        <a:pt x="121" y="81"/>
                        <a:pt x="122" y="79"/>
                        <a:pt x="123" y="76"/>
                      </a:cubicBezTo>
                      <a:cubicBezTo>
                        <a:pt x="124" y="75"/>
                        <a:pt x="125" y="74"/>
                        <a:pt x="125" y="72"/>
                      </a:cubicBezTo>
                      <a:cubicBezTo>
                        <a:pt x="125" y="71"/>
                        <a:pt x="125" y="69"/>
                        <a:pt x="125" y="68"/>
                      </a:cubicBezTo>
                      <a:cubicBezTo>
                        <a:pt x="125" y="66"/>
                        <a:pt x="124" y="65"/>
                        <a:pt x="124" y="64"/>
                      </a:cubicBezTo>
                      <a:cubicBezTo>
                        <a:pt x="125" y="62"/>
                        <a:pt x="125" y="61"/>
                        <a:pt x="125" y="59"/>
                      </a:cubicBezTo>
                      <a:cubicBezTo>
                        <a:pt x="124" y="56"/>
                        <a:pt x="123" y="53"/>
                        <a:pt x="121" y="51"/>
                      </a:cubicBezTo>
                      <a:cubicBezTo>
                        <a:pt x="120" y="49"/>
                        <a:pt x="118" y="47"/>
                        <a:pt x="116" y="45"/>
                      </a:cubicBezTo>
                      <a:cubicBezTo>
                        <a:pt x="114" y="44"/>
                        <a:pt x="113" y="43"/>
                        <a:pt x="112" y="42"/>
                      </a:cubicBezTo>
                      <a:cubicBezTo>
                        <a:pt x="111" y="40"/>
                        <a:pt x="111" y="39"/>
                        <a:pt x="110" y="37"/>
                      </a:cubicBezTo>
                      <a:cubicBezTo>
                        <a:pt x="110" y="36"/>
                        <a:pt x="109" y="35"/>
                        <a:pt x="109" y="34"/>
                      </a:cubicBezTo>
                      <a:cubicBezTo>
                        <a:pt x="108" y="33"/>
                        <a:pt x="107" y="32"/>
                        <a:pt x="107" y="31"/>
                      </a:cubicBezTo>
                      <a:cubicBezTo>
                        <a:pt x="106" y="29"/>
                        <a:pt x="107" y="27"/>
                        <a:pt x="106" y="26"/>
                      </a:cubicBezTo>
                      <a:cubicBezTo>
                        <a:pt x="106" y="25"/>
                        <a:pt x="105" y="23"/>
                        <a:pt x="104" y="22"/>
                      </a:cubicBezTo>
                      <a:cubicBezTo>
                        <a:pt x="103" y="20"/>
                        <a:pt x="102" y="18"/>
                        <a:pt x="100" y="17"/>
                      </a:cubicBezTo>
                      <a:cubicBezTo>
                        <a:pt x="98" y="16"/>
                        <a:pt x="97" y="15"/>
                        <a:pt x="96" y="14"/>
                      </a:cubicBezTo>
                      <a:cubicBezTo>
                        <a:pt x="95" y="13"/>
                        <a:pt x="94" y="12"/>
                        <a:pt x="93" y="11"/>
                      </a:cubicBezTo>
                      <a:cubicBezTo>
                        <a:pt x="92" y="9"/>
                        <a:pt x="91" y="8"/>
                        <a:pt x="90" y="7"/>
                      </a:cubicBezTo>
                      <a:cubicBezTo>
                        <a:pt x="90" y="6"/>
                        <a:pt x="89" y="5"/>
                        <a:pt x="88" y="4"/>
                      </a:cubicBezTo>
                      <a:cubicBezTo>
                        <a:pt x="86" y="3"/>
                        <a:pt x="83" y="2"/>
                        <a:pt x="80" y="2"/>
                      </a:cubicBezTo>
                      <a:cubicBezTo>
                        <a:pt x="78" y="1"/>
                        <a:pt x="77" y="1"/>
                        <a:pt x="76" y="0"/>
                      </a:cubicBezTo>
                      <a:cubicBezTo>
                        <a:pt x="75" y="0"/>
                        <a:pt x="68" y="0"/>
                        <a:pt x="65" y="1"/>
                      </a:cubicBezTo>
                      <a:cubicBezTo>
                        <a:pt x="63" y="2"/>
                        <a:pt x="61" y="4"/>
                        <a:pt x="59" y="5"/>
                      </a:cubicBezTo>
                      <a:cubicBezTo>
                        <a:pt x="57" y="7"/>
                        <a:pt x="54" y="9"/>
                        <a:pt x="51" y="10"/>
                      </a:cubicBezTo>
                      <a:cubicBezTo>
                        <a:pt x="49" y="11"/>
                        <a:pt x="47" y="12"/>
                        <a:pt x="44" y="14"/>
                      </a:cubicBezTo>
                      <a:cubicBezTo>
                        <a:pt x="40" y="17"/>
                        <a:pt x="37" y="21"/>
                        <a:pt x="34" y="25"/>
                      </a:cubicBezTo>
                      <a:cubicBezTo>
                        <a:pt x="30" y="30"/>
                        <a:pt x="25" y="33"/>
                        <a:pt x="20" y="37"/>
                      </a:cubicBezTo>
                      <a:cubicBezTo>
                        <a:pt x="16" y="40"/>
                        <a:pt x="11" y="42"/>
                        <a:pt x="8" y="46"/>
                      </a:cubicBezTo>
                      <a:cubicBezTo>
                        <a:pt x="7" y="48"/>
                        <a:pt x="6" y="51"/>
                        <a:pt x="5" y="53"/>
                      </a:cubicBezTo>
                      <a:cubicBezTo>
                        <a:pt x="4" y="56"/>
                        <a:pt x="3" y="59"/>
                        <a:pt x="2" y="61"/>
                      </a:cubicBezTo>
                      <a:cubicBezTo>
                        <a:pt x="1" y="67"/>
                        <a:pt x="1" y="73"/>
                        <a:pt x="2" y="78"/>
                      </a:cubicBezTo>
                      <a:cubicBezTo>
                        <a:pt x="2" y="81"/>
                        <a:pt x="2" y="85"/>
                        <a:pt x="1" y="8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63" name="Freeform 378">
                  <a:extLst>
                    <a:ext uri="{FF2B5EF4-FFF2-40B4-BE49-F238E27FC236}">
                      <a16:creationId xmlns:a16="http://schemas.microsoft.com/office/drawing/2014/main" id="{7909449E-FBD9-499D-84E6-FD57425E00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47138" y="2752725"/>
                  <a:ext cx="47625" cy="161925"/>
                </a:xfrm>
                <a:custGeom>
                  <a:avLst/>
                  <a:gdLst>
                    <a:gd name="T0" fmla="*/ 12 w 12"/>
                    <a:gd name="T1" fmla="*/ 36 h 41"/>
                    <a:gd name="T2" fmla="*/ 11 w 12"/>
                    <a:gd name="T3" fmla="*/ 32 h 41"/>
                    <a:gd name="T4" fmla="*/ 11 w 12"/>
                    <a:gd name="T5" fmla="*/ 22 h 41"/>
                    <a:gd name="T6" fmla="*/ 11 w 12"/>
                    <a:gd name="T7" fmla="*/ 17 h 41"/>
                    <a:gd name="T8" fmla="*/ 11 w 12"/>
                    <a:gd name="T9" fmla="*/ 13 h 41"/>
                    <a:gd name="T10" fmla="*/ 11 w 12"/>
                    <a:gd name="T11" fmla="*/ 3 h 41"/>
                    <a:gd name="T12" fmla="*/ 11 w 12"/>
                    <a:gd name="T13" fmla="*/ 3 h 41"/>
                    <a:gd name="T14" fmla="*/ 11 w 12"/>
                    <a:gd name="T15" fmla="*/ 2 h 41"/>
                    <a:gd name="T16" fmla="*/ 9 w 12"/>
                    <a:gd name="T17" fmla="*/ 1 h 41"/>
                    <a:gd name="T18" fmla="*/ 7 w 12"/>
                    <a:gd name="T19" fmla="*/ 0 h 41"/>
                    <a:gd name="T20" fmla="*/ 5 w 12"/>
                    <a:gd name="T21" fmla="*/ 0 h 41"/>
                    <a:gd name="T22" fmla="*/ 2 w 12"/>
                    <a:gd name="T23" fmla="*/ 0 h 41"/>
                    <a:gd name="T24" fmla="*/ 2 w 12"/>
                    <a:gd name="T25" fmla="*/ 2 h 41"/>
                    <a:gd name="T26" fmla="*/ 2 w 12"/>
                    <a:gd name="T27" fmla="*/ 14 h 41"/>
                    <a:gd name="T28" fmla="*/ 1 w 12"/>
                    <a:gd name="T29" fmla="*/ 20 h 41"/>
                    <a:gd name="T30" fmla="*/ 1 w 12"/>
                    <a:gd name="T31" fmla="*/ 26 h 41"/>
                    <a:gd name="T32" fmla="*/ 1 w 12"/>
                    <a:gd name="T33" fmla="*/ 32 h 41"/>
                    <a:gd name="T34" fmla="*/ 0 w 12"/>
                    <a:gd name="T35" fmla="*/ 37 h 41"/>
                    <a:gd name="T36" fmla="*/ 1 w 12"/>
                    <a:gd name="T37" fmla="*/ 40 h 41"/>
                    <a:gd name="T38" fmla="*/ 3 w 12"/>
                    <a:gd name="T39" fmla="*/ 41 h 41"/>
                    <a:gd name="T40" fmla="*/ 5 w 12"/>
                    <a:gd name="T41" fmla="*/ 41 h 41"/>
                    <a:gd name="T42" fmla="*/ 7 w 12"/>
                    <a:gd name="T43" fmla="*/ 41 h 41"/>
                    <a:gd name="T44" fmla="*/ 10 w 12"/>
                    <a:gd name="T45" fmla="*/ 41 h 41"/>
                    <a:gd name="T46" fmla="*/ 11 w 12"/>
                    <a:gd name="T47" fmla="*/ 41 h 41"/>
                    <a:gd name="T48" fmla="*/ 12 w 12"/>
                    <a:gd name="T49" fmla="*/ 41 h 41"/>
                    <a:gd name="T50" fmla="*/ 12 w 12"/>
                    <a:gd name="T51" fmla="*/ 40 h 41"/>
                    <a:gd name="T52" fmla="*/ 12 w 12"/>
                    <a:gd name="T53" fmla="*/ 36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2" h="41">
                      <a:moveTo>
                        <a:pt x="12" y="36"/>
                      </a:moveTo>
                      <a:cubicBezTo>
                        <a:pt x="11" y="35"/>
                        <a:pt x="11" y="33"/>
                        <a:pt x="11" y="32"/>
                      </a:cubicBezTo>
                      <a:cubicBezTo>
                        <a:pt x="11" y="28"/>
                        <a:pt x="11" y="25"/>
                        <a:pt x="11" y="22"/>
                      </a:cubicBezTo>
                      <a:cubicBezTo>
                        <a:pt x="11" y="21"/>
                        <a:pt x="11" y="19"/>
                        <a:pt x="11" y="17"/>
                      </a:cubicBezTo>
                      <a:cubicBezTo>
                        <a:pt x="11" y="16"/>
                        <a:pt x="11" y="14"/>
                        <a:pt x="11" y="13"/>
                      </a:cubicBezTo>
                      <a:cubicBezTo>
                        <a:pt x="11" y="10"/>
                        <a:pt x="11" y="6"/>
                        <a:pt x="11" y="3"/>
                      </a:cubicBez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11" y="3"/>
                        <a:pt x="11" y="2"/>
                        <a:pt x="11" y="2"/>
                      </a:cubicBezTo>
                      <a:cubicBezTo>
                        <a:pt x="10" y="1"/>
                        <a:pt x="10" y="1"/>
                        <a:pt x="9" y="1"/>
                      </a:cubicBezTo>
                      <a:cubicBezTo>
                        <a:pt x="8" y="1"/>
                        <a:pt x="8" y="0"/>
                        <a:pt x="7" y="0"/>
                      </a:cubicBezTo>
                      <a:cubicBezTo>
                        <a:pt x="6" y="0"/>
                        <a:pt x="5" y="0"/>
                        <a:pt x="5" y="0"/>
                      </a:cubicBezTo>
                      <a:cubicBezTo>
                        <a:pt x="4" y="0"/>
                        <a:pt x="3" y="0"/>
                        <a:pt x="2" y="0"/>
                      </a:cubicBezTo>
                      <a:cubicBezTo>
                        <a:pt x="2" y="0"/>
                        <a:pt x="2" y="1"/>
                        <a:pt x="2" y="2"/>
                      </a:cubicBezTo>
                      <a:cubicBezTo>
                        <a:pt x="2" y="6"/>
                        <a:pt x="2" y="10"/>
                        <a:pt x="2" y="14"/>
                      </a:cubicBezTo>
                      <a:cubicBezTo>
                        <a:pt x="2" y="16"/>
                        <a:pt x="2" y="18"/>
                        <a:pt x="1" y="20"/>
                      </a:cubicBezTo>
                      <a:cubicBezTo>
                        <a:pt x="1" y="22"/>
                        <a:pt x="1" y="24"/>
                        <a:pt x="1" y="26"/>
                      </a:cubicBezTo>
                      <a:cubicBezTo>
                        <a:pt x="1" y="28"/>
                        <a:pt x="1" y="30"/>
                        <a:pt x="1" y="32"/>
                      </a:cubicBezTo>
                      <a:cubicBezTo>
                        <a:pt x="1" y="34"/>
                        <a:pt x="1" y="35"/>
                        <a:pt x="0" y="37"/>
                      </a:cubicBezTo>
                      <a:cubicBezTo>
                        <a:pt x="0" y="38"/>
                        <a:pt x="0" y="39"/>
                        <a:pt x="1" y="40"/>
                      </a:cubicBezTo>
                      <a:cubicBezTo>
                        <a:pt x="1" y="40"/>
                        <a:pt x="2" y="41"/>
                        <a:pt x="3" y="41"/>
                      </a:cubicBezTo>
                      <a:cubicBezTo>
                        <a:pt x="3" y="41"/>
                        <a:pt x="4" y="41"/>
                        <a:pt x="5" y="41"/>
                      </a:cubicBezTo>
                      <a:cubicBezTo>
                        <a:pt x="6" y="41"/>
                        <a:pt x="7" y="41"/>
                        <a:pt x="7" y="41"/>
                      </a:cubicBezTo>
                      <a:cubicBezTo>
                        <a:pt x="8" y="41"/>
                        <a:pt x="9" y="41"/>
                        <a:pt x="10" y="41"/>
                      </a:cubicBezTo>
                      <a:cubicBezTo>
                        <a:pt x="10" y="41"/>
                        <a:pt x="11" y="41"/>
                        <a:pt x="11" y="41"/>
                      </a:cubicBezTo>
                      <a:cubicBezTo>
                        <a:pt x="11" y="41"/>
                        <a:pt x="12" y="41"/>
                        <a:pt x="12" y="41"/>
                      </a:cubicBezTo>
                      <a:cubicBezTo>
                        <a:pt x="12" y="41"/>
                        <a:pt x="12" y="41"/>
                        <a:pt x="12" y="40"/>
                      </a:cubicBezTo>
                      <a:cubicBezTo>
                        <a:pt x="12" y="39"/>
                        <a:pt x="12" y="38"/>
                        <a:pt x="12" y="3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64" name="Freeform 379">
                  <a:extLst>
                    <a:ext uri="{FF2B5EF4-FFF2-40B4-BE49-F238E27FC236}">
                      <a16:creationId xmlns:a16="http://schemas.microsoft.com/office/drawing/2014/main" id="{5C5A4F67-2E9B-4A5F-9675-B6CB5377A0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47138" y="2752725"/>
                  <a:ext cx="47625" cy="161925"/>
                </a:xfrm>
                <a:custGeom>
                  <a:avLst/>
                  <a:gdLst>
                    <a:gd name="T0" fmla="*/ 12 w 12"/>
                    <a:gd name="T1" fmla="*/ 36 h 41"/>
                    <a:gd name="T2" fmla="*/ 11 w 12"/>
                    <a:gd name="T3" fmla="*/ 32 h 41"/>
                    <a:gd name="T4" fmla="*/ 11 w 12"/>
                    <a:gd name="T5" fmla="*/ 22 h 41"/>
                    <a:gd name="T6" fmla="*/ 11 w 12"/>
                    <a:gd name="T7" fmla="*/ 17 h 41"/>
                    <a:gd name="T8" fmla="*/ 11 w 12"/>
                    <a:gd name="T9" fmla="*/ 13 h 41"/>
                    <a:gd name="T10" fmla="*/ 11 w 12"/>
                    <a:gd name="T11" fmla="*/ 3 h 41"/>
                    <a:gd name="T12" fmla="*/ 11 w 12"/>
                    <a:gd name="T13" fmla="*/ 3 h 41"/>
                    <a:gd name="T14" fmla="*/ 11 w 12"/>
                    <a:gd name="T15" fmla="*/ 2 h 41"/>
                    <a:gd name="T16" fmla="*/ 9 w 12"/>
                    <a:gd name="T17" fmla="*/ 1 h 41"/>
                    <a:gd name="T18" fmla="*/ 7 w 12"/>
                    <a:gd name="T19" fmla="*/ 0 h 41"/>
                    <a:gd name="T20" fmla="*/ 5 w 12"/>
                    <a:gd name="T21" fmla="*/ 0 h 41"/>
                    <a:gd name="T22" fmla="*/ 2 w 12"/>
                    <a:gd name="T23" fmla="*/ 0 h 41"/>
                    <a:gd name="T24" fmla="*/ 2 w 12"/>
                    <a:gd name="T25" fmla="*/ 2 h 41"/>
                    <a:gd name="T26" fmla="*/ 2 w 12"/>
                    <a:gd name="T27" fmla="*/ 14 h 41"/>
                    <a:gd name="T28" fmla="*/ 1 w 12"/>
                    <a:gd name="T29" fmla="*/ 20 h 41"/>
                    <a:gd name="T30" fmla="*/ 1 w 12"/>
                    <a:gd name="T31" fmla="*/ 26 h 41"/>
                    <a:gd name="T32" fmla="*/ 1 w 12"/>
                    <a:gd name="T33" fmla="*/ 32 h 41"/>
                    <a:gd name="T34" fmla="*/ 0 w 12"/>
                    <a:gd name="T35" fmla="*/ 37 h 41"/>
                    <a:gd name="T36" fmla="*/ 1 w 12"/>
                    <a:gd name="T37" fmla="*/ 40 h 41"/>
                    <a:gd name="T38" fmla="*/ 3 w 12"/>
                    <a:gd name="T39" fmla="*/ 41 h 41"/>
                    <a:gd name="T40" fmla="*/ 5 w 12"/>
                    <a:gd name="T41" fmla="*/ 41 h 41"/>
                    <a:gd name="T42" fmla="*/ 7 w 12"/>
                    <a:gd name="T43" fmla="*/ 41 h 41"/>
                    <a:gd name="T44" fmla="*/ 10 w 12"/>
                    <a:gd name="T45" fmla="*/ 41 h 41"/>
                    <a:gd name="T46" fmla="*/ 11 w 12"/>
                    <a:gd name="T47" fmla="*/ 41 h 41"/>
                    <a:gd name="T48" fmla="*/ 12 w 12"/>
                    <a:gd name="T49" fmla="*/ 41 h 41"/>
                    <a:gd name="T50" fmla="*/ 12 w 12"/>
                    <a:gd name="T51" fmla="*/ 40 h 41"/>
                    <a:gd name="T52" fmla="*/ 12 w 12"/>
                    <a:gd name="T53" fmla="*/ 36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2" h="41">
                      <a:moveTo>
                        <a:pt x="12" y="36"/>
                      </a:moveTo>
                      <a:cubicBezTo>
                        <a:pt x="11" y="35"/>
                        <a:pt x="11" y="33"/>
                        <a:pt x="11" y="32"/>
                      </a:cubicBezTo>
                      <a:cubicBezTo>
                        <a:pt x="11" y="28"/>
                        <a:pt x="11" y="25"/>
                        <a:pt x="11" y="22"/>
                      </a:cubicBezTo>
                      <a:cubicBezTo>
                        <a:pt x="11" y="21"/>
                        <a:pt x="11" y="19"/>
                        <a:pt x="11" y="17"/>
                      </a:cubicBezTo>
                      <a:cubicBezTo>
                        <a:pt x="11" y="16"/>
                        <a:pt x="11" y="14"/>
                        <a:pt x="11" y="13"/>
                      </a:cubicBezTo>
                      <a:cubicBezTo>
                        <a:pt x="11" y="10"/>
                        <a:pt x="11" y="6"/>
                        <a:pt x="11" y="3"/>
                      </a:cubicBez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11" y="3"/>
                        <a:pt x="11" y="2"/>
                        <a:pt x="11" y="2"/>
                      </a:cubicBezTo>
                      <a:cubicBezTo>
                        <a:pt x="10" y="1"/>
                        <a:pt x="10" y="1"/>
                        <a:pt x="9" y="1"/>
                      </a:cubicBezTo>
                      <a:cubicBezTo>
                        <a:pt x="8" y="1"/>
                        <a:pt x="8" y="0"/>
                        <a:pt x="7" y="0"/>
                      </a:cubicBezTo>
                      <a:cubicBezTo>
                        <a:pt x="6" y="0"/>
                        <a:pt x="5" y="0"/>
                        <a:pt x="5" y="0"/>
                      </a:cubicBezTo>
                      <a:cubicBezTo>
                        <a:pt x="4" y="0"/>
                        <a:pt x="3" y="0"/>
                        <a:pt x="2" y="0"/>
                      </a:cubicBezTo>
                      <a:cubicBezTo>
                        <a:pt x="2" y="0"/>
                        <a:pt x="2" y="1"/>
                        <a:pt x="2" y="2"/>
                      </a:cubicBezTo>
                      <a:cubicBezTo>
                        <a:pt x="2" y="6"/>
                        <a:pt x="2" y="10"/>
                        <a:pt x="2" y="14"/>
                      </a:cubicBezTo>
                      <a:cubicBezTo>
                        <a:pt x="2" y="16"/>
                        <a:pt x="2" y="18"/>
                        <a:pt x="1" y="20"/>
                      </a:cubicBezTo>
                      <a:cubicBezTo>
                        <a:pt x="1" y="22"/>
                        <a:pt x="1" y="24"/>
                        <a:pt x="1" y="26"/>
                      </a:cubicBezTo>
                      <a:cubicBezTo>
                        <a:pt x="1" y="28"/>
                        <a:pt x="1" y="30"/>
                        <a:pt x="1" y="32"/>
                      </a:cubicBezTo>
                      <a:cubicBezTo>
                        <a:pt x="1" y="34"/>
                        <a:pt x="1" y="35"/>
                        <a:pt x="0" y="37"/>
                      </a:cubicBezTo>
                      <a:cubicBezTo>
                        <a:pt x="0" y="38"/>
                        <a:pt x="0" y="39"/>
                        <a:pt x="1" y="40"/>
                      </a:cubicBezTo>
                      <a:cubicBezTo>
                        <a:pt x="1" y="40"/>
                        <a:pt x="2" y="41"/>
                        <a:pt x="3" y="41"/>
                      </a:cubicBezTo>
                      <a:cubicBezTo>
                        <a:pt x="3" y="41"/>
                        <a:pt x="4" y="41"/>
                        <a:pt x="5" y="41"/>
                      </a:cubicBezTo>
                      <a:cubicBezTo>
                        <a:pt x="6" y="41"/>
                        <a:pt x="7" y="41"/>
                        <a:pt x="7" y="41"/>
                      </a:cubicBezTo>
                      <a:cubicBezTo>
                        <a:pt x="8" y="41"/>
                        <a:pt x="9" y="41"/>
                        <a:pt x="10" y="41"/>
                      </a:cubicBezTo>
                      <a:cubicBezTo>
                        <a:pt x="10" y="41"/>
                        <a:pt x="11" y="41"/>
                        <a:pt x="11" y="41"/>
                      </a:cubicBezTo>
                      <a:cubicBezTo>
                        <a:pt x="11" y="41"/>
                        <a:pt x="12" y="41"/>
                        <a:pt x="12" y="41"/>
                      </a:cubicBezTo>
                      <a:cubicBezTo>
                        <a:pt x="12" y="41"/>
                        <a:pt x="12" y="41"/>
                        <a:pt x="12" y="40"/>
                      </a:cubicBezTo>
                      <a:cubicBezTo>
                        <a:pt x="12" y="39"/>
                        <a:pt x="12" y="38"/>
                        <a:pt x="12" y="3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65" name="Freeform 380">
                  <a:extLst>
                    <a:ext uri="{FF2B5EF4-FFF2-40B4-BE49-F238E27FC236}">
                      <a16:creationId xmlns:a16="http://schemas.microsoft.com/office/drawing/2014/main" id="{8D0A92BB-28B6-436F-A405-0540224F17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75701" y="2054225"/>
                  <a:ext cx="193675" cy="738188"/>
                </a:xfrm>
                <a:custGeom>
                  <a:avLst/>
                  <a:gdLst>
                    <a:gd name="T0" fmla="*/ 0 w 49"/>
                    <a:gd name="T1" fmla="*/ 130 h 186"/>
                    <a:gd name="T2" fmla="*/ 0 w 49"/>
                    <a:gd name="T3" fmla="*/ 141 h 186"/>
                    <a:gd name="T4" fmla="*/ 4 w 49"/>
                    <a:gd name="T5" fmla="*/ 161 h 186"/>
                    <a:gd name="T6" fmla="*/ 7 w 49"/>
                    <a:gd name="T7" fmla="*/ 171 h 186"/>
                    <a:gd name="T8" fmla="*/ 12 w 49"/>
                    <a:gd name="T9" fmla="*/ 182 h 186"/>
                    <a:gd name="T10" fmla="*/ 29 w 49"/>
                    <a:gd name="T11" fmla="*/ 185 h 186"/>
                    <a:gd name="T12" fmla="*/ 43 w 49"/>
                    <a:gd name="T13" fmla="*/ 176 h 186"/>
                    <a:gd name="T14" fmla="*/ 48 w 49"/>
                    <a:gd name="T15" fmla="*/ 164 h 186"/>
                    <a:gd name="T16" fmla="*/ 49 w 49"/>
                    <a:gd name="T17" fmla="*/ 152 h 186"/>
                    <a:gd name="T18" fmla="*/ 48 w 49"/>
                    <a:gd name="T19" fmla="*/ 139 h 186"/>
                    <a:gd name="T20" fmla="*/ 47 w 49"/>
                    <a:gd name="T21" fmla="*/ 126 h 186"/>
                    <a:gd name="T22" fmla="*/ 48 w 49"/>
                    <a:gd name="T23" fmla="*/ 113 h 186"/>
                    <a:gd name="T24" fmla="*/ 48 w 49"/>
                    <a:gd name="T25" fmla="*/ 95 h 186"/>
                    <a:gd name="T26" fmla="*/ 48 w 49"/>
                    <a:gd name="T27" fmla="*/ 88 h 186"/>
                    <a:gd name="T28" fmla="*/ 47 w 49"/>
                    <a:gd name="T29" fmla="*/ 76 h 186"/>
                    <a:gd name="T30" fmla="*/ 43 w 49"/>
                    <a:gd name="T31" fmla="*/ 55 h 186"/>
                    <a:gd name="T32" fmla="*/ 42 w 49"/>
                    <a:gd name="T33" fmla="*/ 51 h 186"/>
                    <a:gd name="T34" fmla="*/ 40 w 49"/>
                    <a:gd name="T35" fmla="*/ 33 h 186"/>
                    <a:gd name="T36" fmla="*/ 38 w 49"/>
                    <a:gd name="T37" fmla="*/ 25 h 186"/>
                    <a:gd name="T38" fmla="*/ 34 w 49"/>
                    <a:gd name="T39" fmla="*/ 7 h 186"/>
                    <a:gd name="T40" fmla="*/ 31 w 49"/>
                    <a:gd name="T41" fmla="*/ 2 h 186"/>
                    <a:gd name="T42" fmla="*/ 29 w 49"/>
                    <a:gd name="T43" fmla="*/ 0 h 186"/>
                    <a:gd name="T44" fmla="*/ 25 w 49"/>
                    <a:gd name="T45" fmla="*/ 2 h 186"/>
                    <a:gd name="T46" fmla="*/ 23 w 49"/>
                    <a:gd name="T47" fmla="*/ 8 h 186"/>
                    <a:gd name="T48" fmla="*/ 13 w 49"/>
                    <a:gd name="T49" fmla="*/ 37 h 186"/>
                    <a:gd name="T50" fmla="*/ 8 w 49"/>
                    <a:gd name="T51" fmla="*/ 55 h 186"/>
                    <a:gd name="T52" fmla="*/ 3 w 49"/>
                    <a:gd name="T53" fmla="*/ 69 h 186"/>
                    <a:gd name="T54" fmla="*/ 0 w 49"/>
                    <a:gd name="T55" fmla="*/ 130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9" h="186">
                      <a:moveTo>
                        <a:pt x="0" y="130"/>
                      </a:moveTo>
                      <a:cubicBezTo>
                        <a:pt x="0" y="134"/>
                        <a:pt x="0" y="137"/>
                        <a:pt x="0" y="141"/>
                      </a:cubicBezTo>
                      <a:cubicBezTo>
                        <a:pt x="1" y="149"/>
                        <a:pt x="2" y="155"/>
                        <a:pt x="4" y="161"/>
                      </a:cubicBezTo>
                      <a:cubicBezTo>
                        <a:pt x="5" y="164"/>
                        <a:pt x="6" y="167"/>
                        <a:pt x="7" y="171"/>
                      </a:cubicBezTo>
                      <a:cubicBezTo>
                        <a:pt x="8" y="173"/>
                        <a:pt x="11" y="182"/>
                        <a:pt x="12" y="182"/>
                      </a:cubicBezTo>
                      <a:cubicBezTo>
                        <a:pt x="13" y="182"/>
                        <a:pt x="27" y="186"/>
                        <a:pt x="29" y="185"/>
                      </a:cubicBezTo>
                      <a:cubicBezTo>
                        <a:pt x="30" y="185"/>
                        <a:pt x="42" y="177"/>
                        <a:pt x="43" y="176"/>
                      </a:cubicBezTo>
                      <a:cubicBezTo>
                        <a:pt x="44" y="175"/>
                        <a:pt x="48" y="168"/>
                        <a:pt x="48" y="164"/>
                      </a:cubicBezTo>
                      <a:cubicBezTo>
                        <a:pt x="49" y="160"/>
                        <a:pt x="49" y="156"/>
                        <a:pt x="49" y="152"/>
                      </a:cubicBezTo>
                      <a:cubicBezTo>
                        <a:pt x="49" y="147"/>
                        <a:pt x="48" y="143"/>
                        <a:pt x="48" y="139"/>
                      </a:cubicBezTo>
                      <a:cubicBezTo>
                        <a:pt x="48" y="134"/>
                        <a:pt x="47" y="131"/>
                        <a:pt x="47" y="126"/>
                      </a:cubicBezTo>
                      <a:cubicBezTo>
                        <a:pt x="47" y="121"/>
                        <a:pt x="47" y="118"/>
                        <a:pt x="48" y="113"/>
                      </a:cubicBezTo>
                      <a:cubicBezTo>
                        <a:pt x="48" y="111"/>
                        <a:pt x="48" y="97"/>
                        <a:pt x="48" y="95"/>
                      </a:cubicBezTo>
                      <a:cubicBezTo>
                        <a:pt x="48" y="93"/>
                        <a:pt x="48" y="90"/>
                        <a:pt x="48" y="88"/>
                      </a:cubicBezTo>
                      <a:cubicBezTo>
                        <a:pt x="48" y="84"/>
                        <a:pt x="48" y="80"/>
                        <a:pt x="47" y="76"/>
                      </a:cubicBezTo>
                      <a:cubicBezTo>
                        <a:pt x="46" y="72"/>
                        <a:pt x="43" y="58"/>
                        <a:pt x="43" y="55"/>
                      </a:cubicBezTo>
                      <a:cubicBezTo>
                        <a:pt x="42" y="54"/>
                        <a:pt x="42" y="52"/>
                        <a:pt x="42" y="51"/>
                      </a:cubicBezTo>
                      <a:cubicBezTo>
                        <a:pt x="42" y="49"/>
                        <a:pt x="41" y="35"/>
                        <a:pt x="40" y="33"/>
                      </a:cubicBezTo>
                      <a:cubicBezTo>
                        <a:pt x="40" y="30"/>
                        <a:pt x="39" y="27"/>
                        <a:pt x="38" y="25"/>
                      </a:cubicBezTo>
                      <a:cubicBezTo>
                        <a:pt x="38" y="24"/>
                        <a:pt x="34" y="7"/>
                        <a:pt x="34" y="7"/>
                      </a:cubicBezTo>
                      <a:cubicBezTo>
                        <a:pt x="33" y="4"/>
                        <a:pt x="32" y="4"/>
                        <a:pt x="31" y="2"/>
                      </a:cubicBezTo>
                      <a:cubicBezTo>
                        <a:pt x="30" y="2"/>
                        <a:pt x="30" y="1"/>
                        <a:pt x="29" y="0"/>
                      </a:cubicBezTo>
                      <a:cubicBezTo>
                        <a:pt x="29" y="0"/>
                        <a:pt x="26" y="0"/>
                        <a:pt x="25" y="2"/>
                      </a:cubicBezTo>
                      <a:cubicBezTo>
                        <a:pt x="24" y="4"/>
                        <a:pt x="24" y="6"/>
                        <a:pt x="23" y="8"/>
                      </a:cubicBezTo>
                      <a:cubicBezTo>
                        <a:pt x="22" y="11"/>
                        <a:pt x="14" y="31"/>
                        <a:pt x="13" y="37"/>
                      </a:cubicBezTo>
                      <a:cubicBezTo>
                        <a:pt x="11" y="45"/>
                        <a:pt x="10" y="50"/>
                        <a:pt x="8" y="55"/>
                      </a:cubicBezTo>
                      <a:cubicBezTo>
                        <a:pt x="6" y="59"/>
                        <a:pt x="4" y="62"/>
                        <a:pt x="3" y="69"/>
                      </a:cubicBezTo>
                      <a:cubicBezTo>
                        <a:pt x="2" y="72"/>
                        <a:pt x="1" y="126"/>
                        <a:pt x="0" y="13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66" name="Freeform 381">
                  <a:extLst>
                    <a:ext uri="{FF2B5EF4-FFF2-40B4-BE49-F238E27FC236}">
                      <a16:creationId xmlns:a16="http://schemas.microsoft.com/office/drawing/2014/main" id="{984666DD-1897-4B8B-878C-0E46E87C3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75701" y="2054225"/>
                  <a:ext cx="193675" cy="738188"/>
                </a:xfrm>
                <a:custGeom>
                  <a:avLst/>
                  <a:gdLst>
                    <a:gd name="T0" fmla="*/ 0 w 49"/>
                    <a:gd name="T1" fmla="*/ 130 h 186"/>
                    <a:gd name="T2" fmla="*/ 0 w 49"/>
                    <a:gd name="T3" fmla="*/ 141 h 186"/>
                    <a:gd name="T4" fmla="*/ 4 w 49"/>
                    <a:gd name="T5" fmla="*/ 161 h 186"/>
                    <a:gd name="T6" fmla="*/ 7 w 49"/>
                    <a:gd name="T7" fmla="*/ 171 h 186"/>
                    <a:gd name="T8" fmla="*/ 12 w 49"/>
                    <a:gd name="T9" fmla="*/ 182 h 186"/>
                    <a:gd name="T10" fmla="*/ 29 w 49"/>
                    <a:gd name="T11" fmla="*/ 185 h 186"/>
                    <a:gd name="T12" fmla="*/ 43 w 49"/>
                    <a:gd name="T13" fmla="*/ 176 h 186"/>
                    <a:gd name="T14" fmla="*/ 48 w 49"/>
                    <a:gd name="T15" fmla="*/ 164 h 186"/>
                    <a:gd name="T16" fmla="*/ 49 w 49"/>
                    <a:gd name="T17" fmla="*/ 152 h 186"/>
                    <a:gd name="T18" fmla="*/ 48 w 49"/>
                    <a:gd name="T19" fmla="*/ 139 h 186"/>
                    <a:gd name="T20" fmla="*/ 47 w 49"/>
                    <a:gd name="T21" fmla="*/ 126 h 186"/>
                    <a:gd name="T22" fmla="*/ 48 w 49"/>
                    <a:gd name="T23" fmla="*/ 113 h 186"/>
                    <a:gd name="T24" fmla="*/ 48 w 49"/>
                    <a:gd name="T25" fmla="*/ 95 h 186"/>
                    <a:gd name="T26" fmla="*/ 48 w 49"/>
                    <a:gd name="T27" fmla="*/ 88 h 186"/>
                    <a:gd name="T28" fmla="*/ 47 w 49"/>
                    <a:gd name="T29" fmla="*/ 76 h 186"/>
                    <a:gd name="T30" fmla="*/ 43 w 49"/>
                    <a:gd name="T31" fmla="*/ 55 h 186"/>
                    <a:gd name="T32" fmla="*/ 42 w 49"/>
                    <a:gd name="T33" fmla="*/ 51 h 186"/>
                    <a:gd name="T34" fmla="*/ 40 w 49"/>
                    <a:gd name="T35" fmla="*/ 33 h 186"/>
                    <a:gd name="T36" fmla="*/ 38 w 49"/>
                    <a:gd name="T37" fmla="*/ 25 h 186"/>
                    <a:gd name="T38" fmla="*/ 34 w 49"/>
                    <a:gd name="T39" fmla="*/ 7 h 186"/>
                    <a:gd name="T40" fmla="*/ 31 w 49"/>
                    <a:gd name="T41" fmla="*/ 2 h 186"/>
                    <a:gd name="T42" fmla="*/ 29 w 49"/>
                    <a:gd name="T43" fmla="*/ 0 h 186"/>
                    <a:gd name="T44" fmla="*/ 25 w 49"/>
                    <a:gd name="T45" fmla="*/ 2 h 186"/>
                    <a:gd name="T46" fmla="*/ 23 w 49"/>
                    <a:gd name="T47" fmla="*/ 8 h 186"/>
                    <a:gd name="T48" fmla="*/ 13 w 49"/>
                    <a:gd name="T49" fmla="*/ 37 h 186"/>
                    <a:gd name="T50" fmla="*/ 8 w 49"/>
                    <a:gd name="T51" fmla="*/ 55 h 186"/>
                    <a:gd name="T52" fmla="*/ 3 w 49"/>
                    <a:gd name="T53" fmla="*/ 69 h 186"/>
                    <a:gd name="T54" fmla="*/ 0 w 49"/>
                    <a:gd name="T55" fmla="*/ 130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9" h="186">
                      <a:moveTo>
                        <a:pt x="0" y="130"/>
                      </a:moveTo>
                      <a:cubicBezTo>
                        <a:pt x="0" y="134"/>
                        <a:pt x="0" y="137"/>
                        <a:pt x="0" y="141"/>
                      </a:cubicBezTo>
                      <a:cubicBezTo>
                        <a:pt x="1" y="149"/>
                        <a:pt x="2" y="155"/>
                        <a:pt x="4" y="161"/>
                      </a:cubicBezTo>
                      <a:cubicBezTo>
                        <a:pt x="5" y="164"/>
                        <a:pt x="6" y="167"/>
                        <a:pt x="7" y="171"/>
                      </a:cubicBezTo>
                      <a:cubicBezTo>
                        <a:pt x="8" y="173"/>
                        <a:pt x="11" y="182"/>
                        <a:pt x="12" y="182"/>
                      </a:cubicBezTo>
                      <a:cubicBezTo>
                        <a:pt x="13" y="182"/>
                        <a:pt x="27" y="186"/>
                        <a:pt x="29" y="185"/>
                      </a:cubicBezTo>
                      <a:cubicBezTo>
                        <a:pt x="30" y="185"/>
                        <a:pt x="42" y="177"/>
                        <a:pt x="43" y="176"/>
                      </a:cubicBezTo>
                      <a:cubicBezTo>
                        <a:pt x="44" y="175"/>
                        <a:pt x="48" y="168"/>
                        <a:pt x="48" y="164"/>
                      </a:cubicBezTo>
                      <a:cubicBezTo>
                        <a:pt x="49" y="160"/>
                        <a:pt x="49" y="156"/>
                        <a:pt x="49" y="152"/>
                      </a:cubicBezTo>
                      <a:cubicBezTo>
                        <a:pt x="49" y="147"/>
                        <a:pt x="48" y="143"/>
                        <a:pt x="48" y="139"/>
                      </a:cubicBezTo>
                      <a:cubicBezTo>
                        <a:pt x="48" y="134"/>
                        <a:pt x="47" y="131"/>
                        <a:pt x="47" y="126"/>
                      </a:cubicBezTo>
                      <a:cubicBezTo>
                        <a:pt x="47" y="121"/>
                        <a:pt x="47" y="118"/>
                        <a:pt x="48" y="113"/>
                      </a:cubicBezTo>
                      <a:cubicBezTo>
                        <a:pt x="48" y="111"/>
                        <a:pt x="48" y="97"/>
                        <a:pt x="48" y="95"/>
                      </a:cubicBezTo>
                      <a:cubicBezTo>
                        <a:pt x="48" y="93"/>
                        <a:pt x="48" y="90"/>
                        <a:pt x="48" y="88"/>
                      </a:cubicBezTo>
                      <a:cubicBezTo>
                        <a:pt x="48" y="84"/>
                        <a:pt x="48" y="80"/>
                        <a:pt x="47" y="76"/>
                      </a:cubicBezTo>
                      <a:cubicBezTo>
                        <a:pt x="46" y="72"/>
                        <a:pt x="43" y="58"/>
                        <a:pt x="43" y="55"/>
                      </a:cubicBezTo>
                      <a:cubicBezTo>
                        <a:pt x="42" y="54"/>
                        <a:pt x="42" y="52"/>
                        <a:pt x="42" y="51"/>
                      </a:cubicBezTo>
                      <a:cubicBezTo>
                        <a:pt x="42" y="49"/>
                        <a:pt x="41" y="35"/>
                        <a:pt x="40" y="33"/>
                      </a:cubicBezTo>
                      <a:cubicBezTo>
                        <a:pt x="40" y="30"/>
                        <a:pt x="39" y="27"/>
                        <a:pt x="38" y="25"/>
                      </a:cubicBezTo>
                      <a:cubicBezTo>
                        <a:pt x="38" y="24"/>
                        <a:pt x="34" y="7"/>
                        <a:pt x="34" y="7"/>
                      </a:cubicBezTo>
                      <a:cubicBezTo>
                        <a:pt x="33" y="4"/>
                        <a:pt x="32" y="4"/>
                        <a:pt x="31" y="2"/>
                      </a:cubicBezTo>
                      <a:cubicBezTo>
                        <a:pt x="30" y="2"/>
                        <a:pt x="30" y="1"/>
                        <a:pt x="29" y="0"/>
                      </a:cubicBezTo>
                      <a:cubicBezTo>
                        <a:pt x="29" y="0"/>
                        <a:pt x="26" y="0"/>
                        <a:pt x="25" y="2"/>
                      </a:cubicBezTo>
                      <a:cubicBezTo>
                        <a:pt x="24" y="4"/>
                        <a:pt x="24" y="6"/>
                        <a:pt x="23" y="8"/>
                      </a:cubicBezTo>
                      <a:cubicBezTo>
                        <a:pt x="22" y="11"/>
                        <a:pt x="14" y="31"/>
                        <a:pt x="13" y="37"/>
                      </a:cubicBezTo>
                      <a:cubicBezTo>
                        <a:pt x="11" y="45"/>
                        <a:pt x="10" y="50"/>
                        <a:pt x="8" y="55"/>
                      </a:cubicBezTo>
                      <a:cubicBezTo>
                        <a:pt x="6" y="59"/>
                        <a:pt x="4" y="62"/>
                        <a:pt x="3" y="69"/>
                      </a:cubicBezTo>
                      <a:cubicBezTo>
                        <a:pt x="2" y="72"/>
                        <a:pt x="1" y="126"/>
                        <a:pt x="0" y="13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67" name="Freeform 382">
                  <a:extLst>
                    <a:ext uri="{FF2B5EF4-FFF2-40B4-BE49-F238E27FC236}">
                      <a16:creationId xmlns:a16="http://schemas.microsoft.com/office/drawing/2014/main" id="{AAF35782-D56D-4A31-88E6-07AF8448CC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2801" y="2795588"/>
                  <a:ext cx="322263" cy="211138"/>
                </a:xfrm>
                <a:custGeom>
                  <a:avLst/>
                  <a:gdLst>
                    <a:gd name="T0" fmla="*/ 18 w 81"/>
                    <a:gd name="T1" fmla="*/ 0 h 53"/>
                    <a:gd name="T2" fmla="*/ 81 w 81"/>
                    <a:gd name="T3" fmla="*/ 25 h 53"/>
                    <a:gd name="T4" fmla="*/ 80 w 81"/>
                    <a:gd name="T5" fmla="*/ 27 h 53"/>
                    <a:gd name="T6" fmla="*/ 69 w 81"/>
                    <a:gd name="T7" fmla="*/ 30 h 53"/>
                    <a:gd name="T8" fmla="*/ 67 w 81"/>
                    <a:gd name="T9" fmla="*/ 46 h 53"/>
                    <a:gd name="T10" fmla="*/ 73 w 81"/>
                    <a:gd name="T11" fmla="*/ 50 h 53"/>
                    <a:gd name="T12" fmla="*/ 72 w 81"/>
                    <a:gd name="T13" fmla="*/ 53 h 53"/>
                    <a:gd name="T14" fmla="*/ 8 w 81"/>
                    <a:gd name="T15" fmla="*/ 25 h 53"/>
                    <a:gd name="T16" fmla="*/ 18 w 81"/>
                    <a:gd name="T17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1" h="53">
                      <a:moveTo>
                        <a:pt x="18" y="0"/>
                      </a:moveTo>
                      <a:cubicBezTo>
                        <a:pt x="81" y="25"/>
                        <a:pt x="81" y="25"/>
                        <a:pt x="81" y="25"/>
                      </a:cubicBezTo>
                      <a:cubicBezTo>
                        <a:pt x="80" y="27"/>
                        <a:pt x="80" y="27"/>
                        <a:pt x="80" y="27"/>
                      </a:cubicBezTo>
                      <a:cubicBezTo>
                        <a:pt x="77" y="26"/>
                        <a:pt x="73" y="26"/>
                        <a:pt x="69" y="30"/>
                      </a:cubicBezTo>
                      <a:cubicBezTo>
                        <a:pt x="64" y="35"/>
                        <a:pt x="63" y="41"/>
                        <a:pt x="67" y="46"/>
                      </a:cubicBezTo>
                      <a:cubicBezTo>
                        <a:pt x="69" y="48"/>
                        <a:pt x="71" y="50"/>
                        <a:pt x="73" y="50"/>
                      </a:cubicBezTo>
                      <a:cubicBezTo>
                        <a:pt x="72" y="53"/>
                        <a:pt x="72" y="53"/>
                        <a:pt x="72" y="53"/>
                      </a:cubicBezTo>
                      <a:cubicBezTo>
                        <a:pt x="8" y="25"/>
                        <a:pt x="8" y="25"/>
                        <a:pt x="8" y="25"/>
                      </a:cubicBezTo>
                      <a:cubicBezTo>
                        <a:pt x="0" y="17"/>
                        <a:pt x="3" y="3"/>
                        <a:pt x="18" y="0"/>
                      </a:cubicBez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68" name="Freeform 383">
                  <a:extLst>
                    <a:ext uri="{FF2B5EF4-FFF2-40B4-BE49-F238E27FC236}">
                      <a16:creationId xmlns:a16="http://schemas.microsoft.com/office/drawing/2014/main" id="{33968A10-C200-40BD-B988-9ADFB60F3B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67751" y="2887663"/>
                  <a:ext cx="131763" cy="130175"/>
                </a:xfrm>
                <a:custGeom>
                  <a:avLst/>
                  <a:gdLst>
                    <a:gd name="T0" fmla="*/ 6 w 33"/>
                    <a:gd name="T1" fmla="*/ 26 h 33"/>
                    <a:gd name="T2" fmla="*/ 28 w 33"/>
                    <a:gd name="T3" fmla="*/ 25 h 33"/>
                    <a:gd name="T4" fmla="*/ 33 w 33"/>
                    <a:gd name="T5" fmla="*/ 15 h 33"/>
                    <a:gd name="T6" fmla="*/ 25 w 33"/>
                    <a:gd name="T7" fmla="*/ 4 h 33"/>
                    <a:gd name="T8" fmla="*/ 8 w 33"/>
                    <a:gd name="T9" fmla="*/ 5 h 33"/>
                    <a:gd name="T10" fmla="*/ 6 w 33"/>
                    <a:gd name="T11" fmla="*/ 26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3" h="33">
                      <a:moveTo>
                        <a:pt x="6" y="26"/>
                      </a:moveTo>
                      <a:cubicBezTo>
                        <a:pt x="12" y="33"/>
                        <a:pt x="22" y="32"/>
                        <a:pt x="28" y="25"/>
                      </a:cubicBezTo>
                      <a:cubicBezTo>
                        <a:pt x="31" y="23"/>
                        <a:pt x="33" y="19"/>
                        <a:pt x="33" y="15"/>
                      </a:cubicBezTo>
                      <a:cubicBezTo>
                        <a:pt x="32" y="11"/>
                        <a:pt x="25" y="4"/>
                        <a:pt x="25" y="4"/>
                      </a:cubicBezTo>
                      <a:cubicBezTo>
                        <a:pt x="21" y="0"/>
                        <a:pt x="13" y="0"/>
                        <a:pt x="8" y="5"/>
                      </a:cubicBezTo>
                      <a:cubicBezTo>
                        <a:pt x="1" y="11"/>
                        <a:pt x="0" y="20"/>
                        <a:pt x="6" y="2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69" name="Freeform 384">
                  <a:extLst>
                    <a:ext uri="{FF2B5EF4-FFF2-40B4-BE49-F238E27FC236}">
                      <a16:creationId xmlns:a16="http://schemas.microsoft.com/office/drawing/2014/main" id="{9547C56B-179B-4A03-8271-4D6A741DF8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67751" y="2887663"/>
                  <a:ext cx="131763" cy="130175"/>
                </a:xfrm>
                <a:custGeom>
                  <a:avLst/>
                  <a:gdLst>
                    <a:gd name="T0" fmla="*/ 6 w 33"/>
                    <a:gd name="T1" fmla="*/ 26 h 33"/>
                    <a:gd name="T2" fmla="*/ 28 w 33"/>
                    <a:gd name="T3" fmla="*/ 25 h 33"/>
                    <a:gd name="T4" fmla="*/ 33 w 33"/>
                    <a:gd name="T5" fmla="*/ 15 h 33"/>
                    <a:gd name="T6" fmla="*/ 25 w 33"/>
                    <a:gd name="T7" fmla="*/ 4 h 33"/>
                    <a:gd name="T8" fmla="*/ 8 w 33"/>
                    <a:gd name="T9" fmla="*/ 5 h 33"/>
                    <a:gd name="T10" fmla="*/ 6 w 33"/>
                    <a:gd name="T11" fmla="*/ 26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3" h="33">
                      <a:moveTo>
                        <a:pt x="6" y="26"/>
                      </a:moveTo>
                      <a:cubicBezTo>
                        <a:pt x="12" y="33"/>
                        <a:pt x="22" y="32"/>
                        <a:pt x="28" y="25"/>
                      </a:cubicBezTo>
                      <a:cubicBezTo>
                        <a:pt x="31" y="23"/>
                        <a:pt x="33" y="19"/>
                        <a:pt x="33" y="15"/>
                      </a:cubicBezTo>
                      <a:cubicBezTo>
                        <a:pt x="32" y="11"/>
                        <a:pt x="25" y="4"/>
                        <a:pt x="25" y="4"/>
                      </a:cubicBezTo>
                      <a:cubicBezTo>
                        <a:pt x="21" y="0"/>
                        <a:pt x="13" y="0"/>
                        <a:pt x="8" y="5"/>
                      </a:cubicBezTo>
                      <a:cubicBezTo>
                        <a:pt x="1" y="11"/>
                        <a:pt x="0" y="20"/>
                        <a:pt x="6" y="2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70" name="Freeform 385">
                  <a:extLst>
                    <a:ext uri="{FF2B5EF4-FFF2-40B4-BE49-F238E27FC236}">
                      <a16:creationId xmlns:a16="http://schemas.microsoft.com/office/drawing/2014/main" id="{60256E28-3F8F-4DEF-9ABB-C8BA19E223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83626" y="2874963"/>
                  <a:ext cx="103188" cy="127000"/>
                </a:xfrm>
                <a:custGeom>
                  <a:avLst/>
                  <a:gdLst>
                    <a:gd name="T0" fmla="*/ 4 w 26"/>
                    <a:gd name="T1" fmla="*/ 27 h 32"/>
                    <a:gd name="T2" fmla="*/ 6 w 26"/>
                    <a:gd name="T3" fmla="*/ 10 h 32"/>
                    <a:gd name="T4" fmla="*/ 26 w 26"/>
                    <a:gd name="T5" fmla="*/ 20 h 32"/>
                    <a:gd name="T6" fmla="*/ 21 w 26"/>
                    <a:gd name="T7" fmla="*/ 27 h 32"/>
                    <a:gd name="T8" fmla="*/ 4 w 26"/>
                    <a:gd name="T9" fmla="*/ 27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" h="32">
                      <a:moveTo>
                        <a:pt x="4" y="27"/>
                      </a:moveTo>
                      <a:cubicBezTo>
                        <a:pt x="0" y="22"/>
                        <a:pt x="1" y="15"/>
                        <a:pt x="6" y="10"/>
                      </a:cubicBezTo>
                      <a:cubicBezTo>
                        <a:pt x="17" y="0"/>
                        <a:pt x="26" y="16"/>
                        <a:pt x="26" y="20"/>
                      </a:cubicBezTo>
                      <a:cubicBezTo>
                        <a:pt x="25" y="22"/>
                        <a:pt x="24" y="25"/>
                        <a:pt x="21" y="27"/>
                      </a:cubicBezTo>
                      <a:cubicBezTo>
                        <a:pt x="16" y="32"/>
                        <a:pt x="9" y="32"/>
                        <a:pt x="4" y="2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71" name="Freeform 386">
                  <a:extLst>
                    <a:ext uri="{FF2B5EF4-FFF2-40B4-BE49-F238E27FC236}">
                      <a16:creationId xmlns:a16="http://schemas.microsoft.com/office/drawing/2014/main" id="{3178865B-ECD1-43A6-BD1C-B334695E4C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83626" y="2874963"/>
                  <a:ext cx="103188" cy="127000"/>
                </a:xfrm>
                <a:custGeom>
                  <a:avLst/>
                  <a:gdLst>
                    <a:gd name="T0" fmla="*/ 4 w 26"/>
                    <a:gd name="T1" fmla="*/ 27 h 32"/>
                    <a:gd name="T2" fmla="*/ 6 w 26"/>
                    <a:gd name="T3" fmla="*/ 10 h 32"/>
                    <a:gd name="T4" fmla="*/ 26 w 26"/>
                    <a:gd name="T5" fmla="*/ 20 h 32"/>
                    <a:gd name="T6" fmla="*/ 21 w 26"/>
                    <a:gd name="T7" fmla="*/ 27 h 32"/>
                    <a:gd name="T8" fmla="*/ 4 w 26"/>
                    <a:gd name="T9" fmla="*/ 27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" h="32">
                      <a:moveTo>
                        <a:pt x="4" y="27"/>
                      </a:moveTo>
                      <a:cubicBezTo>
                        <a:pt x="0" y="22"/>
                        <a:pt x="1" y="15"/>
                        <a:pt x="6" y="10"/>
                      </a:cubicBezTo>
                      <a:cubicBezTo>
                        <a:pt x="17" y="0"/>
                        <a:pt x="26" y="16"/>
                        <a:pt x="26" y="20"/>
                      </a:cubicBezTo>
                      <a:cubicBezTo>
                        <a:pt x="25" y="22"/>
                        <a:pt x="24" y="25"/>
                        <a:pt x="21" y="27"/>
                      </a:cubicBezTo>
                      <a:cubicBezTo>
                        <a:pt x="16" y="32"/>
                        <a:pt x="9" y="32"/>
                        <a:pt x="4" y="2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72" name="Freeform 387">
                  <a:extLst>
                    <a:ext uri="{FF2B5EF4-FFF2-40B4-BE49-F238E27FC236}">
                      <a16:creationId xmlns:a16="http://schemas.microsoft.com/office/drawing/2014/main" id="{931C99B3-E26F-4196-8C27-750AC5611C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83626" y="2874963"/>
                  <a:ext cx="103188" cy="127000"/>
                </a:xfrm>
                <a:custGeom>
                  <a:avLst/>
                  <a:gdLst>
                    <a:gd name="T0" fmla="*/ 4 w 26"/>
                    <a:gd name="T1" fmla="*/ 27 h 32"/>
                    <a:gd name="T2" fmla="*/ 21 w 26"/>
                    <a:gd name="T3" fmla="*/ 27 h 32"/>
                    <a:gd name="T4" fmla="*/ 26 w 26"/>
                    <a:gd name="T5" fmla="*/ 20 h 32"/>
                    <a:gd name="T6" fmla="*/ 6 w 26"/>
                    <a:gd name="T7" fmla="*/ 10 h 32"/>
                    <a:gd name="T8" fmla="*/ 4 w 26"/>
                    <a:gd name="T9" fmla="*/ 27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" h="32">
                      <a:moveTo>
                        <a:pt x="4" y="27"/>
                      </a:moveTo>
                      <a:cubicBezTo>
                        <a:pt x="9" y="32"/>
                        <a:pt x="16" y="32"/>
                        <a:pt x="21" y="27"/>
                      </a:cubicBezTo>
                      <a:cubicBezTo>
                        <a:pt x="24" y="25"/>
                        <a:pt x="25" y="22"/>
                        <a:pt x="26" y="20"/>
                      </a:cubicBezTo>
                      <a:cubicBezTo>
                        <a:pt x="26" y="16"/>
                        <a:pt x="17" y="0"/>
                        <a:pt x="6" y="10"/>
                      </a:cubicBezTo>
                      <a:cubicBezTo>
                        <a:pt x="1" y="15"/>
                        <a:pt x="0" y="22"/>
                        <a:pt x="4" y="27"/>
                      </a:cubicBez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73" name="Freeform 388">
                  <a:extLst>
                    <a:ext uri="{FF2B5EF4-FFF2-40B4-BE49-F238E27FC236}">
                      <a16:creationId xmlns:a16="http://schemas.microsoft.com/office/drawing/2014/main" id="{A8252B31-85C1-43D2-8DB0-49191B5DA1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99501" y="2898775"/>
                  <a:ext cx="71438" cy="84138"/>
                </a:xfrm>
                <a:custGeom>
                  <a:avLst/>
                  <a:gdLst>
                    <a:gd name="T0" fmla="*/ 3 w 18"/>
                    <a:gd name="T1" fmla="*/ 18 h 21"/>
                    <a:gd name="T2" fmla="*/ 4 w 18"/>
                    <a:gd name="T3" fmla="*/ 7 h 21"/>
                    <a:gd name="T4" fmla="*/ 18 w 18"/>
                    <a:gd name="T5" fmla="*/ 13 h 21"/>
                    <a:gd name="T6" fmla="*/ 15 w 18"/>
                    <a:gd name="T7" fmla="*/ 18 h 21"/>
                    <a:gd name="T8" fmla="*/ 3 w 18"/>
                    <a:gd name="T9" fmla="*/ 18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" h="21">
                      <a:moveTo>
                        <a:pt x="3" y="18"/>
                      </a:moveTo>
                      <a:cubicBezTo>
                        <a:pt x="0" y="14"/>
                        <a:pt x="1" y="10"/>
                        <a:pt x="4" y="7"/>
                      </a:cubicBezTo>
                      <a:cubicBezTo>
                        <a:pt x="12" y="0"/>
                        <a:pt x="18" y="11"/>
                        <a:pt x="18" y="13"/>
                      </a:cubicBezTo>
                      <a:cubicBezTo>
                        <a:pt x="17" y="15"/>
                        <a:pt x="16" y="17"/>
                        <a:pt x="15" y="18"/>
                      </a:cubicBezTo>
                      <a:cubicBezTo>
                        <a:pt x="11" y="21"/>
                        <a:pt x="7" y="21"/>
                        <a:pt x="3" y="1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74" name="Freeform 389">
                  <a:extLst>
                    <a:ext uri="{FF2B5EF4-FFF2-40B4-BE49-F238E27FC236}">
                      <a16:creationId xmlns:a16="http://schemas.microsoft.com/office/drawing/2014/main" id="{B0344220-BAD6-4C83-8287-0E5D95FEE3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99501" y="2898775"/>
                  <a:ext cx="71438" cy="84138"/>
                </a:xfrm>
                <a:custGeom>
                  <a:avLst/>
                  <a:gdLst>
                    <a:gd name="T0" fmla="*/ 3 w 18"/>
                    <a:gd name="T1" fmla="*/ 18 h 21"/>
                    <a:gd name="T2" fmla="*/ 4 w 18"/>
                    <a:gd name="T3" fmla="*/ 7 h 21"/>
                    <a:gd name="T4" fmla="*/ 18 w 18"/>
                    <a:gd name="T5" fmla="*/ 13 h 21"/>
                    <a:gd name="T6" fmla="*/ 15 w 18"/>
                    <a:gd name="T7" fmla="*/ 18 h 21"/>
                    <a:gd name="T8" fmla="*/ 3 w 18"/>
                    <a:gd name="T9" fmla="*/ 18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" h="21">
                      <a:moveTo>
                        <a:pt x="3" y="18"/>
                      </a:moveTo>
                      <a:cubicBezTo>
                        <a:pt x="0" y="14"/>
                        <a:pt x="1" y="10"/>
                        <a:pt x="4" y="7"/>
                      </a:cubicBezTo>
                      <a:cubicBezTo>
                        <a:pt x="12" y="0"/>
                        <a:pt x="18" y="11"/>
                        <a:pt x="18" y="13"/>
                      </a:cubicBezTo>
                      <a:cubicBezTo>
                        <a:pt x="17" y="15"/>
                        <a:pt x="16" y="17"/>
                        <a:pt x="15" y="18"/>
                      </a:cubicBezTo>
                      <a:cubicBezTo>
                        <a:pt x="11" y="21"/>
                        <a:pt x="7" y="21"/>
                        <a:pt x="3" y="1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75" name="Freeform 390">
                  <a:extLst>
                    <a:ext uri="{FF2B5EF4-FFF2-40B4-BE49-F238E27FC236}">
                      <a16:creationId xmlns:a16="http://schemas.microsoft.com/office/drawing/2014/main" id="{CB85E7DF-2B93-4D40-A2EE-061982DBE0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21676" y="2795588"/>
                  <a:ext cx="317500" cy="211138"/>
                </a:xfrm>
                <a:custGeom>
                  <a:avLst/>
                  <a:gdLst>
                    <a:gd name="T0" fmla="*/ 17 w 80"/>
                    <a:gd name="T1" fmla="*/ 0 h 53"/>
                    <a:gd name="T2" fmla="*/ 80 w 80"/>
                    <a:gd name="T3" fmla="*/ 24 h 53"/>
                    <a:gd name="T4" fmla="*/ 79 w 80"/>
                    <a:gd name="T5" fmla="*/ 27 h 53"/>
                    <a:gd name="T6" fmla="*/ 68 w 80"/>
                    <a:gd name="T7" fmla="*/ 30 h 53"/>
                    <a:gd name="T8" fmla="*/ 67 w 80"/>
                    <a:gd name="T9" fmla="*/ 46 h 53"/>
                    <a:gd name="T10" fmla="*/ 72 w 80"/>
                    <a:gd name="T11" fmla="*/ 50 h 53"/>
                    <a:gd name="T12" fmla="*/ 71 w 80"/>
                    <a:gd name="T13" fmla="*/ 53 h 53"/>
                    <a:gd name="T14" fmla="*/ 7 w 80"/>
                    <a:gd name="T15" fmla="*/ 24 h 53"/>
                    <a:gd name="T16" fmla="*/ 17 w 80"/>
                    <a:gd name="T17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" h="53">
                      <a:moveTo>
                        <a:pt x="17" y="0"/>
                      </a:moveTo>
                      <a:cubicBezTo>
                        <a:pt x="80" y="24"/>
                        <a:pt x="80" y="24"/>
                        <a:pt x="80" y="24"/>
                      </a:cubicBezTo>
                      <a:cubicBezTo>
                        <a:pt x="79" y="27"/>
                        <a:pt x="79" y="27"/>
                        <a:pt x="79" y="27"/>
                      </a:cubicBezTo>
                      <a:cubicBezTo>
                        <a:pt x="76" y="26"/>
                        <a:pt x="72" y="26"/>
                        <a:pt x="68" y="30"/>
                      </a:cubicBezTo>
                      <a:cubicBezTo>
                        <a:pt x="63" y="35"/>
                        <a:pt x="62" y="41"/>
                        <a:pt x="67" y="46"/>
                      </a:cubicBezTo>
                      <a:cubicBezTo>
                        <a:pt x="68" y="48"/>
                        <a:pt x="70" y="49"/>
                        <a:pt x="72" y="50"/>
                      </a:cubicBezTo>
                      <a:cubicBezTo>
                        <a:pt x="71" y="53"/>
                        <a:pt x="71" y="53"/>
                        <a:pt x="71" y="53"/>
                      </a:cubicBezTo>
                      <a:cubicBezTo>
                        <a:pt x="7" y="24"/>
                        <a:pt x="7" y="24"/>
                        <a:pt x="7" y="24"/>
                      </a:cubicBezTo>
                      <a:cubicBezTo>
                        <a:pt x="0" y="17"/>
                        <a:pt x="3" y="3"/>
                        <a:pt x="17" y="0"/>
                      </a:cubicBez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76" name="Freeform 391">
                  <a:extLst>
                    <a:ext uri="{FF2B5EF4-FFF2-40B4-BE49-F238E27FC236}">
                      <a16:creationId xmlns:a16="http://schemas.microsoft.com/office/drawing/2014/main" id="{72CA8095-15BD-4AC7-A1D2-E5A8B4D838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56626" y="2887663"/>
                  <a:ext cx="127000" cy="127000"/>
                </a:xfrm>
                <a:custGeom>
                  <a:avLst/>
                  <a:gdLst>
                    <a:gd name="T0" fmla="*/ 6 w 32"/>
                    <a:gd name="T1" fmla="*/ 26 h 32"/>
                    <a:gd name="T2" fmla="*/ 27 w 32"/>
                    <a:gd name="T3" fmla="*/ 25 h 32"/>
                    <a:gd name="T4" fmla="*/ 32 w 32"/>
                    <a:gd name="T5" fmla="*/ 15 h 32"/>
                    <a:gd name="T6" fmla="*/ 24 w 32"/>
                    <a:gd name="T7" fmla="*/ 3 h 32"/>
                    <a:gd name="T8" fmla="*/ 7 w 32"/>
                    <a:gd name="T9" fmla="*/ 5 h 32"/>
                    <a:gd name="T10" fmla="*/ 6 w 32"/>
                    <a:gd name="T11" fmla="*/ 26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2" h="32">
                      <a:moveTo>
                        <a:pt x="6" y="26"/>
                      </a:moveTo>
                      <a:cubicBezTo>
                        <a:pt x="12" y="32"/>
                        <a:pt x="21" y="32"/>
                        <a:pt x="27" y="25"/>
                      </a:cubicBezTo>
                      <a:cubicBezTo>
                        <a:pt x="30" y="22"/>
                        <a:pt x="32" y="19"/>
                        <a:pt x="32" y="15"/>
                      </a:cubicBezTo>
                      <a:cubicBezTo>
                        <a:pt x="32" y="11"/>
                        <a:pt x="25" y="4"/>
                        <a:pt x="24" y="3"/>
                      </a:cubicBezTo>
                      <a:cubicBezTo>
                        <a:pt x="20" y="0"/>
                        <a:pt x="13" y="0"/>
                        <a:pt x="7" y="5"/>
                      </a:cubicBezTo>
                      <a:cubicBezTo>
                        <a:pt x="1" y="11"/>
                        <a:pt x="0" y="20"/>
                        <a:pt x="6" y="2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77" name="Freeform 392">
                  <a:extLst>
                    <a:ext uri="{FF2B5EF4-FFF2-40B4-BE49-F238E27FC236}">
                      <a16:creationId xmlns:a16="http://schemas.microsoft.com/office/drawing/2014/main" id="{0F2B1D91-2DC4-41BB-86DE-6DB92BAAC2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56626" y="2887663"/>
                  <a:ext cx="127000" cy="127000"/>
                </a:xfrm>
                <a:custGeom>
                  <a:avLst/>
                  <a:gdLst>
                    <a:gd name="T0" fmla="*/ 6 w 32"/>
                    <a:gd name="T1" fmla="*/ 26 h 32"/>
                    <a:gd name="T2" fmla="*/ 27 w 32"/>
                    <a:gd name="T3" fmla="*/ 25 h 32"/>
                    <a:gd name="T4" fmla="*/ 32 w 32"/>
                    <a:gd name="T5" fmla="*/ 15 h 32"/>
                    <a:gd name="T6" fmla="*/ 24 w 32"/>
                    <a:gd name="T7" fmla="*/ 3 h 32"/>
                    <a:gd name="T8" fmla="*/ 7 w 32"/>
                    <a:gd name="T9" fmla="*/ 5 h 32"/>
                    <a:gd name="T10" fmla="*/ 6 w 32"/>
                    <a:gd name="T11" fmla="*/ 26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2" h="32">
                      <a:moveTo>
                        <a:pt x="6" y="26"/>
                      </a:moveTo>
                      <a:cubicBezTo>
                        <a:pt x="12" y="32"/>
                        <a:pt x="21" y="32"/>
                        <a:pt x="27" y="25"/>
                      </a:cubicBezTo>
                      <a:cubicBezTo>
                        <a:pt x="30" y="22"/>
                        <a:pt x="32" y="19"/>
                        <a:pt x="32" y="15"/>
                      </a:cubicBezTo>
                      <a:cubicBezTo>
                        <a:pt x="32" y="11"/>
                        <a:pt x="25" y="4"/>
                        <a:pt x="24" y="3"/>
                      </a:cubicBezTo>
                      <a:cubicBezTo>
                        <a:pt x="20" y="0"/>
                        <a:pt x="13" y="0"/>
                        <a:pt x="7" y="5"/>
                      </a:cubicBezTo>
                      <a:cubicBezTo>
                        <a:pt x="1" y="11"/>
                        <a:pt x="0" y="20"/>
                        <a:pt x="6" y="2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78" name="Freeform 393">
                  <a:extLst>
                    <a:ext uri="{FF2B5EF4-FFF2-40B4-BE49-F238E27FC236}">
                      <a16:creationId xmlns:a16="http://schemas.microsoft.com/office/drawing/2014/main" id="{70DA2DD6-C98B-402D-9055-C620D5EACA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67738" y="2871788"/>
                  <a:ext cx="107950" cy="130175"/>
                </a:xfrm>
                <a:custGeom>
                  <a:avLst/>
                  <a:gdLst>
                    <a:gd name="T0" fmla="*/ 5 w 27"/>
                    <a:gd name="T1" fmla="*/ 28 h 33"/>
                    <a:gd name="T2" fmla="*/ 6 w 27"/>
                    <a:gd name="T3" fmla="*/ 11 h 33"/>
                    <a:gd name="T4" fmla="*/ 26 w 27"/>
                    <a:gd name="T5" fmla="*/ 20 h 33"/>
                    <a:gd name="T6" fmla="*/ 22 w 27"/>
                    <a:gd name="T7" fmla="*/ 28 h 33"/>
                    <a:gd name="T8" fmla="*/ 5 w 27"/>
                    <a:gd name="T9" fmla="*/ 28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33">
                      <a:moveTo>
                        <a:pt x="5" y="28"/>
                      </a:moveTo>
                      <a:cubicBezTo>
                        <a:pt x="0" y="23"/>
                        <a:pt x="1" y="16"/>
                        <a:pt x="6" y="11"/>
                      </a:cubicBezTo>
                      <a:cubicBezTo>
                        <a:pt x="17" y="0"/>
                        <a:pt x="27" y="17"/>
                        <a:pt x="26" y="20"/>
                      </a:cubicBezTo>
                      <a:cubicBezTo>
                        <a:pt x="26" y="23"/>
                        <a:pt x="24" y="26"/>
                        <a:pt x="22" y="28"/>
                      </a:cubicBezTo>
                      <a:cubicBezTo>
                        <a:pt x="16" y="32"/>
                        <a:pt x="9" y="33"/>
                        <a:pt x="5" y="2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79" name="Freeform 394">
                  <a:extLst>
                    <a:ext uri="{FF2B5EF4-FFF2-40B4-BE49-F238E27FC236}">
                      <a16:creationId xmlns:a16="http://schemas.microsoft.com/office/drawing/2014/main" id="{BD4503B9-27F5-495A-AD66-3D523DC4DC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67738" y="2871788"/>
                  <a:ext cx="107950" cy="130175"/>
                </a:xfrm>
                <a:custGeom>
                  <a:avLst/>
                  <a:gdLst>
                    <a:gd name="T0" fmla="*/ 5 w 27"/>
                    <a:gd name="T1" fmla="*/ 28 h 33"/>
                    <a:gd name="T2" fmla="*/ 6 w 27"/>
                    <a:gd name="T3" fmla="*/ 11 h 33"/>
                    <a:gd name="T4" fmla="*/ 26 w 27"/>
                    <a:gd name="T5" fmla="*/ 20 h 33"/>
                    <a:gd name="T6" fmla="*/ 22 w 27"/>
                    <a:gd name="T7" fmla="*/ 28 h 33"/>
                    <a:gd name="T8" fmla="*/ 5 w 27"/>
                    <a:gd name="T9" fmla="*/ 28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33">
                      <a:moveTo>
                        <a:pt x="5" y="28"/>
                      </a:moveTo>
                      <a:cubicBezTo>
                        <a:pt x="0" y="23"/>
                        <a:pt x="1" y="16"/>
                        <a:pt x="6" y="11"/>
                      </a:cubicBezTo>
                      <a:cubicBezTo>
                        <a:pt x="17" y="0"/>
                        <a:pt x="27" y="17"/>
                        <a:pt x="26" y="20"/>
                      </a:cubicBezTo>
                      <a:cubicBezTo>
                        <a:pt x="26" y="23"/>
                        <a:pt x="24" y="26"/>
                        <a:pt x="22" y="28"/>
                      </a:cubicBezTo>
                      <a:cubicBezTo>
                        <a:pt x="16" y="32"/>
                        <a:pt x="9" y="33"/>
                        <a:pt x="5" y="2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80" name="Freeform 395">
                  <a:extLst>
                    <a:ext uri="{FF2B5EF4-FFF2-40B4-BE49-F238E27FC236}">
                      <a16:creationId xmlns:a16="http://schemas.microsoft.com/office/drawing/2014/main" id="{A3B984D1-5271-4545-80C3-7214CE05DC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67738" y="2871788"/>
                  <a:ext cx="107950" cy="130175"/>
                </a:xfrm>
                <a:custGeom>
                  <a:avLst/>
                  <a:gdLst>
                    <a:gd name="T0" fmla="*/ 5 w 27"/>
                    <a:gd name="T1" fmla="*/ 28 h 33"/>
                    <a:gd name="T2" fmla="*/ 22 w 27"/>
                    <a:gd name="T3" fmla="*/ 28 h 33"/>
                    <a:gd name="T4" fmla="*/ 26 w 27"/>
                    <a:gd name="T5" fmla="*/ 20 h 33"/>
                    <a:gd name="T6" fmla="*/ 6 w 27"/>
                    <a:gd name="T7" fmla="*/ 11 h 33"/>
                    <a:gd name="T8" fmla="*/ 5 w 27"/>
                    <a:gd name="T9" fmla="*/ 28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33">
                      <a:moveTo>
                        <a:pt x="5" y="28"/>
                      </a:moveTo>
                      <a:cubicBezTo>
                        <a:pt x="9" y="33"/>
                        <a:pt x="16" y="32"/>
                        <a:pt x="22" y="28"/>
                      </a:cubicBezTo>
                      <a:cubicBezTo>
                        <a:pt x="24" y="26"/>
                        <a:pt x="26" y="23"/>
                        <a:pt x="26" y="20"/>
                      </a:cubicBezTo>
                      <a:cubicBezTo>
                        <a:pt x="27" y="17"/>
                        <a:pt x="17" y="0"/>
                        <a:pt x="6" y="11"/>
                      </a:cubicBezTo>
                      <a:cubicBezTo>
                        <a:pt x="1" y="16"/>
                        <a:pt x="0" y="23"/>
                        <a:pt x="5" y="28"/>
                      </a:cubicBez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81" name="Freeform 396">
                  <a:extLst>
                    <a:ext uri="{FF2B5EF4-FFF2-40B4-BE49-F238E27FC236}">
                      <a16:creationId xmlns:a16="http://schemas.microsoft.com/office/drawing/2014/main" id="{428FEF8F-33F4-473C-B21A-F2184479A6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88376" y="2898775"/>
                  <a:ext cx="66675" cy="84138"/>
                </a:xfrm>
                <a:custGeom>
                  <a:avLst/>
                  <a:gdLst>
                    <a:gd name="T0" fmla="*/ 3 w 17"/>
                    <a:gd name="T1" fmla="*/ 18 h 21"/>
                    <a:gd name="T2" fmla="*/ 4 w 17"/>
                    <a:gd name="T3" fmla="*/ 7 h 21"/>
                    <a:gd name="T4" fmla="*/ 17 w 17"/>
                    <a:gd name="T5" fmla="*/ 13 h 21"/>
                    <a:gd name="T6" fmla="*/ 14 w 17"/>
                    <a:gd name="T7" fmla="*/ 18 h 21"/>
                    <a:gd name="T8" fmla="*/ 3 w 17"/>
                    <a:gd name="T9" fmla="*/ 18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21">
                      <a:moveTo>
                        <a:pt x="3" y="18"/>
                      </a:moveTo>
                      <a:cubicBezTo>
                        <a:pt x="0" y="14"/>
                        <a:pt x="0" y="10"/>
                        <a:pt x="4" y="7"/>
                      </a:cubicBezTo>
                      <a:cubicBezTo>
                        <a:pt x="11" y="0"/>
                        <a:pt x="17" y="10"/>
                        <a:pt x="17" y="13"/>
                      </a:cubicBezTo>
                      <a:cubicBezTo>
                        <a:pt x="17" y="15"/>
                        <a:pt x="15" y="16"/>
                        <a:pt x="14" y="18"/>
                      </a:cubicBezTo>
                      <a:cubicBezTo>
                        <a:pt x="10" y="21"/>
                        <a:pt x="6" y="21"/>
                        <a:pt x="3" y="1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82" name="Freeform 397">
                  <a:extLst>
                    <a:ext uri="{FF2B5EF4-FFF2-40B4-BE49-F238E27FC236}">
                      <a16:creationId xmlns:a16="http://schemas.microsoft.com/office/drawing/2014/main" id="{AB0AA7B9-4403-41C8-9D7E-900443EF5F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88376" y="2898775"/>
                  <a:ext cx="66675" cy="84138"/>
                </a:xfrm>
                <a:custGeom>
                  <a:avLst/>
                  <a:gdLst>
                    <a:gd name="T0" fmla="*/ 3 w 17"/>
                    <a:gd name="T1" fmla="*/ 18 h 21"/>
                    <a:gd name="T2" fmla="*/ 4 w 17"/>
                    <a:gd name="T3" fmla="*/ 7 h 21"/>
                    <a:gd name="T4" fmla="*/ 17 w 17"/>
                    <a:gd name="T5" fmla="*/ 13 h 21"/>
                    <a:gd name="T6" fmla="*/ 14 w 17"/>
                    <a:gd name="T7" fmla="*/ 18 h 21"/>
                    <a:gd name="T8" fmla="*/ 3 w 17"/>
                    <a:gd name="T9" fmla="*/ 18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21">
                      <a:moveTo>
                        <a:pt x="3" y="18"/>
                      </a:moveTo>
                      <a:cubicBezTo>
                        <a:pt x="0" y="14"/>
                        <a:pt x="0" y="10"/>
                        <a:pt x="4" y="7"/>
                      </a:cubicBezTo>
                      <a:cubicBezTo>
                        <a:pt x="11" y="0"/>
                        <a:pt x="17" y="10"/>
                        <a:pt x="17" y="13"/>
                      </a:cubicBezTo>
                      <a:cubicBezTo>
                        <a:pt x="17" y="15"/>
                        <a:pt x="15" y="16"/>
                        <a:pt x="14" y="18"/>
                      </a:cubicBezTo>
                      <a:cubicBezTo>
                        <a:pt x="10" y="21"/>
                        <a:pt x="6" y="21"/>
                        <a:pt x="3" y="1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83" name="Freeform 398">
                  <a:extLst>
                    <a:ext uri="{FF2B5EF4-FFF2-40B4-BE49-F238E27FC236}">
                      <a16:creationId xmlns:a16="http://schemas.microsoft.com/office/drawing/2014/main" id="{E8984292-E9F1-4ACB-9070-7B37668554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61363" y="2697163"/>
                  <a:ext cx="333375" cy="214313"/>
                </a:xfrm>
                <a:custGeom>
                  <a:avLst/>
                  <a:gdLst>
                    <a:gd name="T0" fmla="*/ 18 w 84"/>
                    <a:gd name="T1" fmla="*/ 0 h 54"/>
                    <a:gd name="T2" fmla="*/ 84 w 84"/>
                    <a:gd name="T3" fmla="*/ 25 h 54"/>
                    <a:gd name="T4" fmla="*/ 83 w 84"/>
                    <a:gd name="T5" fmla="*/ 28 h 54"/>
                    <a:gd name="T6" fmla="*/ 72 w 84"/>
                    <a:gd name="T7" fmla="*/ 30 h 54"/>
                    <a:gd name="T8" fmla="*/ 70 w 84"/>
                    <a:gd name="T9" fmla="*/ 47 h 54"/>
                    <a:gd name="T10" fmla="*/ 76 w 84"/>
                    <a:gd name="T11" fmla="*/ 51 h 54"/>
                    <a:gd name="T12" fmla="*/ 75 w 84"/>
                    <a:gd name="T13" fmla="*/ 54 h 54"/>
                    <a:gd name="T14" fmla="*/ 8 w 84"/>
                    <a:gd name="T15" fmla="*/ 24 h 54"/>
                    <a:gd name="T16" fmla="*/ 18 w 84"/>
                    <a:gd name="T17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4" h="54">
                      <a:moveTo>
                        <a:pt x="18" y="0"/>
                      </a:moveTo>
                      <a:cubicBezTo>
                        <a:pt x="84" y="25"/>
                        <a:pt x="84" y="25"/>
                        <a:pt x="84" y="25"/>
                      </a:cubicBezTo>
                      <a:cubicBezTo>
                        <a:pt x="83" y="28"/>
                        <a:pt x="83" y="28"/>
                        <a:pt x="83" y="28"/>
                      </a:cubicBezTo>
                      <a:cubicBezTo>
                        <a:pt x="80" y="26"/>
                        <a:pt x="76" y="27"/>
                        <a:pt x="72" y="30"/>
                      </a:cubicBezTo>
                      <a:cubicBezTo>
                        <a:pt x="66" y="35"/>
                        <a:pt x="66" y="42"/>
                        <a:pt x="70" y="47"/>
                      </a:cubicBezTo>
                      <a:cubicBezTo>
                        <a:pt x="72" y="49"/>
                        <a:pt x="74" y="50"/>
                        <a:pt x="76" y="51"/>
                      </a:cubicBezTo>
                      <a:cubicBezTo>
                        <a:pt x="75" y="54"/>
                        <a:pt x="75" y="54"/>
                        <a:pt x="75" y="54"/>
                      </a:cubicBezTo>
                      <a:cubicBezTo>
                        <a:pt x="8" y="24"/>
                        <a:pt x="8" y="24"/>
                        <a:pt x="8" y="24"/>
                      </a:cubicBezTo>
                      <a:cubicBezTo>
                        <a:pt x="0" y="17"/>
                        <a:pt x="3" y="2"/>
                        <a:pt x="18" y="0"/>
                      </a:cubicBez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84" name="Freeform 399">
                  <a:extLst>
                    <a:ext uri="{FF2B5EF4-FFF2-40B4-BE49-F238E27FC236}">
                      <a16:creationId xmlns:a16="http://schemas.microsoft.com/office/drawing/2014/main" id="{6507E3FF-A060-46AB-9386-C581E6830C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07426" y="2792413"/>
                  <a:ext cx="136525" cy="127000"/>
                </a:xfrm>
                <a:custGeom>
                  <a:avLst/>
                  <a:gdLst>
                    <a:gd name="T0" fmla="*/ 6 w 34"/>
                    <a:gd name="T1" fmla="*/ 26 h 32"/>
                    <a:gd name="T2" fmla="*/ 29 w 34"/>
                    <a:gd name="T3" fmla="*/ 25 h 32"/>
                    <a:gd name="T4" fmla="*/ 34 w 34"/>
                    <a:gd name="T5" fmla="*/ 15 h 32"/>
                    <a:gd name="T6" fmla="*/ 26 w 34"/>
                    <a:gd name="T7" fmla="*/ 3 h 32"/>
                    <a:gd name="T8" fmla="*/ 7 w 34"/>
                    <a:gd name="T9" fmla="*/ 5 h 32"/>
                    <a:gd name="T10" fmla="*/ 6 w 34"/>
                    <a:gd name="T11" fmla="*/ 26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4" h="32">
                      <a:moveTo>
                        <a:pt x="6" y="26"/>
                      </a:moveTo>
                      <a:cubicBezTo>
                        <a:pt x="13" y="32"/>
                        <a:pt x="22" y="32"/>
                        <a:pt x="29" y="25"/>
                      </a:cubicBezTo>
                      <a:cubicBezTo>
                        <a:pt x="32" y="22"/>
                        <a:pt x="34" y="19"/>
                        <a:pt x="34" y="15"/>
                      </a:cubicBezTo>
                      <a:cubicBezTo>
                        <a:pt x="33" y="11"/>
                        <a:pt x="26" y="4"/>
                        <a:pt x="26" y="3"/>
                      </a:cubicBezTo>
                      <a:cubicBezTo>
                        <a:pt x="21" y="0"/>
                        <a:pt x="13" y="0"/>
                        <a:pt x="7" y="5"/>
                      </a:cubicBezTo>
                      <a:cubicBezTo>
                        <a:pt x="1" y="11"/>
                        <a:pt x="0" y="20"/>
                        <a:pt x="6" y="2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85" name="Freeform 400">
                  <a:extLst>
                    <a:ext uri="{FF2B5EF4-FFF2-40B4-BE49-F238E27FC236}">
                      <a16:creationId xmlns:a16="http://schemas.microsoft.com/office/drawing/2014/main" id="{519EED2A-A058-4576-A7EC-D1C74E9C73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07426" y="2792413"/>
                  <a:ext cx="136525" cy="127000"/>
                </a:xfrm>
                <a:custGeom>
                  <a:avLst/>
                  <a:gdLst>
                    <a:gd name="T0" fmla="*/ 6 w 34"/>
                    <a:gd name="T1" fmla="*/ 26 h 32"/>
                    <a:gd name="T2" fmla="*/ 29 w 34"/>
                    <a:gd name="T3" fmla="*/ 25 h 32"/>
                    <a:gd name="T4" fmla="*/ 34 w 34"/>
                    <a:gd name="T5" fmla="*/ 15 h 32"/>
                    <a:gd name="T6" fmla="*/ 26 w 34"/>
                    <a:gd name="T7" fmla="*/ 3 h 32"/>
                    <a:gd name="T8" fmla="*/ 7 w 34"/>
                    <a:gd name="T9" fmla="*/ 5 h 32"/>
                    <a:gd name="T10" fmla="*/ 6 w 34"/>
                    <a:gd name="T11" fmla="*/ 26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4" h="32">
                      <a:moveTo>
                        <a:pt x="6" y="26"/>
                      </a:moveTo>
                      <a:cubicBezTo>
                        <a:pt x="13" y="32"/>
                        <a:pt x="22" y="32"/>
                        <a:pt x="29" y="25"/>
                      </a:cubicBezTo>
                      <a:cubicBezTo>
                        <a:pt x="32" y="22"/>
                        <a:pt x="34" y="19"/>
                        <a:pt x="34" y="15"/>
                      </a:cubicBezTo>
                      <a:cubicBezTo>
                        <a:pt x="33" y="11"/>
                        <a:pt x="26" y="4"/>
                        <a:pt x="26" y="3"/>
                      </a:cubicBezTo>
                      <a:cubicBezTo>
                        <a:pt x="21" y="0"/>
                        <a:pt x="13" y="0"/>
                        <a:pt x="7" y="5"/>
                      </a:cubicBezTo>
                      <a:cubicBezTo>
                        <a:pt x="1" y="11"/>
                        <a:pt x="0" y="20"/>
                        <a:pt x="6" y="2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86" name="Freeform 401">
                  <a:extLst>
                    <a:ext uri="{FF2B5EF4-FFF2-40B4-BE49-F238E27FC236}">
                      <a16:creationId xmlns:a16="http://schemas.microsoft.com/office/drawing/2014/main" id="{CEEC4AFA-DA11-4156-ABF3-0ECD4EE300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20126" y="2776538"/>
                  <a:ext cx="111125" cy="130175"/>
                </a:xfrm>
                <a:custGeom>
                  <a:avLst/>
                  <a:gdLst>
                    <a:gd name="T0" fmla="*/ 5 w 28"/>
                    <a:gd name="T1" fmla="*/ 27 h 33"/>
                    <a:gd name="T2" fmla="*/ 7 w 28"/>
                    <a:gd name="T3" fmla="*/ 11 h 33"/>
                    <a:gd name="T4" fmla="*/ 28 w 28"/>
                    <a:gd name="T5" fmla="*/ 20 h 33"/>
                    <a:gd name="T6" fmla="*/ 23 w 28"/>
                    <a:gd name="T7" fmla="*/ 28 h 33"/>
                    <a:gd name="T8" fmla="*/ 5 w 28"/>
                    <a:gd name="T9" fmla="*/ 27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" h="33">
                      <a:moveTo>
                        <a:pt x="5" y="27"/>
                      </a:moveTo>
                      <a:cubicBezTo>
                        <a:pt x="0" y="22"/>
                        <a:pt x="1" y="16"/>
                        <a:pt x="7" y="11"/>
                      </a:cubicBezTo>
                      <a:cubicBezTo>
                        <a:pt x="18" y="0"/>
                        <a:pt x="28" y="17"/>
                        <a:pt x="28" y="20"/>
                      </a:cubicBezTo>
                      <a:cubicBezTo>
                        <a:pt x="27" y="23"/>
                        <a:pt x="25" y="26"/>
                        <a:pt x="23" y="28"/>
                      </a:cubicBezTo>
                      <a:cubicBezTo>
                        <a:pt x="18" y="32"/>
                        <a:pt x="10" y="33"/>
                        <a:pt x="5" y="2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87" name="Freeform 402">
                  <a:extLst>
                    <a:ext uri="{FF2B5EF4-FFF2-40B4-BE49-F238E27FC236}">
                      <a16:creationId xmlns:a16="http://schemas.microsoft.com/office/drawing/2014/main" id="{5EE3A715-7DA4-45D1-8BDB-9F082504CF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20126" y="2776538"/>
                  <a:ext cx="111125" cy="130175"/>
                </a:xfrm>
                <a:custGeom>
                  <a:avLst/>
                  <a:gdLst>
                    <a:gd name="T0" fmla="*/ 5 w 28"/>
                    <a:gd name="T1" fmla="*/ 27 h 33"/>
                    <a:gd name="T2" fmla="*/ 7 w 28"/>
                    <a:gd name="T3" fmla="*/ 11 h 33"/>
                    <a:gd name="T4" fmla="*/ 28 w 28"/>
                    <a:gd name="T5" fmla="*/ 20 h 33"/>
                    <a:gd name="T6" fmla="*/ 23 w 28"/>
                    <a:gd name="T7" fmla="*/ 28 h 33"/>
                    <a:gd name="T8" fmla="*/ 5 w 28"/>
                    <a:gd name="T9" fmla="*/ 27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" h="33">
                      <a:moveTo>
                        <a:pt x="5" y="27"/>
                      </a:moveTo>
                      <a:cubicBezTo>
                        <a:pt x="0" y="22"/>
                        <a:pt x="1" y="16"/>
                        <a:pt x="7" y="11"/>
                      </a:cubicBezTo>
                      <a:cubicBezTo>
                        <a:pt x="18" y="0"/>
                        <a:pt x="28" y="17"/>
                        <a:pt x="28" y="20"/>
                      </a:cubicBezTo>
                      <a:cubicBezTo>
                        <a:pt x="27" y="23"/>
                        <a:pt x="25" y="26"/>
                        <a:pt x="23" y="28"/>
                      </a:cubicBezTo>
                      <a:cubicBezTo>
                        <a:pt x="18" y="32"/>
                        <a:pt x="10" y="33"/>
                        <a:pt x="5" y="2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88" name="Freeform 403">
                  <a:extLst>
                    <a:ext uri="{FF2B5EF4-FFF2-40B4-BE49-F238E27FC236}">
                      <a16:creationId xmlns:a16="http://schemas.microsoft.com/office/drawing/2014/main" id="{187CCE4F-AD22-40DA-8C8B-2703D8676D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20126" y="2776538"/>
                  <a:ext cx="111125" cy="130175"/>
                </a:xfrm>
                <a:custGeom>
                  <a:avLst/>
                  <a:gdLst>
                    <a:gd name="T0" fmla="*/ 5 w 28"/>
                    <a:gd name="T1" fmla="*/ 27 h 33"/>
                    <a:gd name="T2" fmla="*/ 23 w 28"/>
                    <a:gd name="T3" fmla="*/ 28 h 33"/>
                    <a:gd name="T4" fmla="*/ 28 w 28"/>
                    <a:gd name="T5" fmla="*/ 20 h 33"/>
                    <a:gd name="T6" fmla="*/ 7 w 28"/>
                    <a:gd name="T7" fmla="*/ 11 h 33"/>
                    <a:gd name="T8" fmla="*/ 5 w 28"/>
                    <a:gd name="T9" fmla="*/ 27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" h="33">
                      <a:moveTo>
                        <a:pt x="5" y="27"/>
                      </a:moveTo>
                      <a:cubicBezTo>
                        <a:pt x="10" y="33"/>
                        <a:pt x="18" y="32"/>
                        <a:pt x="23" y="28"/>
                      </a:cubicBezTo>
                      <a:cubicBezTo>
                        <a:pt x="25" y="26"/>
                        <a:pt x="27" y="23"/>
                        <a:pt x="28" y="20"/>
                      </a:cubicBezTo>
                      <a:cubicBezTo>
                        <a:pt x="28" y="17"/>
                        <a:pt x="18" y="0"/>
                        <a:pt x="7" y="11"/>
                      </a:cubicBezTo>
                      <a:cubicBezTo>
                        <a:pt x="1" y="16"/>
                        <a:pt x="0" y="22"/>
                        <a:pt x="5" y="27"/>
                      </a:cubicBez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89" name="Freeform 404">
                  <a:extLst>
                    <a:ext uri="{FF2B5EF4-FFF2-40B4-BE49-F238E27FC236}">
                      <a16:creationId xmlns:a16="http://schemas.microsoft.com/office/drawing/2014/main" id="{B1373B3F-D938-4C15-A486-04A7E4167D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39176" y="2803525"/>
                  <a:ext cx="76200" cy="84138"/>
                </a:xfrm>
                <a:custGeom>
                  <a:avLst/>
                  <a:gdLst>
                    <a:gd name="T0" fmla="*/ 3 w 19"/>
                    <a:gd name="T1" fmla="*/ 17 h 21"/>
                    <a:gd name="T2" fmla="*/ 4 w 19"/>
                    <a:gd name="T3" fmla="*/ 6 h 21"/>
                    <a:gd name="T4" fmla="*/ 18 w 19"/>
                    <a:gd name="T5" fmla="*/ 13 h 21"/>
                    <a:gd name="T6" fmla="*/ 15 w 19"/>
                    <a:gd name="T7" fmla="*/ 18 h 21"/>
                    <a:gd name="T8" fmla="*/ 3 w 19"/>
                    <a:gd name="T9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" h="21">
                      <a:moveTo>
                        <a:pt x="3" y="17"/>
                      </a:moveTo>
                      <a:cubicBezTo>
                        <a:pt x="0" y="14"/>
                        <a:pt x="1" y="10"/>
                        <a:pt x="4" y="6"/>
                      </a:cubicBezTo>
                      <a:cubicBezTo>
                        <a:pt x="12" y="0"/>
                        <a:pt x="19" y="10"/>
                        <a:pt x="18" y="13"/>
                      </a:cubicBezTo>
                      <a:cubicBezTo>
                        <a:pt x="18" y="15"/>
                        <a:pt x="17" y="16"/>
                        <a:pt x="15" y="18"/>
                      </a:cubicBezTo>
                      <a:cubicBezTo>
                        <a:pt x="12" y="21"/>
                        <a:pt x="7" y="21"/>
                        <a:pt x="3" y="1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90" name="Freeform 405">
                  <a:extLst>
                    <a:ext uri="{FF2B5EF4-FFF2-40B4-BE49-F238E27FC236}">
                      <a16:creationId xmlns:a16="http://schemas.microsoft.com/office/drawing/2014/main" id="{1C0B8977-A9FE-4F92-97FA-E047A653B5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39176" y="2803525"/>
                  <a:ext cx="76200" cy="84138"/>
                </a:xfrm>
                <a:custGeom>
                  <a:avLst/>
                  <a:gdLst>
                    <a:gd name="T0" fmla="*/ 3 w 19"/>
                    <a:gd name="T1" fmla="*/ 17 h 21"/>
                    <a:gd name="T2" fmla="*/ 4 w 19"/>
                    <a:gd name="T3" fmla="*/ 6 h 21"/>
                    <a:gd name="T4" fmla="*/ 18 w 19"/>
                    <a:gd name="T5" fmla="*/ 13 h 21"/>
                    <a:gd name="T6" fmla="*/ 15 w 19"/>
                    <a:gd name="T7" fmla="*/ 18 h 21"/>
                    <a:gd name="T8" fmla="*/ 3 w 19"/>
                    <a:gd name="T9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" h="21">
                      <a:moveTo>
                        <a:pt x="3" y="17"/>
                      </a:moveTo>
                      <a:cubicBezTo>
                        <a:pt x="0" y="14"/>
                        <a:pt x="1" y="10"/>
                        <a:pt x="4" y="6"/>
                      </a:cubicBezTo>
                      <a:cubicBezTo>
                        <a:pt x="12" y="0"/>
                        <a:pt x="19" y="10"/>
                        <a:pt x="18" y="13"/>
                      </a:cubicBezTo>
                      <a:cubicBezTo>
                        <a:pt x="18" y="15"/>
                        <a:pt x="17" y="16"/>
                        <a:pt x="15" y="18"/>
                      </a:cubicBezTo>
                      <a:cubicBezTo>
                        <a:pt x="12" y="21"/>
                        <a:pt x="7" y="21"/>
                        <a:pt x="3" y="1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</p:grp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789530D5-B20F-4539-B372-EF488DCD0E10}"/>
                  </a:ext>
                </a:extLst>
              </p:cNvPr>
              <p:cNvSpPr txBox="1"/>
              <p:nvPr/>
            </p:nvSpPr>
            <p:spPr>
              <a:xfrm>
                <a:off x="5549554" y="1396704"/>
                <a:ext cx="1824605" cy="326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95000"/>
                  </a:lnSpc>
                </a:pPr>
                <a:r>
                  <a:rPr lang="en-US" sz="1600" dirty="0"/>
                  <a:t>Source</a:t>
                </a:r>
              </a:p>
            </p:txBody>
          </p:sp>
          <p:cxnSp>
            <p:nvCxnSpPr>
              <p:cNvPr id="459" name="Straight Arrow Connector 458">
                <a:extLst>
                  <a:ext uri="{FF2B5EF4-FFF2-40B4-BE49-F238E27FC236}">
                    <a16:creationId xmlns:a16="http://schemas.microsoft.com/office/drawing/2014/main" id="{ED76C3F8-2FDE-40D7-8236-561B0C86D6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1823" y="2520893"/>
                <a:ext cx="509201" cy="603869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2" name="Group 621">
              <a:extLst>
                <a:ext uri="{FF2B5EF4-FFF2-40B4-BE49-F238E27FC236}">
                  <a16:creationId xmlns:a16="http://schemas.microsoft.com/office/drawing/2014/main" id="{69F81C4D-2799-4CD7-8464-9925FC4BAB42}"/>
                </a:ext>
              </a:extLst>
            </p:cNvPr>
            <p:cNvGrpSpPr/>
            <p:nvPr/>
          </p:nvGrpSpPr>
          <p:grpSpPr>
            <a:xfrm>
              <a:off x="7104815" y="1375599"/>
              <a:ext cx="1981729" cy="1729817"/>
              <a:chOff x="7104815" y="1375599"/>
              <a:chExt cx="1981729" cy="1729817"/>
            </a:xfrm>
          </p:grpSpPr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6A36B65E-997A-4F64-9386-A79C95781B25}"/>
                  </a:ext>
                </a:extLst>
              </p:cNvPr>
              <p:cNvSpPr txBox="1"/>
              <p:nvPr/>
            </p:nvSpPr>
            <p:spPr>
              <a:xfrm>
                <a:off x="7261939" y="1375599"/>
                <a:ext cx="1824605" cy="326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95000"/>
                  </a:lnSpc>
                </a:pPr>
                <a:r>
                  <a:rPr lang="en-US" sz="1600" dirty="0"/>
                  <a:t>Sinks</a:t>
                </a:r>
              </a:p>
            </p:txBody>
          </p:sp>
          <p:grpSp>
            <p:nvGrpSpPr>
              <p:cNvPr id="307" name="Gruppieren 36">
                <a:extLst>
                  <a:ext uri="{FF2B5EF4-FFF2-40B4-BE49-F238E27FC236}">
                    <a16:creationId xmlns:a16="http://schemas.microsoft.com/office/drawing/2014/main" id="{C9AD33EA-F8BD-42C1-97E2-2A8F9E4C7FC1}"/>
                  </a:ext>
                </a:extLst>
              </p:cNvPr>
              <p:cNvGrpSpPr/>
              <p:nvPr/>
            </p:nvGrpSpPr>
            <p:grpSpPr>
              <a:xfrm>
                <a:off x="7142493" y="1752527"/>
                <a:ext cx="363575" cy="415906"/>
                <a:chOff x="1619672" y="2348884"/>
                <a:chExt cx="2092337" cy="3532450"/>
              </a:xfrm>
            </p:grpSpPr>
            <p:sp>
              <p:nvSpPr>
                <p:cNvPr id="308" name="Freeform 285">
                  <a:extLst>
                    <a:ext uri="{FF2B5EF4-FFF2-40B4-BE49-F238E27FC236}">
                      <a16:creationId xmlns:a16="http://schemas.microsoft.com/office/drawing/2014/main" id="{15E8DC1E-9EC7-4C09-8626-EFA714CE90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9672" y="2362207"/>
                  <a:ext cx="473108" cy="3375060"/>
                </a:xfrm>
                <a:custGeom>
                  <a:avLst/>
                  <a:gdLst>
                    <a:gd name="T0" fmla="*/ 0 w 142"/>
                    <a:gd name="T1" fmla="*/ 754 h 1013"/>
                    <a:gd name="T2" fmla="*/ 142 w 142"/>
                    <a:gd name="T3" fmla="*/ 1013 h 1013"/>
                    <a:gd name="T4" fmla="*/ 142 w 142"/>
                    <a:gd name="T5" fmla="*/ 218 h 1013"/>
                    <a:gd name="T6" fmla="*/ 0 w 142"/>
                    <a:gd name="T7" fmla="*/ 0 h 1013"/>
                    <a:gd name="T8" fmla="*/ 0 w 142"/>
                    <a:gd name="T9" fmla="*/ 754 h 10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2" h="1013">
                      <a:moveTo>
                        <a:pt x="0" y="754"/>
                      </a:moveTo>
                      <a:lnTo>
                        <a:pt x="142" y="1013"/>
                      </a:lnTo>
                      <a:lnTo>
                        <a:pt x="142" y="218"/>
                      </a:lnTo>
                      <a:lnTo>
                        <a:pt x="0" y="0"/>
                      </a:lnTo>
                      <a:lnTo>
                        <a:pt x="0" y="75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54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09" name="Freeform 286">
                  <a:extLst>
                    <a:ext uri="{FF2B5EF4-FFF2-40B4-BE49-F238E27FC236}">
                      <a16:creationId xmlns:a16="http://schemas.microsoft.com/office/drawing/2014/main" id="{73AB308D-9345-48AA-A3FC-95BA265F13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9672" y="2348884"/>
                  <a:ext cx="2092336" cy="739648"/>
                </a:xfrm>
                <a:custGeom>
                  <a:avLst/>
                  <a:gdLst>
                    <a:gd name="T0" fmla="*/ 628 w 628"/>
                    <a:gd name="T1" fmla="*/ 222 h 222"/>
                    <a:gd name="T2" fmla="*/ 482 w 628"/>
                    <a:gd name="T3" fmla="*/ 0 h 222"/>
                    <a:gd name="T4" fmla="*/ 0 w 628"/>
                    <a:gd name="T5" fmla="*/ 4 h 222"/>
                    <a:gd name="T6" fmla="*/ 142 w 628"/>
                    <a:gd name="T7" fmla="*/ 222 h 222"/>
                    <a:gd name="T8" fmla="*/ 628 w 628"/>
                    <a:gd name="T9" fmla="*/ 222 h 2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8" h="222">
                      <a:moveTo>
                        <a:pt x="628" y="222"/>
                      </a:moveTo>
                      <a:lnTo>
                        <a:pt x="482" y="0"/>
                      </a:lnTo>
                      <a:lnTo>
                        <a:pt x="0" y="4"/>
                      </a:lnTo>
                      <a:lnTo>
                        <a:pt x="142" y="222"/>
                      </a:lnTo>
                      <a:lnTo>
                        <a:pt x="628" y="22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54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10" name="Rechteck 8">
                  <a:extLst>
                    <a:ext uri="{FF2B5EF4-FFF2-40B4-BE49-F238E27FC236}">
                      <a16:creationId xmlns:a16="http://schemas.microsoft.com/office/drawing/2014/main" id="{94E9BCF4-1066-452C-99E0-0C11A8602FD5}"/>
                    </a:ext>
                  </a:extLst>
                </p:cNvPr>
                <p:cNvSpPr/>
                <p:nvPr/>
              </p:nvSpPr>
              <p:spPr>
                <a:xfrm>
                  <a:off x="2092781" y="3088532"/>
                  <a:ext cx="1619228" cy="2648735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1" name="Freeform 630">
                  <a:extLst>
                    <a:ext uri="{FF2B5EF4-FFF2-40B4-BE49-F238E27FC236}">
                      <a16:creationId xmlns:a16="http://schemas.microsoft.com/office/drawing/2014/main" id="{33BF67C6-9182-4044-817E-47D58237CF4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489186" y="3732659"/>
                  <a:ext cx="826417" cy="2148675"/>
                </a:xfrm>
                <a:custGeom>
                  <a:avLst/>
                  <a:gdLst>
                    <a:gd name="T0" fmla="*/ 13 w 18"/>
                    <a:gd name="T1" fmla="*/ 4 h 47"/>
                    <a:gd name="T2" fmla="*/ 13 w 18"/>
                    <a:gd name="T3" fmla="*/ 4 h 47"/>
                    <a:gd name="T4" fmla="*/ 13 w 18"/>
                    <a:gd name="T5" fmla="*/ 1 h 47"/>
                    <a:gd name="T6" fmla="*/ 12 w 18"/>
                    <a:gd name="T7" fmla="*/ 0 h 47"/>
                    <a:gd name="T8" fmla="*/ 11 w 18"/>
                    <a:gd name="T9" fmla="*/ 1 h 47"/>
                    <a:gd name="T10" fmla="*/ 11 w 18"/>
                    <a:gd name="T11" fmla="*/ 4 h 47"/>
                    <a:gd name="T12" fmla="*/ 7 w 18"/>
                    <a:gd name="T13" fmla="*/ 4 h 47"/>
                    <a:gd name="T14" fmla="*/ 7 w 18"/>
                    <a:gd name="T15" fmla="*/ 1 h 47"/>
                    <a:gd name="T16" fmla="*/ 6 w 18"/>
                    <a:gd name="T17" fmla="*/ 0 h 47"/>
                    <a:gd name="T18" fmla="*/ 5 w 18"/>
                    <a:gd name="T19" fmla="*/ 1 h 47"/>
                    <a:gd name="T20" fmla="*/ 5 w 18"/>
                    <a:gd name="T21" fmla="*/ 4 h 47"/>
                    <a:gd name="T22" fmla="*/ 4 w 18"/>
                    <a:gd name="T23" fmla="*/ 4 h 47"/>
                    <a:gd name="T24" fmla="*/ 0 w 18"/>
                    <a:gd name="T25" fmla="*/ 9 h 47"/>
                    <a:gd name="T26" fmla="*/ 0 w 18"/>
                    <a:gd name="T27" fmla="*/ 11 h 47"/>
                    <a:gd name="T28" fmla="*/ 4 w 18"/>
                    <a:gd name="T29" fmla="*/ 15 h 47"/>
                    <a:gd name="T30" fmla="*/ 8 w 18"/>
                    <a:gd name="T31" fmla="*/ 15 h 47"/>
                    <a:gd name="T32" fmla="*/ 7 w 18"/>
                    <a:gd name="T33" fmla="*/ 31 h 47"/>
                    <a:gd name="T34" fmla="*/ 3 w 18"/>
                    <a:gd name="T35" fmla="*/ 47 h 47"/>
                    <a:gd name="T36" fmla="*/ 5 w 18"/>
                    <a:gd name="T37" fmla="*/ 46 h 47"/>
                    <a:gd name="T38" fmla="*/ 8 w 18"/>
                    <a:gd name="T39" fmla="*/ 33 h 47"/>
                    <a:gd name="T40" fmla="*/ 10 w 18"/>
                    <a:gd name="T41" fmla="*/ 15 h 47"/>
                    <a:gd name="T42" fmla="*/ 13 w 18"/>
                    <a:gd name="T43" fmla="*/ 15 h 47"/>
                    <a:gd name="T44" fmla="*/ 18 w 18"/>
                    <a:gd name="T45" fmla="*/ 11 h 47"/>
                    <a:gd name="T46" fmla="*/ 18 w 18"/>
                    <a:gd name="T47" fmla="*/ 9 h 47"/>
                    <a:gd name="T48" fmla="*/ 13 w 18"/>
                    <a:gd name="T49" fmla="*/ 4 h 47"/>
                    <a:gd name="T50" fmla="*/ 15 w 18"/>
                    <a:gd name="T51" fmla="*/ 11 h 47"/>
                    <a:gd name="T52" fmla="*/ 13 w 18"/>
                    <a:gd name="T53" fmla="*/ 13 h 47"/>
                    <a:gd name="T54" fmla="*/ 4 w 18"/>
                    <a:gd name="T55" fmla="*/ 13 h 47"/>
                    <a:gd name="T56" fmla="*/ 2 w 18"/>
                    <a:gd name="T57" fmla="*/ 11 h 47"/>
                    <a:gd name="T58" fmla="*/ 2 w 18"/>
                    <a:gd name="T59" fmla="*/ 9 h 47"/>
                    <a:gd name="T60" fmla="*/ 4 w 18"/>
                    <a:gd name="T61" fmla="*/ 7 h 47"/>
                    <a:gd name="T62" fmla="*/ 13 w 18"/>
                    <a:gd name="T63" fmla="*/ 7 h 47"/>
                    <a:gd name="T64" fmla="*/ 15 w 18"/>
                    <a:gd name="T65" fmla="*/ 9 h 47"/>
                    <a:gd name="T66" fmla="*/ 15 w 18"/>
                    <a:gd name="T67" fmla="*/ 1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8" h="47">
                      <a:moveTo>
                        <a:pt x="13" y="4"/>
                      </a:move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3" y="0"/>
                        <a:pt x="12" y="0"/>
                        <a:pt x="12" y="0"/>
                      </a:cubicBezTo>
                      <a:cubicBezTo>
                        <a:pt x="11" y="0"/>
                        <a:pt x="11" y="0"/>
                        <a:pt x="11" y="1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0"/>
                        <a:pt x="6" y="0"/>
                        <a:pt x="6" y="0"/>
                      </a:cubicBezTo>
                      <a:cubicBezTo>
                        <a:pt x="5" y="0"/>
                        <a:pt x="5" y="0"/>
                        <a:pt x="5" y="1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1" y="4"/>
                        <a:pt x="0" y="6"/>
                        <a:pt x="0" y="9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4"/>
                        <a:pt x="1" y="15"/>
                        <a:pt x="4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9" y="20"/>
                        <a:pt x="10" y="29"/>
                        <a:pt x="7" y="31"/>
                      </a:cubicBezTo>
                      <a:cubicBezTo>
                        <a:pt x="0" y="34"/>
                        <a:pt x="3" y="46"/>
                        <a:pt x="3" y="47"/>
                      </a:cubicBezTo>
                      <a:cubicBezTo>
                        <a:pt x="5" y="46"/>
                        <a:pt x="5" y="46"/>
                        <a:pt x="5" y="46"/>
                      </a:cubicBezTo>
                      <a:cubicBezTo>
                        <a:pt x="5" y="43"/>
                        <a:pt x="4" y="35"/>
                        <a:pt x="8" y="33"/>
                      </a:cubicBezTo>
                      <a:cubicBezTo>
                        <a:pt x="13" y="31"/>
                        <a:pt x="11" y="20"/>
                        <a:pt x="10" y="15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6" y="15"/>
                        <a:pt x="18" y="14"/>
                        <a:pt x="18" y="11"/>
                      </a:cubicBezTo>
                      <a:cubicBezTo>
                        <a:pt x="18" y="9"/>
                        <a:pt x="18" y="9"/>
                        <a:pt x="18" y="9"/>
                      </a:cubicBezTo>
                      <a:cubicBezTo>
                        <a:pt x="18" y="6"/>
                        <a:pt x="16" y="4"/>
                        <a:pt x="13" y="4"/>
                      </a:cubicBezTo>
                      <a:close/>
                      <a:moveTo>
                        <a:pt x="15" y="11"/>
                      </a:moveTo>
                      <a:cubicBezTo>
                        <a:pt x="15" y="12"/>
                        <a:pt x="15" y="13"/>
                        <a:pt x="13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3" y="13"/>
                        <a:pt x="2" y="12"/>
                        <a:pt x="2" y="11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8"/>
                        <a:pt x="3" y="7"/>
                        <a:pt x="4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5" y="7"/>
                        <a:pt x="15" y="8"/>
                        <a:pt x="15" y="9"/>
                      </a:cubicBezTo>
                      <a:lnTo>
                        <a:pt x="15" y="1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</p:grpSp>
          <p:grpSp>
            <p:nvGrpSpPr>
              <p:cNvPr id="312" name="Gruppieren 1">
                <a:extLst>
                  <a:ext uri="{FF2B5EF4-FFF2-40B4-BE49-F238E27FC236}">
                    <a16:creationId xmlns:a16="http://schemas.microsoft.com/office/drawing/2014/main" id="{7C8E55D9-A9DE-40E9-85DC-8FDD79BD9427}"/>
                  </a:ext>
                </a:extLst>
              </p:cNvPr>
              <p:cNvGrpSpPr/>
              <p:nvPr/>
            </p:nvGrpSpPr>
            <p:grpSpPr>
              <a:xfrm>
                <a:off x="7622305" y="1733608"/>
                <a:ext cx="829209" cy="409572"/>
                <a:chOff x="1979712" y="2132859"/>
                <a:chExt cx="5378301" cy="3486275"/>
              </a:xfrm>
              <a:solidFill>
                <a:schemeClr val="accent1"/>
              </a:solidFill>
            </p:grpSpPr>
            <p:sp>
              <p:nvSpPr>
                <p:cNvPr id="313" name="Freeform 584">
                  <a:extLst>
                    <a:ext uri="{FF2B5EF4-FFF2-40B4-BE49-F238E27FC236}">
                      <a16:creationId xmlns:a16="http://schemas.microsoft.com/office/drawing/2014/main" id="{BA8FC3D2-91B2-42C2-BC65-E4BE42335A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4912" y="3954818"/>
                  <a:ext cx="324102" cy="788350"/>
                </a:xfrm>
                <a:custGeom>
                  <a:avLst/>
                  <a:gdLst>
                    <a:gd name="T0" fmla="*/ 15 w 15"/>
                    <a:gd name="T1" fmla="*/ 32 h 36"/>
                    <a:gd name="T2" fmla="*/ 15 w 15"/>
                    <a:gd name="T3" fmla="*/ 35 h 36"/>
                    <a:gd name="T4" fmla="*/ 12 w 15"/>
                    <a:gd name="T5" fmla="*/ 36 h 36"/>
                    <a:gd name="T6" fmla="*/ 9 w 15"/>
                    <a:gd name="T7" fmla="*/ 36 h 36"/>
                    <a:gd name="T8" fmla="*/ 6 w 15"/>
                    <a:gd name="T9" fmla="*/ 36 h 36"/>
                    <a:gd name="T10" fmla="*/ 2 w 15"/>
                    <a:gd name="T11" fmla="*/ 36 h 36"/>
                    <a:gd name="T12" fmla="*/ 1 w 15"/>
                    <a:gd name="T13" fmla="*/ 36 h 36"/>
                    <a:gd name="T14" fmla="*/ 0 w 15"/>
                    <a:gd name="T15" fmla="*/ 36 h 36"/>
                    <a:gd name="T16" fmla="*/ 0 w 15"/>
                    <a:gd name="T17" fmla="*/ 35 h 36"/>
                    <a:gd name="T18" fmla="*/ 0 w 15"/>
                    <a:gd name="T19" fmla="*/ 32 h 36"/>
                    <a:gd name="T20" fmla="*/ 1 w 15"/>
                    <a:gd name="T21" fmla="*/ 28 h 36"/>
                    <a:gd name="T22" fmla="*/ 1 w 15"/>
                    <a:gd name="T23" fmla="*/ 20 h 36"/>
                    <a:gd name="T24" fmla="*/ 1 w 15"/>
                    <a:gd name="T25" fmla="*/ 16 h 36"/>
                    <a:gd name="T26" fmla="*/ 1 w 15"/>
                    <a:gd name="T27" fmla="*/ 12 h 36"/>
                    <a:gd name="T28" fmla="*/ 1 w 15"/>
                    <a:gd name="T29" fmla="*/ 3 h 36"/>
                    <a:gd name="T30" fmla="*/ 1 w 15"/>
                    <a:gd name="T31" fmla="*/ 3 h 36"/>
                    <a:gd name="T32" fmla="*/ 1 w 15"/>
                    <a:gd name="T33" fmla="*/ 2 h 36"/>
                    <a:gd name="T34" fmla="*/ 4 w 15"/>
                    <a:gd name="T35" fmla="*/ 1 h 36"/>
                    <a:gd name="T36" fmla="*/ 7 w 15"/>
                    <a:gd name="T37" fmla="*/ 0 h 36"/>
                    <a:gd name="T38" fmla="*/ 9 w 15"/>
                    <a:gd name="T39" fmla="*/ 0 h 36"/>
                    <a:gd name="T40" fmla="*/ 12 w 15"/>
                    <a:gd name="T41" fmla="*/ 1 h 36"/>
                    <a:gd name="T42" fmla="*/ 13 w 15"/>
                    <a:gd name="T43" fmla="*/ 2 h 36"/>
                    <a:gd name="T44" fmla="*/ 13 w 15"/>
                    <a:gd name="T45" fmla="*/ 13 h 36"/>
                    <a:gd name="T46" fmla="*/ 14 w 15"/>
                    <a:gd name="T47" fmla="*/ 18 h 36"/>
                    <a:gd name="T48" fmla="*/ 14 w 15"/>
                    <a:gd name="T49" fmla="*/ 23 h 36"/>
                    <a:gd name="T50" fmla="*/ 14 w 15"/>
                    <a:gd name="T51" fmla="*/ 28 h 36"/>
                    <a:gd name="T52" fmla="*/ 15 w 15"/>
                    <a:gd name="T53" fmla="*/ 32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5" h="36">
                      <a:moveTo>
                        <a:pt x="15" y="32"/>
                      </a:moveTo>
                      <a:cubicBezTo>
                        <a:pt x="15" y="33"/>
                        <a:pt x="15" y="34"/>
                        <a:pt x="15" y="35"/>
                      </a:cubicBezTo>
                      <a:cubicBezTo>
                        <a:pt x="14" y="35"/>
                        <a:pt x="13" y="35"/>
                        <a:pt x="12" y="36"/>
                      </a:cubicBezTo>
                      <a:cubicBezTo>
                        <a:pt x="11" y="36"/>
                        <a:pt x="10" y="36"/>
                        <a:pt x="9" y="36"/>
                      </a:cubicBezTo>
                      <a:cubicBezTo>
                        <a:pt x="8" y="36"/>
                        <a:pt x="7" y="36"/>
                        <a:pt x="6" y="36"/>
                      </a:cubicBezTo>
                      <a:cubicBezTo>
                        <a:pt x="5" y="36"/>
                        <a:pt x="4" y="36"/>
                        <a:pt x="2" y="36"/>
                      </a:cubicBezTo>
                      <a:cubicBezTo>
                        <a:pt x="2" y="36"/>
                        <a:pt x="2" y="35"/>
                        <a:pt x="1" y="36"/>
                      </a:cubicBezTo>
                      <a:cubicBezTo>
                        <a:pt x="1" y="36"/>
                        <a:pt x="0" y="36"/>
                        <a:pt x="0" y="36"/>
                      </a:cubicBezTo>
                      <a:cubicBezTo>
                        <a:pt x="0" y="36"/>
                        <a:pt x="0" y="35"/>
                        <a:pt x="0" y="35"/>
                      </a:cubicBezTo>
                      <a:cubicBezTo>
                        <a:pt x="0" y="34"/>
                        <a:pt x="0" y="33"/>
                        <a:pt x="0" y="32"/>
                      </a:cubicBezTo>
                      <a:cubicBezTo>
                        <a:pt x="1" y="31"/>
                        <a:pt x="1" y="29"/>
                        <a:pt x="1" y="28"/>
                      </a:cubicBezTo>
                      <a:cubicBezTo>
                        <a:pt x="1" y="25"/>
                        <a:pt x="1" y="22"/>
                        <a:pt x="1" y="20"/>
                      </a:cubicBezTo>
                      <a:cubicBezTo>
                        <a:pt x="1" y="18"/>
                        <a:pt x="1" y="17"/>
                        <a:pt x="1" y="16"/>
                      </a:cubicBezTo>
                      <a:cubicBezTo>
                        <a:pt x="1" y="14"/>
                        <a:pt x="1" y="13"/>
                        <a:pt x="1" y="12"/>
                      </a:cubicBezTo>
                      <a:cubicBezTo>
                        <a:pt x="1" y="9"/>
                        <a:pt x="1" y="6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2"/>
                        <a:pt x="1" y="2"/>
                      </a:cubicBezTo>
                      <a:cubicBezTo>
                        <a:pt x="2" y="2"/>
                        <a:pt x="3" y="2"/>
                        <a:pt x="4" y="1"/>
                      </a:cubicBezTo>
                      <a:cubicBezTo>
                        <a:pt x="5" y="1"/>
                        <a:pt x="6" y="1"/>
                        <a:pt x="7" y="0"/>
                      </a:cubicBezTo>
                      <a:cubicBezTo>
                        <a:pt x="8" y="0"/>
                        <a:pt x="9" y="0"/>
                        <a:pt x="9" y="0"/>
                      </a:cubicBezTo>
                      <a:cubicBezTo>
                        <a:pt x="10" y="0"/>
                        <a:pt x="11" y="0"/>
                        <a:pt x="12" y="1"/>
                      </a:cubicBezTo>
                      <a:cubicBezTo>
                        <a:pt x="13" y="1"/>
                        <a:pt x="13" y="1"/>
                        <a:pt x="13" y="2"/>
                      </a:cubicBezTo>
                      <a:cubicBezTo>
                        <a:pt x="13" y="6"/>
                        <a:pt x="13" y="9"/>
                        <a:pt x="13" y="13"/>
                      </a:cubicBezTo>
                      <a:cubicBezTo>
                        <a:pt x="13" y="15"/>
                        <a:pt x="13" y="16"/>
                        <a:pt x="14" y="18"/>
                      </a:cubicBezTo>
                      <a:cubicBezTo>
                        <a:pt x="14" y="20"/>
                        <a:pt x="14" y="21"/>
                        <a:pt x="14" y="23"/>
                      </a:cubicBezTo>
                      <a:cubicBezTo>
                        <a:pt x="14" y="24"/>
                        <a:pt x="14" y="26"/>
                        <a:pt x="14" y="28"/>
                      </a:cubicBezTo>
                      <a:cubicBezTo>
                        <a:pt x="15" y="29"/>
                        <a:pt x="15" y="31"/>
                        <a:pt x="15" y="3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14" name="Freeform 585">
                  <a:extLst>
                    <a:ext uri="{FF2B5EF4-FFF2-40B4-BE49-F238E27FC236}">
                      <a16:creationId xmlns:a16="http://schemas.microsoft.com/office/drawing/2014/main" id="{8D7FA0A0-F8D2-40E2-8DC5-A3CF8687EC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4912" y="3954818"/>
                  <a:ext cx="324102" cy="788350"/>
                </a:xfrm>
                <a:custGeom>
                  <a:avLst/>
                  <a:gdLst>
                    <a:gd name="T0" fmla="*/ 15 w 15"/>
                    <a:gd name="T1" fmla="*/ 32 h 36"/>
                    <a:gd name="T2" fmla="*/ 15 w 15"/>
                    <a:gd name="T3" fmla="*/ 35 h 36"/>
                    <a:gd name="T4" fmla="*/ 12 w 15"/>
                    <a:gd name="T5" fmla="*/ 36 h 36"/>
                    <a:gd name="T6" fmla="*/ 9 w 15"/>
                    <a:gd name="T7" fmla="*/ 36 h 36"/>
                    <a:gd name="T8" fmla="*/ 6 w 15"/>
                    <a:gd name="T9" fmla="*/ 36 h 36"/>
                    <a:gd name="T10" fmla="*/ 2 w 15"/>
                    <a:gd name="T11" fmla="*/ 36 h 36"/>
                    <a:gd name="T12" fmla="*/ 1 w 15"/>
                    <a:gd name="T13" fmla="*/ 36 h 36"/>
                    <a:gd name="T14" fmla="*/ 0 w 15"/>
                    <a:gd name="T15" fmla="*/ 36 h 36"/>
                    <a:gd name="T16" fmla="*/ 0 w 15"/>
                    <a:gd name="T17" fmla="*/ 35 h 36"/>
                    <a:gd name="T18" fmla="*/ 0 w 15"/>
                    <a:gd name="T19" fmla="*/ 32 h 36"/>
                    <a:gd name="T20" fmla="*/ 1 w 15"/>
                    <a:gd name="T21" fmla="*/ 28 h 36"/>
                    <a:gd name="T22" fmla="*/ 1 w 15"/>
                    <a:gd name="T23" fmla="*/ 20 h 36"/>
                    <a:gd name="T24" fmla="*/ 1 w 15"/>
                    <a:gd name="T25" fmla="*/ 16 h 36"/>
                    <a:gd name="T26" fmla="*/ 1 w 15"/>
                    <a:gd name="T27" fmla="*/ 12 h 36"/>
                    <a:gd name="T28" fmla="*/ 1 w 15"/>
                    <a:gd name="T29" fmla="*/ 3 h 36"/>
                    <a:gd name="T30" fmla="*/ 1 w 15"/>
                    <a:gd name="T31" fmla="*/ 3 h 36"/>
                    <a:gd name="T32" fmla="*/ 1 w 15"/>
                    <a:gd name="T33" fmla="*/ 2 h 36"/>
                    <a:gd name="T34" fmla="*/ 4 w 15"/>
                    <a:gd name="T35" fmla="*/ 1 h 36"/>
                    <a:gd name="T36" fmla="*/ 7 w 15"/>
                    <a:gd name="T37" fmla="*/ 0 h 36"/>
                    <a:gd name="T38" fmla="*/ 9 w 15"/>
                    <a:gd name="T39" fmla="*/ 0 h 36"/>
                    <a:gd name="T40" fmla="*/ 12 w 15"/>
                    <a:gd name="T41" fmla="*/ 1 h 36"/>
                    <a:gd name="T42" fmla="*/ 13 w 15"/>
                    <a:gd name="T43" fmla="*/ 2 h 36"/>
                    <a:gd name="T44" fmla="*/ 13 w 15"/>
                    <a:gd name="T45" fmla="*/ 13 h 36"/>
                    <a:gd name="T46" fmla="*/ 14 w 15"/>
                    <a:gd name="T47" fmla="*/ 18 h 36"/>
                    <a:gd name="T48" fmla="*/ 14 w 15"/>
                    <a:gd name="T49" fmla="*/ 23 h 36"/>
                    <a:gd name="T50" fmla="*/ 14 w 15"/>
                    <a:gd name="T51" fmla="*/ 28 h 36"/>
                    <a:gd name="T52" fmla="*/ 15 w 15"/>
                    <a:gd name="T53" fmla="*/ 32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5" h="36">
                      <a:moveTo>
                        <a:pt x="15" y="32"/>
                      </a:moveTo>
                      <a:cubicBezTo>
                        <a:pt x="15" y="33"/>
                        <a:pt x="15" y="34"/>
                        <a:pt x="15" y="35"/>
                      </a:cubicBezTo>
                      <a:cubicBezTo>
                        <a:pt x="14" y="35"/>
                        <a:pt x="13" y="35"/>
                        <a:pt x="12" y="36"/>
                      </a:cubicBezTo>
                      <a:cubicBezTo>
                        <a:pt x="11" y="36"/>
                        <a:pt x="10" y="36"/>
                        <a:pt x="9" y="36"/>
                      </a:cubicBezTo>
                      <a:cubicBezTo>
                        <a:pt x="8" y="36"/>
                        <a:pt x="7" y="36"/>
                        <a:pt x="6" y="36"/>
                      </a:cubicBezTo>
                      <a:cubicBezTo>
                        <a:pt x="5" y="36"/>
                        <a:pt x="4" y="36"/>
                        <a:pt x="2" y="36"/>
                      </a:cubicBezTo>
                      <a:cubicBezTo>
                        <a:pt x="2" y="36"/>
                        <a:pt x="2" y="35"/>
                        <a:pt x="1" y="36"/>
                      </a:cubicBezTo>
                      <a:cubicBezTo>
                        <a:pt x="1" y="36"/>
                        <a:pt x="0" y="36"/>
                        <a:pt x="0" y="36"/>
                      </a:cubicBezTo>
                      <a:cubicBezTo>
                        <a:pt x="0" y="36"/>
                        <a:pt x="0" y="35"/>
                        <a:pt x="0" y="35"/>
                      </a:cubicBezTo>
                      <a:cubicBezTo>
                        <a:pt x="0" y="34"/>
                        <a:pt x="0" y="33"/>
                        <a:pt x="0" y="32"/>
                      </a:cubicBezTo>
                      <a:cubicBezTo>
                        <a:pt x="1" y="31"/>
                        <a:pt x="1" y="29"/>
                        <a:pt x="1" y="28"/>
                      </a:cubicBezTo>
                      <a:cubicBezTo>
                        <a:pt x="1" y="25"/>
                        <a:pt x="1" y="22"/>
                        <a:pt x="1" y="20"/>
                      </a:cubicBezTo>
                      <a:cubicBezTo>
                        <a:pt x="1" y="18"/>
                        <a:pt x="1" y="17"/>
                        <a:pt x="1" y="16"/>
                      </a:cubicBezTo>
                      <a:cubicBezTo>
                        <a:pt x="1" y="14"/>
                        <a:pt x="1" y="13"/>
                        <a:pt x="1" y="12"/>
                      </a:cubicBezTo>
                      <a:cubicBezTo>
                        <a:pt x="1" y="9"/>
                        <a:pt x="1" y="6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2"/>
                        <a:pt x="1" y="2"/>
                      </a:cubicBezTo>
                      <a:cubicBezTo>
                        <a:pt x="2" y="2"/>
                        <a:pt x="3" y="2"/>
                        <a:pt x="4" y="1"/>
                      </a:cubicBezTo>
                      <a:cubicBezTo>
                        <a:pt x="5" y="1"/>
                        <a:pt x="6" y="1"/>
                        <a:pt x="7" y="0"/>
                      </a:cubicBezTo>
                      <a:cubicBezTo>
                        <a:pt x="8" y="0"/>
                        <a:pt x="9" y="0"/>
                        <a:pt x="9" y="0"/>
                      </a:cubicBezTo>
                      <a:cubicBezTo>
                        <a:pt x="10" y="0"/>
                        <a:pt x="11" y="0"/>
                        <a:pt x="12" y="1"/>
                      </a:cubicBezTo>
                      <a:cubicBezTo>
                        <a:pt x="13" y="1"/>
                        <a:pt x="13" y="1"/>
                        <a:pt x="13" y="2"/>
                      </a:cubicBezTo>
                      <a:cubicBezTo>
                        <a:pt x="13" y="6"/>
                        <a:pt x="13" y="9"/>
                        <a:pt x="13" y="13"/>
                      </a:cubicBezTo>
                      <a:cubicBezTo>
                        <a:pt x="13" y="15"/>
                        <a:pt x="13" y="16"/>
                        <a:pt x="14" y="18"/>
                      </a:cubicBezTo>
                      <a:cubicBezTo>
                        <a:pt x="14" y="20"/>
                        <a:pt x="14" y="21"/>
                        <a:pt x="14" y="23"/>
                      </a:cubicBezTo>
                      <a:cubicBezTo>
                        <a:pt x="14" y="24"/>
                        <a:pt x="14" y="26"/>
                        <a:pt x="14" y="28"/>
                      </a:cubicBezTo>
                      <a:cubicBezTo>
                        <a:pt x="15" y="29"/>
                        <a:pt x="15" y="31"/>
                        <a:pt x="15" y="3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15" name="Freeform 586">
                  <a:extLst>
                    <a:ext uri="{FF2B5EF4-FFF2-40B4-BE49-F238E27FC236}">
                      <a16:creationId xmlns:a16="http://schemas.microsoft.com/office/drawing/2014/main" id="{D9B3DC23-33F4-4434-9EE4-6476656CCD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4005" y="2132859"/>
                  <a:ext cx="2040952" cy="2014672"/>
                </a:xfrm>
                <a:custGeom>
                  <a:avLst/>
                  <a:gdLst>
                    <a:gd name="T0" fmla="*/ 92 w 93"/>
                    <a:gd name="T1" fmla="*/ 64 h 92"/>
                    <a:gd name="T2" fmla="*/ 92 w 93"/>
                    <a:gd name="T3" fmla="*/ 70 h 92"/>
                    <a:gd name="T4" fmla="*/ 85 w 93"/>
                    <a:gd name="T5" fmla="*/ 79 h 92"/>
                    <a:gd name="T6" fmla="*/ 79 w 93"/>
                    <a:gd name="T7" fmla="*/ 84 h 92"/>
                    <a:gd name="T8" fmla="*/ 76 w 93"/>
                    <a:gd name="T9" fmla="*/ 88 h 92"/>
                    <a:gd name="T10" fmla="*/ 71 w 93"/>
                    <a:gd name="T11" fmla="*/ 90 h 92"/>
                    <a:gd name="T12" fmla="*/ 65 w 93"/>
                    <a:gd name="T13" fmla="*/ 91 h 92"/>
                    <a:gd name="T14" fmla="*/ 61 w 93"/>
                    <a:gd name="T15" fmla="*/ 90 h 92"/>
                    <a:gd name="T16" fmla="*/ 58 w 93"/>
                    <a:gd name="T17" fmla="*/ 90 h 92"/>
                    <a:gd name="T18" fmla="*/ 51 w 93"/>
                    <a:gd name="T19" fmla="*/ 90 h 92"/>
                    <a:gd name="T20" fmla="*/ 37 w 93"/>
                    <a:gd name="T21" fmla="*/ 91 h 92"/>
                    <a:gd name="T22" fmla="*/ 34 w 93"/>
                    <a:gd name="T23" fmla="*/ 90 h 92"/>
                    <a:gd name="T24" fmla="*/ 31 w 93"/>
                    <a:gd name="T25" fmla="*/ 89 h 92"/>
                    <a:gd name="T26" fmla="*/ 24 w 93"/>
                    <a:gd name="T27" fmla="*/ 87 h 92"/>
                    <a:gd name="T28" fmla="*/ 17 w 93"/>
                    <a:gd name="T29" fmla="*/ 87 h 92"/>
                    <a:gd name="T30" fmla="*/ 11 w 93"/>
                    <a:gd name="T31" fmla="*/ 87 h 92"/>
                    <a:gd name="T32" fmla="*/ 4 w 93"/>
                    <a:gd name="T33" fmla="*/ 85 h 92"/>
                    <a:gd name="T34" fmla="*/ 1 w 93"/>
                    <a:gd name="T35" fmla="*/ 81 h 92"/>
                    <a:gd name="T36" fmla="*/ 0 w 93"/>
                    <a:gd name="T37" fmla="*/ 75 h 92"/>
                    <a:gd name="T38" fmla="*/ 2 w 93"/>
                    <a:gd name="T39" fmla="*/ 69 h 92"/>
                    <a:gd name="T40" fmla="*/ 4 w 93"/>
                    <a:gd name="T41" fmla="*/ 62 h 92"/>
                    <a:gd name="T42" fmla="*/ 2 w 93"/>
                    <a:gd name="T43" fmla="*/ 56 h 92"/>
                    <a:gd name="T44" fmla="*/ 1 w 93"/>
                    <a:gd name="T45" fmla="*/ 53 h 92"/>
                    <a:gd name="T46" fmla="*/ 1 w 93"/>
                    <a:gd name="T47" fmla="*/ 50 h 92"/>
                    <a:gd name="T48" fmla="*/ 2 w 93"/>
                    <a:gd name="T49" fmla="*/ 47 h 92"/>
                    <a:gd name="T50" fmla="*/ 1 w 93"/>
                    <a:gd name="T51" fmla="*/ 44 h 92"/>
                    <a:gd name="T52" fmla="*/ 4 w 93"/>
                    <a:gd name="T53" fmla="*/ 37 h 92"/>
                    <a:gd name="T54" fmla="*/ 8 w 93"/>
                    <a:gd name="T55" fmla="*/ 33 h 92"/>
                    <a:gd name="T56" fmla="*/ 11 w 93"/>
                    <a:gd name="T57" fmla="*/ 31 h 92"/>
                    <a:gd name="T58" fmla="*/ 12 w 93"/>
                    <a:gd name="T59" fmla="*/ 27 h 92"/>
                    <a:gd name="T60" fmla="*/ 13 w 93"/>
                    <a:gd name="T61" fmla="*/ 25 h 92"/>
                    <a:gd name="T62" fmla="*/ 15 w 93"/>
                    <a:gd name="T63" fmla="*/ 23 h 92"/>
                    <a:gd name="T64" fmla="*/ 15 w 93"/>
                    <a:gd name="T65" fmla="*/ 19 h 92"/>
                    <a:gd name="T66" fmla="*/ 16 w 93"/>
                    <a:gd name="T67" fmla="*/ 17 h 92"/>
                    <a:gd name="T68" fmla="*/ 20 w 93"/>
                    <a:gd name="T69" fmla="*/ 12 h 92"/>
                    <a:gd name="T70" fmla="*/ 23 w 93"/>
                    <a:gd name="T71" fmla="*/ 10 h 92"/>
                    <a:gd name="T72" fmla="*/ 25 w 93"/>
                    <a:gd name="T73" fmla="*/ 8 h 92"/>
                    <a:gd name="T74" fmla="*/ 27 w 93"/>
                    <a:gd name="T75" fmla="*/ 5 h 92"/>
                    <a:gd name="T76" fmla="*/ 28 w 93"/>
                    <a:gd name="T77" fmla="*/ 3 h 92"/>
                    <a:gd name="T78" fmla="*/ 34 w 93"/>
                    <a:gd name="T79" fmla="*/ 1 h 92"/>
                    <a:gd name="T80" fmla="*/ 38 w 93"/>
                    <a:gd name="T81" fmla="*/ 0 h 92"/>
                    <a:gd name="T82" fmla="*/ 45 w 93"/>
                    <a:gd name="T83" fmla="*/ 1 h 92"/>
                    <a:gd name="T84" fmla="*/ 49 w 93"/>
                    <a:gd name="T85" fmla="*/ 4 h 92"/>
                    <a:gd name="T86" fmla="*/ 55 w 93"/>
                    <a:gd name="T87" fmla="*/ 8 h 92"/>
                    <a:gd name="T88" fmla="*/ 60 w 93"/>
                    <a:gd name="T89" fmla="*/ 10 h 92"/>
                    <a:gd name="T90" fmla="*/ 68 w 93"/>
                    <a:gd name="T91" fmla="*/ 18 h 92"/>
                    <a:gd name="T92" fmla="*/ 78 w 93"/>
                    <a:gd name="T93" fmla="*/ 27 h 92"/>
                    <a:gd name="T94" fmla="*/ 87 w 93"/>
                    <a:gd name="T95" fmla="*/ 34 h 92"/>
                    <a:gd name="T96" fmla="*/ 89 w 93"/>
                    <a:gd name="T97" fmla="*/ 39 h 92"/>
                    <a:gd name="T98" fmla="*/ 91 w 93"/>
                    <a:gd name="T99" fmla="*/ 45 h 92"/>
                    <a:gd name="T100" fmla="*/ 92 w 93"/>
                    <a:gd name="T101" fmla="*/ 58 h 92"/>
                    <a:gd name="T102" fmla="*/ 92 w 93"/>
                    <a:gd name="T103" fmla="*/ 64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" h="92">
                      <a:moveTo>
                        <a:pt x="92" y="64"/>
                      </a:moveTo>
                      <a:cubicBezTo>
                        <a:pt x="93" y="66"/>
                        <a:pt x="93" y="68"/>
                        <a:pt x="92" y="70"/>
                      </a:cubicBezTo>
                      <a:cubicBezTo>
                        <a:pt x="91" y="74"/>
                        <a:pt x="88" y="77"/>
                        <a:pt x="85" y="79"/>
                      </a:cubicBezTo>
                      <a:cubicBezTo>
                        <a:pt x="83" y="81"/>
                        <a:pt x="81" y="82"/>
                        <a:pt x="79" y="84"/>
                      </a:cubicBezTo>
                      <a:cubicBezTo>
                        <a:pt x="78" y="86"/>
                        <a:pt x="77" y="87"/>
                        <a:pt x="76" y="88"/>
                      </a:cubicBezTo>
                      <a:cubicBezTo>
                        <a:pt x="74" y="89"/>
                        <a:pt x="72" y="90"/>
                        <a:pt x="71" y="90"/>
                      </a:cubicBezTo>
                      <a:cubicBezTo>
                        <a:pt x="69" y="90"/>
                        <a:pt x="67" y="91"/>
                        <a:pt x="65" y="91"/>
                      </a:cubicBezTo>
                      <a:cubicBezTo>
                        <a:pt x="63" y="90"/>
                        <a:pt x="62" y="90"/>
                        <a:pt x="61" y="90"/>
                      </a:cubicBezTo>
                      <a:cubicBezTo>
                        <a:pt x="60" y="90"/>
                        <a:pt x="59" y="90"/>
                        <a:pt x="58" y="90"/>
                      </a:cubicBezTo>
                      <a:cubicBezTo>
                        <a:pt x="51" y="90"/>
                        <a:pt x="51" y="90"/>
                        <a:pt x="51" y="90"/>
                      </a:cubicBezTo>
                      <a:cubicBezTo>
                        <a:pt x="46" y="90"/>
                        <a:pt x="42" y="92"/>
                        <a:pt x="37" y="91"/>
                      </a:cubicBezTo>
                      <a:cubicBezTo>
                        <a:pt x="36" y="91"/>
                        <a:pt x="35" y="91"/>
                        <a:pt x="34" y="90"/>
                      </a:cubicBezTo>
                      <a:cubicBezTo>
                        <a:pt x="33" y="90"/>
                        <a:pt x="32" y="89"/>
                        <a:pt x="31" y="89"/>
                      </a:cubicBezTo>
                      <a:cubicBezTo>
                        <a:pt x="29" y="88"/>
                        <a:pt x="27" y="87"/>
                        <a:pt x="24" y="87"/>
                      </a:cubicBezTo>
                      <a:cubicBezTo>
                        <a:pt x="22" y="87"/>
                        <a:pt x="19" y="87"/>
                        <a:pt x="17" y="87"/>
                      </a:cubicBezTo>
                      <a:cubicBezTo>
                        <a:pt x="15" y="87"/>
                        <a:pt x="13" y="88"/>
                        <a:pt x="11" y="87"/>
                      </a:cubicBezTo>
                      <a:cubicBezTo>
                        <a:pt x="9" y="86"/>
                        <a:pt x="6" y="86"/>
                        <a:pt x="4" y="85"/>
                      </a:cubicBezTo>
                      <a:cubicBezTo>
                        <a:pt x="3" y="84"/>
                        <a:pt x="2" y="83"/>
                        <a:pt x="1" y="81"/>
                      </a:cubicBezTo>
                      <a:cubicBezTo>
                        <a:pt x="0" y="79"/>
                        <a:pt x="0" y="77"/>
                        <a:pt x="0" y="75"/>
                      </a:cubicBezTo>
                      <a:cubicBezTo>
                        <a:pt x="0" y="73"/>
                        <a:pt x="1" y="71"/>
                        <a:pt x="2" y="69"/>
                      </a:cubicBezTo>
                      <a:cubicBezTo>
                        <a:pt x="2" y="66"/>
                        <a:pt x="4" y="65"/>
                        <a:pt x="4" y="62"/>
                      </a:cubicBezTo>
                      <a:cubicBezTo>
                        <a:pt x="4" y="60"/>
                        <a:pt x="3" y="58"/>
                        <a:pt x="2" y="56"/>
                      </a:cubicBezTo>
                      <a:cubicBezTo>
                        <a:pt x="2" y="55"/>
                        <a:pt x="2" y="54"/>
                        <a:pt x="1" y="53"/>
                      </a:cubicBezTo>
                      <a:cubicBezTo>
                        <a:pt x="1" y="52"/>
                        <a:pt x="1" y="51"/>
                        <a:pt x="1" y="50"/>
                      </a:cubicBezTo>
                      <a:cubicBezTo>
                        <a:pt x="1" y="49"/>
                        <a:pt x="2" y="48"/>
                        <a:pt x="2" y="47"/>
                      </a:cubicBezTo>
                      <a:cubicBezTo>
                        <a:pt x="2" y="46"/>
                        <a:pt x="1" y="45"/>
                        <a:pt x="1" y="44"/>
                      </a:cubicBezTo>
                      <a:cubicBezTo>
                        <a:pt x="2" y="41"/>
                        <a:pt x="2" y="39"/>
                        <a:pt x="4" y="37"/>
                      </a:cubicBezTo>
                      <a:cubicBezTo>
                        <a:pt x="5" y="36"/>
                        <a:pt x="7" y="35"/>
                        <a:pt x="8" y="33"/>
                      </a:cubicBezTo>
                      <a:cubicBezTo>
                        <a:pt x="9" y="33"/>
                        <a:pt x="10" y="32"/>
                        <a:pt x="11" y="31"/>
                      </a:cubicBezTo>
                      <a:cubicBezTo>
                        <a:pt x="12" y="30"/>
                        <a:pt x="12" y="29"/>
                        <a:pt x="12" y="27"/>
                      </a:cubicBezTo>
                      <a:cubicBezTo>
                        <a:pt x="12" y="26"/>
                        <a:pt x="13" y="26"/>
                        <a:pt x="13" y="25"/>
                      </a:cubicBezTo>
                      <a:cubicBezTo>
                        <a:pt x="14" y="24"/>
                        <a:pt x="14" y="23"/>
                        <a:pt x="15" y="23"/>
                      </a:cubicBezTo>
                      <a:cubicBezTo>
                        <a:pt x="15" y="21"/>
                        <a:pt x="15" y="20"/>
                        <a:pt x="15" y="19"/>
                      </a:cubicBezTo>
                      <a:cubicBezTo>
                        <a:pt x="15" y="18"/>
                        <a:pt x="16" y="17"/>
                        <a:pt x="16" y="17"/>
                      </a:cubicBezTo>
                      <a:cubicBezTo>
                        <a:pt x="17" y="15"/>
                        <a:pt x="18" y="13"/>
                        <a:pt x="20" y="12"/>
                      </a:cubicBezTo>
                      <a:cubicBezTo>
                        <a:pt x="21" y="12"/>
                        <a:pt x="22" y="11"/>
                        <a:pt x="23" y="10"/>
                      </a:cubicBezTo>
                      <a:cubicBezTo>
                        <a:pt x="23" y="10"/>
                        <a:pt x="24" y="9"/>
                        <a:pt x="25" y="8"/>
                      </a:cubicBezTo>
                      <a:cubicBezTo>
                        <a:pt x="25" y="7"/>
                        <a:pt x="26" y="6"/>
                        <a:pt x="27" y="5"/>
                      </a:cubicBezTo>
                      <a:cubicBezTo>
                        <a:pt x="27" y="5"/>
                        <a:pt x="28" y="4"/>
                        <a:pt x="28" y="3"/>
                      </a:cubicBezTo>
                      <a:cubicBezTo>
                        <a:pt x="30" y="2"/>
                        <a:pt x="32" y="2"/>
                        <a:pt x="34" y="1"/>
                      </a:cubicBezTo>
                      <a:cubicBezTo>
                        <a:pt x="35" y="1"/>
                        <a:pt x="37" y="1"/>
                        <a:pt x="38" y="0"/>
                      </a:cubicBezTo>
                      <a:cubicBezTo>
                        <a:pt x="38" y="0"/>
                        <a:pt x="43" y="0"/>
                        <a:pt x="45" y="1"/>
                      </a:cubicBezTo>
                      <a:cubicBezTo>
                        <a:pt x="47" y="2"/>
                        <a:pt x="48" y="3"/>
                        <a:pt x="49" y="4"/>
                      </a:cubicBezTo>
                      <a:cubicBezTo>
                        <a:pt x="51" y="6"/>
                        <a:pt x="53" y="7"/>
                        <a:pt x="55" y="8"/>
                      </a:cubicBezTo>
                      <a:cubicBezTo>
                        <a:pt x="57" y="8"/>
                        <a:pt x="59" y="9"/>
                        <a:pt x="60" y="10"/>
                      </a:cubicBezTo>
                      <a:cubicBezTo>
                        <a:pt x="64" y="12"/>
                        <a:pt x="66" y="15"/>
                        <a:pt x="68" y="18"/>
                      </a:cubicBezTo>
                      <a:cubicBezTo>
                        <a:pt x="71" y="22"/>
                        <a:pt x="74" y="25"/>
                        <a:pt x="78" y="27"/>
                      </a:cubicBezTo>
                      <a:cubicBezTo>
                        <a:pt x="81" y="29"/>
                        <a:pt x="85" y="31"/>
                        <a:pt x="87" y="34"/>
                      </a:cubicBezTo>
                      <a:cubicBezTo>
                        <a:pt x="88" y="36"/>
                        <a:pt x="89" y="37"/>
                        <a:pt x="89" y="39"/>
                      </a:cubicBezTo>
                      <a:cubicBezTo>
                        <a:pt x="90" y="41"/>
                        <a:pt x="91" y="43"/>
                        <a:pt x="91" y="45"/>
                      </a:cubicBezTo>
                      <a:cubicBezTo>
                        <a:pt x="92" y="49"/>
                        <a:pt x="92" y="54"/>
                        <a:pt x="92" y="58"/>
                      </a:cubicBezTo>
                      <a:cubicBezTo>
                        <a:pt x="91" y="60"/>
                        <a:pt x="91" y="62"/>
                        <a:pt x="92" y="6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16" name="Freeform 587">
                  <a:extLst>
                    <a:ext uri="{FF2B5EF4-FFF2-40B4-BE49-F238E27FC236}">
                      <a16:creationId xmlns:a16="http://schemas.microsoft.com/office/drawing/2014/main" id="{3215AB69-06BC-4A38-8791-1658D2BCDB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4005" y="2132865"/>
                  <a:ext cx="2040952" cy="2014672"/>
                </a:xfrm>
                <a:custGeom>
                  <a:avLst/>
                  <a:gdLst>
                    <a:gd name="T0" fmla="*/ 92 w 93"/>
                    <a:gd name="T1" fmla="*/ 64 h 92"/>
                    <a:gd name="T2" fmla="*/ 92 w 93"/>
                    <a:gd name="T3" fmla="*/ 70 h 92"/>
                    <a:gd name="T4" fmla="*/ 85 w 93"/>
                    <a:gd name="T5" fmla="*/ 79 h 92"/>
                    <a:gd name="T6" fmla="*/ 79 w 93"/>
                    <a:gd name="T7" fmla="*/ 84 h 92"/>
                    <a:gd name="T8" fmla="*/ 76 w 93"/>
                    <a:gd name="T9" fmla="*/ 88 h 92"/>
                    <a:gd name="T10" fmla="*/ 71 w 93"/>
                    <a:gd name="T11" fmla="*/ 90 h 92"/>
                    <a:gd name="T12" fmla="*/ 65 w 93"/>
                    <a:gd name="T13" fmla="*/ 91 h 92"/>
                    <a:gd name="T14" fmla="*/ 61 w 93"/>
                    <a:gd name="T15" fmla="*/ 90 h 92"/>
                    <a:gd name="T16" fmla="*/ 58 w 93"/>
                    <a:gd name="T17" fmla="*/ 90 h 92"/>
                    <a:gd name="T18" fmla="*/ 51 w 93"/>
                    <a:gd name="T19" fmla="*/ 90 h 92"/>
                    <a:gd name="T20" fmla="*/ 37 w 93"/>
                    <a:gd name="T21" fmla="*/ 91 h 92"/>
                    <a:gd name="T22" fmla="*/ 34 w 93"/>
                    <a:gd name="T23" fmla="*/ 90 h 92"/>
                    <a:gd name="T24" fmla="*/ 31 w 93"/>
                    <a:gd name="T25" fmla="*/ 89 h 92"/>
                    <a:gd name="T26" fmla="*/ 24 w 93"/>
                    <a:gd name="T27" fmla="*/ 87 h 92"/>
                    <a:gd name="T28" fmla="*/ 17 w 93"/>
                    <a:gd name="T29" fmla="*/ 87 h 92"/>
                    <a:gd name="T30" fmla="*/ 11 w 93"/>
                    <a:gd name="T31" fmla="*/ 87 h 92"/>
                    <a:gd name="T32" fmla="*/ 4 w 93"/>
                    <a:gd name="T33" fmla="*/ 85 h 92"/>
                    <a:gd name="T34" fmla="*/ 1 w 93"/>
                    <a:gd name="T35" fmla="*/ 81 h 92"/>
                    <a:gd name="T36" fmla="*/ 0 w 93"/>
                    <a:gd name="T37" fmla="*/ 75 h 92"/>
                    <a:gd name="T38" fmla="*/ 2 w 93"/>
                    <a:gd name="T39" fmla="*/ 69 h 92"/>
                    <a:gd name="T40" fmla="*/ 4 w 93"/>
                    <a:gd name="T41" fmla="*/ 62 h 92"/>
                    <a:gd name="T42" fmla="*/ 2 w 93"/>
                    <a:gd name="T43" fmla="*/ 56 h 92"/>
                    <a:gd name="T44" fmla="*/ 1 w 93"/>
                    <a:gd name="T45" fmla="*/ 53 h 92"/>
                    <a:gd name="T46" fmla="*/ 1 w 93"/>
                    <a:gd name="T47" fmla="*/ 50 h 92"/>
                    <a:gd name="T48" fmla="*/ 2 w 93"/>
                    <a:gd name="T49" fmla="*/ 47 h 92"/>
                    <a:gd name="T50" fmla="*/ 1 w 93"/>
                    <a:gd name="T51" fmla="*/ 44 h 92"/>
                    <a:gd name="T52" fmla="*/ 4 w 93"/>
                    <a:gd name="T53" fmla="*/ 37 h 92"/>
                    <a:gd name="T54" fmla="*/ 8 w 93"/>
                    <a:gd name="T55" fmla="*/ 33 h 92"/>
                    <a:gd name="T56" fmla="*/ 11 w 93"/>
                    <a:gd name="T57" fmla="*/ 31 h 92"/>
                    <a:gd name="T58" fmla="*/ 12 w 93"/>
                    <a:gd name="T59" fmla="*/ 27 h 92"/>
                    <a:gd name="T60" fmla="*/ 13 w 93"/>
                    <a:gd name="T61" fmla="*/ 25 h 92"/>
                    <a:gd name="T62" fmla="*/ 15 w 93"/>
                    <a:gd name="T63" fmla="*/ 23 h 92"/>
                    <a:gd name="T64" fmla="*/ 15 w 93"/>
                    <a:gd name="T65" fmla="*/ 19 h 92"/>
                    <a:gd name="T66" fmla="*/ 16 w 93"/>
                    <a:gd name="T67" fmla="*/ 17 h 92"/>
                    <a:gd name="T68" fmla="*/ 20 w 93"/>
                    <a:gd name="T69" fmla="*/ 12 h 92"/>
                    <a:gd name="T70" fmla="*/ 23 w 93"/>
                    <a:gd name="T71" fmla="*/ 10 h 92"/>
                    <a:gd name="T72" fmla="*/ 25 w 93"/>
                    <a:gd name="T73" fmla="*/ 8 h 92"/>
                    <a:gd name="T74" fmla="*/ 27 w 93"/>
                    <a:gd name="T75" fmla="*/ 5 h 92"/>
                    <a:gd name="T76" fmla="*/ 28 w 93"/>
                    <a:gd name="T77" fmla="*/ 3 h 92"/>
                    <a:gd name="T78" fmla="*/ 34 w 93"/>
                    <a:gd name="T79" fmla="*/ 1 h 92"/>
                    <a:gd name="T80" fmla="*/ 38 w 93"/>
                    <a:gd name="T81" fmla="*/ 0 h 92"/>
                    <a:gd name="T82" fmla="*/ 45 w 93"/>
                    <a:gd name="T83" fmla="*/ 1 h 92"/>
                    <a:gd name="T84" fmla="*/ 49 w 93"/>
                    <a:gd name="T85" fmla="*/ 4 h 92"/>
                    <a:gd name="T86" fmla="*/ 55 w 93"/>
                    <a:gd name="T87" fmla="*/ 8 h 92"/>
                    <a:gd name="T88" fmla="*/ 60 w 93"/>
                    <a:gd name="T89" fmla="*/ 10 h 92"/>
                    <a:gd name="T90" fmla="*/ 68 w 93"/>
                    <a:gd name="T91" fmla="*/ 18 h 92"/>
                    <a:gd name="T92" fmla="*/ 78 w 93"/>
                    <a:gd name="T93" fmla="*/ 27 h 92"/>
                    <a:gd name="T94" fmla="*/ 87 w 93"/>
                    <a:gd name="T95" fmla="*/ 34 h 92"/>
                    <a:gd name="T96" fmla="*/ 89 w 93"/>
                    <a:gd name="T97" fmla="*/ 39 h 92"/>
                    <a:gd name="T98" fmla="*/ 91 w 93"/>
                    <a:gd name="T99" fmla="*/ 45 h 92"/>
                    <a:gd name="T100" fmla="*/ 92 w 93"/>
                    <a:gd name="T101" fmla="*/ 58 h 92"/>
                    <a:gd name="T102" fmla="*/ 92 w 93"/>
                    <a:gd name="T103" fmla="*/ 64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3" h="92">
                      <a:moveTo>
                        <a:pt x="92" y="64"/>
                      </a:moveTo>
                      <a:cubicBezTo>
                        <a:pt x="93" y="66"/>
                        <a:pt x="93" y="68"/>
                        <a:pt x="92" y="70"/>
                      </a:cubicBezTo>
                      <a:cubicBezTo>
                        <a:pt x="91" y="74"/>
                        <a:pt x="88" y="77"/>
                        <a:pt x="85" y="79"/>
                      </a:cubicBezTo>
                      <a:cubicBezTo>
                        <a:pt x="83" y="81"/>
                        <a:pt x="81" y="82"/>
                        <a:pt x="79" y="84"/>
                      </a:cubicBezTo>
                      <a:cubicBezTo>
                        <a:pt x="78" y="86"/>
                        <a:pt x="77" y="87"/>
                        <a:pt x="76" y="88"/>
                      </a:cubicBezTo>
                      <a:cubicBezTo>
                        <a:pt x="74" y="89"/>
                        <a:pt x="72" y="90"/>
                        <a:pt x="71" y="90"/>
                      </a:cubicBezTo>
                      <a:cubicBezTo>
                        <a:pt x="69" y="90"/>
                        <a:pt x="67" y="91"/>
                        <a:pt x="65" y="91"/>
                      </a:cubicBezTo>
                      <a:cubicBezTo>
                        <a:pt x="63" y="90"/>
                        <a:pt x="62" y="90"/>
                        <a:pt x="61" y="90"/>
                      </a:cubicBezTo>
                      <a:cubicBezTo>
                        <a:pt x="60" y="90"/>
                        <a:pt x="59" y="90"/>
                        <a:pt x="58" y="90"/>
                      </a:cubicBezTo>
                      <a:cubicBezTo>
                        <a:pt x="51" y="90"/>
                        <a:pt x="51" y="90"/>
                        <a:pt x="51" y="90"/>
                      </a:cubicBezTo>
                      <a:cubicBezTo>
                        <a:pt x="46" y="90"/>
                        <a:pt x="42" y="92"/>
                        <a:pt x="37" y="91"/>
                      </a:cubicBezTo>
                      <a:cubicBezTo>
                        <a:pt x="36" y="91"/>
                        <a:pt x="35" y="91"/>
                        <a:pt x="34" y="90"/>
                      </a:cubicBezTo>
                      <a:cubicBezTo>
                        <a:pt x="33" y="90"/>
                        <a:pt x="32" y="89"/>
                        <a:pt x="31" y="89"/>
                      </a:cubicBezTo>
                      <a:cubicBezTo>
                        <a:pt x="29" y="88"/>
                        <a:pt x="27" y="87"/>
                        <a:pt x="24" y="87"/>
                      </a:cubicBezTo>
                      <a:cubicBezTo>
                        <a:pt x="22" y="87"/>
                        <a:pt x="19" y="87"/>
                        <a:pt x="17" y="87"/>
                      </a:cubicBezTo>
                      <a:cubicBezTo>
                        <a:pt x="15" y="87"/>
                        <a:pt x="13" y="88"/>
                        <a:pt x="11" y="87"/>
                      </a:cubicBezTo>
                      <a:cubicBezTo>
                        <a:pt x="9" y="86"/>
                        <a:pt x="6" y="86"/>
                        <a:pt x="4" y="85"/>
                      </a:cubicBezTo>
                      <a:cubicBezTo>
                        <a:pt x="3" y="84"/>
                        <a:pt x="2" y="83"/>
                        <a:pt x="1" y="81"/>
                      </a:cubicBezTo>
                      <a:cubicBezTo>
                        <a:pt x="0" y="79"/>
                        <a:pt x="0" y="77"/>
                        <a:pt x="0" y="75"/>
                      </a:cubicBezTo>
                      <a:cubicBezTo>
                        <a:pt x="0" y="73"/>
                        <a:pt x="1" y="71"/>
                        <a:pt x="2" y="69"/>
                      </a:cubicBezTo>
                      <a:cubicBezTo>
                        <a:pt x="2" y="66"/>
                        <a:pt x="4" y="65"/>
                        <a:pt x="4" y="62"/>
                      </a:cubicBezTo>
                      <a:cubicBezTo>
                        <a:pt x="4" y="60"/>
                        <a:pt x="3" y="58"/>
                        <a:pt x="2" y="56"/>
                      </a:cubicBezTo>
                      <a:cubicBezTo>
                        <a:pt x="2" y="55"/>
                        <a:pt x="2" y="54"/>
                        <a:pt x="1" y="53"/>
                      </a:cubicBezTo>
                      <a:cubicBezTo>
                        <a:pt x="1" y="52"/>
                        <a:pt x="1" y="51"/>
                        <a:pt x="1" y="50"/>
                      </a:cubicBezTo>
                      <a:cubicBezTo>
                        <a:pt x="1" y="49"/>
                        <a:pt x="2" y="48"/>
                        <a:pt x="2" y="47"/>
                      </a:cubicBezTo>
                      <a:cubicBezTo>
                        <a:pt x="2" y="46"/>
                        <a:pt x="1" y="45"/>
                        <a:pt x="1" y="44"/>
                      </a:cubicBezTo>
                      <a:cubicBezTo>
                        <a:pt x="2" y="41"/>
                        <a:pt x="2" y="39"/>
                        <a:pt x="4" y="37"/>
                      </a:cubicBezTo>
                      <a:cubicBezTo>
                        <a:pt x="5" y="36"/>
                        <a:pt x="7" y="35"/>
                        <a:pt x="8" y="33"/>
                      </a:cubicBezTo>
                      <a:cubicBezTo>
                        <a:pt x="9" y="33"/>
                        <a:pt x="10" y="32"/>
                        <a:pt x="11" y="31"/>
                      </a:cubicBezTo>
                      <a:cubicBezTo>
                        <a:pt x="12" y="30"/>
                        <a:pt x="12" y="29"/>
                        <a:pt x="12" y="27"/>
                      </a:cubicBezTo>
                      <a:cubicBezTo>
                        <a:pt x="12" y="26"/>
                        <a:pt x="13" y="26"/>
                        <a:pt x="13" y="25"/>
                      </a:cubicBezTo>
                      <a:cubicBezTo>
                        <a:pt x="14" y="24"/>
                        <a:pt x="14" y="23"/>
                        <a:pt x="15" y="23"/>
                      </a:cubicBezTo>
                      <a:cubicBezTo>
                        <a:pt x="15" y="21"/>
                        <a:pt x="15" y="20"/>
                        <a:pt x="15" y="19"/>
                      </a:cubicBezTo>
                      <a:cubicBezTo>
                        <a:pt x="15" y="18"/>
                        <a:pt x="16" y="17"/>
                        <a:pt x="16" y="17"/>
                      </a:cubicBezTo>
                      <a:cubicBezTo>
                        <a:pt x="17" y="15"/>
                        <a:pt x="18" y="13"/>
                        <a:pt x="20" y="12"/>
                      </a:cubicBezTo>
                      <a:cubicBezTo>
                        <a:pt x="21" y="12"/>
                        <a:pt x="22" y="11"/>
                        <a:pt x="23" y="10"/>
                      </a:cubicBezTo>
                      <a:cubicBezTo>
                        <a:pt x="23" y="10"/>
                        <a:pt x="24" y="9"/>
                        <a:pt x="25" y="8"/>
                      </a:cubicBezTo>
                      <a:cubicBezTo>
                        <a:pt x="25" y="7"/>
                        <a:pt x="26" y="6"/>
                        <a:pt x="27" y="5"/>
                      </a:cubicBezTo>
                      <a:cubicBezTo>
                        <a:pt x="27" y="5"/>
                        <a:pt x="28" y="4"/>
                        <a:pt x="28" y="3"/>
                      </a:cubicBezTo>
                      <a:cubicBezTo>
                        <a:pt x="30" y="2"/>
                        <a:pt x="32" y="2"/>
                        <a:pt x="34" y="1"/>
                      </a:cubicBezTo>
                      <a:cubicBezTo>
                        <a:pt x="35" y="1"/>
                        <a:pt x="37" y="1"/>
                        <a:pt x="38" y="0"/>
                      </a:cubicBezTo>
                      <a:cubicBezTo>
                        <a:pt x="38" y="0"/>
                        <a:pt x="43" y="0"/>
                        <a:pt x="45" y="1"/>
                      </a:cubicBezTo>
                      <a:cubicBezTo>
                        <a:pt x="47" y="2"/>
                        <a:pt x="48" y="3"/>
                        <a:pt x="49" y="4"/>
                      </a:cubicBezTo>
                      <a:cubicBezTo>
                        <a:pt x="51" y="6"/>
                        <a:pt x="53" y="7"/>
                        <a:pt x="55" y="8"/>
                      </a:cubicBezTo>
                      <a:cubicBezTo>
                        <a:pt x="57" y="8"/>
                        <a:pt x="59" y="9"/>
                        <a:pt x="60" y="10"/>
                      </a:cubicBezTo>
                      <a:cubicBezTo>
                        <a:pt x="64" y="12"/>
                        <a:pt x="66" y="15"/>
                        <a:pt x="68" y="18"/>
                      </a:cubicBezTo>
                      <a:cubicBezTo>
                        <a:pt x="71" y="22"/>
                        <a:pt x="74" y="25"/>
                        <a:pt x="78" y="27"/>
                      </a:cubicBezTo>
                      <a:cubicBezTo>
                        <a:pt x="81" y="29"/>
                        <a:pt x="85" y="31"/>
                        <a:pt x="87" y="34"/>
                      </a:cubicBezTo>
                      <a:cubicBezTo>
                        <a:pt x="88" y="36"/>
                        <a:pt x="89" y="37"/>
                        <a:pt x="89" y="39"/>
                      </a:cubicBezTo>
                      <a:cubicBezTo>
                        <a:pt x="90" y="41"/>
                        <a:pt x="91" y="43"/>
                        <a:pt x="91" y="45"/>
                      </a:cubicBezTo>
                      <a:cubicBezTo>
                        <a:pt x="92" y="49"/>
                        <a:pt x="92" y="54"/>
                        <a:pt x="92" y="58"/>
                      </a:cubicBezTo>
                      <a:cubicBezTo>
                        <a:pt x="91" y="60"/>
                        <a:pt x="91" y="62"/>
                        <a:pt x="92" y="6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17" name="Freeform 588">
                  <a:extLst>
                    <a:ext uri="{FF2B5EF4-FFF2-40B4-BE49-F238E27FC236}">
                      <a16:creationId xmlns:a16="http://schemas.microsoft.com/office/drawing/2014/main" id="{BFE558C2-D2B8-4BBB-9BC2-4BF5169437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9712" y="3490570"/>
                  <a:ext cx="437972" cy="2084748"/>
                </a:xfrm>
                <a:custGeom>
                  <a:avLst/>
                  <a:gdLst>
                    <a:gd name="T0" fmla="*/ 0 w 50"/>
                    <a:gd name="T1" fmla="*/ 148 h 238"/>
                    <a:gd name="T2" fmla="*/ 50 w 50"/>
                    <a:gd name="T3" fmla="*/ 238 h 238"/>
                    <a:gd name="T4" fmla="*/ 50 w 50"/>
                    <a:gd name="T5" fmla="*/ 88 h 238"/>
                    <a:gd name="T6" fmla="*/ 0 w 50"/>
                    <a:gd name="T7" fmla="*/ 0 h 238"/>
                    <a:gd name="T8" fmla="*/ 0 w 50"/>
                    <a:gd name="T9" fmla="*/ 148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238">
                      <a:moveTo>
                        <a:pt x="0" y="148"/>
                      </a:moveTo>
                      <a:lnTo>
                        <a:pt x="50" y="238"/>
                      </a:lnTo>
                      <a:lnTo>
                        <a:pt x="50" y="88"/>
                      </a:lnTo>
                      <a:lnTo>
                        <a:pt x="0" y="0"/>
                      </a:lnTo>
                      <a:lnTo>
                        <a:pt x="0" y="148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18" name="Freeform 589">
                  <a:extLst>
                    <a:ext uri="{FF2B5EF4-FFF2-40B4-BE49-F238E27FC236}">
                      <a16:creationId xmlns:a16="http://schemas.microsoft.com/office/drawing/2014/main" id="{A1C4304E-9C6A-460A-BDD0-C50322C620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9712" y="3035084"/>
                  <a:ext cx="1296397" cy="1226322"/>
                </a:xfrm>
                <a:custGeom>
                  <a:avLst/>
                  <a:gdLst>
                    <a:gd name="T0" fmla="*/ 85 w 148"/>
                    <a:gd name="T1" fmla="*/ 0 h 140"/>
                    <a:gd name="T2" fmla="*/ 148 w 148"/>
                    <a:gd name="T3" fmla="*/ 80 h 140"/>
                    <a:gd name="T4" fmla="*/ 50 w 148"/>
                    <a:gd name="T5" fmla="*/ 140 h 140"/>
                    <a:gd name="T6" fmla="*/ 0 w 148"/>
                    <a:gd name="T7" fmla="*/ 52 h 140"/>
                    <a:gd name="T8" fmla="*/ 85 w 148"/>
                    <a:gd name="T9" fmla="*/ 0 h 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140">
                      <a:moveTo>
                        <a:pt x="85" y="0"/>
                      </a:moveTo>
                      <a:lnTo>
                        <a:pt x="148" y="80"/>
                      </a:lnTo>
                      <a:lnTo>
                        <a:pt x="50" y="140"/>
                      </a:lnTo>
                      <a:lnTo>
                        <a:pt x="0" y="52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19" name="Freeform 590">
                  <a:extLst>
                    <a:ext uri="{FF2B5EF4-FFF2-40B4-BE49-F238E27FC236}">
                      <a16:creationId xmlns:a16="http://schemas.microsoft.com/office/drawing/2014/main" id="{B29D23A2-7AFB-4073-A8B9-026EAAD446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4267" y="3035090"/>
                  <a:ext cx="1410272" cy="1226322"/>
                </a:xfrm>
                <a:custGeom>
                  <a:avLst/>
                  <a:gdLst>
                    <a:gd name="T0" fmla="*/ 0 w 161"/>
                    <a:gd name="T1" fmla="*/ 0 h 140"/>
                    <a:gd name="T2" fmla="*/ 63 w 161"/>
                    <a:gd name="T3" fmla="*/ 80 h 140"/>
                    <a:gd name="T4" fmla="*/ 161 w 161"/>
                    <a:gd name="T5" fmla="*/ 140 h 140"/>
                    <a:gd name="T6" fmla="*/ 68 w 161"/>
                    <a:gd name="T7" fmla="*/ 37 h 140"/>
                    <a:gd name="T8" fmla="*/ 0 w 161"/>
                    <a:gd name="T9" fmla="*/ 0 h 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1" h="140">
                      <a:moveTo>
                        <a:pt x="0" y="0"/>
                      </a:moveTo>
                      <a:lnTo>
                        <a:pt x="63" y="80"/>
                      </a:lnTo>
                      <a:lnTo>
                        <a:pt x="161" y="140"/>
                      </a:lnTo>
                      <a:lnTo>
                        <a:pt x="68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20" name="Freeform 591">
                  <a:extLst>
                    <a:ext uri="{FF2B5EF4-FFF2-40B4-BE49-F238E27FC236}">
                      <a16:creationId xmlns:a16="http://schemas.microsoft.com/office/drawing/2014/main" id="{401B8E51-9FE2-4F1B-8A10-C0AB79C75E6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417684" y="3735845"/>
                  <a:ext cx="1716850" cy="1839483"/>
                </a:xfrm>
                <a:custGeom>
                  <a:avLst/>
                  <a:gdLst>
                    <a:gd name="T0" fmla="*/ 98 w 196"/>
                    <a:gd name="T1" fmla="*/ 0 h 210"/>
                    <a:gd name="T2" fmla="*/ 0 w 196"/>
                    <a:gd name="T3" fmla="*/ 60 h 210"/>
                    <a:gd name="T4" fmla="*/ 0 w 196"/>
                    <a:gd name="T5" fmla="*/ 210 h 210"/>
                    <a:gd name="T6" fmla="*/ 113 w 196"/>
                    <a:gd name="T7" fmla="*/ 210 h 210"/>
                    <a:gd name="T8" fmla="*/ 113 w 196"/>
                    <a:gd name="T9" fmla="*/ 137 h 210"/>
                    <a:gd name="T10" fmla="*/ 171 w 196"/>
                    <a:gd name="T11" fmla="*/ 137 h 210"/>
                    <a:gd name="T12" fmla="*/ 171 w 196"/>
                    <a:gd name="T13" fmla="*/ 210 h 210"/>
                    <a:gd name="T14" fmla="*/ 196 w 196"/>
                    <a:gd name="T15" fmla="*/ 210 h 210"/>
                    <a:gd name="T16" fmla="*/ 196 w 196"/>
                    <a:gd name="T17" fmla="*/ 60 h 210"/>
                    <a:gd name="T18" fmla="*/ 98 w 196"/>
                    <a:gd name="T19" fmla="*/ 0 h 210"/>
                    <a:gd name="T20" fmla="*/ 95 w 196"/>
                    <a:gd name="T21" fmla="*/ 180 h 210"/>
                    <a:gd name="T22" fmla="*/ 38 w 196"/>
                    <a:gd name="T23" fmla="*/ 180 h 210"/>
                    <a:gd name="T24" fmla="*/ 38 w 196"/>
                    <a:gd name="T25" fmla="*/ 137 h 210"/>
                    <a:gd name="T26" fmla="*/ 95 w 196"/>
                    <a:gd name="T27" fmla="*/ 137 h 210"/>
                    <a:gd name="T28" fmla="*/ 95 w 196"/>
                    <a:gd name="T29" fmla="*/ 180 h 210"/>
                    <a:gd name="T30" fmla="*/ 95 w 196"/>
                    <a:gd name="T31" fmla="*/ 105 h 210"/>
                    <a:gd name="T32" fmla="*/ 38 w 196"/>
                    <a:gd name="T33" fmla="*/ 105 h 210"/>
                    <a:gd name="T34" fmla="*/ 38 w 196"/>
                    <a:gd name="T35" fmla="*/ 62 h 210"/>
                    <a:gd name="T36" fmla="*/ 95 w 196"/>
                    <a:gd name="T37" fmla="*/ 62 h 210"/>
                    <a:gd name="T38" fmla="*/ 95 w 196"/>
                    <a:gd name="T39" fmla="*/ 105 h 210"/>
                    <a:gd name="T40" fmla="*/ 171 w 196"/>
                    <a:gd name="T41" fmla="*/ 105 h 210"/>
                    <a:gd name="T42" fmla="*/ 113 w 196"/>
                    <a:gd name="T43" fmla="*/ 105 h 210"/>
                    <a:gd name="T44" fmla="*/ 113 w 196"/>
                    <a:gd name="T45" fmla="*/ 62 h 210"/>
                    <a:gd name="T46" fmla="*/ 171 w 196"/>
                    <a:gd name="T47" fmla="*/ 62 h 210"/>
                    <a:gd name="T48" fmla="*/ 171 w 196"/>
                    <a:gd name="T49" fmla="*/ 105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96" h="210">
                      <a:moveTo>
                        <a:pt x="98" y="0"/>
                      </a:moveTo>
                      <a:lnTo>
                        <a:pt x="0" y="60"/>
                      </a:lnTo>
                      <a:lnTo>
                        <a:pt x="0" y="210"/>
                      </a:lnTo>
                      <a:lnTo>
                        <a:pt x="113" y="210"/>
                      </a:lnTo>
                      <a:lnTo>
                        <a:pt x="113" y="137"/>
                      </a:lnTo>
                      <a:lnTo>
                        <a:pt x="171" y="137"/>
                      </a:lnTo>
                      <a:lnTo>
                        <a:pt x="171" y="210"/>
                      </a:lnTo>
                      <a:lnTo>
                        <a:pt x="196" y="210"/>
                      </a:lnTo>
                      <a:lnTo>
                        <a:pt x="196" y="60"/>
                      </a:lnTo>
                      <a:lnTo>
                        <a:pt x="98" y="0"/>
                      </a:lnTo>
                      <a:close/>
                      <a:moveTo>
                        <a:pt x="95" y="180"/>
                      </a:moveTo>
                      <a:lnTo>
                        <a:pt x="38" y="180"/>
                      </a:lnTo>
                      <a:lnTo>
                        <a:pt x="38" y="137"/>
                      </a:lnTo>
                      <a:lnTo>
                        <a:pt x="95" y="137"/>
                      </a:lnTo>
                      <a:lnTo>
                        <a:pt x="95" y="180"/>
                      </a:lnTo>
                      <a:close/>
                      <a:moveTo>
                        <a:pt x="95" y="105"/>
                      </a:moveTo>
                      <a:lnTo>
                        <a:pt x="38" y="105"/>
                      </a:lnTo>
                      <a:lnTo>
                        <a:pt x="38" y="62"/>
                      </a:lnTo>
                      <a:lnTo>
                        <a:pt x="95" y="62"/>
                      </a:lnTo>
                      <a:lnTo>
                        <a:pt x="95" y="105"/>
                      </a:lnTo>
                      <a:close/>
                      <a:moveTo>
                        <a:pt x="171" y="105"/>
                      </a:moveTo>
                      <a:lnTo>
                        <a:pt x="113" y="105"/>
                      </a:lnTo>
                      <a:lnTo>
                        <a:pt x="113" y="62"/>
                      </a:lnTo>
                      <a:lnTo>
                        <a:pt x="171" y="62"/>
                      </a:lnTo>
                      <a:lnTo>
                        <a:pt x="171" y="105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21" name="Freeform 592">
                  <a:extLst>
                    <a:ext uri="{FF2B5EF4-FFF2-40B4-BE49-F238E27FC236}">
                      <a16:creationId xmlns:a16="http://schemas.microsoft.com/office/drawing/2014/main" id="{0F07598D-3EAA-4B61-BEDB-D02962B268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85667" y="3534381"/>
                  <a:ext cx="455491" cy="2084748"/>
                </a:xfrm>
                <a:custGeom>
                  <a:avLst/>
                  <a:gdLst>
                    <a:gd name="T0" fmla="*/ 0 w 52"/>
                    <a:gd name="T1" fmla="*/ 148 h 238"/>
                    <a:gd name="T2" fmla="*/ 52 w 52"/>
                    <a:gd name="T3" fmla="*/ 238 h 238"/>
                    <a:gd name="T4" fmla="*/ 52 w 52"/>
                    <a:gd name="T5" fmla="*/ 88 h 238"/>
                    <a:gd name="T6" fmla="*/ 0 w 52"/>
                    <a:gd name="T7" fmla="*/ 0 h 238"/>
                    <a:gd name="T8" fmla="*/ 0 w 52"/>
                    <a:gd name="T9" fmla="*/ 148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" h="238">
                      <a:moveTo>
                        <a:pt x="0" y="148"/>
                      </a:moveTo>
                      <a:lnTo>
                        <a:pt x="52" y="238"/>
                      </a:lnTo>
                      <a:lnTo>
                        <a:pt x="52" y="88"/>
                      </a:lnTo>
                      <a:lnTo>
                        <a:pt x="0" y="0"/>
                      </a:lnTo>
                      <a:lnTo>
                        <a:pt x="0" y="148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22" name="Freeform 593">
                  <a:extLst>
                    <a:ext uri="{FF2B5EF4-FFF2-40B4-BE49-F238E27FC236}">
                      <a16:creationId xmlns:a16="http://schemas.microsoft.com/office/drawing/2014/main" id="{788F8409-BA5B-4911-ADBC-70A80C7B45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85661" y="3078890"/>
                  <a:ext cx="1313916" cy="1226322"/>
                </a:xfrm>
                <a:custGeom>
                  <a:avLst/>
                  <a:gdLst>
                    <a:gd name="T0" fmla="*/ 85 w 150"/>
                    <a:gd name="T1" fmla="*/ 0 h 140"/>
                    <a:gd name="T2" fmla="*/ 150 w 150"/>
                    <a:gd name="T3" fmla="*/ 80 h 140"/>
                    <a:gd name="T4" fmla="*/ 52 w 150"/>
                    <a:gd name="T5" fmla="*/ 140 h 140"/>
                    <a:gd name="T6" fmla="*/ 0 w 150"/>
                    <a:gd name="T7" fmla="*/ 52 h 140"/>
                    <a:gd name="T8" fmla="*/ 85 w 150"/>
                    <a:gd name="T9" fmla="*/ 0 h 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140">
                      <a:moveTo>
                        <a:pt x="85" y="0"/>
                      </a:moveTo>
                      <a:lnTo>
                        <a:pt x="150" y="80"/>
                      </a:lnTo>
                      <a:lnTo>
                        <a:pt x="52" y="140"/>
                      </a:lnTo>
                      <a:lnTo>
                        <a:pt x="0" y="52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23" name="Freeform 594">
                  <a:extLst>
                    <a:ext uri="{FF2B5EF4-FFF2-40B4-BE49-F238E27FC236}">
                      <a16:creationId xmlns:a16="http://schemas.microsoft.com/office/drawing/2014/main" id="{0C0A54B1-DA1A-486F-87E1-6626DD009A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30222" y="3078890"/>
                  <a:ext cx="1427791" cy="1226322"/>
                </a:xfrm>
                <a:custGeom>
                  <a:avLst/>
                  <a:gdLst>
                    <a:gd name="T0" fmla="*/ 0 w 163"/>
                    <a:gd name="T1" fmla="*/ 0 h 140"/>
                    <a:gd name="T2" fmla="*/ 65 w 163"/>
                    <a:gd name="T3" fmla="*/ 80 h 140"/>
                    <a:gd name="T4" fmla="*/ 163 w 163"/>
                    <a:gd name="T5" fmla="*/ 140 h 140"/>
                    <a:gd name="T6" fmla="*/ 70 w 163"/>
                    <a:gd name="T7" fmla="*/ 37 h 140"/>
                    <a:gd name="T8" fmla="*/ 0 w 163"/>
                    <a:gd name="T9" fmla="*/ 0 h 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40">
                      <a:moveTo>
                        <a:pt x="0" y="0"/>
                      </a:moveTo>
                      <a:lnTo>
                        <a:pt x="65" y="80"/>
                      </a:lnTo>
                      <a:lnTo>
                        <a:pt x="163" y="140"/>
                      </a:lnTo>
                      <a:lnTo>
                        <a:pt x="70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24" name="Freeform 595">
                  <a:extLst>
                    <a:ext uri="{FF2B5EF4-FFF2-40B4-BE49-F238E27FC236}">
                      <a16:creationId xmlns:a16="http://schemas.microsoft.com/office/drawing/2014/main" id="{7EA1C9B5-2E44-4777-B841-19732D0FD47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641157" y="3779651"/>
                  <a:ext cx="1716850" cy="1839483"/>
                </a:xfrm>
                <a:custGeom>
                  <a:avLst/>
                  <a:gdLst>
                    <a:gd name="T0" fmla="*/ 98 w 196"/>
                    <a:gd name="T1" fmla="*/ 0 h 210"/>
                    <a:gd name="T2" fmla="*/ 0 w 196"/>
                    <a:gd name="T3" fmla="*/ 60 h 210"/>
                    <a:gd name="T4" fmla="*/ 0 w 196"/>
                    <a:gd name="T5" fmla="*/ 210 h 210"/>
                    <a:gd name="T6" fmla="*/ 110 w 196"/>
                    <a:gd name="T7" fmla="*/ 210 h 210"/>
                    <a:gd name="T8" fmla="*/ 110 w 196"/>
                    <a:gd name="T9" fmla="*/ 135 h 210"/>
                    <a:gd name="T10" fmla="*/ 168 w 196"/>
                    <a:gd name="T11" fmla="*/ 135 h 210"/>
                    <a:gd name="T12" fmla="*/ 168 w 196"/>
                    <a:gd name="T13" fmla="*/ 210 h 210"/>
                    <a:gd name="T14" fmla="*/ 196 w 196"/>
                    <a:gd name="T15" fmla="*/ 210 h 210"/>
                    <a:gd name="T16" fmla="*/ 196 w 196"/>
                    <a:gd name="T17" fmla="*/ 60 h 210"/>
                    <a:gd name="T18" fmla="*/ 98 w 196"/>
                    <a:gd name="T19" fmla="*/ 0 h 210"/>
                    <a:gd name="T20" fmla="*/ 95 w 196"/>
                    <a:gd name="T21" fmla="*/ 177 h 210"/>
                    <a:gd name="T22" fmla="*/ 38 w 196"/>
                    <a:gd name="T23" fmla="*/ 177 h 210"/>
                    <a:gd name="T24" fmla="*/ 38 w 196"/>
                    <a:gd name="T25" fmla="*/ 135 h 210"/>
                    <a:gd name="T26" fmla="*/ 95 w 196"/>
                    <a:gd name="T27" fmla="*/ 135 h 210"/>
                    <a:gd name="T28" fmla="*/ 95 w 196"/>
                    <a:gd name="T29" fmla="*/ 177 h 210"/>
                    <a:gd name="T30" fmla="*/ 95 w 196"/>
                    <a:gd name="T31" fmla="*/ 105 h 210"/>
                    <a:gd name="T32" fmla="*/ 38 w 196"/>
                    <a:gd name="T33" fmla="*/ 105 h 210"/>
                    <a:gd name="T34" fmla="*/ 38 w 196"/>
                    <a:gd name="T35" fmla="*/ 62 h 210"/>
                    <a:gd name="T36" fmla="*/ 95 w 196"/>
                    <a:gd name="T37" fmla="*/ 62 h 210"/>
                    <a:gd name="T38" fmla="*/ 95 w 196"/>
                    <a:gd name="T39" fmla="*/ 105 h 210"/>
                    <a:gd name="T40" fmla="*/ 168 w 196"/>
                    <a:gd name="T41" fmla="*/ 105 h 210"/>
                    <a:gd name="T42" fmla="*/ 110 w 196"/>
                    <a:gd name="T43" fmla="*/ 105 h 210"/>
                    <a:gd name="T44" fmla="*/ 110 w 196"/>
                    <a:gd name="T45" fmla="*/ 62 h 210"/>
                    <a:gd name="T46" fmla="*/ 168 w 196"/>
                    <a:gd name="T47" fmla="*/ 62 h 210"/>
                    <a:gd name="T48" fmla="*/ 168 w 196"/>
                    <a:gd name="T49" fmla="*/ 105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96" h="210">
                      <a:moveTo>
                        <a:pt x="98" y="0"/>
                      </a:moveTo>
                      <a:lnTo>
                        <a:pt x="0" y="60"/>
                      </a:lnTo>
                      <a:lnTo>
                        <a:pt x="0" y="210"/>
                      </a:lnTo>
                      <a:lnTo>
                        <a:pt x="110" y="210"/>
                      </a:lnTo>
                      <a:lnTo>
                        <a:pt x="110" y="135"/>
                      </a:lnTo>
                      <a:lnTo>
                        <a:pt x="168" y="135"/>
                      </a:lnTo>
                      <a:lnTo>
                        <a:pt x="168" y="210"/>
                      </a:lnTo>
                      <a:lnTo>
                        <a:pt x="196" y="210"/>
                      </a:lnTo>
                      <a:lnTo>
                        <a:pt x="196" y="60"/>
                      </a:lnTo>
                      <a:lnTo>
                        <a:pt x="98" y="0"/>
                      </a:lnTo>
                      <a:close/>
                      <a:moveTo>
                        <a:pt x="95" y="177"/>
                      </a:moveTo>
                      <a:lnTo>
                        <a:pt x="38" y="177"/>
                      </a:lnTo>
                      <a:lnTo>
                        <a:pt x="38" y="135"/>
                      </a:lnTo>
                      <a:lnTo>
                        <a:pt x="95" y="135"/>
                      </a:lnTo>
                      <a:lnTo>
                        <a:pt x="95" y="177"/>
                      </a:lnTo>
                      <a:close/>
                      <a:moveTo>
                        <a:pt x="95" y="105"/>
                      </a:moveTo>
                      <a:lnTo>
                        <a:pt x="38" y="105"/>
                      </a:lnTo>
                      <a:lnTo>
                        <a:pt x="38" y="62"/>
                      </a:lnTo>
                      <a:lnTo>
                        <a:pt x="95" y="62"/>
                      </a:lnTo>
                      <a:lnTo>
                        <a:pt x="95" y="105"/>
                      </a:lnTo>
                      <a:close/>
                      <a:moveTo>
                        <a:pt x="168" y="105"/>
                      </a:moveTo>
                      <a:lnTo>
                        <a:pt x="110" y="105"/>
                      </a:lnTo>
                      <a:lnTo>
                        <a:pt x="110" y="62"/>
                      </a:lnTo>
                      <a:lnTo>
                        <a:pt x="168" y="62"/>
                      </a:lnTo>
                      <a:lnTo>
                        <a:pt x="168" y="105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</p:grpSp>
          <p:grpSp>
            <p:nvGrpSpPr>
              <p:cNvPr id="325" name="Gruppieren 5">
                <a:extLst>
                  <a:ext uri="{FF2B5EF4-FFF2-40B4-BE49-F238E27FC236}">
                    <a16:creationId xmlns:a16="http://schemas.microsoft.com/office/drawing/2014/main" id="{852B64D1-7189-4310-ACC0-729FDE817735}"/>
                  </a:ext>
                </a:extLst>
              </p:cNvPr>
              <p:cNvGrpSpPr/>
              <p:nvPr/>
            </p:nvGrpSpPr>
            <p:grpSpPr>
              <a:xfrm>
                <a:off x="7501863" y="2078667"/>
                <a:ext cx="576763" cy="339731"/>
                <a:chOff x="2809876" y="5070475"/>
                <a:chExt cx="623888" cy="428625"/>
              </a:xfrm>
              <a:solidFill>
                <a:schemeClr val="accent1"/>
              </a:solidFill>
            </p:grpSpPr>
            <p:sp>
              <p:nvSpPr>
                <p:cNvPr id="326" name="Freeform 628">
                  <a:extLst>
                    <a:ext uri="{FF2B5EF4-FFF2-40B4-BE49-F238E27FC236}">
                      <a16:creationId xmlns:a16="http://schemas.microsoft.com/office/drawing/2014/main" id="{2E4EF9A4-2C74-4F49-BE7C-F5FF856271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09876" y="5070475"/>
                  <a:ext cx="19050" cy="404813"/>
                </a:xfrm>
                <a:custGeom>
                  <a:avLst/>
                  <a:gdLst>
                    <a:gd name="T0" fmla="*/ 0 w 5"/>
                    <a:gd name="T1" fmla="*/ 95 h 102"/>
                    <a:gd name="T2" fmla="*/ 5 w 5"/>
                    <a:gd name="T3" fmla="*/ 102 h 102"/>
                    <a:gd name="T4" fmla="*/ 5 w 5"/>
                    <a:gd name="T5" fmla="*/ 9 h 102"/>
                    <a:gd name="T6" fmla="*/ 0 w 5"/>
                    <a:gd name="T7" fmla="*/ 5 h 102"/>
                    <a:gd name="T8" fmla="*/ 0 w 5"/>
                    <a:gd name="T9" fmla="*/ 95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02">
                      <a:moveTo>
                        <a:pt x="0" y="95"/>
                      </a:moveTo>
                      <a:cubicBezTo>
                        <a:pt x="5" y="102"/>
                        <a:pt x="5" y="102"/>
                        <a:pt x="5" y="102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5" y="0"/>
                        <a:pt x="0" y="0"/>
                        <a:pt x="0" y="5"/>
                      </a:cubicBezTo>
                      <a:lnTo>
                        <a:pt x="0" y="95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27" name="Freeform 629">
                  <a:extLst>
                    <a:ext uri="{FF2B5EF4-FFF2-40B4-BE49-F238E27FC236}">
                      <a16:creationId xmlns:a16="http://schemas.microsoft.com/office/drawing/2014/main" id="{F5C59602-A7ED-4CF1-817E-D71E6911C24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817813" y="5070475"/>
                  <a:ext cx="134938" cy="401638"/>
                </a:xfrm>
                <a:custGeom>
                  <a:avLst/>
                  <a:gdLst>
                    <a:gd name="T0" fmla="*/ 30 w 34"/>
                    <a:gd name="T1" fmla="*/ 0 h 101"/>
                    <a:gd name="T2" fmla="*/ 30 w 34"/>
                    <a:gd name="T3" fmla="*/ 0 h 101"/>
                    <a:gd name="T4" fmla="*/ 0 w 34"/>
                    <a:gd name="T5" fmla="*/ 0 h 101"/>
                    <a:gd name="T6" fmla="*/ 3 w 34"/>
                    <a:gd name="T7" fmla="*/ 8 h 101"/>
                    <a:gd name="T8" fmla="*/ 3 w 34"/>
                    <a:gd name="T9" fmla="*/ 101 h 101"/>
                    <a:gd name="T10" fmla="*/ 34 w 34"/>
                    <a:gd name="T11" fmla="*/ 101 h 101"/>
                    <a:gd name="T12" fmla="*/ 34 w 34"/>
                    <a:gd name="T13" fmla="*/ 4 h 101"/>
                    <a:gd name="T14" fmla="*/ 30 w 34"/>
                    <a:gd name="T15" fmla="*/ 0 h 101"/>
                    <a:gd name="T16" fmla="*/ 29 w 34"/>
                    <a:gd name="T17" fmla="*/ 34 h 101"/>
                    <a:gd name="T18" fmla="*/ 7 w 34"/>
                    <a:gd name="T19" fmla="*/ 34 h 101"/>
                    <a:gd name="T20" fmla="*/ 7 w 34"/>
                    <a:gd name="T21" fmla="*/ 11 h 101"/>
                    <a:gd name="T22" fmla="*/ 29 w 34"/>
                    <a:gd name="T23" fmla="*/ 11 h 101"/>
                    <a:gd name="T24" fmla="*/ 29 w 34"/>
                    <a:gd name="T25" fmla="*/ 34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4" h="101">
                      <a:moveTo>
                        <a:pt x="30" y="0"/>
                      </a:moveTo>
                      <a:cubicBezTo>
                        <a:pt x="30" y="0"/>
                        <a:pt x="30" y="0"/>
                        <a:pt x="3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3" y="101"/>
                        <a:pt x="3" y="101"/>
                        <a:pt x="3" y="101"/>
                      </a:cubicBezTo>
                      <a:cubicBezTo>
                        <a:pt x="34" y="101"/>
                        <a:pt x="34" y="101"/>
                        <a:pt x="34" y="101"/>
                      </a:cubicBezTo>
                      <a:cubicBezTo>
                        <a:pt x="34" y="4"/>
                        <a:pt x="34" y="4"/>
                        <a:pt x="34" y="4"/>
                      </a:cubicBezTo>
                      <a:cubicBezTo>
                        <a:pt x="34" y="1"/>
                        <a:pt x="31" y="0"/>
                        <a:pt x="30" y="0"/>
                      </a:cubicBezTo>
                      <a:close/>
                      <a:moveTo>
                        <a:pt x="29" y="34"/>
                      </a:moveTo>
                      <a:cubicBezTo>
                        <a:pt x="7" y="34"/>
                        <a:pt x="7" y="34"/>
                        <a:pt x="7" y="34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29" y="11"/>
                        <a:pt x="29" y="11"/>
                        <a:pt x="29" y="11"/>
                      </a:cubicBezTo>
                      <a:lnTo>
                        <a:pt x="29" y="34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28" name="Freeform 630">
                  <a:extLst>
                    <a:ext uri="{FF2B5EF4-FFF2-40B4-BE49-F238E27FC236}">
                      <a16:creationId xmlns:a16="http://schemas.microsoft.com/office/drawing/2014/main" id="{5DB448EC-632D-4B9F-9692-65D68AFB9B6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865438" y="5289550"/>
                  <a:ext cx="71438" cy="185738"/>
                </a:xfrm>
                <a:custGeom>
                  <a:avLst/>
                  <a:gdLst>
                    <a:gd name="T0" fmla="*/ 13 w 18"/>
                    <a:gd name="T1" fmla="*/ 4 h 47"/>
                    <a:gd name="T2" fmla="*/ 13 w 18"/>
                    <a:gd name="T3" fmla="*/ 4 h 47"/>
                    <a:gd name="T4" fmla="*/ 13 w 18"/>
                    <a:gd name="T5" fmla="*/ 1 h 47"/>
                    <a:gd name="T6" fmla="*/ 12 w 18"/>
                    <a:gd name="T7" fmla="*/ 0 h 47"/>
                    <a:gd name="T8" fmla="*/ 11 w 18"/>
                    <a:gd name="T9" fmla="*/ 1 h 47"/>
                    <a:gd name="T10" fmla="*/ 11 w 18"/>
                    <a:gd name="T11" fmla="*/ 4 h 47"/>
                    <a:gd name="T12" fmla="*/ 7 w 18"/>
                    <a:gd name="T13" fmla="*/ 4 h 47"/>
                    <a:gd name="T14" fmla="*/ 7 w 18"/>
                    <a:gd name="T15" fmla="*/ 1 h 47"/>
                    <a:gd name="T16" fmla="*/ 6 w 18"/>
                    <a:gd name="T17" fmla="*/ 0 h 47"/>
                    <a:gd name="T18" fmla="*/ 5 w 18"/>
                    <a:gd name="T19" fmla="*/ 1 h 47"/>
                    <a:gd name="T20" fmla="*/ 5 w 18"/>
                    <a:gd name="T21" fmla="*/ 4 h 47"/>
                    <a:gd name="T22" fmla="*/ 4 w 18"/>
                    <a:gd name="T23" fmla="*/ 4 h 47"/>
                    <a:gd name="T24" fmla="*/ 0 w 18"/>
                    <a:gd name="T25" fmla="*/ 9 h 47"/>
                    <a:gd name="T26" fmla="*/ 0 w 18"/>
                    <a:gd name="T27" fmla="*/ 11 h 47"/>
                    <a:gd name="T28" fmla="*/ 4 w 18"/>
                    <a:gd name="T29" fmla="*/ 15 h 47"/>
                    <a:gd name="T30" fmla="*/ 8 w 18"/>
                    <a:gd name="T31" fmla="*/ 15 h 47"/>
                    <a:gd name="T32" fmla="*/ 7 w 18"/>
                    <a:gd name="T33" fmla="*/ 31 h 47"/>
                    <a:gd name="T34" fmla="*/ 3 w 18"/>
                    <a:gd name="T35" fmla="*/ 47 h 47"/>
                    <a:gd name="T36" fmla="*/ 5 w 18"/>
                    <a:gd name="T37" fmla="*/ 46 h 47"/>
                    <a:gd name="T38" fmla="*/ 8 w 18"/>
                    <a:gd name="T39" fmla="*/ 33 h 47"/>
                    <a:gd name="T40" fmla="*/ 10 w 18"/>
                    <a:gd name="T41" fmla="*/ 15 h 47"/>
                    <a:gd name="T42" fmla="*/ 13 w 18"/>
                    <a:gd name="T43" fmla="*/ 15 h 47"/>
                    <a:gd name="T44" fmla="*/ 18 w 18"/>
                    <a:gd name="T45" fmla="*/ 11 h 47"/>
                    <a:gd name="T46" fmla="*/ 18 w 18"/>
                    <a:gd name="T47" fmla="*/ 9 h 47"/>
                    <a:gd name="T48" fmla="*/ 13 w 18"/>
                    <a:gd name="T49" fmla="*/ 4 h 47"/>
                    <a:gd name="T50" fmla="*/ 15 w 18"/>
                    <a:gd name="T51" fmla="*/ 11 h 47"/>
                    <a:gd name="T52" fmla="*/ 13 w 18"/>
                    <a:gd name="T53" fmla="*/ 13 h 47"/>
                    <a:gd name="T54" fmla="*/ 4 w 18"/>
                    <a:gd name="T55" fmla="*/ 13 h 47"/>
                    <a:gd name="T56" fmla="*/ 2 w 18"/>
                    <a:gd name="T57" fmla="*/ 11 h 47"/>
                    <a:gd name="T58" fmla="*/ 2 w 18"/>
                    <a:gd name="T59" fmla="*/ 9 h 47"/>
                    <a:gd name="T60" fmla="*/ 4 w 18"/>
                    <a:gd name="T61" fmla="*/ 7 h 47"/>
                    <a:gd name="T62" fmla="*/ 13 w 18"/>
                    <a:gd name="T63" fmla="*/ 7 h 47"/>
                    <a:gd name="T64" fmla="*/ 15 w 18"/>
                    <a:gd name="T65" fmla="*/ 9 h 47"/>
                    <a:gd name="T66" fmla="*/ 15 w 18"/>
                    <a:gd name="T67" fmla="*/ 1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8" h="47">
                      <a:moveTo>
                        <a:pt x="13" y="4"/>
                      </a:move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3" y="0"/>
                        <a:pt x="12" y="0"/>
                        <a:pt x="12" y="0"/>
                      </a:cubicBezTo>
                      <a:cubicBezTo>
                        <a:pt x="11" y="0"/>
                        <a:pt x="11" y="0"/>
                        <a:pt x="11" y="1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0"/>
                        <a:pt x="6" y="0"/>
                        <a:pt x="6" y="0"/>
                      </a:cubicBezTo>
                      <a:cubicBezTo>
                        <a:pt x="5" y="0"/>
                        <a:pt x="5" y="0"/>
                        <a:pt x="5" y="1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1" y="4"/>
                        <a:pt x="0" y="6"/>
                        <a:pt x="0" y="9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4"/>
                        <a:pt x="1" y="15"/>
                        <a:pt x="4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9" y="20"/>
                        <a:pt x="10" y="29"/>
                        <a:pt x="7" y="31"/>
                      </a:cubicBezTo>
                      <a:cubicBezTo>
                        <a:pt x="0" y="34"/>
                        <a:pt x="3" y="46"/>
                        <a:pt x="3" y="47"/>
                      </a:cubicBezTo>
                      <a:cubicBezTo>
                        <a:pt x="5" y="46"/>
                        <a:pt x="5" y="46"/>
                        <a:pt x="5" y="46"/>
                      </a:cubicBezTo>
                      <a:cubicBezTo>
                        <a:pt x="5" y="43"/>
                        <a:pt x="4" y="35"/>
                        <a:pt x="8" y="33"/>
                      </a:cubicBezTo>
                      <a:cubicBezTo>
                        <a:pt x="13" y="31"/>
                        <a:pt x="11" y="20"/>
                        <a:pt x="10" y="15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6" y="15"/>
                        <a:pt x="18" y="14"/>
                        <a:pt x="18" y="11"/>
                      </a:cubicBezTo>
                      <a:cubicBezTo>
                        <a:pt x="18" y="9"/>
                        <a:pt x="18" y="9"/>
                        <a:pt x="18" y="9"/>
                      </a:cubicBezTo>
                      <a:cubicBezTo>
                        <a:pt x="18" y="6"/>
                        <a:pt x="16" y="4"/>
                        <a:pt x="13" y="4"/>
                      </a:cubicBezTo>
                      <a:close/>
                      <a:moveTo>
                        <a:pt x="15" y="11"/>
                      </a:moveTo>
                      <a:cubicBezTo>
                        <a:pt x="15" y="12"/>
                        <a:pt x="15" y="13"/>
                        <a:pt x="13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3" y="13"/>
                        <a:pt x="2" y="12"/>
                        <a:pt x="2" y="11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8"/>
                        <a:pt x="3" y="7"/>
                        <a:pt x="4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5" y="7"/>
                        <a:pt x="15" y="8"/>
                        <a:pt x="15" y="9"/>
                      </a:cubicBezTo>
                      <a:lnTo>
                        <a:pt x="15" y="11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29" name="Freeform 631">
                  <a:extLst>
                    <a:ext uri="{FF2B5EF4-FFF2-40B4-BE49-F238E27FC236}">
                      <a16:creationId xmlns:a16="http://schemas.microsoft.com/office/drawing/2014/main" id="{5B45A195-E6F0-4FF9-9206-84793620B8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2751" y="5146675"/>
                  <a:ext cx="233363" cy="177800"/>
                </a:xfrm>
                <a:custGeom>
                  <a:avLst/>
                  <a:gdLst>
                    <a:gd name="T0" fmla="*/ 39 w 59"/>
                    <a:gd name="T1" fmla="*/ 44 h 45"/>
                    <a:gd name="T2" fmla="*/ 59 w 59"/>
                    <a:gd name="T3" fmla="*/ 36 h 45"/>
                    <a:gd name="T4" fmla="*/ 59 w 59"/>
                    <a:gd name="T5" fmla="*/ 35 h 45"/>
                    <a:gd name="T6" fmla="*/ 34 w 59"/>
                    <a:gd name="T7" fmla="*/ 41 h 45"/>
                    <a:gd name="T8" fmla="*/ 30 w 59"/>
                    <a:gd name="T9" fmla="*/ 32 h 45"/>
                    <a:gd name="T10" fmla="*/ 0 w 59"/>
                    <a:gd name="T11" fmla="*/ 0 h 45"/>
                    <a:gd name="T12" fmla="*/ 0 w 59"/>
                    <a:gd name="T13" fmla="*/ 2 h 45"/>
                    <a:gd name="T14" fmla="*/ 28 w 59"/>
                    <a:gd name="T15" fmla="*/ 32 h 45"/>
                    <a:gd name="T16" fmla="*/ 33 w 59"/>
                    <a:gd name="T17" fmla="*/ 42 h 45"/>
                    <a:gd name="T18" fmla="*/ 39 w 59"/>
                    <a:gd name="T19" fmla="*/ 44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9" h="45">
                      <a:moveTo>
                        <a:pt x="39" y="44"/>
                      </a:moveTo>
                      <a:cubicBezTo>
                        <a:pt x="48" y="44"/>
                        <a:pt x="59" y="37"/>
                        <a:pt x="59" y="36"/>
                      </a:cubicBezTo>
                      <a:cubicBezTo>
                        <a:pt x="59" y="35"/>
                        <a:pt x="59" y="35"/>
                        <a:pt x="59" y="35"/>
                      </a:cubicBezTo>
                      <a:cubicBezTo>
                        <a:pt x="58" y="35"/>
                        <a:pt x="42" y="45"/>
                        <a:pt x="34" y="41"/>
                      </a:cubicBezTo>
                      <a:cubicBezTo>
                        <a:pt x="32" y="40"/>
                        <a:pt x="30" y="37"/>
                        <a:pt x="30" y="32"/>
                      </a:cubicBezTo>
                      <a:cubicBezTo>
                        <a:pt x="28" y="4"/>
                        <a:pt x="0" y="0"/>
                        <a:pt x="0" y="0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27" y="5"/>
                        <a:pt x="28" y="32"/>
                      </a:cubicBezTo>
                      <a:cubicBezTo>
                        <a:pt x="29" y="37"/>
                        <a:pt x="30" y="41"/>
                        <a:pt x="33" y="42"/>
                      </a:cubicBezTo>
                      <a:cubicBezTo>
                        <a:pt x="35" y="43"/>
                        <a:pt x="37" y="44"/>
                        <a:pt x="39" y="44"/>
                      </a:cubicBez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30" name="Freeform 632">
                  <a:extLst>
                    <a:ext uri="{FF2B5EF4-FFF2-40B4-BE49-F238E27FC236}">
                      <a16:creationId xmlns:a16="http://schemas.microsoft.com/office/drawing/2014/main" id="{13010A1B-1A75-4BD0-99CC-A037C72083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62326" y="5376863"/>
                  <a:ext cx="50800" cy="111125"/>
                </a:xfrm>
                <a:custGeom>
                  <a:avLst/>
                  <a:gdLst>
                    <a:gd name="T0" fmla="*/ 13 w 13"/>
                    <a:gd name="T1" fmla="*/ 19 h 28"/>
                    <a:gd name="T2" fmla="*/ 10 w 13"/>
                    <a:gd name="T3" fmla="*/ 28 h 28"/>
                    <a:gd name="T4" fmla="*/ 4 w 13"/>
                    <a:gd name="T5" fmla="*/ 28 h 28"/>
                    <a:gd name="T6" fmla="*/ 0 w 13"/>
                    <a:gd name="T7" fmla="*/ 14 h 28"/>
                    <a:gd name="T8" fmla="*/ 1 w 13"/>
                    <a:gd name="T9" fmla="*/ 1 h 28"/>
                    <a:gd name="T10" fmla="*/ 3 w 13"/>
                    <a:gd name="T11" fmla="*/ 1 h 28"/>
                    <a:gd name="T12" fmla="*/ 13 w 13"/>
                    <a:gd name="T13" fmla="*/ 19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" h="28">
                      <a:moveTo>
                        <a:pt x="13" y="19"/>
                      </a:moveTo>
                      <a:cubicBezTo>
                        <a:pt x="13" y="21"/>
                        <a:pt x="12" y="26"/>
                        <a:pt x="10" y="28"/>
                      </a:cubicBezTo>
                      <a:cubicBezTo>
                        <a:pt x="10" y="28"/>
                        <a:pt x="4" y="28"/>
                        <a:pt x="4" y="28"/>
                      </a:cubicBezTo>
                      <a:cubicBezTo>
                        <a:pt x="4" y="28"/>
                        <a:pt x="0" y="21"/>
                        <a:pt x="0" y="14"/>
                      </a:cubicBezTo>
                      <a:cubicBezTo>
                        <a:pt x="0" y="9"/>
                        <a:pt x="1" y="1"/>
                        <a:pt x="1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6" y="0"/>
                        <a:pt x="13" y="19"/>
                        <a:pt x="13" y="19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31" name="Freeform 633">
                  <a:extLst>
                    <a:ext uri="{FF2B5EF4-FFF2-40B4-BE49-F238E27FC236}">
                      <a16:creationId xmlns:a16="http://schemas.microsoft.com/office/drawing/2014/main" id="{8FCAA952-6D83-44DC-B574-E257EE6F7E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62326" y="5376863"/>
                  <a:ext cx="50800" cy="111125"/>
                </a:xfrm>
                <a:custGeom>
                  <a:avLst/>
                  <a:gdLst>
                    <a:gd name="T0" fmla="*/ 13 w 13"/>
                    <a:gd name="T1" fmla="*/ 19 h 28"/>
                    <a:gd name="T2" fmla="*/ 10 w 13"/>
                    <a:gd name="T3" fmla="*/ 28 h 28"/>
                    <a:gd name="T4" fmla="*/ 4 w 13"/>
                    <a:gd name="T5" fmla="*/ 28 h 28"/>
                    <a:gd name="T6" fmla="*/ 0 w 13"/>
                    <a:gd name="T7" fmla="*/ 14 h 28"/>
                    <a:gd name="T8" fmla="*/ 1 w 13"/>
                    <a:gd name="T9" fmla="*/ 1 h 28"/>
                    <a:gd name="T10" fmla="*/ 3 w 13"/>
                    <a:gd name="T11" fmla="*/ 1 h 28"/>
                    <a:gd name="T12" fmla="*/ 13 w 13"/>
                    <a:gd name="T13" fmla="*/ 19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" h="28">
                      <a:moveTo>
                        <a:pt x="13" y="19"/>
                      </a:moveTo>
                      <a:cubicBezTo>
                        <a:pt x="13" y="21"/>
                        <a:pt x="12" y="26"/>
                        <a:pt x="10" y="28"/>
                      </a:cubicBezTo>
                      <a:cubicBezTo>
                        <a:pt x="10" y="28"/>
                        <a:pt x="4" y="28"/>
                        <a:pt x="4" y="28"/>
                      </a:cubicBezTo>
                      <a:cubicBezTo>
                        <a:pt x="4" y="28"/>
                        <a:pt x="0" y="21"/>
                        <a:pt x="0" y="14"/>
                      </a:cubicBezTo>
                      <a:cubicBezTo>
                        <a:pt x="0" y="9"/>
                        <a:pt x="1" y="1"/>
                        <a:pt x="1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6" y="0"/>
                        <a:pt x="13" y="19"/>
                        <a:pt x="13" y="19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32" name="Freeform 634">
                  <a:extLst>
                    <a:ext uri="{FF2B5EF4-FFF2-40B4-BE49-F238E27FC236}">
                      <a16:creationId xmlns:a16="http://schemas.microsoft.com/office/drawing/2014/main" id="{5AF9B791-10E1-4592-85BD-144231BFEC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46451" y="5380038"/>
                  <a:ext cx="50800" cy="111125"/>
                </a:xfrm>
                <a:custGeom>
                  <a:avLst/>
                  <a:gdLst>
                    <a:gd name="T0" fmla="*/ 13 w 13"/>
                    <a:gd name="T1" fmla="*/ 13 h 28"/>
                    <a:gd name="T2" fmla="*/ 8 w 13"/>
                    <a:gd name="T3" fmla="*/ 27 h 28"/>
                    <a:gd name="T4" fmla="*/ 1 w 13"/>
                    <a:gd name="T5" fmla="*/ 14 h 28"/>
                    <a:gd name="T6" fmla="*/ 6 w 13"/>
                    <a:gd name="T7" fmla="*/ 0 h 28"/>
                    <a:gd name="T8" fmla="*/ 13 w 13"/>
                    <a:gd name="T9" fmla="*/ 13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28">
                      <a:moveTo>
                        <a:pt x="13" y="13"/>
                      </a:moveTo>
                      <a:cubicBezTo>
                        <a:pt x="13" y="21"/>
                        <a:pt x="11" y="27"/>
                        <a:pt x="8" y="27"/>
                      </a:cubicBezTo>
                      <a:cubicBezTo>
                        <a:pt x="5" y="28"/>
                        <a:pt x="2" y="22"/>
                        <a:pt x="1" y="14"/>
                      </a:cubicBezTo>
                      <a:cubicBezTo>
                        <a:pt x="0" y="7"/>
                        <a:pt x="3" y="1"/>
                        <a:pt x="6" y="0"/>
                      </a:cubicBezTo>
                      <a:cubicBezTo>
                        <a:pt x="9" y="0"/>
                        <a:pt x="12" y="6"/>
                        <a:pt x="13" y="13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33" name="Freeform 635">
                  <a:extLst>
                    <a:ext uri="{FF2B5EF4-FFF2-40B4-BE49-F238E27FC236}">
                      <a16:creationId xmlns:a16="http://schemas.microsoft.com/office/drawing/2014/main" id="{61629993-8D04-4769-AC98-514DF7B0CC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46451" y="5380038"/>
                  <a:ext cx="50800" cy="111125"/>
                </a:xfrm>
                <a:custGeom>
                  <a:avLst/>
                  <a:gdLst>
                    <a:gd name="T0" fmla="*/ 13 w 13"/>
                    <a:gd name="T1" fmla="*/ 13 h 28"/>
                    <a:gd name="T2" fmla="*/ 8 w 13"/>
                    <a:gd name="T3" fmla="*/ 27 h 28"/>
                    <a:gd name="T4" fmla="*/ 1 w 13"/>
                    <a:gd name="T5" fmla="*/ 14 h 28"/>
                    <a:gd name="T6" fmla="*/ 6 w 13"/>
                    <a:gd name="T7" fmla="*/ 0 h 28"/>
                    <a:gd name="T8" fmla="*/ 13 w 13"/>
                    <a:gd name="T9" fmla="*/ 13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28">
                      <a:moveTo>
                        <a:pt x="13" y="13"/>
                      </a:moveTo>
                      <a:cubicBezTo>
                        <a:pt x="13" y="21"/>
                        <a:pt x="11" y="27"/>
                        <a:pt x="8" y="27"/>
                      </a:cubicBezTo>
                      <a:cubicBezTo>
                        <a:pt x="5" y="28"/>
                        <a:pt x="2" y="22"/>
                        <a:pt x="1" y="14"/>
                      </a:cubicBezTo>
                      <a:cubicBezTo>
                        <a:pt x="0" y="7"/>
                        <a:pt x="3" y="1"/>
                        <a:pt x="6" y="0"/>
                      </a:cubicBezTo>
                      <a:cubicBezTo>
                        <a:pt x="9" y="0"/>
                        <a:pt x="12" y="6"/>
                        <a:pt x="13" y="13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34" name="Freeform 636">
                  <a:extLst>
                    <a:ext uri="{FF2B5EF4-FFF2-40B4-BE49-F238E27FC236}">
                      <a16:creationId xmlns:a16="http://schemas.microsoft.com/office/drawing/2014/main" id="{ED5D6C06-6E0C-48A5-970A-744F64CC8D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1376" y="5364163"/>
                  <a:ext cx="52388" cy="115888"/>
                </a:xfrm>
                <a:custGeom>
                  <a:avLst/>
                  <a:gdLst>
                    <a:gd name="T0" fmla="*/ 8 w 13"/>
                    <a:gd name="T1" fmla="*/ 28 h 29"/>
                    <a:gd name="T2" fmla="*/ 6 w 13"/>
                    <a:gd name="T3" fmla="*/ 3 h 29"/>
                    <a:gd name="T4" fmla="*/ 4 w 13"/>
                    <a:gd name="T5" fmla="*/ 4 h 29"/>
                    <a:gd name="T6" fmla="*/ 1 w 13"/>
                    <a:gd name="T7" fmla="*/ 28 h 29"/>
                    <a:gd name="T8" fmla="*/ 1 w 13"/>
                    <a:gd name="T9" fmla="*/ 29 h 29"/>
                    <a:gd name="T10" fmla="*/ 7 w 13"/>
                    <a:gd name="T11" fmla="*/ 28 h 29"/>
                    <a:gd name="T12" fmla="*/ 8 w 13"/>
                    <a:gd name="T13" fmla="*/ 28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" h="29">
                      <a:moveTo>
                        <a:pt x="8" y="28"/>
                      </a:moveTo>
                      <a:cubicBezTo>
                        <a:pt x="8" y="28"/>
                        <a:pt x="13" y="13"/>
                        <a:pt x="6" y="3"/>
                      </a:cubicBezTo>
                      <a:cubicBezTo>
                        <a:pt x="6" y="3"/>
                        <a:pt x="5" y="0"/>
                        <a:pt x="4" y="4"/>
                      </a:cubicBezTo>
                      <a:cubicBezTo>
                        <a:pt x="4" y="4"/>
                        <a:pt x="7" y="9"/>
                        <a:pt x="1" y="28"/>
                      </a:cubicBezTo>
                      <a:cubicBezTo>
                        <a:pt x="1" y="28"/>
                        <a:pt x="0" y="29"/>
                        <a:pt x="1" y="29"/>
                      </a:cubicBezTo>
                      <a:cubicBezTo>
                        <a:pt x="7" y="28"/>
                        <a:pt x="7" y="28"/>
                        <a:pt x="7" y="28"/>
                      </a:cubicBezTo>
                      <a:cubicBezTo>
                        <a:pt x="7" y="28"/>
                        <a:pt x="7" y="28"/>
                        <a:pt x="8" y="2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35" name="Freeform 637">
                  <a:extLst>
                    <a:ext uri="{FF2B5EF4-FFF2-40B4-BE49-F238E27FC236}">
                      <a16:creationId xmlns:a16="http://schemas.microsoft.com/office/drawing/2014/main" id="{E1797215-7D35-4608-9899-67C082BA93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1376" y="5364163"/>
                  <a:ext cx="52388" cy="115888"/>
                </a:xfrm>
                <a:custGeom>
                  <a:avLst/>
                  <a:gdLst>
                    <a:gd name="T0" fmla="*/ 8 w 13"/>
                    <a:gd name="T1" fmla="*/ 28 h 29"/>
                    <a:gd name="T2" fmla="*/ 6 w 13"/>
                    <a:gd name="T3" fmla="*/ 3 h 29"/>
                    <a:gd name="T4" fmla="*/ 4 w 13"/>
                    <a:gd name="T5" fmla="*/ 4 h 29"/>
                    <a:gd name="T6" fmla="*/ 1 w 13"/>
                    <a:gd name="T7" fmla="*/ 28 h 29"/>
                    <a:gd name="T8" fmla="*/ 1 w 13"/>
                    <a:gd name="T9" fmla="*/ 29 h 29"/>
                    <a:gd name="T10" fmla="*/ 7 w 13"/>
                    <a:gd name="T11" fmla="*/ 28 h 29"/>
                    <a:gd name="T12" fmla="*/ 8 w 13"/>
                    <a:gd name="T13" fmla="*/ 28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" h="29">
                      <a:moveTo>
                        <a:pt x="8" y="28"/>
                      </a:moveTo>
                      <a:cubicBezTo>
                        <a:pt x="8" y="28"/>
                        <a:pt x="13" y="13"/>
                        <a:pt x="6" y="3"/>
                      </a:cubicBezTo>
                      <a:cubicBezTo>
                        <a:pt x="6" y="3"/>
                        <a:pt x="5" y="0"/>
                        <a:pt x="4" y="4"/>
                      </a:cubicBezTo>
                      <a:cubicBezTo>
                        <a:pt x="4" y="4"/>
                        <a:pt x="7" y="9"/>
                        <a:pt x="1" y="28"/>
                      </a:cubicBezTo>
                      <a:cubicBezTo>
                        <a:pt x="1" y="28"/>
                        <a:pt x="0" y="29"/>
                        <a:pt x="1" y="29"/>
                      </a:cubicBezTo>
                      <a:cubicBezTo>
                        <a:pt x="7" y="28"/>
                        <a:pt x="7" y="28"/>
                        <a:pt x="7" y="28"/>
                      </a:cubicBezTo>
                      <a:cubicBezTo>
                        <a:pt x="7" y="28"/>
                        <a:pt x="7" y="28"/>
                        <a:pt x="8" y="28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36" name="Freeform 638">
                  <a:extLst>
                    <a:ext uri="{FF2B5EF4-FFF2-40B4-BE49-F238E27FC236}">
                      <a16:creationId xmlns:a16="http://schemas.microsoft.com/office/drawing/2014/main" id="{06918410-0A6D-490E-9CC3-3949C08148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4988" y="5218113"/>
                  <a:ext cx="330200" cy="261938"/>
                </a:xfrm>
                <a:custGeom>
                  <a:avLst/>
                  <a:gdLst>
                    <a:gd name="T0" fmla="*/ 76 w 83"/>
                    <a:gd name="T1" fmla="*/ 27 h 66"/>
                    <a:gd name="T2" fmla="*/ 83 w 83"/>
                    <a:gd name="T3" fmla="*/ 39 h 66"/>
                    <a:gd name="T4" fmla="*/ 81 w 83"/>
                    <a:gd name="T5" fmla="*/ 55 h 66"/>
                    <a:gd name="T6" fmla="*/ 79 w 83"/>
                    <a:gd name="T7" fmla="*/ 61 h 66"/>
                    <a:gd name="T8" fmla="*/ 33 w 83"/>
                    <a:gd name="T9" fmla="*/ 65 h 66"/>
                    <a:gd name="T10" fmla="*/ 24 w 83"/>
                    <a:gd name="T11" fmla="*/ 44 h 66"/>
                    <a:gd name="T12" fmla="*/ 19 w 83"/>
                    <a:gd name="T13" fmla="*/ 60 h 66"/>
                    <a:gd name="T14" fmla="*/ 7 w 83"/>
                    <a:gd name="T15" fmla="*/ 54 h 66"/>
                    <a:gd name="T16" fmla="*/ 1 w 83"/>
                    <a:gd name="T17" fmla="*/ 36 h 66"/>
                    <a:gd name="T18" fmla="*/ 3 w 83"/>
                    <a:gd name="T19" fmla="*/ 21 h 66"/>
                    <a:gd name="T20" fmla="*/ 11 w 83"/>
                    <a:gd name="T21" fmla="*/ 5 h 66"/>
                    <a:gd name="T22" fmla="*/ 17 w 83"/>
                    <a:gd name="T23" fmla="*/ 4 h 66"/>
                    <a:gd name="T24" fmla="*/ 52 w 83"/>
                    <a:gd name="T25" fmla="*/ 3 h 66"/>
                    <a:gd name="T26" fmla="*/ 62 w 83"/>
                    <a:gd name="T27" fmla="*/ 8 h 66"/>
                    <a:gd name="T28" fmla="*/ 76 w 83"/>
                    <a:gd name="T29" fmla="*/ 27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3" h="66">
                      <a:moveTo>
                        <a:pt x="76" y="27"/>
                      </a:moveTo>
                      <a:cubicBezTo>
                        <a:pt x="76" y="27"/>
                        <a:pt x="81" y="29"/>
                        <a:pt x="83" y="39"/>
                      </a:cubicBezTo>
                      <a:cubicBezTo>
                        <a:pt x="83" y="39"/>
                        <a:pt x="83" y="45"/>
                        <a:pt x="81" y="55"/>
                      </a:cubicBezTo>
                      <a:cubicBezTo>
                        <a:pt x="81" y="57"/>
                        <a:pt x="79" y="61"/>
                        <a:pt x="79" y="61"/>
                      </a:cubicBezTo>
                      <a:cubicBezTo>
                        <a:pt x="79" y="61"/>
                        <a:pt x="52" y="66"/>
                        <a:pt x="33" y="65"/>
                      </a:cubicBezTo>
                      <a:cubicBezTo>
                        <a:pt x="33" y="65"/>
                        <a:pt x="30" y="46"/>
                        <a:pt x="24" y="44"/>
                      </a:cubicBezTo>
                      <a:cubicBezTo>
                        <a:pt x="18" y="42"/>
                        <a:pt x="19" y="56"/>
                        <a:pt x="19" y="60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7" y="54"/>
                        <a:pt x="3" y="37"/>
                        <a:pt x="1" y="36"/>
                      </a:cubicBezTo>
                      <a:cubicBezTo>
                        <a:pt x="1" y="36"/>
                        <a:pt x="0" y="25"/>
                        <a:pt x="3" y="21"/>
                      </a:cubicBezTo>
                      <a:cubicBezTo>
                        <a:pt x="3" y="21"/>
                        <a:pt x="7" y="6"/>
                        <a:pt x="11" y="5"/>
                      </a:cubicBezTo>
                      <a:cubicBezTo>
                        <a:pt x="15" y="3"/>
                        <a:pt x="17" y="4"/>
                        <a:pt x="17" y="4"/>
                      </a:cubicBezTo>
                      <a:cubicBezTo>
                        <a:pt x="17" y="4"/>
                        <a:pt x="27" y="0"/>
                        <a:pt x="52" y="3"/>
                      </a:cubicBezTo>
                      <a:cubicBezTo>
                        <a:pt x="52" y="3"/>
                        <a:pt x="58" y="3"/>
                        <a:pt x="62" y="8"/>
                      </a:cubicBezTo>
                      <a:cubicBezTo>
                        <a:pt x="62" y="8"/>
                        <a:pt x="74" y="21"/>
                        <a:pt x="76" y="2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37" name="Freeform 639">
                  <a:extLst>
                    <a:ext uri="{FF2B5EF4-FFF2-40B4-BE49-F238E27FC236}">
                      <a16:creationId xmlns:a16="http://schemas.microsoft.com/office/drawing/2014/main" id="{5C88457D-8975-49FE-8602-A5BFE52A21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4988" y="5218113"/>
                  <a:ext cx="330200" cy="261938"/>
                </a:xfrm>
                <a:custGeom>
                  <a:avLst/>
                  <a:gdLst>
                    <a:gd name="T0" fmla="*/ 76 w 83"/>
                    <a:gd name="T1" fmla="*/ 27 h 66"/>
                    <a:gd name="T2" fmla="*/ 83 w 83"/>
                    <a:gd name="T3" fmla="*/ 39 h 66"/>
                    <a:gd name="T4" fmla="*/ 81 w 83"/>
                    <a:gd name="T5" fmla="*/ 55 h 66"/>
                    <a:gd name="T6" fmla="*/ 79 w 83"/>
                    <a:gd name="T7" fmla="*/ 61 h 66"/>
                    <a:gd name="T8" fmla="*/ 33 w 83"/>
                    <a:gd name="T9" fmla="*/ 65 h 66"/>
                    <a:gd name="T10" fmla="*/ 24 w 83"/>
                    <a:gd name="T11" fmla="*/ 44 h 66"/>
                    <a:gd name="T12" fmla="*/ 19 w 83"/>
                    <a:gd name="T13" fmla="*/ 60 h 66"/>
                    <a:gd name="T14" fmla="*/ 7 w 83"/>
                    <a:gd name="T15" fmla="*/ 54 h 66"/>
                    <a:gd name="T16" fmla="*/ 1 w 83"/>
                    <a:gd name="T17" fmla="*/ 36 h 66"/>
                    <a:gd name="T18" fmla="*/ 3 w 83"/>
                    <a:gd name="T19" fmla="*/ 21 h 66"/>
                    <a:gd name="T20" fmla="*/ 11 w 83"/>
                    <a:gd name="T21" fmla="*/ 5 h 66"/>
                    <a:gd name="T22" fmla="*/ 17 w 83"/>
                    <a:gd name="T23" fmla="*/ 4 h 66"/>
                    <a:gd name="T24" fmla="*/ 52 w 83"/>
                    <a:gd name="T25" fmla="*/ 3 h 66"/>
                    <a:gd name="T26" fmla="*/ 62 w 83"/>
                    <a:gd name="T27" fmla="*/ 8 h 66"/>
                    <a:gd name="T28" fmla="*/ 76 w 83"/>
                    <a:gd name="T29" fmla="*/ 27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3" h="66">
                      <a:moveTo>
                        <a:pt x="76" y="27"/>
                      </a:moveTo>
                      <a:cubicBezTo>
                        <a:pt x="76" y="27"/>
                        <a:pt x="81" y="29"/>
                        <a:pt x="83" y="39"/>
                      </a:cubicBezTo>
                      <a:cubicBezTo>
                        <a:pt x="83" y="39"/>
                        <a:pt x="83" y="45"/>
                        <a:pt x="81" y="55"/>
                      </a:cubicBezTo>
                      <a:cubicBezTo>
                        <a:pt x="81" y="57"/>
                        <a:pt x="79" y="61"/>
                        <a:pt x="79" y="61"/>
                      </a:cubicBezTo>
                      <a:cubicBezTo>
                        <a:pt x="79" y="61"/>
                        <a:pt x="52" y="66"/>
                        <a:pt x="33" y="65"/>
                      </a:cubicBezTo>
                      <a:cubicBezTo>
                        <a:pt x="33" y="65"/>
                        <a:pt x="30" y="46"/>
                        <a:pt x="24" y="44"/>
                      </a:cubicBezTo>
                      <a:cubicBezTo>
                        <a:pt x="18" y="42"/>
                        <a:pt x="19" y="56"/>
                        <a:pt x="19" y="60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7" y="54"/>
                        <a:pt x="3" y="37"/>
                        <a:pt x="1" y="36"/>
                      </a:cubicBezTo>
                      <a:cubicBezTo>
                        <a:pt x="1" y="36"/>
                        <a:pt x="0" y="25"/>
                        <a:pt x="3" y="21"/>
                      </a:cubicBezTo>
                      <a:cubicBezTo>
                        <a:pt x="3" y="21"/>
                        <a:pt x="7" y="6"/>
                        <a:pt x="11" y="5"/>
                      </a:cubicBezTo>
                      <a:cubicBezTo>
                        <a:pt x="15" y="3"/>
                        <a:pt x="17" y="4"/>
                        <a:pt x="17" y="4"/>
                      </a:cubicBezTo>
                      <a:cubicBezTo>
                        <a:pt x="17" y="4"/>
                        <a:pt x="27" y="0"/>
                        <a:pt x="52" y="3"/>
                      </a:cubicBezTo>
                      <a:cubicBezTo>
                        <a:pt x="52" y="3"/>
                        <a:pt x="58" y="3"/>
                        <a:pt x="62" y="8"/>
                      </a:cubicBezTo>
                      <a:cubicBezTo>
                        <a:pt x="62" y="8"/>
                        <a:pt x="74" y="21"/>
                        <a:pt x="76" y="2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38" name="Freeform 640">
                  <a:extLst>
                    <a:ext uri="{FF2B5EF4-FFF2-40B4-BE49-F238E27FC236}">
                      <a16:creationId xmlns:a16="http://schemas.microsoft.com/office/drawing/2014/main" id="{3EC262B8-9297-450C-B7DE-1D09B1C0D1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2301" y="5237163"/>
                  <a:ext cx="215900" cy="107950"/>
                </a:xfrm>
                <a:custGeom>
                  <a:avLst/>
                  <a:gdLst>
                    <a:gd name="T0" fmla="*/ 37 w 54"/>
                    <a:gd name="T1" fmla="*/ 1 h 27"/>
                    <a:gd name="T2" fmla="*/ 52 w 54"/>
                    <a:gd name="T3" fmla="*/ 23 h 27"/>
                    <a:gd name="T4" fmla="*/ 4 w 54"/>
                    <a:gd name="T5" fmla="*/ 23 h 27"/>
                    <a:gd name="T6" fmla="*/ 0 w 54"/>
                    <a:gd name="T7" fmla="*/ 2 h 27"/>
                    <a:gd name="T8" fmla="*/ 37 w 54"/>
                    <a:gd name="T9" fmla="*/ 1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" h="27">
                      <a:moveTo>
                        <a:pt x="37" y="1"/>
                      </a:moveTo>
                      <a:cubicBezTo>
                        <a:pt x="37" y="1"/>
                        <a:pt x="54" y="21"/>
                        <a:pt x="52" y="23"/>
                      </a:cubicBezTo>
                      <a:cubicBezTo>
                        <a:pt x="50" y="25"/>
                        <a:pt x="20" y="27"/>
                        <a:pt x="4" y="2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26" y="0"/>
                        <a:pt x="37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39" name="Freeform 641">
                  <a:extLst>
                    <a:ext uri="{FF2B5EF4-FFF2-40B4-BE49-F238E27FC236}">
                      <a16:creationId xmlns:a16="http://schemas.microsoft.com/office/drawing/2014/main" id="{9018F5DD-1F0C-4A57-B51E-DE424C2576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2301" y="5237163"/>
                  <a:ext cx="215900" cy="107950"/>
                </a:xfrm>
                <a:custGeom>
                  <a:avLst/>
                  <a:gdLst>
                    <a:gd name="T0" fmla="*/ 37 w 54"/>
                    <a:gd name="T1" fmla="*/ 1 h 27"/>
                    <a:gd name="T2" fmla="*/ 52 w 54"/>
                    <a:gd name="T3" fmla="*/ 23 h 27"/>
                    <a:gd name="T4" fmla="*/ 4 w 54"/>
                    <a:gd name="T5" fmla="*/ 23 h 27"/>
                    <a:gd name="T6" fmla="*/ 0 w 54"/>
                    <a:gd name="T7" fmla="*/ 2 h 27"/>
                    <a:gd name="T8" fmla="*/ 37 w 54"/>
                    <a:gd name="T9" fmla="*/ 1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" h="27">
                      <a:moveTo>
                        <a:pt x="37" y="1"/>
                      </a:moveTo>
                      <a:cubicBezTo>
                        <a:pt x="37" y="1"/>
                        <a:pt x="54" y="21"/>
                        <a:pt x="52" y="23"/>
                      </a:cubicBezTo>
                      <a:cubicBezTo>
                        <a:pt x="50" y="25"/>
                        <a:pt x="20" y="27"/>
                        <a:pt x="4" y="2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26" y="0"/>
                        <a:pt x="37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40" name="Freeform 642">
                  <a:extLst>
                    <a:ext uri="{FF2B5EF4-FFF2-40B4-BE49-F238E27FC236}">
                      <a16:creationId xmlns:a16="http://schemas.microsoft.com/office/drawing/2014/main" id="{CA780B7A-571A-4025-81BE-121FAAB2D1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2301" y="5237163"/>
                  <a:ext cx="215900" cy="107950"/>
                </a:xfrm>
                <a:custGeom>
                  <a:avLst/>
                  <a:gdLst>
                    <a:gd name="T0" fmla="*/ 37 w 54"/>
                    <a:gd name="T1" fmla="*/ 1 h 27"/>
                    <a:gd name="T2" fmla="*/ 52 w 54"/>
                    <a:gd name="T3" fmla="*/ 23 h 27"/>
                    <a:gd name="T4" fmla="*/ 4 w 54"/>
                    <a:gd name="T5" fmla="*/ 23 h 27"/>
                    <a:gd name="T6" fmla="*/ 0 w 54"/>
                    <a:gd name="T7" fmla="*/ 2 h 27"/>
                    <a:gd name="T8" fmla="*/ 37 w 54"/>
                    <a:gd name="T9" fmla="*/ 1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" h="27">
                      <a:moveTo>
                        <a:pt x="37" y="1"/>
                      </a:moveTo>
                      <a:cubicBezTo>
                        <a:pt x="37" y="1"/>
                        <a:pt x="54" y="21"/>
                        <a:pt x="52" y="23"/>
                      </a:cubicBezTo>
                      <a:cubicBezTo>
                        <a:pt x="50" y="25"/>
                        <a:pt x="20" y="27"/>
                        <a:pt x="4" y="2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26" y="0"/>
                        <a:pt x="37" y="1"/>
                      </a:cubicBez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41" name="Freeform 643">
                  <a:extLst>
                    <a:ext uri="{FF2B5EF4-FFF2-40B4-BE49-F238E27FC236}">
                      <a16:creationId xmlns:a16="http://schemas.microsoft.com/office/drawing/2014/main" id="{BCAAA169-EB14-442A-BF6C-BCDD9315BD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801" y="5241925"/>
                  <a:ext cx="63500" cy="79375"/>
                </a:xfrm>
                <a:custGeom>
                  <a:avLst/>
                  <a:gdLst>
                    <a:gd name="T0" fmla="*/ 16 w 16"/>
                    <a:gd name="T1" fmla="*/ 20 h 20"/>
                    <a:gd name="T2" fmla="*/ 13 w 16"/>
                    <a:gd name="T3" fmla="*/ 5 h 20"/>
                    <a:gd name="T4" fmla="*/ 8 w 16"/>
                    <a:gd name="T5" fmla="*/ 0 h 20"/>
                    <a:gd name="T6" fmla="*/ 0 w 16"/>
                    <a:gd name="T7" fmla="*/ 13 h 20"/>
                    <a:gd name="T8" fmla="*/ 16 w 16"/>
                    <a:gd name="T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" h="20">
                      <a:moveTo>
                        <a:pt x="16" y="20"/>
                      </a:move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0"/>
                        <a:pt x="8" y="0"/>
                      </a:cubicBezTo>
                      <a:cubicBezTo>
                        <a:pt x="8" y="0"/>
                        <a:pt x="5" y="0"/>
                        <a:pt x="0" y="13"/>
                      </a:cubicBezTo>
                      <a:cubicBezTo>
                        <a:pt x="16" y="20"/>
                        <a:pt x="16" y="20"/>
                        <a:pt x="16" y="20"/>
                      </a:cubicBez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42" name="Freeform 644">
                  <a:extLst>
                    <a:ext uri="{FF2B5EF4-FFF2-40B4-BE49-F238E27FC236}">
                      <a16:creationId xmlns:a16="http://schemas.microsoft.com/office/drawing/2014/main" id="{9E842125-5B8D-4F54-AF8E-920906C01E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801" y="5241925"/>
                  <a:ext cx="63500" cy="79375"/>
                </a:xfrm>
                <a:custGeom>
                  <a:avLst/>
                  <a:gdLst>
                    <a:gd name="T0" fmla="*/ 16 w 16"/>
                    <a:gd name="T1" fmla="*/ 20 h 20"/>
                    <a:gd name="T2" fmla="*/ 13 w 16"/>
                    <a:gd name="T3" fmla="*/ 5 h 20"/>
                    <a:gd name="T4" fmla="*/ 8 w 16"/>
                    <a:gd name="T5" fmla="*/ 0 h 20"/>
                    <a:gd name="T6" fmla="*/ 0 w 16"/>
                    <a:gd name="T7" fmla="*/ 13 h 20"/>
                    <a:gd name="T8" fmla="*/ 16 w 16"/>
                    <a:gd name="T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" h="20">
                      <a:moveTo>
                        <a:pt x="16" y="20"/>
                      </a:move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0"/>
                        <a:pt x="8" y="0"/>
                      </a:cubicBezTo>
                      <a:cubicBezTo>
                        <a:pt x="8" y="0"/>
                        <a:pt x="5" y="0"/>
                        <a:pt x="0" y="13"/>
                      </a:cubicBezTo>
                      <a:cubicBezTo>
                        <a:pt x="16" y="20"/>
                        <a:pt x="16" y="20"/>
                        <a:pt x="16" y="20"/>
                      </a:cubicBez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43" name="Freeform 645">
                  <a:extLst>
                    <a:ext uri="{FF2B5EF4-FFF2-40B4-BE49-F238E27FC236}">
                      <a16:creationId xmlns:a16="http://schemas.microsoft.com/office/drawing/2014/main" id="{18F1E799-183F-4CF9-85BD-5F3374E16F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426" y="5321300"/>
                  <a:ext cx="7938" cy="138113"/>
                </a:xfrm>
                <a:custGeom>
                  <a:avLst/>
                  <a:gdLst>
                    <a:gd name="T0" fmla="*/ 1 w 2"/>
                    <a:gd name="T1" fmla="*/ 35 h 35"/>
                    <a:gd name="T2" fmla="*/ 0 w 2"/>
                    <a:gd name="T3" fmla="*/ 10 h 35"/>
                    <a:gd name="T4" fmla="*/ 2 w 2"/>
                    <a:gd name="T5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35">
                      <a:moveTo>
                        <a:pt x="1" y="35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10"/>
                        <a:pt x="0" y="4"/>
                        <a:pt x="2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44" name="Freeform 646">
                  <a:extLst>
                    <a:ext uri="{FF2B5EF4-FFF2-40B4-BE49-F238E27FC236}">
                      <a16:creationId xmlns:a16="http://schemas.microsoft.com/office/drawing/2014/main" id="{EFCEDE2E-C2A6-4B22-B537-56AE6F2646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426" y="5321300"/>
                  <a:ext cx="7938" cy="138113"/>
                </a:xfrm>
                <a:custGeom>
                  <a:avLst/>
                  <a:gdLst>
                    <a:gd name="T0" fmla="*/ 1 w 2"/>
                    <a:gd name="T1" fmla="*/ 35 h 35"/>
                    <a:gd name="T2" fmla="*/ 0 w 2"/>
                    <a:gd name="T3" fmla="*/ 10 h 35"/>
                    <a:gd name="T4" fmla="*/ 2 w 2"/>
                    <a:gd name="T5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35">
                      <a:moveTo>
                        <a:pt x="1" y="35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10"/>
                        <a:pt x="0" y="4"/>
                        <a:pt x="2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45" name="Freeform 647">
                  <a:extLst>
                    <a:ext uri="{FF2B5EF4-FFF2-40B4-BE49-F238E27FC236}">
                      <a16:creationId xmlns:a16="http://schemas.microsoft.com/office/drawing/2014/main" id="{06A32A82-16F8-46BC-B391-1DA08A2A64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4988" y="5292725"/>
                  <a:ext cx="31750" cy="127000"/>
                </a:xfrm>
                <a:custGeom>
                  <a:avLst/>
                  <a:gdLst>
                    <a:gd name="T0" fmla="*/ 6 w 8"/>
                    <a:gd name="T1" fmla="*/ 0 h 32"/>
                    <a:gd name="T2" fmla="*/ 8 w 8"/>
                    <a:gd name="T3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8" h="32">
                      <a:moveTo>
                        <a:pt x="6" y="0"/>
                      </a:moveTo>
                      <a:cubicBezTo>
                        <a:pt x="6" y="0"/>
                        <a:pt x="0" y="9"/>
                        <a:pt x="8" y="3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46" name="Freeform 648">
                  <a:extLst>
                    <a:ext uri="{FF2B5EF4-FFF2-40B4-BE49-F238E27FC236}">
                      <a16:creationId xmlns:a16="http://schemas.microsoft.com/office/drawing/2014/main" id="{73A0C62C-225A-4C9B-8944-B2889F5D59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4988" y="5292725"/>
                  <a:ext cx="31750" cy="127000"/>
                </a:xfrm>
                <a:custGeom>
                  <a:avLst/>
                  <a:gdLst>
                    <a:gd name="T0" fmla="*/ 6 w 8"/>
                    <a:gd name="T1" fmla="*/ 0 h 32"/>
                    <a:gd name="T2" fmla="*/ 8 w 8"/>
                    <a:gd name="T3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8" h="32">
                      <a:moveTo>
                        <a:pt x="6" y="0"/>
                      </a:moveTo>
                      <a:cubicBezTo>
                        <a:pt x="6" y="0"/>
                        <a:pt x="0" y="9"/>
                        <a:pt x="8" y="3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47" name="Freeform 649">
                  <a:extLst>
                    <a:ext uri="{FF2B5EF4-FFF2-40B4-BE49-F238E27FC236}">
                      <a16:creationId xmlns:a16="http://schemas.microsoft.com/office/drawing/2014/main" id="{F295FFFF-B157-423A-B13A-A19C20FCD6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3251" y="5376863"/>
                  <a:ext cx="39688" cy="87313"/>
                </a:xfrm>
                <a:custGeom>
                  <a:avLst/>
                  <a:gdLst>
                    <a:gd name="T0" fmla="*/ 2 w 10"/>
                    <a:gd name="T1" fmla="*/ 20 h 22"/>
                    <a:gd name="T2" fmla="*/ 6 w 10"/>
                    <a:gd name="T3" fmla="*/ 22 h 22"/>
                    <a:gd name="T4" fmla="*/ 10 w 10"/>
                    <a:gd name="T5" fmla="*/ 7 h 22"/>
                    <a:gd name="T6" fmla="*/ 2 w 10"/>
                    <a:gd name="T7" fmla="*/ 6 h 22"/>
                    <a:gd name="T8" fmla="*/ 2 w 10"/>
                    <a:gd name="T9" fmla="*/ 2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" h="22">
                      <a:moveTo>
                        <a:pt x="2" y="20"/>
                      </a:moveTo>
                      <a:cubicBezTo>
                        <a:pt x="6" y="22"/>
                        <a:pt x="6" y="22"/>
                        <a:pt x="6" y="22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7"/>
                        <a:pt x="5" y="0"/>
                        <a:pt x="2" y="6"/>
                      </a:cubicBezTo>
                      <a:cubicBezTo>
                        <a:pt x="0" y="12"/>
                        <a:pt x="2" y="20"/>
                        <a:pt x="2" y="2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48" name="Freeform 650">
                  <a:extLst>
                    <a:ext uri="{FF2B5EF4-FFF2-40B4-BE49-F238E27FC236}">
                      <a16:creationId xmlns:a16="http://schemas.microsoft.com/office/drawing/2014/main" id="{BFEB37AC-1CF0-4ED0-9B07-A24EB6E4F6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3251" y="5376863"/>
                  <a:ext cx="39688" cy="87313"/>
                </a:xfrm>
                <a:custGeom>
                  <a:avLst/>
                  <a:gdLst>
                    <a:gd name="T0" fmla="*/ 2 w 10"/>
                    <a:gd name="T1" fmla="*/ 20 h 22"/>
                    <a:gd name="T2" fmla="*/ 6 w 10"/>
                    <a:gd name="T3" fmla="*/ 22 h 22"/>
                    <a:gd name="T4" fmla="*/ 10 w 10"/>
                    <a:gd name="T5" fmla="*/ 7 h 22"/>
                    <a:gd name="T6" fmla="*/ 2 w 10"/>
                    <a:gd name="T7" fmla="*/ 6 h 22"/>
                    <a:gd name="T8" fmla="*/ 2 w 10"/>
                    <a:gd name="T9" fmla="*/ 2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" h="22">
                      <a:moveTo>
                        <a:pt x="2" y="20"/>
                      </a:moveTo>
                      <a:cubicBezTo>
                        <a:pt x="6" y="22"/>
                        <a:pt x="6" y="22"/>
                        <a:pt x="6" y="22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7"/>
                        <a:pt x="5" y="0"/>
                        <a:pt x="2" y="6"/>
                      </a:cubicBezTo>
                      <a:cubicBezTo>
                        <a:pt x="0" y="12"/>
                        <a:pt x="2" y="20"/>
                        <a:pt x="2" y="2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49" name="Freeform 651">
                  <a:extLst>
                    <a:ext uri="{FF2B5EF4-FFF2-40B4-BE49-F238E27FC236}">
                      <a16:creationId xmlns:a16="http://schemas.microsoft.com/office/drawing/2014/main" id="{E9241428-F024-4756-AC97-6ADF414056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2301" y="5403850"/>
                  <a:ext cx="47625" cy="95250"/>
                </a:xfrm>
                <a:custGeom>
                  <a:avLst/>
                  <a:gdLst>
                    <a:gd name="T0" fmla="*/ 11 w 12"/>
                    <a:gd name="T1" fmla="*/ 16 h 24"/>
                    <a:gd name="T2" fmla="*/ 9 w 12"/>
                    <a:gd name="T3" fmla="*/ 24 h 24"/>
                    <a:gd name="T4" fmla="*/ 4 w 12"/>
                    <a:gd name="T5" fmla="*/ 24 h 24"/>
                    <a:gd name="T6" fmla="*/ 0 w 12"/>
                    <a:gd name="T7" fmla="*/ 11 h 24"/>
                    <a:gd name="T8" fmla="*/ 1 w 12"/>
                    <a:gd name="T9" fmla="*/ 0 h 24"/>
                    <a:gd name="T10" fmla="*/ 3 w 12"/>
                    <a:gd name="T11" fmla="*/ 0 h 24"/>
                    <a:gd name="T12" fmla="*/ 11 w 12"/>
                    <a:gd name="T13" fmla="*/ 16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" h="24">
                      <a:moveTo>
                        <a:pt x="11" y="16"/>
                      </a:moveTo>
                      <a:cubicBezTo>
                        <a:pt x="12" y="17"/>
                        <a:pt x="11" y="22"/>
                        <a:pt x="9" y="24"/>
                      </a:cubicBezTo>
                      <a:cubicBezTo>
                        <a:pt x="9" y="24"/>
                        <a:pt x="4" y="24"/>
                        <a:pt x="4" y="24"/>
                      </a:cubicBezTo>
                      <a:cubicBezTo>
                        <a:pt x="4" y="24"/>
                        <a:pt x="1" y="17"/>
                        <a:pt x="0" y="11"/>
                      </a:cubicBezTo>
                      <a:cubicBezTo>
                        <a:pt x="0" y="7"/>
                        <a:pt x="1" y="0"/>
                        <a:pt x="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6" y="0"/>
                        <a:pt x="11" y="16"/>
                        <a:pt x="11" y="1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50" name="Freeform 652">
                  <a:extLst>
                    <a:ext uri="{FF2B5EF4-FFF2-40B4-BE49-F238E27FC236}">
                      <a16:creationId xmlns:a16="http://schemas.microsoft.com/office/drawing/2014/main" id="{21EE3CA1-AB60-44C5-A886-B6DD101D82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2301" y="5403850"/>
                  <a:ext cx="47625" cy="95250"/>
                </a:xfrm>
                <a:custGeom>
                  <a:avLst/>
                  <a:gdLst>
                    <a:gd name="T0" fmla="*/ 11 w 12"/>
                    <a:gd name="T1" fmla="*/ 16 h 24"/>
                    <a:gd name="T2" fmla="*/ 9 w 12"/>
                    <a:gd name="T3" fmla="*/ 24 h 24"/>
                    <a:gd name="T4" fmla="*/ 4 w 12"/>
                    <a:gd name="T5" fmla="*/ 24 h 24"/>
                    <a:gd name="T6" fmla="*/ 0 w 12"/>
                    <a:gd name="T7" fmla="*/ 11 h 24"/>
                    <a:gd name="T8" fmla="*/ 1 w 12"/>
                    <a:gd name="T9" fmla="*/ 0 h 24"/>
                    <a:gd name="T10" fmla="*/ 3 w 12"/>
                    <a:gd name="T11" fmla="*/ 0 h 24"/>
                    <a:gd name="T12" fmla="*/ 11 w 12"/>
                    <a:gd name="T13" fmla="*/ 16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" h="24">
                      <a:moveTo>
                        <a:pt x="11" y="16"/>
                      </a:moveTo>
                      <a:cubicBezTo>
                        <a:pt x="12" y="17"/>
                        <a:pt x="11" y="22"/>
                        <a:pt x="9" y="24"/>
                      </a:cubicBezTo>
                      <a:cubicBezTo>
                        <a:pt x="9" y="24"/>
                        <a:pt x="4" y="24"/>
                        <a:pt x="4" y="24"/>
                      </a:cubicBezTo>
                      <a:cubicBezTo>
                        <a:pt x="4" y="24"/>
                        <a:pt x="1" y="17"/>
                        <a:pt x="0" y="11"/>
                      </a:cubicBezTo>
                      <a:cubicBezTo>
                        <a:pt x="0" y="7"/>
                        <a:pt x="1" y="0"/>
                        <a:pt x="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6" y="0"/>
                        <a:pt x="11" y="16"/>
                        <a:pt x="11" y="1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51" name="Freeform 653">
                  <a:extLst>
                    <a:ext uri="{FF2B5EF4-FFF2-40B4-BE49-F238E27FC236}">
                      <a16:creationId xmlns:a16="http://schemas.microsoft.com/office/drawing/2014/main" id="{5A975C54-36AA-4CFA-9D38-EB29443E4D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1188" y="5403850"/>
                  <a:ext cx="42863" cy="95250"/>
                </a:xfrm>
                <a:custGeom>
                  <a:avLst/>
                  <a:gdLst>
                    <a:gd name="T0" fmla="*/ 11 w 11"/>
                    <a:gd name="T1" fmla="*/ 12 h 24"/>
                    <a:gd name="T2" fmla="*/ 7 w 11"/>
                    <a:gd name="T3" fmla="*/ 24 h 24"/>
                    <a:gd name="T4" fmla="*/ 1 w 11"/>
                    <a:gd name="T5" fmla="*/ 12 h 24"/>
                    <a:gd name="T6" fmla="*/ 5 w 11"/>
                    <a:gd name="T7" fmla="*/ 0 h 24"/>
                    <a:gd name="T8" fmla="*/ 11 w 11"/>
                    <a:gd name="T9" fmla="*/ 12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" h="24">
                      <a:moveTo>
                        <a:pt x="11" y="12"/>
                      </a:moveTo>
                      <a:cubicBezTo>
                        <a:pt x="11" y="18"/>
                        <a:pt x="10" y="24"/>
                        <a:pt x="7" y="24"/>
                      </a:cubicBezTo>
                      <a:cubicBezTo>
                        <a:pt x="4" y="24"/>
                        <a:pt x="1" y="19"/>
                        <a:pt x="1" y="12"/>
                      </a:cubicBezTo>
                      <a:cubicBezTo>
                        <a:pt x="0" y="6"/>
                        <a:pt x="2" y="0"/>
                        <a:pt x="5" y="0"/>
                      </a:cubicBezTo>
                      <a:cubicBezTo>
                        <a:pt x="8" y="0"/>
                        <a:pt x="10" y="5"/>
                        <a:pt x="11" y="1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52" name="Freeform 654">
                  <a:extLst>
                    <a:ext uri="{FF2B5EF4-FFF2-40B4-BE49-F238E27FC236}">
                      <a16:creationId xmlns:a16="http://schemas.microsoft.com/office/drawing/2014/main" id="{8C254A11-0C12-48FC-8206-9BEBD12293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1188" y="5403850"/>
                  <a:ext cx="42863" cy="95250"/>
                </a:xfrm>
                <a:custGeom>
                  <a:avLst/>
                  <a:gdLst>
                    <a:gd name="T0" fmla="*/ 11 w 11"/>
                    <a:gd name="T1" fmla="*/ 12 h 24"/>
                    <a:gd name="T2" fmla="*/ 7 w 11"/>
                    <a:gd name="T3" fmla="*/ 24 h 24"/>
                    <a:gd name="T4" fmla="*/ 1 w 11"/>
                    <a:gd name="T5" fmla="*/ 12 h 24"/>
                    <a:gd name="T6" fmla="*/ 5 w 11"/>
                    <a:gd name="T7" fmla="*/ 0 h 24"/>
                    <a:gd name="T8" fmla="*/ 11 w 11"/>
                    <a:gd name="T9" fmla="*/ 12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" h="24">
                      <a:moveTo>
                        <a:pt x="11" y="12"/>
                      </a:moveTo>
                      <a:cubicBezTo>
                        <a:pt x="11" y="18"/>
                        <a:pt x="10" y="24"/>
                        <a:pt x="7" y="24"/>
                      </a:cubicBezTo>
                      <a:cubicBezTo>
                        <a:pt x="4" y="24"/>
                        <a:pt x="1" y="19"/>
                        <a:pt x="1" y="12"/>
                      </a:cubicBezTo>
                      <a:cubicBezTo>
                        <a:pt x="0" y="6"/>
                        <a:pt x="2" y="0"/>
                        <a:pt x="5" y="0"/>
                      </a:cubicBezTo>
                      <a:cubicBezTo>
                        <a:pt x="8" y="0"/>
                        <a:pt x="10" y="5"/>
                        <a:pt x="11" y="12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53" name="Freeform 655">
                  <a:extLst>
                    <a:ext uri="{FF2B5EF4-FFF2-40B4-BE49-F238E27FC236}">
                      <a16:creationId xmlns:a16="http://schemas.microsoft.com/office/drawing/2014/main" id="{1173F506-DE6C-4C0B-8E43-067EB267D04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154363" y="5416550"/>
                  <a:ext cx="31750" cy="74613"/>
                </a:xfrm>
                <a:custGeom>
                  <a:avLst/>
                  <a:gdLst>
                    <a:gd name="T0" fmla="*/ 5 w 8"/>
                    <a:gd name="T1" fmla="*/ 17 h 19"/>
                    <a:gd name="T2" fmla="*/ 5 w 8"/>
                    <a:gd name="T3" fmla="*/ 17 h 19"/>
                    <a:gd name="T4" fmla="*/ 4 w 8"/>
                    <a:gd name="T5" fmla="*/ 17 h 19"/>
                    <a:gd name="T6" fmla="*/ 2 w 8"/>
                    <a:gd name="T7" fmla="*/ 14 h 19"/>
                    <a:gd name="T8" fmla="*/ 4 w 8"/>
                    <a:gd name="T9" fmla="*/ 11 h 19"/>
                    <a:gd name="T10" fmla="*/ 5 w 8"/>
                    <a:gd name="T11" fmla="*/ 17 h 19"/>
                    <a:gd name="T12" fmla="*/ 5 w 8"/>
                    <a:gd name="T13" fmla="*/ 17 h 19"/>
                    <a:gd name="T14" fmla="*/ 7 w 8"/>
                    <a:gd name="T15" fmla="*/ 13 h 19"/>
                    <a:gd name="T16" fmla="*/ 5 w 8"/>
                    <a:gd name="T17" fmla="*/ 17 h 19"/>
                    <a:gd name="T18" fmla="*/ 5 w 8"/>
                    <a:gd name="T19" fmla="*/ 11 h 19"/>
                    <a:gd name="T20" fmla="*/ 7 w 8"/>
                    <a:gd name="T21" fmla="*/ 11 h 19"/>
                    <a:gd name="T22" fmla="*/ 7 w 8"/>
                    <a:gd name="T23" fmla="*/ 13 h 19"/>
                    <a:gd name="T24" fmla="*/ 2 w 8"/>
                    <a:gd name="T25" fmla="*/ 13 h 19"/>
                    <a:gd name="T26" fmla="*/ 2 w 8"/>
                    <a:gd name="T27" fmla="*/ 12 h 19"/>
                    <a:gd name="T28" fmla="*/ 1 w 8"/>
                    <a:gd name="T29" fmla="*/ 6 h 19"/>
                    <a:gd name="T30" fmla="*/ 2 w 8"/>
                    <a:gd name="T31" fmla="*/ 5 h 19"/>
                    <a:gd name="T32" fmla="*/ 4 w 8"/>
                    <a:gd name="T33" fmla="*/ 10 h 19"/>
                    <a:gd name="T34" fmla="*/ 2 w 8"/>
                    <a:gd name="T35" fmla="*/ 13 h 19"/>
                    <a:gd name="T36" fmla="*/ 7 w 8"/>
                    <a:gd name="T37" fmla="*/ 7 h 19"/>
                    <a:gd name="T38" fmla="*/ 7 w 8"/>
                    <a:gd name="T39" fmla="*/ 10 h 19"/>
                    <a:gd name="T40" fmla="*/ 5 w 8"/>
                    <a:gd name="T41" fmla="*/ 9 h 19"/>
                    <a:gd name="T42" fmla="*/ 5 w 8"/>
                    <a:gd name="T43" fmla="*/ 2 h 19"/>
                    <a:gd name="T44" fmla="*/ 7 w 8"/>
                    <a:gd name="T45" fmla="*/ 7 h 19"/>
                    <a:gd name="T46" fmla="*/ 4 w 8"/>
                    <a:gd name="T47" fmla="*/ 8 h 19"/>
                    <a:gd name="T48" fmla="*/ 2 w 8"/>
                    <a:gd name="T49" fmla="*/ 4 h 19"/>
                    <a:gd name="T50" fmla="*/ 4 w 8"/>
                    <a:gd name="T51" fmla="*/ 2 h 19"/>
                    <a:gd name="T52" fmla="*/ 5 w 8"/>
                    <a:gd name="T53" fmla="*/ 2 h 19"/>
                    <a:gd name="T54" fmla="*/ 4 w 8"/>
                    <a:gd name="T55" fmla="*/ 8 h 19"/>
                    <a:gd name="T56" fmla="*/ 5 w 8"/>
                    <a:gd name="T57" fmla="*/ 1 h 19"/>
                    <a:gd name="T58" fmla="*/ 4 w 8"/>
                    <a:gd name="T59" fmla="*/ 0 h 19"/>
                    <a:gd name="T60" fmla="*/ 4 w 8"/>
                    <a:gd name="T61" fmla="*/ 0 h 19"/>
                    <a:gd name="T62" fmla="*/ 1 w 8"/>
                    <a:gd name="T63" fmla="*/ 5 h 19"/>
                    <a:gd name="T64" fmla="*/ 3 w 8"/>
                    <a:gd name="T65" fmla="*/ 18 h 19"/>
                    <a:gd name="T66" fmla="*/ 5 w 8"/>
                    <a:gd name="T67" fmla="*/ 19 h 19"/>
                    <a:gd name="T68" fmla="*/ 8 w 8"/>
                    <a:gd name="T69" fmla="*/ 14 h 19"/>
                    <a:gd name="T70" fmla="*/ 5 w 8"/>
                    <a:gd name="T71" fmla="*/ 1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8" h="19">
                      <a:moveTo>
                        <a:pt x="5" y="17"/>
                      </a:move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4" y="17"/>
                        <a:pt x="4" y="17"/>
                        <a:pt x="4" y="17"/>
                      </a:cubicBezTo>
                      <a:cubicBezTo>
                        <a:pt x="3" y="16"/>
                        <a:pt x="2" y="15"/>
                        <a:pt x="2" y="14"/>
                      </a:cubicBezTo>
                      <a:cubicBezTo>
                        <a:pt x="4" y="11"/>
                        <a:pt x="4" y="11"/>
                        <a:pt x="4" y="11"/>
                      </a:cubicBez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5" y="17"/>
                        <a:pt x="5" y="17"/>
                        <a:pt x="5" y="17"/>
                      </a:cubicBezTo>
                      <a:moveTo>
                        <a:pt x="7" y="13"/>
                      </a:moveTo>
                      <a:cubicBezTo>
                        <a:pt x="7" y="15"/>
                        <a:pt x="6" y="17"/>
                        <a:pt x="5" y="17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2"/>
                        <a:pt x="7" y="12"/>
                        <a:pt x="7" y="13"/>
                      </a:cubicBezTo>
                      <a:moveTo>
                        <a:pt x="2" y="13"/>
                      </a:moveTo>
                      <a:cubicBezTo>
                        <a:pt x="2" y="13"/>
                        <a:pt x="2" y="13"/>
                        <a:pt x="2" y="12"/>
                      </a:cubicBezTo>
                      <a:cubicBezTo>
                        <a:pt x="1" y="10"/>
                        <a:pt x="1" y="8"/>
                        <a:pt x="1" y="6"/>
                      </a:cubicBezTo>
                      <a:cubicBezTo>
                        <a:pt x="2" y="6"/>
                        <a:pt x="2" y="5"/>
                        <a:pt x="2" y="5"/>
                      </a:cubicBezTo>
                      <a:cubicBezTo>
                        <a:pt x="4" y="10"/>
                        <a:pt x="4" y="10"/>
                        <a:pt x="4" y="10"/>
                      </a:cubicBezTo>
                      <a:lnTo>
                        <a:pt x="2" y="13"/>
                      </a:lnTo>
                      <a:close/>
                      <a:moveTo>
                        <a:pt x="7" y="7"/>
                      </a:moveTo>
                      <a:cubicBezTo>
                        <a:pt x="7" y="8"/>
                        <a:pt x="7" y="9"/>
                        <a:pt x="7" y="10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6" y="5"/>
                        <a:pt x="7" y="7"/>
                      </a:cubicBezTo>
                      <a:moveTo>
                        <a:pt x="4" y="8"/>
                      </a:move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2"/>
                        <a:pt x="3" y="2"/>
                        <a:pt x="4" y="2"/>
                      </a:cubicBezTo>
                      <a:cubicBezTo>
                        <a:pt x="4" y="1"/>
                        <a:pt x="5" y="2"/>
                        <a:pt x="5" y="2"/>
                      </a:cubicBezTo>
                      <a:lnTo>
                        <a:pt x="4" y="8"/>
                      </a:lnTo>
                      <a:close/>
                      <a:moveTo>
                        <a:pt x="5" y="1"/>
                      </a:moveTo>
                      <a:cubicBezTo>
                        <a:pt x="5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1" y="2"/>
                        <a:pt x="1" y="5"/>
                      </a:cubicBezTo>
                      <a:cubicBezTo>
                        <a:pt x="0" y="10"/>
                        <a:pt x="1" y="16"/>
                        <a:pt x="3" y="18"/>
                      </a:cubicBezTo>
                      <a:cubicBezTo>
                        <a:pt x="4" y="19"/>
                        <a:pt x="4" y="19"/>
                        <a:pt x="5" y="19"/>
                      </a:cubicBezTo>
                      <a:cubicBezTo>
                        <a:pt x="6" y="19"/>
                        <a:pt x="7" y="17"/>
                        <a:pt x="8" y="14"/>
                      </a:cubicBezTo>
                      <a:cubicBezTo>
                        <a:pt x="8" y="9"/>
                        <a:pt x="7" y="3"/>
                        <a:pt x="5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54" name="Freeform 656">
                  <a:extLst>
                    <a:ext uri="{FF2B5EF4-FFF2-40B4-BE49-F238E27FC236}">
                      <a16:creationId xmlns:a16="http://schemas.microsoft.com/office/drawing/2014/main" id="{45206D7B-6FCD-4655-BC25-F73A413D5DA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154363" y="5416550"/>
                  <a:ext cx="31750" cy="74613"/>
                </a:xfrm>
                <a:custGeom>
                  <a:avLst/>
                  <a:gdLst>
                    <a:gd name="T0" fmla="*/ 5 w 8"/>
                    <a:gd name="T1" fmla="*/ 17 h 19"/>
                    <a:gd name="T2" fmla="*/ 5 w 8"/>
                    <a:gd name="T3" fmla="*/ 17 h 19"/>
                    <a:gd name="T4" fmla="*/ 4 w 8"/>
                    <a:gd name="T5" fmla="*/ 17 h 19"/>
                    <a:gd name="T6" fmla="*/ 2 w 8"/>
                    <a:gd name="T7" fmla="*/ 14 h 19"/>
                    <a:gd name="T8" fmla="*/ 4 w 8"/>
                    <a:gd name="T9" fmla="*/ 11 h 19"/>
                    <a:gd name="T10" fmla="*/ 5 w 8"/>
                    <a:gd name="T11" fmla="*/ 17 h 19"/>
                    <a:gd name="T12" fmla="*/ 5 w 8"/>
                    <a:gd name="T13" fmla="*/ 17 h 19"/>
                    <a:gd name="T14" fmla="*/ 7 w 8"/>
                    <a:gd name="T15" fmla="*/ 13 h 19"/>
                    <a:gd name="T16" fmla="*/ 5 w 8"/>
                    <a:gd name="T17" fmla="*/ 17 h 19"/>
                    <a:gd name="T18" fmla="*/ 5 w 8"/>
                    <a:gd name="T19" fmla="*/ 11 h 19"/>
                    <a:gd name="T20" fmla="*/ 7 w 8"/>
                    <a:gd name="T21" fmla="*/ 11 h 19"/>
                    <a:gd name="T22" fmla="*/ 7 w 8"/>
                    <a:gd name="T23" fmla="*/ 13 h 19"/>
                    <a:gd name="T24" fmla="*/ 2 w 8"/>
                    <a:gd name="T25" fmla="*/ 13 h 19"/>
                    <a:gd name="T26" fmla="*/ 2 w 8"/>
                    <a:gd name="T27" fmla="*/ 12 h 19"/>
                    <a:gd name="T28" fmla="*/ 1 w 8"/>
                    <a:gd name="T29" fmla="*/ 6 h 19"/>
                    <a:gd name="T30" fmla="*/ 2 w 8"/>
                    <a:gd name="T31" fmla="*/ 5 h 19"/>
                    <a:gd name="T32" fmla="*/ 4 w 8"/>
                    <a:gd name="T33" fmla="*/ 10 h 19"/>
                    <a:gd name="T34" fmla="*/ 2 w 8"/>
                    <a:gd name="T35" fmla="*/ 13 h 19"/>
                    <a:gd name="T36" fmla="*/ 7 w 8"/>
                    <a:gd name="T37" fmla="*/ 7 h 19"/>
                    <a:gd name="T38" fmla="*/ 7 w 8"/>
                    <a:gd name="T39" fmla="*/ 10 h 19"/>
                    <a:gd name="T40" fmla="*/ 5 w 8"/>
                    <a:gd name="T41" fmla="*/ 9 h 19"/>
                    <a:gd name="T42" fmla="*/ 5 w 8"/>
                    <a:gd name="T43" fmla="*/ 2 h 19"/>
                    <a:gd name="T44" fmla="*/ 7 w 8"/>
                    <a:gd name="T45" fmla="*/ 7 h 19"/>
                    <a:gd name="T46" fmla="*/ 4 w 8"/>
                    <a:gd name="T47" fmla="*/ 8 h 19"/>
                    <a:gd name="T48" fmla="*/ 2 w 8"/>
                    <a:gd name="T49" fmla="*/ 4 h 19"/>
                    <a:gd name="T50" fmla="*/ 4 w 8"/>
                    <a:gd name="T51" fmla="*/ 2 h 19"/>
                    <a:gd name="T52" fmla="*/ 5 w 8"/>
                    <a:gd name="T53" fmla="*/ 2 h 19"/>
                    <a:gd name="T54" fmla="*/ 4 w 8"/>
                    <a:gd name="T55" fmla="*/ 8 h 19"/>
                    <a:gd name="T56" fmla="*/ 5 w 8"/>
                    <a:gd name="T57" fmla="*/ 1 h 19"/>
                    <a:gd name="T58" fmla="*/ 4 w 8"/>
                    <a:gd name="T59" fmla="*/ 0 h 19"/>
                    <a:gd name="T60" fmla="*/ 4 w 8"/>
                    <a:gd name="T61" fmla="*/ 0 h 19"/>
                    <a:gd name="T62" fmla="*/ 1 w 8"/>
                    <a:gd name="T63" fmla="*/ 5 h 19"/>
                    <a:gd name="T64" fmla="*/ 3 w 8"/>
                    <a:gd name="T65" fmla="*/ 18 h 19"/>
                    <a:gd name="T66" fmla="*/ 5 w 8"/>
                    <a:gd name="T67" fmla="*/ 19 h 19"/>
                    <a:gd name="T68" fmla="*/ 8 w 8"/>
                    <a:gd name="T69" fmla="*/ 14 h 19"/>
                    <a:gd name="T70" fmla="*/ 5 w 8"/>
                    <a:gd name="T71" fmla="*/ 1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8" h="19">
                      <a:moveTo>
                        <a:pt x="5" y="17"/>
                      </a:move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4" y="17"/>
                        <a:pt x="4" y="17"/>
                        <a:pt x="4" y="17"/>
                      </a:cubicBezTo>
                      <a:cubicBezTo>
                        <a:pt x="3" y="16"/>
                        <a:pt x="2" y="15"/>
                        <a:pt x="2" y="14"/>
                      </a:cubicBezTo>
                      <a:cubicBezTo>
                        <a:pt x="4" y="11"/>
                        <a:pt x="4" y="11"/>
                        <a:pt x="4" y="11"/>
                      </a:cubicBez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5" y="17"/>
                        <a:pt x="5" y="17"/>
                        <a:pt x="5" y="17"/>
                      </a:cubicBezTo>
                      <a:moveTo>
                        <a:pt x="7" y="13"/>
                      </a:moveTo>
                      <a:cubicBezTo>
                        <a:pt x="7" y="15"/>
                        <a:pt x="6" y="17"/>
                        <a:pt x="5" y="17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2"/>
                        <a:pt x="7" y="12"/>
                        <a:pt x="7" y="13"/>
                      </a:cubicBezTo>
                      <a:moveTo>
                        <a:pt x="2" y="13"/>
                      </a:moveTo>
                      <a:cubicBezTo>
                        <a:pt x="2" y="13"/>
                        <a:pt x="2" y="13"/>
                        <a:pt x="2" y="12"/>
                      </a:cubicBezTo>
                      <a:cubicBezTo>
                        <a:pt x="1" y="10"/>
                        <a:pt x="1" y="8"/>
                        <a:pt x="1" y="6"/>
                      </a:cubicBezTo>
                      <a:cubicBezTo>
                        <a:pt x="2" y="6"/>
                        <a:pt x="2" y="5"/>
                        <a:pt x="2" y="5"/>
                      </a:cubicBezTo>
                      <a:cubicBezTo>
                        <a:pt x="4" y="10"/>
                        <a:pt x="4" y="10"/>
                        <a:pt x="4" y="10"/>
                      </a:cubicBezTo>
                      <a:lnTo>
                        <a:pt x="2" y="13"/>
                      </a:lnTo>
                      <a:close/>
                      <a:moveTo>
                        <a:pt x="7" y="7"/>
                      </a:moveTo>
                      <a:cubicBezTo>
                        <a:pt x="7" y="8"/>
                        <a:pt x="7" y="9"/>
                        <a:pt x="7" y="10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6" y="5"/>
                        <a:pt x="7" y="7"/>
                      </a:cubicBezTo>
                      <a:moveTo>
                        <a:pt x="4" y="8"/>
                      </a:move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2"/>
                        <a:pt x="3" y="2"/>
                        <a:pt x="4" y="2"/>
                      </a:cubicBezTo>
                      <a:cubicBezTo>
                        <a:pt x="4" y="1"/>
                        <a:pt x="5" y="2"/>
                        <a:pt x="5" y="2"/>
                      </a:cubicBezTo>
                      <a:lnTo>
                        <a:pt x="4" y="8"/>
                      </a:lnTo>
                      <a:close/>
                      <a:moveTo>
                        <a:pt x="5" y="1"/>
                      </a:moveTo>
                      <a:cubicBezTo>
                        <a:pt x="5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1" y="2"/>
                        <a:pt x="1" y="5"/>
                      </a:cubicBezTo>
                      <a:cubicBezTo>
                        <a:pt x="0" y="10"/>
                        <a:pt x="1" y="16"/>
                        <a:pt x="3" y="18"/>
                      </a:cubicBezTo>
                      <a:cubicBezTo>
                        <a:pt x="4" y="19"/>
                        <a:pt x="4" y="19"/>
                        <a:pt x="5" y="19"/>
                      </a:cubicBezTo>
                      <a:cubicBezTo>
                        <a:pt x="6" y="19"/>
                        <a:pt x="7" y="17"/>
                        <a:pt x="8" y="14"/>
                      </a:cubicBezTo>
                      <a:cubicBezTo>
                        <a:pt x="8" y="9"/>
                        <a:pt x="7" y="3"/>
                        <a:pt x="5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55" name="Freeform 657">
                  <a:extLst>
                    <a:ext uri="{FF2B5EF4-FFF2-40B4-BE49-F238E27FC236}">
                      <a16:creationId xmlns:a16="http://schemas.microsoft.com/office/drawing/2014/main" id="{603786E9-F241-4E81-915E-B95DA77CF1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8488" y="5372100"/>
                  <a:ext cx="87313" cy="111125"/>
                </a:xfrm>
                <a:custGeom>
                  <a:avLst/>
                  <a:gdLst>
                    <a:gd name="T0" fmla="*/ 21 w 22"/>
                    <a:gd name="T1" fmla="*/ 27 h 28"/>
                    <a:gd name="T2" fmla="*/ 15 w 22"/>
                    <a:gd name="T3" fmla="*/ 5 h 28"/>
                    <a:gd name="T4" fmla="*/ 3 w 22"/>
                    <a:gd name="T5" fmla="*/ 6 h 28"/>
                    <a:gd name="T6" fmla="*/ 3 w 22"/>
                    <a:gd name="T7" fmla="*/ 21 h 28"/>
                    <a:gd name="T8" fmla="*/ 4 w 22"/>
                    <a:gd name="T9" fmla="*/ 22 h 28"/>
                    <a:gd name="T10" fmla="*/ 7 w 22"/>
                    <a:gd name="T11" fmla="*/ 7 h 28"/>
                    <a:gd name="T12" fmla="*/ 13 w 22"/>
                    <a:gd name="T13" fmla="*/ 23 h 28"/>
                    <a:gd name="T14" fmla="*/ 14 w 22"/>
                    <a:gd name="T15" fmla="*/ 28 h 28"/>
                    <a:gd name="T16" fmla="*/ 21 w 22"/>
                    <a:gd name="T17" fmla="*/ 2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2" h="28">
                      <a:moveTo>
                        <a:pt x="21" y="27"/>
                      </a:moveTo>
                      <a:cubicBezTo>
                        <a:pt x="21" y="27"/>
                        <a:pt x="21" y="10"/>
                        <a:pt x="15" y="5"/>
                      </a:cubicBezTo>
                      <a:cubicBezTo>
                        <a:pt x="9" y="0"/>
                        <a:pt x="5" y="1"/>
                        <a:pt x="3" y="6"/>
                      </a:cubicBezTo>
                      <a:cubicBezTo>
                        <a:pt x="0" y="10"/>
                        <a:pt x="3" y="21"/>
                        <a:pt x="3" y="21"/>
                      </a:cubicBezTo>
                      <a:cubicBezTo>
                        <a:pt x="4" y="22"/>
                        <a:pt x="4" y="22"/>
                        <a:pt x="4" y="22"/>
                      </a:cubicBezTo>
                      <a:cubicBezTo>
                        <a:pt x="4" y="22"/>
                        <a:pt x="1" y="3"/>
                        <a:pt x="7" y="7"/>
                      </a:cubicBezTo>
                      <a:cubicBezTo>
                        <a:pt x="11" y="9"/>
                        <a:pt x="13" y="23"/>
                        <a:pt x="13" y="23"/>
                      </a:cubicBezTo>
                      <a:cubicBezTo>
                        <a:pt x="13" y="23"/>
                        <a:pt x="14" y="28"/>
                        <a:pt x="14" y="28"/>
                      </a:cubicBezTo>
                      <a:cubicBezTo>
                        <a:pt x="17" y="28"/>
                        <a:pt x="22" y="28"/>
                        <a:pt x="21" y="2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56" name="Freeform 658">
                  <a:extLst>
                    <a:ext uri="{FF2B5EF4-FFF2-40B4-BE49-F238E27FC236}">
                      <a16:creationId xmlns:a16="http://schemas.microsoft.com/office/drawing/2014/main" id="{A447A88F-B27A-49B7-9463-8F29DDD406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8488" y="5372100"/>
                  <a:ext cx="87313" cy="111125"/>
                </a:xfrm>
                <a:custGeom>
                  <a:avLst/>
                  <a:gdLst>
                    <a:gd name="T0" fmla="*/ 21 w 22"/>
                    <a:gd name="T1" fmla="*/ 27 h 28"/>
                    <a:gd name="T2" fmla="*/ 15 w 22"/>
                    <a:gd name="T3" fmla="*/ 5 h 28"/>
                    <a:gd name="T4" fmla="*/ 3 w 22"/>
                    <a:gd name="T5" fmla="*/ 6 h 28"/>
                    <a:gd name="T6" fmla="*/ 3 w 22"/>
                    <a:gd name="T7" fmla="*/ 21 h 28"/>
                    <a:gd name="T8" fmla="*/ 4 w 22"/>
                    <a:gd name="T9" fmla="*/ 22 h 28"/>
                    <a:gd name="T10" fmla="*/ 7 w 22"/>
                    <a:gd name="T11" fmla="*/ 7 h 28"/>
                    <a:gd name="T12" fmla="*/ 13 w 22"/>
                    <a:gd name="T13" fmla="*/ 23 h 28"/>
                    <a:gd name="T14" fmla="*/ 14 w 22"/>
                    <a:gd name="T15" fmla="*/ 28 h 28"/>
                    <a:gd name="T16" fmla="*/ 21 w 22"/>
                    <a:gd name="T17" fmla="*/ 2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2" h="28">
                      <a:moveTo>
                        <a:pt x="21" y="27"/>
                      </a:moveTo>
                      <a:cubicBezTo>
                        <a:pt x="21" y="27"/>
                        <a:pt x="21" y="10"/>
                        <a:pt x="15" y="5"/>
                      </a:cubicBezTo>
                      <a:cubicBezTo>
                        <a:pt x="9" y="0"/>
                        <a:pt x="5" y="1"/>
                        <a:pt x="3" y="6"/>
                      </a:cubicBezTo>
                      <a:cubicBezTo>
                        <a:pt x="0" y="10"/>
                        <a:pt x="3" y="21"/>
                        <a:pt x="3" y="21"/>
                      </a:cubicBezTo>
                      <a:cubicBezTo>
                        <a:pt x="4" y="22"/>
                        <a:pt x="4" y="22"/>
                        <a:pt x="4" y="22"/>
                      </a:cubicBezTo>
                      <a:cubicBezTo>
                        <a:pt x="4" y="22"/>
                        <a:pt x="1" y="3"/>
                        <a:pt x="7" y="7"/>
                      </a:cubicBezTo>
                      <a:cubicBezTo>
                        <a:pt x="11" y="9"/>
                        <a:pt x="13" y="23"/>
                        <a:pt x="13" y="23"/>
                      </a:cubicBezTo>
                      <a:cubicBezTo>
                        <a:pt x="13" y="23"/>
                        <a:pt x="14" y="28"/>
                        <a:pt x="14" y="28"/>
                      </a:cubicBezTo>
                      <a:cubicBezTo>
                        <a:pt x="17" y="28"/>
                        <a:pt x="22" y="28"/>
                        <a:pt x="21" y="2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57" name="Freeform 659">
                  <a:extLst>
                    <a:ext uri="{FF2B5EF4-FFF2-40B4-BE49-F238E27FC236}">
                      <a16:creationId xmlns:a16="http://schemas.microsoft.com/office/drawing/2014/main" id="{1027D4E4-31D0-4057-8C8D-16F5E34342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3876" y="5340350"/>
                  <a:ext cx="26988" cy="84138"/>
                </a:xfrm>
                <a:custGeom>
                  <a:avLst/>
                  <a:gdLst>
                    <a:gd name="T0" fmla="*/ 4 w 7"/>
                    <a:gd name="T1" fmla="*/ 19 h 21"/>
                    <a:gd name="T2" fmla="*/ 5 w 7"/>
                    <a:gd name="T3" fmla="*/ 21 h 21"/>
                    <a:gd name="T4" fmla="*/ 7 w 7"/>
                    <a:gd name="T5" fmla="*/ 8 h 21"/>
                    <a:gd name="T6" fmla="*/ 1 w 7"/>
                    <a:gd name="T7" fmla="*/ 6 h 21"/>
                    <a:gd name="T8" fmla="*/ 4 w 7"/>
                    <a:gd name="T9" fmla="*/ 19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21">
                      <a:moveTo>
                        <a:pt x="4" y="19"/>
                      </a:move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2" y="0"/>
                        <a:pt x="1" y="6"/>
                      </a:cubicBezTo>
                      <a:cubicBezTo>
                        <a:pt x="0" y="13"/>
                        <a:pt x="4" y="19"/>
                        <a:pt x="4" y="19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58" name="Freeform 660">
                  <a:extLst>
                    <a:ext uri="{FF2B5EF4-FFF2-40B4-BE49-F238E27FC236}">
                      <a16:creationId xmlns:a16="http://schemas.microsoft.com/office/drawing/2014/main" id="{BC42FDC2-B433-4150-A290-346193D098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3876" y="5340350"/>
                  <a:ext cx="26988" cy="84138"/>
                </a:xfrm>
                <a:custGeom>
                  <a:avLst/>
                  <a:gdLst>
                    <a:gd name="T0" fmla="*/ 4 w 7"/>
                    <a:gd name="T1" fmla="*/ 19 h 21"/>
                    <a:gd name="T2" fmla="*/ 5 w 7"/>
                    <a:gd name="T3" fmla="*/ 21 h 21"/>
                    <a:gd name="T4" fmla="*/ 7 w 7"/>
                    <a:gd name="T5" fmla="*/ 8 h 21"/>
                    <a:gd name="T6" fmla="*/ 1 w 7"/>
                    <a:gd name="T7" fmla="*/ 6 h 21"/>
                    <a:gd name="T8" fmla="*/ 4 w 7"/>
                    <a:gd name="T9" fmla="*/ 19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21">
                      <a:moveTo>
                        <a:pt x="4" y="19"/>
                      </a:move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2" y="0"/>
                        <a:pt x="1" y="6"/>
                      </a:cubicBezTo>
                      <a:cubicBezTo>
                        <a:pt x="0" y="13"/>
                        <a:pt x="4" y="19"/>
                        <a:pt x="4" y="19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59" name="Freeform 661">
                  <a:extLst>
                    <a:ext uri="{FF2B5EF4-FFF2-40B4-BE49-F238E27FC236}">
                      <a16:creationId xmlns:a16="http://schemas.microsoft.com/office/drawing/2014/main" id="{06DA531A-0148-4D7B-BCCF-779BCBCD71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4988" y="5372100"/>
                  <a:ext cx="39688" cy="84138"/>
                </a:xfrm>
                <a:custGeom>
                  <a:avLst/>
                  <a:gdLst>
                    <a:gd name="T0" fmla="*/ 10 w 10"/>
                    <a:gd name="T1" fmla="*/ 14 h 21"/>
                    <a:gd name="T2" fmla="*/ 8 w 10"/>
                    <a:gd name="T3" fmla="*/ 21 h 21"/>
                    <a:gd name="T4" fmla="*/ 3 w 10"/>
                    <a:gd name="T5" fmla="*/ 21 h 21"/>
                    <a:gd name="T6" fmla="*/ 0 w 10"/>
                    <a:gd name="T7" fmla="*/ 10 h 21"/>
                    <a:gd name="T8" fmla="*/ 1 w 10"/>
                    <a:gd name="T9" fmla="*/ 0 h 21"/>
                    <a:gd name="T10" fmla="*/ 3 w 10"/>
                    <a:gd name="T11" fmla="*/ 0 h 21"/>
                    <a:gd name="T12" fmla="*/ 7 w 10"/>
                    <a:gd name="T13" fmla="*/ 10 h 21"/>
                    <a:gd name="T14" fmla="*/ 10 w 10"/>
                    <a:gd name="T15" fmla="*/ 1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0" h="21">
                      <a:moveTo>
                        <a:pt x="10" y="14"/>
                      </a:moveTo>
                      <a:cubicBezTo>
                        <a:pt x="10" y="15"/>
                        <a:pt x="9" y="19"/>
                        <a:pt x="8" y="21"/>
                      </a:cubicBezTo>
                      <a:cubicBezTo>
                        <a:pt x="7" y="21"/>
                        <a:pt x="3" y="21"/>
                        <a:pt x="3" y="21"/>
                      </a:cubicBezTo>
                      <a:cubicBezTo>
                        <a:pt x="3" y="21"/>
                        <a:pt x="0" y="15"/>
                        <a:pt x="0" y="10"/>
                      </a:cubicBezTo>
                      <a:cubicBezTo>
                        <a:pt x="0" y="6"/>
                        <a:pt x="1" y="0"/>
                        <a:pt x="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0"/>
                        <a:pt x="5" y="7"/>
                        <a:pt x="7" y="10"/>
                      </a:cubicBezTo>
                      <a:cubicBezTo>
                        <a:pt x="8" y="14"/>
                        <a:pt x="10" y="14"/>
                        <a:pt x="10" y="1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60" name="Freeform 662">
                  <a:extLst>
                    <a:ext uri="{FF2B5EF4-FFF2-40B4-BE49-F238E27FC236}">
                      <a16:creationId xmlns:a16="http://schemas.microsoft.com/office/drawing/2014/main" id="{970FB2B7-EE2B-48C3-8FB5-1A054873CB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4988" y="5372100"/>
                  <a:ext cx="39688" cy="84138"/>
                </a:xfrm>
                <a:custGeom>
                  <a:avLst/>
                  <a:gdLst>
                    <a:gd name="T0" fmla="*/ 10 w 10"/>
                    <a:gd name="T1" fmla="*/ 14 h 21"/>
                    <a:gd name="T2" fmla="*/ 8 w 10"/>
                    <a:gd name="T3" fmla="*/ 21 h 21"/>
                    <a:gd name="T4" fmla="*/ 3 w 10"/>
                    <a:gd name="T5" fmla="*/ 21 h 21"/>
                    <a:gd name="T6" fmla="*/ 0 w 10"/>
                    <a:gd name="T7" fmla="*/ 10 h 21"/>
                    <a:gd name="T8" fmla="*/ 1 w 10"/>
                    <a:gd name="T9" fmla="*/ 0 h 21"/>
                    <a:gd name="T10" fmla="*/ 3 w 10"/>
                    <a:gd name="T11" fmla="*/ 0 h 21"/>
                    <a:gd name="T12" fmla="*/ 7 w 10"/>
                    <a:gd name="T13" fmla="*/ 10 h 21"/>
                    <a:gd name="T14" fmla="*/ 10 w 10"/>
                    <a:gd name="T15" fmla="*/ 1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0" h="21">
                      <a:moveTo>
                        <a:pt x="10" y="14"/>
                      </a:moveTo>
                      <a:cubicBezTo>
                        <a:pt x="10" y="15"/>
                        <a:pt x="9" y="19"/>
                        <a:pt x="8" y="21"/>
                      </a:cubicBezTo>
                      <a:cubicBezTo>
                        <a:pt x="7" y="21"/>
                        <a:pt x="3" y="21"/>
                        <a:pt x="3" y="21"/>
                      </a:cubicBezTo>
                      <a:cubicBezTo>
                        <a:pt x="3" y="21"/>
                        <a:pt x="0" y="15"/>
                        <a:pt x="0" y="10"/>
                      </a:cubicBezTo>
                      <a:cubicBezTo>
                        <a:pt x="0" y="6"/>
                        <a:pt x="1" y="0"/>
                        <a:pt x="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0"/>
                        <a:pt x="5" y="7"/>
                        <a:pt x="7" y="10"/>
                      </a:cubicBezTo>
                      <a:cubicBezTo>
                        <a:pt x="8" y="14"/>
                        <a:pt x="10" y="14"/>
                        <a:pt x="10" y="1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61" name="Freeform 663">
                  <a:extLst>
                    <a:ext uri="{FF2B5EF4-FFF2-40B4-BE49-F238E27FC236}">
                      <a16:creationId xmlns:a16="http://schemas.microsoft.com/office/drawing/2014/main" id="{CAE256B9-BD41-4F51-975F-5861B88692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3876" y="5372100"/>
                  <a:ext cx="39688" cy="84138"/>
                </a:xfrm>
                <a:custGeom>
                  <a:avLst/>
                  <a:gdLst>
                    <a:gd name="T0" fmla="*/ 10 w 10"/>
                    <a:gd name="T1" fmla="*/ 10 h 21"/>
                    <a:gd name="T2" fmla="*/ 6 w 10"/>
                    <a:gd name="T3" fmla="*/ 21 h 21"/>
                    <a:gd name="T4" fmla="*/ 1 w 10"/>
                    <a:gd name="T5" fmla="*/ 11 h 21"/>
                    <a:gd name="T6" fmla="*/ 4 w 10"/>
                    <a:gd name="T7" fmla="*/ 0 h 21"/>
                    <a:gd name="T8" fmla="*/ 10 w 10"/>
                    <a:gd name="T9" fmla="*/ 1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" h="21">
                      <a:moveTo>
                        <a:pt x="10" y="10"/>
                      </a:moveTo>
                      <a:cubicBezTo>
                        <a:pt x="10" y="16"/>
                        <a:pt x="8" y="21"/>
                        <a:pt x="6" y="21"/>
                      </a:cubicBezTo>
                      <a:cubicBezTo>
                        <a:pt x="4" y="21"/>
                        <a:pt x="1" y="17"/>
                        <a:pt x="1" y="11"/>
                      </a:cubicBezTo>
                      <a:cubicBezTo>
                        <a:pt x="0" y="5"/>
                        <a:pt x="2" y="0"/>
                        <a:pt x="4" y="0"/>
                      </a:cubicBezTo>
                      <a:cubicBezTo>
                        <a:pt x="7" y="0"/>
                        <a:pt x="9" y="5"/>
                        <a:pt x="10" y="1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62" name="Freeform 664">
                  <a:extLst>
                    <a:ext uri="{FF2B5EF4-FFF2-40B4-BE49-F238E27FC236}">
                      <a16:creationId xmlns:a16="http://schemas.microsoft.com/office/drawing/2014/main" id="{DEA5B13C-399C-4862-A8D2-F387C37C0E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3876" y="5372100"/>
                  <a:ext cx="39688" cy="84138"/>
                </a:xfrm>
                <a:custGeom>
                  <a:avLst/>
                  <a:gdLst>
                    <a:gd name="T0" fmla="*/ 10 w 10"/>
                    <a:gd name="T1" fmla="*/ 10 h 21"/>
                    <a:gd name="T2" fmla="*/ 6 w 10"/>
                    <a:gd name="T3" fmla="*/ 21 h 21"/>
                    <a:gd name="T4" fmla="*/ 1 w 10"/>
                    <a:gd name="T5" fmla="*/ 11 h 21"/>
                    <a:gd name="T6" fmla="*/ 4 w 10"/>
                    <a:gd name="T7" fmla="*/ 0 h 21"/>
                    <a:gd name="T8" fmla="*/ 10 w 10"/>
                    <a:gd name="T9" fmla="*/ 1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" h="21">
                      <a:moveTo>
                        <a:pt x="10" y="10"/>
                      </a:moveTo>
                      <a:cubicBezTo>
                        <a:pt x="10" y="16"/>
                        <a:pt x="8" y="21"/>
                        <a:pt x="6" y="21"/>
                      </a:cubicBezTo>
                      <a:cubicBezTo>
                        <a:pt x="4" y="21"/>
                        <a:pt x="1" y="17"/>
                        <a:pt x="1" y="11"/>
                      </a:cubicBezTo>
                      <a:cubicBezTo>
                        <a:pt x="0" y="5"/>
                        <a:pt x="2" y="0"/>
                        <a:pt x="4" y="0"/>
                      </a:cubicBezTo>
                      <a:cubicBezTo>
                        <a:pt x="7" y="0"/>
                        <a:pt x="9" y="5"/>
                        <a:pt x="10" y="1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63" name="Freeform 665">
                  <a:extLst>
                    <a:ext uri="{FF2B5EF4-FFF2-40B4-BE49-F238E27FC236}">
                      <a16:creationId xmlns:a16="http://schemas.microsoft.com/office/drawing/2014/main" id="{1F330574-FF80-4795-B12E-41D6B6B63D3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067051" y="5384800"/>
                  <a:ext cx="28575" cy="63500"/>
                </a:xfrm>
                <a:custGeom>
                  <a:avLst/>
                  <a:gdLst>
                    <a:gd name="T0" fmla="*/ 4 w 7"/>
                    <a:gd name="T1" fmla="*/ 15 h 16"/>
                    <a:gd name="T2" fmla="*/ 4 w 7"/>
                    <a:gd name="T3" fmla="*/ 15 h 16"/>
                    <a:gd name="T4" fmla="*/ 3 w 7"/>
                    <a:gd name="T5" fmla="*/ 14 h 16"/>
                    <a:gd name="T6" fmla="*/ 2 w 7"/>
                    <a:gd name="T7" fmla="*/ 12 h 16"/>
                    <a:gd name="T8" fmla="*/ 3 w 7"/>
                    <a:gd name="T9" fmla="*/ 10 h 16"/>
                    <a:gd name="T10" fmla="*/ 4 w 7"/>
                    <a:gd name="T11" fmla="*/ 15 h 16"/>
                    <a:gd name="T12" fmla="*/ 4 w 7"/>
                    <a:gd name="T13" fmla="*/ 15 h 16"/>
                    <a:gd name="T14" fmla="*/ 6 w 7"/>
                    <a:gd name="T15" fmla="*/ 11 h 16"/>
                    <a:gd name="T16" fmla="*/ 5 w 7"/>
                    <a:gd name="T17" fmla="*/ 15 h 16"/>
                    <a:gd name="T18" fmla="*/ 4 w 7"/>
                    <a:gd name="T19" fmla="*/ 9 h 16"/>
                    <a:gd name="T20" fmla="*/ 6 w 7"/>
                    <a:gd name="T21" fmla="*/ 9 h 16"/>
                    <a:gd name="T22" fmla="*/ 6 w 7"/>
                    <a:gd name="T23" fmla="*/ 11 h 16"/>
                    <a:gd name="T24" fmla="*/ 2 w 7"/>
                    <a:gd name="T25" fmla="*/ 11 h 16"/>
                    <a:gd name="T26" fmla="*/ 1 w 7"/>
                    <a:gd name="T27" fmla="*/ 10 h 16"/>
                    <a:gd name="T28" fmla="*/ 1 w 7"/>
                    <a:gd name="T29" fmla="*/ 5 h 16"/>
                    <a:gd name="T30" fmla="*/ 1 w 7"/>
                    <a:gd name="T31" fmla="*/ 4 h 16"/>
                    <a:gd name="T32" fmla="*/ 3 w 7"/>
                    <a:gd name="T33" fmla="*/ 8 h 16"/>
                    <a:gd name="T34" fmla="*/ 2 w 7"/>
                    <a:gd name="T35" fmla="*/ 11 h 16"/>
                    <a:gd name="T36" fmla="*/ 6 w 7"/>
                    <a:gd name="T37" fmla="*/ 6 h 16"/>
                    <a:gd name="T38" fmla="*/ 6 w 7"/>
                    <a:gd name="T39" fmla="*/ 9 h 16"/>
                    <a:gd name="T40" fmla="*/ 4 w 7"/>
                    <a:gd name="T41" fmla="*/ 7 h 16"/>
                    <a:gd name="T42" fmla="*/ 4 w 7"/>
                    <a:gd name="T43" fmla="*/ 2 h 16"/>
                    <a:gd name="T44" fmla="*/ 6 w 7"/>
                    <a:gd name="T45" fmla="*/ 6 h 16"/>
                    <a:gd name="T46" fmla="*/ 3 w 7"/>
                    <a:gd name="T47" fmla="*/ 7 h 16"/>
                    <a:gd name="T48" fmla="*/ 2 w 7"/>
                    <a:gd name="T49" fmla="*/ 3 h 16"/>
                    <a:gd name="T50" fmla="*/ 3 w 7"/>
                    <a:gd name="T51" fmla="*/ 1 h 16"/>
                    <a:gd name="T52" fmla="*/ 4 w 7"/>
                    <a:gd name="T53" fmla="*/ 1 h 16"/>
                    <a:gd name="T54" fmla="*/ 3 w 7"/>
                    <a:gd name="T55" fmla="*/ 7 h 16"/>
                    <a:gd name="T56" fmla="*/ 4 w 7"/>
                    <a:gd name="T57" fmla="*/ 0 h 16"/>
                    <a:gd name="T58" fmla="*/ 3 w 7"/>
                    <a:gd name="T59" fmla="*/ 0 h 16"/>
                    <a:gd name="T60" fmla="*/ 3 w 7"/>
                    <a:gd name="T61" fmla="*/ 0 h 16"/>
                    <a:gd name="T62" fmla="*/ 1 w 7"/>
                    <a:gd name="T63" fmla="*/ 4 h 16"/>
                    <a:gd name="T64" fmla="*/ 3 w 7"/>
                    <a:gd name="T65" fmla="*/ 16 h 16"/>
                    <a:gd name="T66" fmla="*/ 4 w 7"/>
                    <a:gd name="T67" fmla="*/ 16 h 16"/>
                    <a:gd name="T68" fmla="*/ 7 w 7"/>
                    <a:gd name="T69" fmla="*/ 12 h 16"/>
                    <a:gd name="T70" fmla="*/ 4 w 7"/>
                    <a:gd name="T71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" h="16">
                      <a:moveTo>
                        <a:pt x="4" y="15"/>
                      </a:move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4" y="15"/>
                        <a:pt x="3" y="15"/>
                        <a:pt x="3" y="14"/>
                      </a:cubicBezTo>
                      <a:cubicBezTo>
                        <a:pt x="2" y="14"/>
                        <a:pt x="2" y="13"/>
                        <a:pt x="2" y="12"/>
                      </a:cubicBezTo>
                      <a:cubicBezTo>
                        <a:pt x="3" y="10"/>
                        <a:pt x="3" y="10"/>
                        <a:pt x="3" y="10"/>
                      </a:cubicBez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4" y="15"/>
                        <a:pt x="4" y="15"/>
                        <a:pt x="4" y="15"/>
                      </a:cubicBezTo>
                      <a:moveTo>
                        <a:pt x="6" y="11"/>
                      </a:moveTo>
                      <a:cubicBezTo>
                        <a:pt x="6" y="13"/>
                        <a:pt x="5" y="14"/>
                        <a:pt x="5" y="15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6" y="9"/>
                        <a:pt x="6" y="9"/>
                        <a:pt x="6" y="9"/>
                      </a:cubicBezTo>
                      <a:cubicBezTo>
                        <a:pt x="6" y="10"/>
                        <a:pt x="6" y="10"/>
                        <a:pt x="6" y="11"/>
                      </a:cubicBezTo>
                      <a:moveTo>
                        <a:pt x="2" y="11"/>
                      </a:moveTo>
                      <a:cubicBezTo>
                        <a:pt x="2" y="11"/>
                        <a:pt x="1" y="11"/>
                        <a:pt x="1" y="10"/>
                      </a:cubicBezTo>
                      <a:cubicBezTo>
                        <a:pt x="1" y="9"/>
                        <a:pt x="1" y="7"/>
                        <a:pt x="1" y="5"/>
                      </a:cubicBezTo>
                      <a:cubicBezTo>
                        <a:pt x="1" y="5"/>
                        <a:pt x="1" y="4"/>
                        <a:pt x="1" y="4"/>
                      </a:cubicBezTo>
                      <a:cubicBezTo>
                        <a:pt x="3" y="8"/>
                        <a:pt x="3" y="8"/>
                        <a:pt x="3" y="8"/>
                      </a:cubicBezTo>
                      <a:lnTo>
                        <a:pt x="2" y="11"/>
                      </a:lnTo>
                      <a:close/>
                      <a:moveTo>
                        <a:pt x="6" y="6"/>
                      </a:moveTo>
                      <a:cubicBezTo>
                        <a:pt x="6" y="7"/>
                        <a:pt x="6" y="8"/>
                        <a:pt x="6" y="9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6" y="4"/>
                        <a:pt x="6" y="6"/>
                      </a:cubicBezTo>
                      <a:moveTo>
                        <a:pt x="3" y="7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1"/>
                        <a:pt x="3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lnTo>
                        <a:pt x="3" y="7"/>
                      </a:lnTo>
                      <a:close/>
                      <a:moveTo>
                        <a:pt x="4" y="0"/>
                      </a:moveTo>
                      <a:cubicBezTo>
                        <a:pt x="4" y="0"/>
                        <a:pt x="4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1" y="1"/>
                        <a:pt x="1" y="4"/>
                      </a:cubicBezTo>
                      <a:cubicBezTo>
                        <a:pt x="0" y="9"/>
                        <a:pt x="1" y="14"/>
                        <a:pt x="3" y="16"/>
                      </a:cubicBezTo>
                      <a:cubicBezTo>
                        <a:pt x="3" y="16"/>
                        <a:pt x="4" y="16"/>
                        <a:pt x="4" y="16"/>
                      </a:cubicBezTo>
                      <a:cubicBezTo>
                        <a:pt x="5" y="16"/>
                        <a:pt x="6" y="15"/>
                        <a:pt x="7" y="12"/>
                      </a:cubicBezTo>
                      <a:cubicBezTo>
                        <a:pt x="7" y="7"/>
                        <a:pt x="6" y="2"/>
                        <a:pt x="4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64" name="Freeform 666">
                  <a:extLst>
                    <a:ext uri="{FF2B5EF4-FFF2-40B4-BE49-F238E27FC236}">
                      <a16:creationId xmlns:a16="http://schemas.microsoft.com/office/drawing/2014/main" id="{48E80CCC-5F08-468B-8C0E-2E0A833DA1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067051" y="5384800"/>
                  <a:ext cx="28575" cy="63500"/>
                </a:xfrm>
                <a:custGeom>
                  <a:avLst/>
                  <a:gdLst>
                    <a:gd name="T0" fmla="*/ 4 w 7"/>
                    <a:gd name="T1" fmla="*/ 15 h 16"/>
                    <a:gd name="T2" fmla="*/ 4 w 7"/>
                    <a:gd name="T3" fmla="*/ 15 h 16"/>
                    <a:gd name="T4" fmla="*/ 3 w 7"/>
                    <a:gd name="T5" fmla="*/ 14 h 16"/>
                    <a:gd name="T6" fmla="*/ 2 w 7"/>
                    <a:gd name="T7" fmla="*/ 12 h 16"/>
                    <a:gd name="T8" fmla="*/ 3 w 7"/>
                    <a:gd name="T9" fmla="*/ 10 h 16"/>
                    <a:gd name="T10" fmla="*/ 4 w 7"/>
                    <a:gd name="T11" fmla="*/ 15 h 16"/>
                    <a:gd name="T12" fmla="*/ 4 w 7"/>
                    <a:gd name="T13" fmla="*/ 15 h 16"/>
                    <a:gd name="T14" fmla="*/ 6 w 7"/>
                    <a:gd name="T15" fmla="*/ 11 h 16"/>
                    <a:gd name="T16" fmla="*/ 5 w 7"/>
                    <a:gd name="T17" fmla="*/ 15 h 16"/>
                    <a:gd name="T18" fmla="*/ 4 w 7"/>
                    <a:gd name="T19" fmla="*/ 9 h 16"/>
                    <a:gd name="T20" fmla="*/ 6 w 7"/>
                    <a:gd name="T21" fmla="*/ 9 h 16"/>
                    <a:gd name="T22" fmla="*/ 6 w 7"/>
                    <a:gd name="T23" fmla="*/ 11 h 16"/>
                    <a:gd name="T24" fmla="*/ 2 w 7"/>
                    <a:gd name="T25" fmla="*/ 11 h 16"/>
                    <a:gd name="T26" fmla="*/ 1 w 7"/>
                    <a:gd name="T27" fmla="*/ 10 h 16"/>
                    <a:gd name="T28" fmla="*/ 1 w 7"/>
                    <a:gd name="T29" fmla="*/ 5 h 16"/>
                    <a:gd name="T30" fmla="*/ 1 w 7"/>
                    <a:gd name="T31" fmla="*/ 4 h 16"/>
                    <a:gd name="T32" fmla="*/ 3 w 7"/>
                    <a:gd name="T33" fmla="*/ 8 h 16"/>
                    <a:gd name="T34" fmla="*/ 2 w 7"/>
                    <a:gd name="T35" fmla="*/ 11 h 16"/>
                    <a:gd name="T36" fmla="*/ 6 w 7"/>
                    <a:gd name="T37" fmla="*/ 6 h 16"/>
                    <a:gd name="T38" fmla="*/ 6 w 7"/>
                    <a:gd name="T39" fmla="*/ 9 h 16"/>
                    <a:gd name="T40" fmla="*/ 4 w 7"/>
                    <a:gd name="T41" fmla="*/ 7 h 16"/>
                    <a:gd name="T42" fmla="*/ 4 w 7"/>
                    <a:gd name="T43" fmla="*/ 2 h 16"/>
                    <a:gd name="T44" fmla="*/ 6 w 7"/>
                    <a:gd name="T45" fmla="*/ 6 h 16"/>
                    <a:gd name="T46" fmla="*/ 3 w 7"/>
                    <a:gd name="T47" fmla="*/ 7 h 16"/>
                    <a:gd name="T48" fmla="*/ 2 w 7"/>
                    <a:gd name="T49" fmla="*/ 3 h 16"/>
                    <a:gd name="T50" fmla="*/ 3 w 7"/>
                    <a:gd name="T51" fmla="*/ 1 h 16"/>
                    <a:gd name="T52" fmla="*/ 4 w 7"/>
                    <a:gd name="T53" fmla="*/ 1 h 16"/>
                    <a:gd name="T54" fmla="*/ 3 w 7"/>
                    <a:gd name="T55" fmla="*/ 7 h 16"/>
                    <a:gd name="T56" fmla="*/ 4 w 7"/>
                    <a:gd name="T57" fmla="*/ 0 h 16"/>
                    <a:gd name="T58" fmla="*/ 3 w 7"/>
                    <a:gd name="T59" fmla="*/ 0 h 16"/>
                    <a:gd name="T60" fmla="*/ 3 w 7"/>
                    <a:gd name="T61" fmla="*/ 0 h 16"/>
                    <a:gd name="T62" fmla="*/ 1 w 7"/>
                    <a:gd name="T63" fmla="*/ 4 h 16"/>
                    <a:gd name="T64" fmla="*/ 3 w 7"/>
                    <a:gd name="T65" fmla="*/ 16 h 16"/>
                    <a:gd name="T66" fmla="*/ 4 w 7"/>
                    <a:gd name="T67" fmla="*/ 16 h 16"/>
                    <a:gd name="T68" fmla="*/ 7 w 7"/>
                    <a:gd name="T69" fmla="*/ 12 h 16"/>
                    <a:gd name="T70" fmla="*/ 4 w 7"/>
                    <a:gd name="T71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" h="16">
                      <a:moveTo>
                        <a:pt x="4" y="15"/>
                      </a:move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4" y="15"/>
                        <a:pt x="3" y="15"/>
                        <a:pt x="3" y="14"/>
                      </a:cubicBezTo>
                      <a:cubicBezTo>
                        <a:pt x="2" y="14"/>
                        <a:pt x="2" y="13"/>
                        <a:pt x="2" y="12"/>
                      </a:cubicBezTo>
                      <a:cubicBezTo>
                        <a:pt x="3" y="10"/>
                        <a:pt x="3" y="10"/>
                        <a:pt x="3" y="10"/>
                      </a:cubicBez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4" y="15"/>
                        <a:pt x="4" y="15"/>
                        <a:pt x="4" y="15"/>
                      </a:cubicBezTo>
                      <a:moveTo>
                        <a:pt x="6" y="11"/>
                      </a:moveTo>
                      <a:cubicBezTo>
                        <a:pt x="6" y="13"/>
                        <a:pt x="5" y="14"/>
                        <a:pt x="5" y="15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6" y="9"/>
                        <a:pt x="6" y="9"/>
                        <a:pt x="6" y="9"/>
                      </a:cubicBezTo>
                      <a:cubicBezTo>
                        <a:pt x="6" y="10"/>
                        <a:pt x="6" y="10"/>
                        <a:pt x="6" y="11"/>
                      </a:cubicBezTo>
                      <a:moveTo>
                        <a:pt x="2" y="11"/>
                      </a:moveTo>
                      <a:cubicBezTo>
                        <a:pt x="2" y="11"/>
                        <a:pt x="1" y="11"/>
                        <a:pt x="1" y="10"/>
                      </a:cubicBezTo>
                      <a:cubicBezTo>
                        <a:pt x="1" y="9"/>
                        <a:pt x="1" y="7"/>
                        <a:pt x="1" y="5"/>
                      </a:cubicBezTo>
                      <a:cubicBezTo>
                        <a:pt x="1" y="5"/>
                        <a:pt x="1" y="4"/>
                        <a:pt x="1" y="4"/>
                      </a:cubicBezTo>
                      <a:cubicBezTo>
                        <a:pt x="3" y="8"/>
                        <a:pt x="3" y="8"/>
                        <a:pt x="3" y="8"/>
                      </a:cubicBezTo>
                      <a:lnTo>
                        <a:pt x="2" y="11"/>
                      </a:lnTo>
                      <a:close/>
                      <a:moveTo>
                        <a:pt x="6" y="6"/>
                      </a:moveTo>
                      <a:cubicBezTo>
                        <a:pt x="6" y="7"/>
                        <a:pt x="6" y="8"/>
                        <a:pt x="6" y="9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6" y="4"/>
                        <a:pt x="6" y="6"/>
                      </a:cubicBezTo>
                      <a:moveTo>
                        <a:pt x="3" y="7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1"/>
                        <a:pt x="3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lnTo>
                        <a:pt x="3" y="7"/>
                      </a:lnTo>
                      <a:close/>
                      <a:moveTo>
                        <a:pt x="4" y="0"/>
                      </a:moveTo>
                      <a:cubicBezTo>
                        <a:pt x="4" y="0"/>
                        <a:pt x="4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1" y="1"/>
                        <a:pt x="1" y="4"/>
                      </a:cubicBezTo>
                      <a:cubicBezTo>
                        <a:pt x="0" y="9"/>
                        <a:pt x="1" y="14"/>
                        <a:pt x="3" y="16"/>
                      </a:cubicBezTo>
                      <a:cubicBezTo>
                        <a:pt x="3" y="16"/>
                        <a:pt x="4" y="16"/>
                        <a:pt x="4" y="16"/>
                      </a:cubicBezTo>
                      <a:cubicBezTo>
                        <a:pt x="5" y="16"/>
                        <a:pt x="6" y="15"/>
                        <a:pt x="7" y="12"/>
                      </a:cubicBezTo>
                      <a:cubicBezTo>
                        <a:pt x="7" y="7"/>
                        <a:pt x="6" y="2"/>
                        <a:pt x="4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65" name="Freeform 667">
                  <a:extLst>
                    <a:ext uri="{FF2B5EF4-FFF2-40B4-BE49-F238E27FC236}">
                      <a16:creationId xmlns:a16="http://schemas.microsoft.com/office/drawing/2014/main" id="{7F298DFA-7CF1-4F9B-AC5B-38CFF42ACE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3876" y="5340350"/>
                  <a:ext cx="47625" cy="95250"/>
                </a:xfrm>
                <a:custGeom>
                  <a:avLst/>
                  <a:gdLst>
                    <a:gd name="T0" fmla="*/ 12 w 12"/>
                    <a:gd name="T1" fmla="*/ 24 h 24"/>
                    <a:gd name="T2" fmla="*/ 7 w 12"/>
                    <a:gd name="T3" fmla="*/ 4 h 24"/>
                    <a:gd name="T4" fmla="*/ 2 w 12"/>
                    <a:gd name="T5" fmla="*/ 2 h 24"/>
                    <a:gd name="T6" fmla="*/ 1 w 12"/>
                    <a:gd name="T7" fmla="*/ 13 h 24"/>
                    <a:gd name="T8" fmla="*/ 3 w 12"/>
                    <a:gd name="T9" fmla="*/ 6 h 24"/>
                    <a:gd name="T10" fmla="*/ 8 w 12"/>
                    <a:gd name="T11" fmla="*/ 22 h 24"/>
                    <a:gd name="T12" fmla="*/ 10 w 12"/>
                    <a:gd name="T13" fmla="*/ 24 h 24"/>
                    <a:gd name="T14" fmla="*/ 12 w 12"/>
                    <a:gd name="T15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" h="24">
                      <a:moveTo>
                        <a:pt x="12" y="24"/>
                      </a:moveTo>
                      <a:cubicBezTo>
                        <a:pt x="12" y="24"/>
                        <a:pt x="10" y="7"/>
                        <a:pt x="7" y="4"/>
                      </a:cubicBezTo>
                      <a:cubicBezTo>
                        <a:pt x="4" y="0"/>
                        <a:pt x="3" y="2"/>
                        <a:pt x="2" y="2"/>
                      </a:cubicBezTo>
                      <a:cubicBezTo>
                        <a:pt x="1" y="3"/>
                        <a:pt x="0" y="9"/>
                        <a:pt x="1" y="13"/>
                      </a:cubicBezTo>
                      <a:cubicBezTo>
                        <a:pt x="1" y="13"/>
                        <a:pt x="0" y="4"/>
                        <a:pt x="3" y="6"/>
                      </a:cubicBezTo>
                      <a:cubicBezTo>
                        <a:pt x="6" y="7"/>
                        <a:pt x="8" y="22"/>
                        <a:pt x="8" y="22"/>
                      </a:cubicBezTo>
                      <a:cubicBezTo>
                        <a:pt x="8" y="22"/>
                        <a:pt x="8" y="23"/>
                        <a:pt x="10" y="24"/>
                      </a:cubicBezTo>
                      <a:cubicBezTo>
                        <a:pt x="11" y="24"/>
                        <a:pt x="11" y="24"/>
                        <a:pt x="12" y="2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66" name="Freeform 668">
                  <a:extLst>
                    <a:ext uri="{FF2B5EF4-FFF2-40B4-BE49-F238E27FC236}">
                      <a16:creationId xmlns:a16="http://schemas.microsoft.com/office/drawing/2014/main" id="{402E06BA-1A2E-4358-A6C1-25D401B6BD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3876" y="5340350"/>
                  <a:ext cx="47625" cy="95250"/>
                </a:xfrm>
                <a:custGeom>
                  <a:avLst/>
                  <a:gdLst>
                    <a:gd name="T0" fmla="*/ 12 w 12"/>
                    <a:gd name="T1" fmla="*/ 24 h 24"/>
                    <a:gd name="T2" fmla="*/ 7 w 12"/>
                    <a:gd name="T3" fmla="*/ 4 h 24"/>
                    <a:gd name="T4" fmla="*/ 2 w 12"/>
                    <a:gd name="T5" fmla="*/ 2 h 24"/>
                    <a:gd name="T6" fmla="*/ 1 w 12"/>
                    <a:gd name="T7" fmla="*/ 13 h 24"/>
                    <a:gd name="T8" fmla="*/ 3 w 12"/>
                    <a:gd name="T9" fmla="*/ 6 h 24"/>
                    <a:gd name="T10" fmla="*/ 8 w 12"/>
                    <a:gd name="T11" fmla="*/ 22 h 24"/>
                    <a:gd name="T12" fmla="*/ 10 w 12"/>
                    <a:gd name="T13" fmla="*/ 24 h 24"/>
                    <a:gd name="T14" fmla="*/ 12 w 12"/>
                    <a:gd name="T15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" h="24">
                      <a:moveTo>
                        <a:pt x="12" y="24"/>
                      </a:moveTo>
                      <a:cubicBezTo>
                        <a:pt x="12" y="24"/>
                        <a:pt x="10" y="7"/>
                        <a:pt x="7" y="4"/>
                      </a:cubicBezTo>
                      <a:cubicBezTo>
                        <a:pt x="4" y="0"/>
                        <a:pt x="3" y="2"/>
                        <a:pt x="2" y="2"/>
                      </a:cubicBezTo>
                      <a:cubicBezTo>
                        <a:pt x="1" y="3"/>
                        <a:pt x="0" y="9"/>
                        <a:pt x="1" y="13"/>
                      </a:cubicBezTo>
                      <a:cubicBezTo>
                        <a:pt x="1" y="13"/>
                        <a:pt x="0" y="4"/>
                        <a:pt x="3" y="6"/>
                      </a:cubicBezTo>
                      <a:cubicBezTo>
                        <a:pt x="6" y="7"/>
                        <a:pt x="8" y="22"/>
                        <a:pt x="8" y="22"/>
                      </a:cubicBezTo>
                      <a:cubicBezTo>
                        <a:pt x="8" y="22"/>
                        <a:pt x="8" y="23"/>
                        <a:pt x="10" y="24"/>
                      </a:cubicBezTo>
                      <a:cubicBezTo>
                        <a:pt x="11" y="24"/>
                        <a:pt x="11" y="24"/>
                        <a:pt x="12" y="24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67" name="Freeform 669">
                  <a:extLst>
                    <a:ext uri="{FF2B5EF4-FFF2-40B4-BE49-F238E27FC236}">
                      <a16:creationId xmlns:a16="http://schemas.microsoft.com/office/drawing/2014/main" id="{AE9C4ACA-F987-49F6-A3D7-C20FD05ABC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801" y="5419725"/>
                  <a:ext cx="52388" cy="36513"/>
                </a:xfrm>
                <a:custGeom>
                  <a:avLst/>
                  <a:gdLst>
                    <a:gd name="T0" fmla="*/ 33 w 33"/>
                    <a:gd name="T1" fmla="*/ 13 h 23"/>
                    <a:gd name="T2" fmla="*/ 33 w 33"/>
                    <a:gd name="T3" fmla="*/ 23 h 23"/>
                    <a:gd name="T4" fmla="*/ 0 w 33"/>
                    <a:gd name="T5" fmla="*/ 8 h 23"/>
                    <a:gd name="T6" fmla="*/ 0 w 33"/>
                    <a:gd name="T7" fmla="*/ 0 h 23"/>
                    <a:gd name="T8" fmla="*/ 33 w 33"/>
                    <a:gd name="T9" fmla="*/ 1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" h="23">
                      <a:moveTo>
                        <a:pt x="33" y="13"/>
                      </a:moveTo>
                      <a:lnTo>
                        <a:pt x="33" y="23"/>
                      </a:lnTo>
                      <a:lnTo>
                        <a:pt x="0" y="8"/>
                      </a:lnTo>
                      <a:lnTo>
                        <a:pt x="0" y="0"/>
                      </a:lnTo>
                      <a:lnTo>
                        <a:pt x="33" y="13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68" name="Freeform 670">
                  <a:extLst>
                    <a:ext uri="{FF2B5EF4-FFF2-40B4-BE49-F238E27FC236}">
                      <a16:creationId xmlns:a16="http://schemas.microsoft.com/office/drawing/2014/main" id="{F92381C8-7447-41B4-9A5F-34594BA0C3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801" y="5300663"/>
                  <a:ext cx="23813" cy="15875"/>
                </a:xfrm>
                <a:custGeom>
                  <a:avLst/>
                  <a:gdLst>
                    <a:gd name="T0" fmla="*/ 6 w 6"/>
                    <a:gd name="T1" fmla="*/ 3 h 4"/>
                    <a:gd name="T2" fmla="*/ 6 w 6"/>
                    <a:gd name="T3" fmla="*/ 4 h 4"/>
                    <a:gd name="T4" fmla="*/ 1 w 6"/>
                    <a:gd name="T5" fmla="*/ 1 h 4"/>
                    <a:gd name="T6" fmla="*/ 0 w 6"/>
                    <a:gd name="T7" fmla="*/ 1 h 4"/>
                    <a:gd name="T8" fmla="*/ 1 w 6"/>
                    <a:gd name="T9" fmla="*/ 0 h 4"/>
                    <a:gd name="T10" fmla="*/ 5 w 6"/>
                    <a:gd name="T11" fmla="*/ 3 h 4"/>
                    <a:gd name="T12" fmla="*/ 6 w 6"/>
                    <a:gd name="T13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" h="4">
                      <a:moveTo>
                        <a:pt x="6" y="3"/>
                      </a:move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6" y="3"/>
                        <a:pt x="6" y="3"/>
                        <a:pt x="6" y="3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69" name="Freeform 671">
                  <a:extLst>
                    <a:ext uri="{FF2B5EF4-FFF2-40B4-BE49-F238E27FC236}">
                      <a16:creationId xmlns:a16="http://schemas.microsoft.com/office/drawing/2014/main" id="{79178C84-AB0A-40F5-AB1A-9338802465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801" y="5300663"/>
                  <a:ext cx="23813" cy="15875"/>
                </a:xfrm>
                <a:custGeom>
                  <a:avLst/>
                  <a:gdLst>
                    <a:gd name="T0" fmla="*/ 6 w 6"/>
                    <a:gd name="T1" fmla="*/ 3 h 4"/>
                    <a:gd name="T2" fmla="*/ 6 w 6"/>
                    <a:gd name="T3" fmla="*/ 4 h 4"/>
                    <a:gd name="T4" fmla="*/ 1 w 6"/>
                    <a:gd name="T5" fmla="*/ 1 h 4"/>
                    <a:gd name="T6" fmla="*/ 0 w 6"/>
                    <a:gd name="T7" fmla="*/ 1 h 4"/>
                    <a:gd name="T8" fmla="*/ 1 w 6"/>
                    <a:gd name="T9" fmla="*/ 0 h 4"/>
                    <a:gd name="T10" fmla="*/ 5 w 6"/>
                    <a:gd name="T11" fmla="*/ 3 h 4"/>
                    <a:gd name="T12" fmla="*/ 6 w 6"/>
                    <a:gd name="T13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" h="4">
                      <a:moveTo>
                        <a:pt x="6" y="3"/>
                      </a:move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6" y="3"/>
                        <a:pt x="6" y="3"/>
                        <a:pt x="6" y="3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70" name="Freeform 672">
                  <a:extLst>
                    <a:ext uri="{FF2B5EF4-FFF2-40B4-BE49-F238E27FC236}">
                      <a16:creationId xmlns:a16="http://schemas.microsoft.com/office/drawing/2014/main" id="{E0174BCA-3159-4661-9B3B-9368B4F13E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013" y="5424488"/>
                  <a:ext cx="82550" cy="23813"/>
                </a:xfrm>
                <a:custGeom>
                  <a:avLst/>
                  <a:gdLst>
                    <a:gd name="T0" fmla="*/ 52 w 52"/>
                    <a:gd name="T1" fmla="*/ 0 h 15"/>
                    <a:gd name="T2" fmla="*/ 52 w 52"/>
                    <a:gd name="T3" fmla="*/ 12 h 15"/>
                    <a:gd name="T4" fmla="*/ 0 w 52"/>
                    <a:gd name="T5" fmla="*/ 15 h 15"/>
                    <a:gd name="T6" fmla="*/ 0 w 52"/>
                    <a:gd name="T7" fmla="*/ 2 h 15"/>
                    <a:gd name="T8" fmla="*/ 52 w 52"/>
                    <a:gd name="T9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" h="15">
                      <a:moveTo>
                        <a:pt x="52" y="0"/>
                      </a:moveTo>
                      <a:lnTo>
                        <a:pt x="52" y="12"/>
                      </a:lnTo>
                      <a:lnTo>
                        <a:pt x="0" y="15"/>
                      </a:lnTo>
                      <a:lnTo>
                        <a:pt x="0" y="2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71" name="Freeform 673">
                  <a:extLst>
                    <a:ext uri="{FF2B5EF4-FFF2-40B4-BE49-F238E27FC236}">
                      <a16:creationId xmlns:a16="http://schemas.microsoft.com/office/drawing/2014/main" id="{10A42E91-2B20-4ACF-8AF2-23855CC125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0563" y="5387975"/>
                  <a:ext cx="155575" cy="31750"/>
                </a:xfrm>
                <a:custGeom>
                  <a:avLst/>
                  <a:gdLst>
                    <a:gd name="T0" fmla="*/ 39 w 39"/>
                    <a:gd name="T1" fmla="*/ 1 h 8"/>
                    <a:gd name="T2" fmla="*/ 33 w 39"/>
                    <a:gd name="T3" fmla="*/ 6 h 8"/>
                    <a:gd name="T4" fmla="*/ 7 w 39"/>
                    <a:gd name="T5" fmla="*/ 7 h 8"/>
                    <a:gd name="T6" fmla="*/ 1 w 39"/>
                    <a:gd name="T7" fmla="*/ 3 h 8"/>
                    <a:gd name="T8" fmla="*/ 3 w 39"/>
                    <a:gd name="T9" fmla="*/ 2 h 8"/>
                    <a:gd name="T10" fmla="*/ 37 w 39"/>
                    <a:gd name="T11" fmla="*/ 0 h 8"/>
                    <a:gd name="T12" fmla="*/ 39 w 39"/>
                    <a:gd name="T13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9" h="8">
                      <a:moveTo>
                        <a:pt x="39" y="1"/>
                      </a:moveTo>
                      <a:cubicBezTo>
                        <a:pt x="39" y="1"/>
                        <a:pt x="39" y="5"/>
                        <a:pt x="33" y="6"/>
                      </a:cubicBezTo>
                      <a:cubicBezTo>
                        <a:pt x="33" y="6"/>
                        <a:pt x="15" y="8"/>
                        <a:pt x="7" y="7"/>
                      </a:cubicBezTo>
                      <a:cubicBezTo>
                        <a:pt x="7" y="7"/>
                        <a:pt x="2" y="6"/>
                        <a:pt x="1" y="3"/>
                      </a:cubicBezTo>
                      <a:cubicBezTo>
                        <a:pt x="1" y="3"/>
                        <a:pt x="0" y="2"/>
                        <a:pt x="3" y="2"/>
                      </a:cubicBezTo>
                      <a:cubicBezTo>
                        <a:pt x="3" y="2"/>
                        <a:pt x="30" y="1"/>
                        <a:pt x="37" y="0"/>
                      </a:cubicBezTo>
                      <a:cubicBezTo>
                        <a:pt x="37" y="0"/>
                        <a:pt x="38" y="0"/>
                        <a:pt x="39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72" name="Freeform 674">
                  <a:extLst>
                    <a:ext uri="{FF2B5EF4-FFF2-40B4-BE49-F238E27FC236}">
                      <a16:creationId xmlns:a16="http://schemas.microsoft.com/office/drawing/2014/main" id="{77024DE0-D758-4430-B02F-DF0EF2D74A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0563" y="5387975"/>
                  <a:ext cx="155575" cy="31750"/>
                </a:xfrm>
                <a:custGeom>
                  <a:avLst/>
                  <a:gdLst>
                    <a:gd name="T0" fmla="*/ 39 w 39"/>
                    <a:gd name="T1" fmla="*/ 1 h 8"/>
                    <a:gd name="T2" fmla="*/ 33 w 39"/>
                    <a:gd name="T3" fmla="*/ 6 h 8"/>
                    <a:gd name="T4" fmla="*/ 7 w 39"/>
                    <a:gd name="T5" fmla="*/ 7 h 8"/>
                    <a:gd name="T6" fmla="*/ 1 w 39"/>
                    <a:gd name="T7" fmla="*/ 3 h 8"/>
                    <a:gd name="T8" fmla="*/ 3 w 39"/>
                    <a:gd name="T9" fmla="*/ 2 h 8"/>
                    <a:gd name="T10" fmla="*/ 37 w 39"/>
                    <a:gd name="T11" fmla="*/ 0 h 8"/>
                    <a:gd name="T12" fmla="*/ 39 w 39"/>
                    <a:gd name="T13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9" h="8">
                      <a:moveTo>
                        <a:pt x="39" y="1"/>
                      </a:moveTo>
                      <a:cubicBezTo>
                        <a:pt x="39" y="1"/>
                        <a:pt x="39" y="5"/>
                        <a:pt x="33" y="6"/>
                      </a:cubicBezTo>
                      <a:cubicBezTo>
                        <a:pt x="33" y="6"/>
                        <a:pt x="15" y="8"/>
                        <a:pt x="7" y="7"/>
                      </a:cubicBezTo>
                      <a:cubicBezTo>
                        <a:pt x="7" y="7"/>
                        <a:pt x="2" y="6"/>
                        <a:pt x="1" y="3"/>
                      </a:cubicBezTo>
                      <a:cubicBezTo>
                        <a:pt x="1" y="3"/>
                        <a:pt x="0" y="2"/>
                        <a:pt x="3" y="2"/>
                      </a:cubicBezTo>
                      <a:cubicBezTo>
                        <a:pt x="3" y="2"/>
                        <a:pt x="30" y="1"/>
                        <a:pt x="37" y="0"/>
                      </a:cubicBezTo>
                      <a:cubicBezTo>
                        <a:pt x="37" y="0"/>
                        <a:pt x="38" y="0"/>
                        <a:pt x="39" y="1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73" name="Freeform 675">
                  <a:extLst>
                    <a:ext uri="{FF2B5EF4-FFF2-40B4-BE49-F238E27FC236}">
                      <a16:creationId xmlns:a16="http://schemas.microsoft.com/office/drawing/2014/main" id="{0FA270EA-72BF-4267-9F21-D6B6D6ABD5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1676" y="5392738"/>
                  <a:ext cx="139700" cy="7938"/>
                </a:xfrm>
                <a:custGeom>
                  <a:avLst/>
                  <a:gdLst>
                    <a:gd name="T0" fmla="*/ 34 w 35"/>
                    <a:gd name="T1" fmla="*/ 0 h 2"/>
                    <a:gd name="T2" fmla="*/ 0 w 35"/>
                    <a:gd name="T3" fmla="*/ 1 h 2"/>
                    <a:gd name="T4" fmla="*/ 2 w 35"/>
                    <a:gd name="T5" fmla="*/ 2 h 2"/>
                    <a:gd name="T6" fmla="*/ 33 w 35"/>
                    <a:gd name="T7" fmla="*/ 1 h 2"/>
                    <a:gd name="T8" fmla="*/ 34 w 35"/>
                    <a:gd name="T9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2">
                      <a:moveTo>
                        <a:pt x="34" y="0"/>
                      </a:moveTo>
                      <a:cubicBezTo>
                        <a:pt x="34" y="0"/>
                        <a:pt x="8" y="2"/>
                        <a:pt x="0" y="1"/>
                      </a:cubicBezTo>
                      <a:cubicBezTo>
                        <a:pt x="0" y="1"/>
                        <a:pt x="1" y="2"/>
                        <a:pt x="2" y="2"/>
                      </a:cubicBezTo>
                      <a:cubicBezTo>
                        <a:pt x="8" y="2"/>
                        <a:pt x="24" y="2"/>
                        <a:pt x="33" y="1"/>
                      </a:cubicBezTo>
                      <a:cubicBezTo>
                        <a:pt x="33" y="1"/>
                        <a:pt x="35" y="0"/>
                        <a:pt x="34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74" name="Freeform 676">
                  <a:extLst>
                    <a:ext uri="{FF2B5EF4-FFF2-40B4-BE49-F238E27FC236}">
                      <a16:creationId xmlns:a16="http://schemas.microsoft.com/office/drawing/2014/main" id="{E4344011-FDF4-4792-8324-628C2F6628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1676" y="5392738"/>
                  <a:ext cx="139700" cy="7938"/>
                </a:xfrm>
                <a:custGeom>
                  <a:avLst/>
                  <a:gdLst>
                    <a:gd name="T0" fmla="*/ 34 w 35"/>
                    <a:gd name="T1" fmla="*/ 0 h 2"/>
                    <a:gd name="T2" fmla="*/ 0 w 35"/>
                    <a:gd name="T3" fmla="*/ 1 h 2"/>
                    <a:gd name="T4" fmla="*/ 2 w 35"/>
                    <a:gd name="T5" fmla="*/ 2 h 2"/>
                    <a:gd name="T6" fmla="*/ 33 w 35"/>
                    <a:gd name="T7" fmla="*/ 1 h 2"/>
                    <a:gd name="T8" fmla="*/ 34 w 35"/>
                    <a:gd name="T9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2">
                      <a:moveTo>
                        <a:pt x="34" y="0"/>
                      </a:moveTo>
                      <a:cubicBezTo>
                        <a:pt x="34" y="0"/>
                        <a:pt x="8" y="2"/>
                        <a:pt x="0" y="1"/>
                      </a:cubicBezTo>
                      <a:cubicBezTo>
                        <a:pt x="0" y="1"/>
                        <a:pt x="1" y="2"/>
                        <a:pt x="2" y="2"/>
                      </a:cubicBezTo>
                      <a:cubicBezTo>
                        <a:pt x="8" y="2"/>
                        <a:pt x="24" y="2"/>
                        <a:pt x="33" y="1"/>
                      </a:cubicBezTo>
                      <a:cubicBezTo>
                        <a:pt x="33" y="1"/>
                        <a:pt x="35" y="0"/>
                        <a:pt x="34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75" name="Freeform 677">
                  <a:extLst>
                    <a:ext uri="{FF2B5EF4-FFF2-40B4-BE49-F238E27FC236}">
                      <a16:creationId xmlns:a16="http://schemas.microsoft.com/office/drawing/2014/main" id="{1421FFD0-580D-43DB-B591-AD8E80F3C7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7551" y="5400675"/>
                  <a:ext cx="115888" cy="7938"/>
                </a:xfrm>
                <a:custGeom>
                  <a:avLst/>
                  <a:gdLst>
                    <a:gd name="T0" fmla="*/ 28 w 29"/>
                    <a:gd name="T1" fmla="*/ 0 h 2"/>
                    <a:gd name="T2" fmla="*/ 0 w 29"/>
                    <a:gd name="T3" fmla="*/ 1 h 2"/>
                    <a:gd name="T4" fmla="*/ 2 w 29"/>
                    <a:gd name="T5" fmla="*/ 2 h 2"/>
                    <a:gd name="T6" fmla="*/ 27 w 29"/>
                    <a:gd name="T7" fmla="*/ 1 h 2"/>
                    <a:gd name="T8" fmla="*/ 28 w 29"/>
                    <a:gd name="T9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2">
                      <a:moveTo>
                        <a:pt x="28" y="0"/>
                      </a:moveTo>
                      <a:cubicBezTo>
                        <a:pt x="28" y="0"/>
                        <a:pt x="7" y="1"/>
                        <a:pt x="0" y="1"/>
                      </a:cubicBezTo>
                      <a:cubicBezTo>
                        <a:pt x="0" y="1"/>
                        <a:pt x="1" y="2"/>
                        <a:pt x="2" y="2"/>
                      </a:cubicBezTo>
                      <a:cubicBezTo>
                        <a:pt x="7" y="2"/>
                        <a:pt x="19" y="2"/>
                        <a:pt x="27" y="1"/>
                      </a:cubicBezTo>
                      <a:cubicBezTo>
                        <a:pt x="27" y="1"/>
                        <a:pt x="29" y="0"/>
                        <a:pt x="28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76" name="Freeform 678">
                  <a:extLst>
                    <a:ext uri="{FF2B5EF4-FFF2-40B4-BE49-F238E27FC236}">
                      <a16:creationId xmlns:a16="http://schemas.microsoft.com/office/drawing/2014/main" id="{1E03A272-2F6E-4DD2-BD3D-9F79794096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7551" y="5400675"/>
                  <a:ext cx="115888" cy="7938"/>
                </a:xfrm>
                <a:custGeom>
                  <a:avLst/>
                  <a:gdLst>
                    <a:gd name="T0" fmla="*/ 28 w 29"/>
                    <a:gd name="T1" fmla="*/ 0 h 2"/>
                    <a:gd name="T2" fmla="*/ 0 w 29"/>
                    <a:gd name="T3" fmla="*/ 1 h 2"/>
                    <a:gd name="T4" fmla="*/ 2 w 29"/>
                    <a:gd name="T5" fmla="*/ 2 h 2"/>
                    <a:gd name="T6" fmla="*/ 27 w 29"/>
                    <a:gd name="T7" fmla="*/ 1 h 2"/>
                    <a:gd name="T8" fmla="*/ 28 w 29"/>
                    <a:gd name="T9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2">
                      <a:moveTo>
                        <a:pt x="28" y="0"/>
                      </a:moveTo>
                      <a:cubicBezTo>
                        <a:pt x="28" y="0"/>
                        <a:pt x="7" y="1"/>
                        <a:pt x="0" y="1"/>
                      </a:cubicBezTo>
                      <a:cubicBezTo>
                        <a:pt x="0" y="1"/>
                        <a:pt x="1" y="2"/>
                        <a:pt x="2" y="2"/>
                      </a:cubicBezTo>
                      <a:cubicBezTo>
                        <a:pt x="7" y="2"/>
                        <a:pt x="19" y="2"/>
                        <a:pt x="27" y="1"/>
                      </a:cubicBezTo>
                      <a:cubicBezTo>
                        <a:pt x="27" y="1"/>
                        <a:pt x="29" y="0"/>
                        <a:pt x="28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77" name="Freeform 679">
                  <a:extLst>
                    <a:ext uri="{FF2B5EF4-FFF2-40B4-BE49-F238E27FC236}">
                      <a16:creationId xmlns:a16="http://schemas.microsoft.com/office/drawing/2014/main" id="{B525B4D9-72D9-4EF9-9FDA-F8A9467778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013" y="5408613"/>
                  <a:ext cx="87313" cy="3175"/>
                </a:xfrm>
                <a:custGeom>
                  <a:avLst/>
                  <a:gdLst>
                    <a:gd name="T0" fmla="*/ 21 w 22"/>
                    <a:gd name="T1" fmla="*/ 0 h 1"/>
                    <a:gd name="T2" fmla="*/ 0 w 22"/>
                    <a:gd name="T3" fmla="*/ 1 h 1"/>
                    <a:gd name="T4" fmla="*/ 1 w 22"/>
                    <a:gd name="T5" fmla="*/ 1 h 1"/>
                    <a:gd name="T6" fmla="*/ 20 w 22"/>
                    <a:gd name="T7" fmla="*/ 0 h 1"/>
                    <a:gd name="T8" fmla="*/ 21 w 22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1">
                      <a:moveTo>
                        <a:pt x="21" y="0"/>
                      </a:moveTo>
                      <a:cubicBezTo>
                        <a:pt x="21" y="0"/>
                        <a:pt x="5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5" y="1"/>
                        <a:pt x="15" y="1"/>
                        <a:pt x="20" y="0"/>
                      </a:cubicBezTo>
                      <a:cubicBezTo>
                        <a:pt x="20" y="0"/>
                        <a:pt x="22" y="0"/>
                        <a:pt x="21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78" name="Freeform 680">
                  <a:extLst>
                    <a:ext uri="{FF2B5EF4-FFF2-40B4-BE49-F238E27FC236}">
                      <a16:creationId xmlns:a16="http://schemas.microsoft.com/office/drawing/2014/main" id="{CEDE9B94-8630-4DE8-818D-D7000370C1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013" y="5408613"/>
                  <a:ext cx="87313" cy="3175"/>
                </a:xfrm>
                <a:custGeom>
                  <a:avLst/>
                  <a:gdLst>
                    <a:gd name="T0" fmla="*/ 21 w 22"/>
                    <a:gd name="T1" fmla="*/ 0 h 1"/>
                    <a:gd name="T2" fmla="*/ 0 w 22"/>
                    <a:gd name="T3" fmla="*/ 1 h 1"/>
                    <a:gd name="T4" fmla="*/ 1 w 22"/>
                    <a:gd name="T5" fmla="*/ 1 h 1"/>
                    <a:gd name="T6" fmla="*/ 20 w 22"/>
                    <a:gd name="T7" fmla="*/ 0 h 1"/>
                    <a:gd name="T8" fmla="*/ 21 w 22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1">
                      <a:moveTo>
                        <a:pt x="21" y="0"/>
                      </a:moveTo>
                      <a:cubicBezTo>
                        <a:pt x="21" y="0"/>
                        <a:pt x="5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5" y="1"/>
                        <a:pt x="15" y="1"/>
                        <a:pt x="20" y="0"/>
                      </a:cubicBezTo>
                      <a:cubicBezTo>
                        <a:pt x="20" y="0"/>
                        <a:pt x="22" y="0"/>
                        <a:pt x="21" y="0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79" name="Freeform 681">
                  <a:extLst>
                    <a:ext uri="{FF2B5EF4-FFF2-40B4-BE49-F238E27FC236}">
                      <a16:creationId xmlns:a16="http://schemas.microsoft.com/office/drawing/2014/main" id="{73A5DC9F-1DF8-4964-9986-DE20C20274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57563" y="5329238"/>
                  <a:ext cx="47625" cy="55563"/>
                </a:xfrm>
                <a:custGeom>
                  <a:avLst/>
                  <a:gdLst>
                    <a:gd name="T0" fmla="*/ 4 w 12"/>
                    <a:gd name="T1" fmla="*/ 7 h 14"/>
                    <a:gd name="T2" fmla="*/ 9 w 12"/>
                    <a:gd name="T3" fmla="*/ 3 h 14"/>
                    <a:gd name="T4" fmla="*/ 9 w 12"/>
                    <a:gd name="T5" fmla="*/ 10 h 14"/>
                    <a:gd name="T6" fmla="*/ 1 w 12"/>
                    <a:gd name="T7" fmla="*/ 11 h 14"/>
                    <a:gd name="T8" fmla="*/ 3 w 12"/>
                    <a:gd name="T9" fmla="*/ 7 h 14"/>
                    <a:gd name="T10" fmla="*/ 4 w 12"/>
                    <a:gd name="T11" fmla="*/ 7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" h="14">
                      <a:moveTo>
                        <a:pt x="4" y="7"/>
                      </a:moveTo>
                      <a:cubicBezTo>
                        <a:pt x="4" y="7"/>
                        <a:pt x="6" y="0"/>
                        <a:pt x="9" y="3"/>
                      </a:cubicBezTo>
                      <a:cubicBezTo>
                        <a:pt x="9" y="3"/>
                        <a:pt x="12" y="9"/>
                        <a:pt x="9" y="10"/>
                      </a:cubicBezTo>
                      <a:cubicBezTo>
                        <a:pt x="9" y="10"/>
                        <a:pt x="2" y="14"/>
                        <a:pt x="1" y="11"/>
                      </a:cubicBezTo>
                      <a:cubicBezTo>
                        <a:pt x="1" y="11"/>
                        <a:pt x="0" y="8"/>
                        <a:pt x="3" y="7"/>
                      </a:cubicBezTo>
                      <a:cubicBezTo>
                        <a:pt x="3" y="7"/>
                        <a:pt x="4" y="7"/>
                        <a:pt x="4" y="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80" name="Freeform 682">
                  <a:extLst>
                    <a:ext uri="{FF2B5EF4-FFF2-40B4-BE49-F238E27FC236}">
                      <a16:creationId xmlns:a16="http://schemas.microsoft.com/office/drawing/2014/main" id="{D689A2B8-A12E-4703-A423-3A64F932EA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57563" y="5329238"/>
                  <a:ext cx="47625" cy="55563"/>
                </a:xfrm>
                <a:custGeom>
                  <a:avLst/>
                  <a:gdLst>
                    <a:gd name="T0" fmla="*/ 4 w 12"/>
                    <a:gd name="T1" fmla="*/ 7 h 14"/>
                    <a:gd name="T2" fmla="*/ 9 w 12"/>
                    <a:gd name="T3" fmla="*/ 3 h 14"/>
                    <a:gd name="T4" fmla="*/ 9 w 12"/>
                    <a:gd name="T5" fmla="*/ 10 h 14"/>
                    <a:gd name="T6" fmla="*/ 1 w 12"/>
                    <a:gd name="T7" fmla="*/ 11 h 14"/>
                    <a:gd name="T8" fmla="*/ 3 w 12"/>
                    <a:gd name="T9" fmla="*/ 7 h 14"/>
                    <a:gd name="T10" fmla="*/ 4 w 12"/>
                    <a:gd name="T11" fmla="*/ 7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" h="14">
                      <a:moveTo>
                        <a:pt x="4" y="7"/>
                      </a:moveTo>
                      <a:cubicBezTo>
                        <a:pt x="4" y="7"/>
                        <a:pt x="6" y="0"/>
                        <a:pt x="9" y="3"/>
                      </a:cubicBezTo>
                      <a:cubicBezTo>
                        <a:pt x="9" y="3"/>
                        <a:pt x="12" y="9"/>
                        <a:pt x="9" y="10"/>
                      </a:cubicBezTo>
                      <a:cubicBezTo>
                        <a:pt x="9" y="10"/>
                        <a:pt x="2" y="14"/>
                        <a:pt x="1" y="11"/>
                      </a:cubicBezTo>
                      <a:cubicBezTo>
                        <a:pt x="1" y="11"/>
                        <a:pt x="0" y="8"/>
                        <a:pt x="3" y="7"/>
                      </a:cubicBezTo>
                      <a:cubicBezTo>
                        <a:pt x="3" y="7"/>
                        <a:pt x="4" y="7"/>
                        <a:pt x="4" y="7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81" name="Freeform 683">
                  <a:extLst>
                    <a:ext uri="{FF2B5EF4-FFF2-40B4-BE49-F238E27FC236}">
                      <a16:creationId xmlns:a16="http://schemas.microsoft.com/office/drawing/2014/main" id="{37645536-8F52-4B45-A947-DC5BE33D06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2938" y="5337175"/>
                  <a:ext cx="74613" cy="47625"/>
                </a:xfrm>
                <a:custGeom>
                  <a:avLst/>
                  <a:gdLst>
                    <a:gd name="T0" fmla="*/ 11 w 19"/>
                    <a:gd name="T1" fmla="*/ 6 h 12"/>
                    <a:gd name="T2" fmla="*/ 0 w 19"/>
                    <a:gd name="T3" fmla="*/ 4 h 12"/>
                    <a:gd name="T4" fmla="*/ 4 w 19"/>
                    <a:gd name="T5" fmla="*/ 10 h 12"/>
                    <a:gd name="T6" fmla="*/ 17 w 19"/>
                    <a:gd name="T7" fmla="*/ 12 h 12"/>
                    <a:gd name="T8" fmla="*/ 17 w 19"/>
                    <a:gd name="T9" fmla="*/ 9 h 12"/>
                    <a:gd name="T10" fmla="*/ 14 w 19"/>
                    <a:gd name="T11" fmla="*/ 7 h 12"/>
                    <a:gd name="T12" fmla="*/ 11 w 19"/>
                    <a:gd name="T13" fmla="*/ 6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2">
                      <a:moveTo>
                        <a:pt x="11" y="6"/>
                      </a:moveTo>
                      <a:cubicBezTo>
                        <a:pt x="11" y="6"/>
                        <a:pt x="0" y="0"/>
                        <a:pt x="0" y="4"/>
                      </a:cubicBezTo>
                      <a:cubicBezTo>
                        <a:pt x="0" y="4"/>
                        <a:pt x="1" y="9"/>
                        <a:pt x="4" y="10"/>
                      </a:cubicBezTo>
                      <a:cubicBezTo>
                        <a:pt x="8" y="11"/>
                        <a:pt x="11" y="12"/>
                        <a:pt x="17" y="12"/>
                      </a:cubicBezTo>
                      <a:cubicBezTo>
                        <a:pt x="17" y="12"/>
                        <a:pt x="19" y="11"/>
                        <a:pt x="17" y="9"/>
                      </a:cubicBezTo>
                      <a:cubicBezTo>
                        <a:pt x="17" y="9"/>
                        <a:pt x="17" y="8"/>
                        <a:pt x="14" y="7"/>
                      </a:cubicBezTo>
                      <a:cubicBezTo>
                        <a:pt x="12" y="7"/>
                        <a:pt x="11" y="6"/>
                        <a:pt x="11" y="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82" name="Freeform 684">
                  <a:extLst>
                    <a:ext uri="{FF2B5EF4-FFF2-40B4-BE49-F238E27FC236}">
                      <a16:creationId xmlns:a16="http://schemas.microsoft.com/office/drawing/2014/main" id="{7453913C-C048-46B4-8CE5-58B654FE02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2938" y="5337175"/>
                  <a:ext cx="74613" cy="47625"/>
                </a:xfrm>
                <a:custGeom>
                  <a:avLst/>
                  <a:gdLst>
                    <a:gd name="T0" fmla="*/ 11 w 19"/>
                    <a:gd name="T1" fmla="*/ 6 h 12"/>
                    <a:gd name="T2" fmla="*/ 0 w 19"/>
                    <a:gd name="T3" fmla="*/ 4 h 12"/>
                    <a:gd name="T4" fmla="*/ 4 w 19"/>
                    <a:gd name="T5" fmla="*/ 10 h 12"/>
                    <a:gd name="T6" fmla="*/ 17 w 19"/>
                    <a:gd name="T7" fmla="*/ 12 h 12"/>
                    <a:gd name="T8" fmla="*/ 17 w 19"/>
                    <a:gd name="T9" fmla="*/ 9 h 12"/>
                    <a:gd name="T10" fmla="*/ 14 w 19"/>
                    <a:gd name="T11" fmla="*/ 7 h 12"/>
                    <a:gd name="T12" fmla="*/ 11 w 19"/>
                    <a:gd name="T13" fmla="*/ 6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2">
                      <a:moveTo>
                        <a:pt x="11" y="6"/>
                      </a:moveTo>
                      <a:cubicBezTo>
                        <a:pt x="11" y="6"/>
                        <a:pt x="0" y="0"/>
                        <a:pt x="0" y="4"/>
                      </a:cubicBezTo>
                      <a:cubicBezTo>
                        <a:pt x="0" y="4"/>
                        <a:pt x="1" y="9"/>
                        <a:pt x="4" y="10"/>
                      </a:cubicBezTo>
                      <a:cubicBezTo>
                        <a:pt x="8" y="11"/>
                        <a:pt x="11" y="12"/>
                        <a:pt x="17" y="12"/>
                      </a:cubicBezTo>
                      <a:cubicBezTo>
                        <a:pt x="17" y="12"/>
                        <a:pt x="19" y="11"/>
                        <a:pt x="17" y="9"/>
                      </a:cubicBezTo>
                      <a:cubicBezTo>
                        <a:pt x="17" y="9"/>
                        <a:pt x="17" y="8"/>
                        <a:pt x="14" y="7"/>
                      </a:cubicBezTo>
                      <a:cubicBezTo>
                        <a:pt x="12" y="7"/>
                        <a:pt x="11" y="6"/>
                        <a:pt x="11" y="6"/>
                      </a:cubicBezTo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83" name="Freeform 685">
                  <a:extLst>
                    <a:ext uri="{FF2B5EF4-FFF2-40B4-BE49-F238E27FC236}">
                      <a16:creationId xmlns:a16="http://schemas.microsoft.com/office/drawing/2014/main" id="{6D432683-71F7-49AE-949F-23E61ADD2B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2626" y="5451475"/>
                  <a:ext cx="182563" cy="28575"/>
                </a:xfrm>
                <a:custGeom>
                  <a:avLst/>
                  <a:gdLst>
                    <a:gd name="T0" fmla="*/ 115 w 115"/>
                    <a:gd name="T1" fmla="*/ 0 h 18"/>
                    <a:gd name="T2" fmla="*/ 108 w 115"/>
                    <a:gd name="T3" fmla="*/ 3 h 18"/>
                    <a:gd name="T4" fmla="*/ 0 w 115"/>
                    <a:gd name="T5" fmla="*/ 8 h 18"/>
                    <a:gd name="T6" fmla="*/ 0 w 115"/>
                    <a:gd name="T7" fmla="*/ 18 h 18"/>
                    <a:gd name="T8" fmla="*/ 108 w 115"/>
                    <a:gd name="T9" fmla="*/ 15 h 18"/>
                    <a:gd name="T10" fmla="*/ 115 w 115"/>
                    <a:gd name="T11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5" h="18">
                      <a:moveTo>
                        <a:pt x="115" y="0"/>
                      </a:moveTo>
                      <a:lnTo>
                        <a:pt x="108" y="3"/>
                      </a:lnTo>
                      <a:lnTo>
                        <a:pt x="0" y="8"/>
                      </a:lnTo>
                      <a:lnTo>
                        <a:pt x="0" y="18"/>
                      </a:lnTo>
                      <a:lnTo>
                        <a:pt x="108" y="15"/>
                      </a:lnTo>
                      <a:lnTo>
                        <a:pt x="115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</p:grpSp>
          <p:cxnSp>
            <p:nvCxnSpPr>
              <p:cNvPr id="465" name="Straight Arrow Connector 464">
                <a:extLst>
                  <a:ext uri="{FF2B5EF4-FFF2-40B4-BE49-F238E27FC236}">
                    <a16:creationId xmlns:a16="http://schemas.microsoft.com/office/drawing/2014/main" id="{8513280B-8016-4790-B169-3261BB3BF2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04815" y="2560029"/>
                <a:ext cx="551252" cy="545387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0" name="Group 619">
              <a:extLst>
                <a:ext uri="{FF2B5EF4-FFF2-40B4-BE49-F238E27FC236}">
                  <a16:creationId xmlns:a16="http://schemas.microsoft.com/office/drawing/2014/main" id="{B4710D64-C35B-4302-B392-B8FA650AE8EC}"/>
                </a:ext>
              </a:extLst>
            </p:cNvPr>
            <p:cNvGrpSpPr/>
            <p:nvPr/>
          </p:nvGrpSpPr>
          <p:grpSpPr>
            <a:xfrm>
              <a:off x="4336772" y="3244062"/>
              <a:ext cx="1824605" cy="599883"/>
              <a:chOff x="4336772" y="3244062"/>
              <a:chExt cx="1824605" cy="599883"/>
            </a:xfrm>
          </p:grpSpPr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336E4E82-8631-4130-9C08-F0023CCF1ED9}"/>
                  </a:ext>
                </a:extLst>
              </p:cNvPr>
              <p:cNvSpPr txBox="1"/>
              <p:nvPr/>
            </p:nvSpPr>
            <p:spPr>
              <a:xfrm>
                <a:off x="4336772" y="3517702"/>
                <a:ext cx="1824605" cy="326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95000"/>
                  </a:lnSpc>
                </a:pPr>
                <a:r>
                  <a:rPr lang="en-US" sz="1600" dirty="0"/>
                  <a:t>Storage</a:t>
                </a:r>
              </a:p>
            </p:txBody>
          </p:sp>
          <p:grpSp>
            <p:nvGrpSpPr>
              <p:cNvPr id="384" name="Gruppieren 48">
                <a:extLst>
                  <a:ext uri="{FF2B5EF4-FFF2-40B4-BE49-F238E27FC236}">
                    <a16:creationId xmlns:a16="http://schemas.microsoft.com/office/drawing/2014/main" id="{102BD5A9-F49A-4C10-9753-E66B9FE68E77}"/>
                  </a:ext>
                </a:extLst>
              </p:cNvPr>
              <p:cNvGrpSpPr/>
              <p:nvPr/>
            </p:nvGrpSpPr>
            <p:grpSpPr>
              <a:xfrm>
                <a:off x="4353044" y="3244062"/>
                <a:ext cx="770328" cy="230845"/>
                <a:chOff x="1619672" y="3068960"/>
                <a:chExt cx="5184576" cy="1778249"/>
              </a:xfrm>
              <a:solidFill>
                <a:schemeClr val="accent1"/>
              </a:solidFill>
            </p:grpSpPr>
            <p:sp>
              <p:nvSpPr>
                <p:cNvPr id="385" name="Rectangle 67">
                  <a:extLst>
                    <a:ext uri="{FF2B5EF4-FFF2-40B4-BE49-F238E27FC236}">
                      <a16:creationId xmlns:a16="http://schemas.microsoft.com/office/drawing/2014/main" id="{6BAA1C13-D0E1-46CA-AFC5-1E9A294639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1479" y="3424612"/>
                  <a:ext cx="2236641" cy="1066950"/>
                </a:xfrm>
                <a:prstGeom prst="rect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86" name="Freeform 68">
                  <a:extLst>
                    <a:ext uri="{FF2B5EF4-FFF2-40B4-BE49-F238E27FC236}">
                      <a16:creationId xmlns:a16="http://schemas.microsoft.com/office/drawing/2014/main" id="{14931A01-BCE2-40DF-A643-A7DE144070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4860" y="3132187"/>
                  <a:ext cx="276619" cy="1359371"/>
                </a:xfrm>
                <a:custGeom>
                  <a:avLst/>
                  <a:gdLst>
                    <a:gd name="T0" fmla="*/ 35 w 35"/>
                    <a:gd name="T1" fmla="*/ 172 h 172"/>
                    <a:gd name="T2" fmla="*/ 0 w 35"/>
                    <a:gd name="T3" fmla="*/ 127 h 172"/>
                    <a:gd name="T4" fmla="*/ 0 w 35"/>
                    <a:gd name="T5" fmla="*/ 0 h 172"/>
                    <a:gd name="T6" fmla="*/ 35 w 35"/>
                    <a:gd name="T7" fmla="*/ 37 h 172"/>
                    <a:gd name="T8" fmla="*/ 35 w 3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172">
                      <a:moveTo>
                        <a:pt x="35" y="172"/>
                      </a:moveTo>
                      <a:lnTo>
                        <a:pt x="0" y="127"/>
                      </a:lnTo>
                      <a:lnTo>
                        <a:pt x="0" y="0"/>
                      </a:lnTo>
                      <a:lnTo>
                        <a:pt x="35" y="37"/>
                      </a:lnTo>
                      <a:lnTo>
                        <a:pt x="35" y="172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87" name="Freeform 69">
                  <a:extLst>
                    <a:ext uri="{FF2B5EF4-FFF2-40B4-BE49-F238E27FC236}">
                      <a16:creationId xmlns:a16="http://schemas.microsoft.com/office/drawing/2014/main" id="{E6BC7354-32E9-4C3A-BC66-6281934EF8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4860" y="3132187"/>
                  <a:ext cx="2513255" cy="292425"/>
                </a:xfrm>
                <a:custGeom>
                  <a:avLst/>
                  <a:gdLst>
                    <a:gd name="T0" fmla="*/ 318 w 318"/>
                    <a:gd name="T1" fmla="*/ 37 h 37"/>
                    <a:gd name="T2" fmla="*/ 283 w 318"/>
                    <a:gd name="T3" fmla="*/ 0 h 37"/>
                    <a:gd name="T4" fmla="*/ 0 w 318"/>
                    <a:gd name="T5" fmla="*/ 0 h 37"/>
                    <a:gd name="T6" fmla="*/ 35 w 318"/>
                    <a:gd name="T7" fmla="*/ 37 h 37"/>
                    <a:gd name="T8" fmla="*/ 318 w 318"/>
                    <a:gd name="T9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8" h="37">
                      <a:moveTo>
                        <a:pt x="318" y="37"/>
                      </a:moveTo>
                      <a:lnTo>
                        <a:pt x="283" y="0"/>
                      </a:lnTo>
                      <a:lnTo>
                        <a:pt x="0" y="0"/>
                      </a:lnTo>
                      <a:lnTo>
                        <a:pt x="35" y="37"/>
                      </a:lnTo>
                      <a:lnTo>
                        <a:pt x="318" y="37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88" name="Freeform 70">
                  <a:extLst>
                    <a:ext uri="{FF2B5EF4-FFF2-40B4-BE49-F238E27FC236}">
                      <a16:creationId xmlns:a16="http://schemas.microsoft.com/office/drawing/2014/main" id="{4F797941-1D02-4C31-A405-1B2B488EC9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0512" y="3092672"/>
                  <a:ext cx="276619" cy="213392"/>
                </a:xfrm>
                <a:custGeom>
                  <a:avLst/>
                  <a:gdLst>
                    <a:gd name="T0" fmla="*/ 0 w 14"/>
                    <a:gd name="T1" fmla="*/ 0 h 11"/>
                    <a:gd name="T2" fmla="*/ 0 w 14"/>
                    <a:gd name="T3" fmla="*/ 10 h 11"/>
                    <a:gd name="T4" fmla="*/ 0 w 14"/>
                    <a:gd name="T5" fmla="*/ 10 h 11"/>
                    <a:gd name="T6" fmla="*/ 7 w 14"/>
                    <a:gd name="T7" fmla="*/ 11 h 11"/>
                    <a:gd name="T8" fmla="*/ 14 w 14"/>
                    <a:gd name="T9" fmla="*/ 10 h 11"/>
                    <a:gd name="T10" fmla="*/ 14 w 14"/>
                    <a:gd name="T11" fmla="*/ 10 h 11"/>
                    <a:gd name="T12" fmla="*/ 14 w 14"/>
                    <a:gd name="T13" fmla="*/ 0 h 11"/>
                    <a:gd name="T14" fmla="*/ 0 w 14"/>
                    <a:gd name="T15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4" h="11">
                      <a:moveTo>
                        <a:pt x="0" y="0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11"/>
                        <a:pt x="3" y="11"/>
                        <a:pt x="7" y="11"/>
                      </a:cubicBezTo>
                      <a:cubicBezTo>
                        <a:pt x="10" y="11"/>
                        <a:pt x="13" y="11"/>
                        <a:pt x="14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89" name="Oval 71">
                  <a:extLst>
                    <a:ext uri="{FF2B5EF4-FFF2-40B4-BE49-F238E27FC236}">
                      <a16:creationId xmlns:a16="http://schemas.microsoft.com/office/drawing/2014/main" id="{C42B8FD0-CA71-46B6-88E7-8D316C4AEF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30512" y="3068960"/>
                  <a:ext cx="276619" cy="39519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90" name="Freeform 72">
                  <a:extLst>
                    <a:ext uri="{FF2B5EF4-FFF2-40B4-BE49-F238E27FC236}">
                      <a16:creationId xmlns:a16="http://schemas.microsoft.com/office/drawing/2014/main" id="{32B2EC12-1E68-439D-A0C6-A71AC57689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76817" y="3108479"/>
                  <a:ext cx="300326" cy="221293"/>
                </a:xfrm>
                <a:custGeom>
                  <a:avLst/>
                  <a:gdLst>
                    <a:gd name="T0" fmla="*/ 0 w 15"/>
                    <a:gd name="T1" fmla="*/ 0 h 11"/>
                    <a:gd name="T2" fmla="*/ 0 w 15"/>
                    <a:gd name="T3" fmla="*/ 10 h 11"/>
                    <a:gd name="T4" fmla="*/ 0 w 15"/>
                    <a:gd name="T5" fmla="*/ 10 h 11"/>
                    <a:gd name="T6" fmla="*/ 7 w 15"/>
                    <a:gd name="T7" fmla="*/ 11 h 11"/>
                    <a:gd name="T8" fmla="*/ 15 w 15"/>
                    <a:gd name="T9" fmla="*/ 10 h 11"/>
                    <a:gd name="T10" fmla="*/ 15 w 15"/>
                    <a:gd name="T11" fmla="*/ 10 h 11"/>
                    <a:gd name="T12" fmla="*/ 15 w 15"/>
                    <a:gd name="T13" fmla="*/ 0 h 11"/>
                    <a:gd name="T14" fmla="*/ 0 w 15"/>
                    <a:gd name="T15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" h="11">
                      <a:moveTo>
                        <a:pt x="0" y="0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1" y="11"/>
                        <a:pt x="4" y="11"/>
                        <a:pt x="7" y="11"/>
                      </a:cubicBezTo>
                      <a:cubicBezTo>
                        <a:pt x="11" y="11"/>
                        <a:pt x="14" y="11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0"/>
                        <a:pt x="15" y="0"/>
                        <a:pt x="1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91" name="Oval 73">
                  <a:extLst>
                    <a:ext uri="{FF2B5EF4-FFF2-40B4-BE49-F238E27FC236}">
                      <a16:creationId xmlns:a16="http://schemas.microsoft.com/office/drawing/2014/main" id="{32E4EE20-770B-490B-8BA8-7B3F257145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76817" y="3068960"/>
                  <a:ext cx="300326" cy="63227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92" name="Rectangle 76">
                  <a:extLst>
                    <a:ext uri="{FF2B5EF4-FFF2-40B4-BE49-F238E27FC236}">
                      <a16:creationId xmlns:a16="http://schemas.microsoft.com/office/drawing/2014/main" id="{808F6422-6E3E-4C1C-BE0B-EA81C2B4CA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19998" y="3424612"/>
                  <a:ext cx="2212929" cy="1066950"/>
                </a:xfrm>
                <a:prstGeom prst="rect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93" name="Freeform 77">
                  <a:extLst>
                    <a:ext uri="{FF2B5EF4-FFF2-40B4-BE49-F238E27FC236}">
                      <a16:creationId xmlns:a16="http://schemas.microsoft.com/office/drawing/2014/main" id="{61161FF9-36FD-40C8-9129-093DE64957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9672" y="3132187"/>
                  <a:ext cx="300326" cy="1359371"/>
                </a:xfrm>
                <a:custGeom>
                  <a:avLst/>
                  <a:gdLst>
                    <a:gd name="T0" fmla="*/ 38 w 38"/>
                    <a:gd name="T1" fmla="*/ 172 h 172"/>
                    <a:gd name="T2" fmla="*/ 0 w 38"/>
                    <a:gd name="T3" fmla="*/ 127 h 172"/>
                    <a:gd name="T4" fmla="*/ 0 w 38"/>
                    <a:gd name="T5" fmla="*/ 0 h 172"/>
                    <a:gd name="T6" fmla="*/ 38 w 38"/>
                    <a:gd name="T7" fmla="*/ 37 h 172"/>
                    <a:gd name="T8" fmla="*/ 38 w 38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172">
                      <a:moveTo>
                        <a:pt x="38" y="172"/>
                      </a:moveTo>
                      <a:lnTo>
                        <a:pt x="0" y="127"/>
                      </a:lnTo>
                      <a:lnTo>
                        <a:pt x="0" y="0"/>
                      </a:lnTo>
                      <a:lnTo>
                        <a:pt x="38" y="37"/>
                      </a:lnTo>
                      <a:lnTo>
                        <a:pt x="38" y="172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94" name="Freeform 78">
                  <a:extLst>
                    <a:ext uri="{FF2B5EF4-FFF2-40B4-BE49-F238E27FC236}">
                      <a16:creationId xmlns:a16="http://schemas.microsoft.com/office/drawing/2014/main" id="{248D7DBC-9F0C-43CD-B7C6-73DBFC5C42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9672" y="3132187"/>
                  <a:ext cx="2513255" cy="292425"/>
                </a:xfrm>
                <a:custGeom>
                  <a:avLst/>
                  <a:gdLst>
                    <a:gd name="T0" fmla="*/ 318 w 318"/>
                    <a:gd name="T1" fmla="*/ 37 h 37"/>
                    <a:gd name="T2" fmla="*/ 286 w 318"/>
                    <a:gd name="T3" fmla="*/ 0 h 37"/>
                    <a:gd name="T4" fmla="*/ 0 w 318"/>
                    <a:gd name="T5" fmla="*/ 0 h 37"/>
                    <a:gd name="T6" fmla="*/ 38 w 318"/>
                    <a:gd name="T7" fmla="*/ 37 h 37"/>
                    <a:gd name="T8" fmla="*/ 318 w 318"/>
                    <a:gd name="T9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8" h="37">
                      <a:moveTo>
                        <a:pt x="318" y="37"/>
                      </a:moveTo>
                      <a:lnTo>
                        <a:pt x="286" y="0"/>
                      </a:lnTo>
                      <a:lnTo>
                        <a:pt x="0" y="0"/>
                      </a:lnTo>
                      <a:lnTo>
                        <a:pt x="38" y="37"/>
                      </a:lnTo>
                      <a:lnTo>
                        <a:pt x="318" y="37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95" name="Freeform 79">
                  <a:extLst>
                    <a:ext uri="{FF2B5EF4-FFF2-40B4-BE49-F238E27FC236}">
                      <a16:creationId xmlns:a16="http://schemas.microsoft.com/office/drawing/2014/main" id="{B85CD568-920B-4137-8098-5FA5E4F0D4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5324" y="3092672"/>
                  <a:ext cx="300326" cy="213392"/>
                </a:xfrm>
                <a:custGeom>
                  <a:avLst/>
                  <a:gdLst>
                    <a:gd name="T0" fmla="*/ 0 w 15"/>
                    <a:gd name="T1" fmla="*/ 0 h 11"/>
                    <a:gd name="T2" fmla="*/ 0 w 15"/>
                    <a:gd name="T3" fmla="*/ 10 h 11"/>
                    <a:gd name="T4" fmla="*/ 0 w 15"/>
                    <a:gd name="T5" fmla="*/ 10 h 11"/>
                    <a:gd name="T6" fmla="*/ 7 w 15"/>
                    <a:gd name="T7" fmla="*/ 11 h 11"/>
                    <a:gd name="T8" fmla="*/ 14 w 15"/>
                    <a:gd name="T9" fmla="*/ 10 h 11"/>
                    <a:gd name="T10" fmla="*/ 15 w 15"/>
                    <a:gd name="T11" fmla="*/ 10 h 11"/>
                    <a:gd name="T12" fmla="*/ 15 w 15"/>
                    <a:gd name="T13" fmla="*/ 0 h 11"/>
                    <a:gd name="T14" fmla="*/ 0 w 15"/>
                    <a:gd name="T15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" h="11">
                      <a:moveTo>
                        <a:pt x="0" y="0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1" y="11"/>
                        <a:pt x="4" y="11"/>
                        <a:pt x="7" y="11"/>
                      </a:cubicBezTo>
                      <a:cubicBezTo>
                        <a:pt x="11" y="11"/>
                        <a:pt x="14" y="11"/>
                        <a:pt x="14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0"/>
                        <a:pt x="15" y="0"/>
                        <a:pt x="1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96" name="Oval 80">
                  <a:extLst>
                    <a:ext uri="{FF2B5EF4-FFF2-40B4-BE49-F238E27FC236}">
                      <a16:creationId xmlns:a16="http://schemas.microsoft.com/office/drawing/2014/main" id="{C1418F22-A068-4895-A0FF-CBF807FAA3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75324" y="3068960"/>
                  <a:ext cx="300326" cy="39519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97" name="Freeform 81">
                  <a:extLst>
                    <a:ext uri="{FF2B5EF4-FFF2-40B4-BE49-F238E27FC236}">
                      <a16:creationId xmlns:a16="http://schemas.microsoft.com/office/drawing/2014/main" id="{33C0EDAA-AC5D-4D21-94B5-62209DC943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21628" y="3108479"/>
                  <a:ext cx="300326" cy="221293"/>
                </a:xfrm>
                <a:custGeom>
                  <a:avLst/>
                  <a:gdLst>
                    <a:gd name="T0" fmla="*/ 0 w 15"/>
                    <a:gd name="T1" fmla="*/ 0 h 11"/>
                    <a:gd name="T2" fmla="*/ 0 w 15"/>
                    <a:gd name="T3" fmla="*/ 10 h 11"/>
                    <a:gd name="T4" fmla="*/ 1 w 15"/>
                    <a:gd name="T5" fmla="*/ 10 h 11"/>
                    <a:gd name="T6" fmla="*/ 8 w 15"/>
                    <a:gd name="T7" fmla="*/ 11 h 11"/>
                    <a:gd name="T8" fmla="*/ 15 w 15"/>
                    <a:gd name="T9" fmla="*/ 10 h 11"/>
                    <a:gd name="T10" fmla="*/ 15 w 15"/>
                    <a:gd name="T11" fmla="*/ 10 h 11"/>
                    <a:gd name="T12" fmla="*/ 15 w 15"/>
                    <a:gd name="T13" fmla="*/ 0 h 11"/>
                    <a:gd name="T14" fmla="*/ 0 w 15"/>
                    <a:gd name="T15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" h="11">
                      <a:moveTo>
                        <a:pt x="0" y="0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11"/>
                        <a:pt x="4" y="11"/>
                        <a:pt x="8" y="11"/>
                      </a:cubicBezTo>
                      <a:cubicBezTo>
                        <a:pt x="11" y="11"/>
                        <a:pt x="14" y="11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0"/>
                        <a:pt x="15" y="0"/>
                        <a:pt x="1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98" name="Oval 82">
                  <a:extLst>
                    <a:ext uri="{FF2B5EF4-FFF2-40B4-BE49-F238E27FC236}">
                      <a16:creationId xmlns:a16="http://schemas.microsoft.com/office/drawing/2014/main" id="{6B085944-C514-4CAF-A094-FB06A0450A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21628" y="3068960"/>
                  <a:ext cx="300326" cy="63227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399" name="Rectangle 85">
                  <a:extLst>
                    <a:ext uri="{FF2B5EF4-FFF2-40B4-BE49-F238E27FC236}">
                      <a16:creationId xmlns:a16="http://schemas.microsoft.com/office/drawing/2014/main" id="{13D7CC5A-42C0-4E20-AD5A-ACD7BFCA9E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1319" y="3780259"/>
                  <a:ext cx="2212929" cy="1066950"/>
                </a:xfrm>
                <a:prstGeom prst="rect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00" name="Freeform 86">
                  <a:extLst>
                    <a:ext uri="{FF2B5EF4-FFF2-40B4-BE49-F238E27FC236}">
                      <a16:creationId xmlns:a16="http://schemas.microsoft.com/office/drawing/2014/main" id="{DEC2738D-46DA-4532-8A92-6D269DF372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90993" y="3503645"/>
                  <a:ext cx="300326" cy="1343564"/>
                </a:xfrm>
                <a:custGeom>
                  <a:avLst/>
                  <a:gdLst>
                    <a:gd name="T0" fmla="*/ 38 w 38"/>
                    <a:gd name="T1" fmla="*/ 170 h 170"/>
                    <a:gd name="T2" fmla="*/ 0 w 38"/>
                    <a:gd name="T3" fmla="*/ 128 h 170"/>
                    <a:gd name="T4" fmla="*/ 0 w 38"/>
                    <a:gd name="T5" fmla="*/ 0 h 170"/>
                    <a:gd name="T6" fmla="*/ 38 w 38"/>
                    <a:gd name="T7" fmla="*/ 35 h 170"/>
                    <a:gd name="T8" fmla="*/ 38 w 38"/>
                    <a:gd name="T9" fmla="*/ 170 h 1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170">
                      <a:moveTo>
                        <a:pt x="38" y="170"/>
                      </a:moveTo>
                      <a:lnTo>
                        <a:pt x="0" y="128"/>
                      </a:lnTo>
                      <a:lnTo>
                        <a:pt x="0" y="0"/>
                      </a:lnTo>
                      <a:lnTo>
                        <a:pt x="38" y="35"/>
                      </a:lnTo>
                      <a:lnTo>
                        <a:pt x="38" y="17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01" name="Freeform 87">
                  <a:extLst>
                    <a:ext uri="{FF2B5EF4-FFF2-40B4-BE49-F238E27FC236}">
                      <a16:creationId xmlns:a16="http://schemas.microsoft.com/office/drawing/2014/main" id="{FB220959-4B90-413B-AB84-0FFC5AF1AB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90993" y="3503645"/>
                  <a:ext cx="2513255" cy="276619"/>
                </a:xfrm>
                <a:custGeom>
                  <a:avLst/>
                  <a:gdLst>
                    <a:gd name="T0" fmla="*/ 318 w 318"/>
                    <a:gd name="T1" fmla="*/ 35 h 35"/>
                    <a:gd name="T2" fmla="*/ 286 w 318"/>
                    <a:gd name="T3" fmla="*/ 0 h 35"/>
                    <a:gd name="T4" fmla="*/ 0 w 318"/>
                    <a:gd name="T5" fmla="*/ 0 h 35"/>
                    <a:gd name="T6" fmla="*/ 38 w 318"/>
                    <a:gd name="T7" fmla="*/ 35 h 35"/>
                    <a:gd name="T8" fmla="*/ 318 w 318"/>
                    <a:gd name="T9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8" h="35">
                      <a:moveTo>
                        <a:pt x="318" y="35"/>
                      </a:moveTo>
                      <a:lnTo>
                        <a:pt x="286" y="0"/>
                      </a:lnTo>
                      <a:lnTo>
                        <a:pt x="0" y="0"/>
                      </a:lnTo>
                      <a:lnTo>
                        <a:pt x="38" y="35"/>
                      </a:lnTo>
                      <a:lnTo>
                        <a:pt x="318" y="35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02" name="Freeform 88">
                  <a:extLst>
                    <a:ext uri="{FF2B5EF4-FFF2-40B4-BE49-F238E27FC236}">
                      <a16:creationId xmlns:a16="http://schemas.microsoft.com/office/drawing/2014/main" id="{79D75022-C070-4BC4-AACA-C06A3D2ACD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6645" y="3464126"/>
                  <a:ext cx="300326" cy="221293"/>
                </a:xfrm>
                <a:custGeom>
                  <a:avLst/>
                  <a:gdLst>
                    <a:gd name="T0" fmla="*/ 0 w 15"/>
                    <a:gd name="T1" fmla="*/ 0 h 11"/>
                    <a:gd name="T2" fmla="*/ 0 w 15"/>
                    <a:gd name="T3" fmla="*/ 10 h 11"/>
                    <a:gd name="T4" fmla="*/ 0 w 15"/>
                    <a:gd name="T5" fmla="*/ 10 h 11"/>
                    <a:gd name="T6" fmla="*/ 7 w 15"/>
                    <a:gd name="T7" fmla="*/ 11 h 11"/>
                    <a:gd name="T8" fmla="*/ 15 w 15"/>
                    <a:gd name="T9" fmla="*/ 10 h 11"/>
                    <a:gd name="T10" fmla="*/ 15 w 15"/>
                    <a:gd name="T11" fmla="*/ 10 h 11"/>
                    <a:gd name="T12" fmla="*/ 15 w 15"/>
                    <a:gd name="T13" fmla="*/ 0 h 11"/>
                    <a:gd name="T14" fmla="*/ 0 w 15"/>
                    <a:gd name="T15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" h="11">
                      <a:moveTo>
                        <a:pt x="0" y="0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1" y="11"/>
                        <a:pt x="4" y="11"/>
                        <a:pt x="7" y="11"/>
                      </a:cubicBezTo>
                      <a:cubicBezTo>
                        <a:pt x="11" y="11"/>
                        <a:pt x="14" y="11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0"/>
                        <a:pt x="15" y="0"/>
                        <a:pt x="1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03" name="Oval 89">
                  <a:extLst>
                    <a:ext uri="{FF2B5EF4-FFF2-40B4-BE49-F238E27FC236}">
                      <a16:creationId xmlns:a16="http://schemas.microsoft.com/office/drawing/2014/main" id="{AAC681EA-96A2-4A50-9E71-DCD2547EF5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6645" y="3424612"/>
                  <a:ext cx="300326" cy="63227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04" name="Freeform 90">
                  <a:extLst>
                    <a:ext uri="{FF2B5EF4-FFF2-40B4-BE49-F238E27FC236}">
                      <a16:creationId xmlns:a16="http://schemas.microsoft.com/office/drawing/2014/main" id="{3CD2CB46-A1BC-42A9-9EB6-7F44F862E9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16662" y="3464126"/>
                  <a:ext cx="276619" cy="237100"/>
                </a:xfrm>
                <a:custGeom>
                  <a:avLst/>
                  <a:gdLst>
                    <a:gd name="T0" fmla="*/ 0 w 14"/>
                    <a:gd name="T1" fmla="*/ 0 h 12"/>
                    <a:gd name="T2" fmla="*/ 0 w 14"/>
                    <a:gd name="T3" fmla="*/ 11 h 12"/>
                    <a:gd name="T4" fmla="*/ 0 w 14"/>
                    <a:gd name="T5" fmla="*/ 11 h 12"/>
                    <a:gd name="T6" fmla="*/ 7 w 14"/>
                    <a:gd name="T7" fmla="*/ 12 h 12"/>
                    <a:gd name="T8" fmla="*/ 14 w 14"/>
                    <a:gd name="T9" fmla="*/ 11 h 12"/>
                    <a:gd name="T10" fmla="*/ 14 w 14"/>
                    <a:gd name="T11" fmla="*/ 11 h 12"/>
                    <a:gd name="T12" fmla="*/ 14 w 14"/>
                    <a:gd name="T13" fmla="*/ 0 h 12"/>
                    <a:gd name="T14" fmla="*/ 0 w 14"/>
                    <a:gd name="T15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4" h="12">
                      <a:moveTo>
                        <a:pt x="0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1"/>
                        <a:pt x="3" y="12"/>
                        <a:pt x="7" y="12"/>
                      </a:cubicBezTo>
                      <a:cubicBezTo>
                        <a:pt x="11" y="12"/>
                        <a:pt x="14" y="11"/>
                        <a:pt x="14" y="11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05" name="Oval 91">
                  <a:extLst>
                    <a:ext uri="{FF2B5EF4-FFF2-40B4-BE49-F238E27FC236}">
                      <a16:creationId xmlns:a16="http://schemas.microsoft.com/office/drawing/2014/main" id="{97975035-DFF7-4873-AC4E-8CAA269C1E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6662" y="3448319"/>
                  <a:ext cx="276619" cy="39519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06" name="Rectangle 94">
                  <a:extLst>
                    <a:ext uri="{FF2B5EF4-FFF2-40B4-BE49-F238E27FC236}">
                      <a16:creationId xmlns:a16="http://schemas.microsoft.com/office/drawing/2014/main" id="{461D9548-80FC-4275-8500-2D4F162E49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36131" y="3780259"/>
                  <a:ext cx="2236641" cy="1066950"/>
                </a:xfrm>
                <a:prstGeom prst="rect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07" name="Freeform 95">
                  <a:extLst>
                    <a:ext uri="{FF2B5EF4-FFF2-40B4-BE49-F238E27FC236}">
                      <a16:creationId xmlns:a16="http://schemas.microsoft.com/office/drawing/2014/main" id="{5B8C9B66-1796-43F0-A461-A91C170382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59517" y="3487838"/>
                  <a:ext cx="276619" cy="1359371"/>
                </a:xfrm>
                <a:custGeom>
                  <a:avLst/>
                  <a:gdLst>
                    <a:gd name="T0" fmla="*/ 35 w 35"/>
                    <a:gd name="T1" fmla="*/ 172 h 172"/>
                    <a:gd name="T2" fmla="*/ 0 w 35"/>
                    <a:gd name="T3" fmla="*/ 127 h 172"/>
                    <a:gd name="T4" fmla="*/ 0 w 35"/>
                    <a:gd name="T5" fmla="*/ 0 h 172"/>
                    <a:gd name="T6" fmla="*/ 35 w 35"/>
                    <a:gd name="T7" fmla="*/ 37 h 172"/>
                    <a:gd name="T8" fmla="*/ 35 w 3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172">
                      <a:moveTo>
                        <a:pt x="35" y="172"/>
                      </a:moveTo>
                      <a:lnTo>
                        <a:pt x="0" y="127"/>
                      </a:lnTo>
                      <a:lnTo>
                        <a:pt x="0" y="0"/>
                      </a:lnTo>
                      <a:lnTo>
                        <a:pt x="35" y="37"/>
                      </a:lnTo>
                      <a:lnTo>
                        <a:pt x="35" y="172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08" name="Freeform 96">
                  <a:extLst>
                    <a:ext uri="{FF2B5EF4-FFF2-40B4-BE49-F238E27FC236}">
                      <a16:creationId xmlns:a16="http://schemas.microsoft.com/office/drawing/2014/main" id="{350993BE-AAF5-42E7-BAD0-6B019E0E87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59517" y="3487838"/>
                  <a:ext cx="2513255" cy="292425"/>
                </a:xfrm>
                <a:custGeom>
                  <a:avLst/>
                  <a:gdLst>
                    <a:gd name="T0" fmla="*/ 318 w 318"/>
                    <a:gd name="T1" fmla="*/ 37 h 37"/>
                    <a:gd name="T2" fmla="*/ 283 w 318"/>
                    <a:gd name="T3" fmla="*/ 0 h 37"/>
                    <a:gd name="T4" fmla="*/ 0 w 318"/>
                    <a:gd name="T5" fmla="*/ 0 h 37"/>
                    <a:gd name="T6" fmla="*/ 35 w 318"/>
                    <a:gd name="T7" fmla="*/ 37 h 37"/>
                    <a:gd name="T8" fmla="*/ 318 w 318"/>
                    <a:gd name="T9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8" h="37">
                      <a:moveTo>
                        <a:pt x="318" y="37"/>
                      </a:moveTo>
                      <a:lnTo>
                        <a:pt x="283" y="0"/>
                      </a:lnTo>
                      <a:lnTo>
                        <a:pt x="0" y="0"/>
                      </a:lnTo>
                      <a:lnTo>
                        <a:pt x="35" y="37"/>
                      </a:lnTo>
                      <a:lnTo>
                        <a:pt x="318" y="37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09" name="Freeform 97">
                  <a:extLst>
                    <a:ext uri="{FF2B5EF4-FFF2-40B4-BE49-F238E27FC236}">
                      <a16:creationId xmlns:a16="http://schemas.microsoft.com/office/drawing/2014/main" id="{21C73245-9636-4259-8A0E-246125DE22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9357" y="3448319"/>
                  <a:ext cx="292425" cy="213392"/>
                </a:xfrm>
                <a:custGeom>
                  <a:avLst/>
                  <a:gdLst>
                    <a:gd name="T0" fmla="*/ 0 w 15"/>
                    <a:gd name="T1" fmla="*/ 0 h 11"/>
                    <a:gd name="T2" fmla="*/ 0 w 15"/>
                    <a:gd name="T3" fmla="*/ 10 h 11"/>
                    <a:gd name="T4" fmla="*/ 1 w 15"/>
                    <a:gd name="T5" fmla="*/ 10 h 11"/>
                    <a:gd name="T6" fmla="*/ 8 w 15"/>
                    <a:gd name="T7" fmla="*/ 11 h 11"/>
                    <a:gd name="T8" fmla="*/ 15 w 15"/>
                    <a:gd name="T9" fmla="*/ 10 h 11"/>
                    <a:gd name="T10" fmla="*/ 15 w 15"/>
                    <a:gd name="T11" fmla="*/ 10 h 11"/>
                    <a:gd name="T12" fmla="*/ 15 w 15"/>
                    <a:gd name="T13" fmla="*/ 0 h 11"/>
                    <a:gd name="T14" fmla="*/ 0 w 15"/>
                    <a:gd name="T15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" h="11">
                      <a:moveTo>
                        <a:pt x="0" y="0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11"/>
                        <a:pt x="4" y="11"/>
                        <a:pt x="8" y="11"/>
                      </a:cubicBezTo>
                      <a:cubicBezTo>
                        <a:pt x="11" y="11"/>
                        <a:pt x="14" y="11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0"/>
                        <a:pt x="15" y="0"/>
                        <a:pt x="1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10" name="Oval 98">
                  <a:extLst>
                    <a:ext uri="{FF2B5EF4-FFF2-40B4-BE49-F238E27FC236}">
                      <a16:creationId xmlns:a16="http://schemas.microsoft.com/office/drawing/2014/main" id="{63BA1F24-23ED-44C8-9998-2508F5C3D1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99357" y="3424612"/>
                  <a:ext cx="292425" cy="39519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11" name="Freeform 99">
                  <a:extLst>
                    <a:ext uri="{FF2B5EF4-FFF2-40B4-BE49-F238E27FC236}">
                      <a16:creationId xmlns:a16="http://schemas.microsoft.com/office/drawing/2014/main" id="{C390663A-B08D-426A-9F67-A850562682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61473" y="3464126"/>
                  <a:ext cx="292425" cy="221293"/>
                </a:xfrm>
                <a:custGeom>
                  <a:avLst/>
                  <a:gdLst>
                    <a:gd name="T0" fmla="*/ 0 w 15"/>
                    <a:gd name="T1" fmla="*/ 0 h 11"/>
                    <a:gd name="T2" fmla="*/ 0 w 15"/>
                    <a:gd name="T3" fmla="*/ 10 h 11"/>
                    <a:gd name="T4" fmla="*/ 0 w 15"/>
                    <a:gd name="T5" fmla="*/ 10 h 11"/>
                    <a:gd name="T6" fmla="*/ 7 w 15"/>
                    <a:gd name="T7" fmla="*/ 11 h 11"/>
                    <a:gd name="T8" fmla="*/ 15 w 15"/>
                    <a:gd name="T9" fmla="*/ 10 h 11"/>
                    <a:gd name="T10" fmla="*/ 15 w 15"/>
                    <a:gd name="T11" fmla="*/ 10 h 11"/>
                    <a:gd name="T12" fmla="*/ 15 w 15"/>
                    <a:gd name="T13" fmla="*/ 0 h 11"/>
                    <a:gd name="T14" fmla="*/ 0 w 15"/>
                    <a:gd name="T15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" h="11">
                      <a:moveTo>
                        <a:pt x="0" y="0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1" y="11"/>
                        <a:pt x="4" y="11"/>
                        <a:pt x="7" y="11"/>
                      </a:cubicBezTo>
                      <a:cubicBezTo>
                        <a:pt x="11" y="11"/>
                        <a:pt x="14" y="11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0"/>
                        <a:pt x="15" y="0"/>
                        <a:pt x="1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12" name="Oval 100">
                  <a:extLst>
                    <a:ext uri="{FF2B5EF4-FFF2-40B4-BE49-F238E27FC236}">
                      <a16:creationId xmlns:a16="http://schemas.microsoft.com/office/drawing/2014/main" id="{D79479EE-F6F3-4EA0-9682-1BB3A12578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1473" y="3424612"/>
                  <a:ext cx="292425" cy="63227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13" name="Freeform 101">
                  <a:extLst>
                    <a:ext uri="{FF2B5EF4-FFF2-40B4-BE49-F238E27FC236}">
                      <a16:creationId xmlns:a16="http://schemas.microsoft.com/office/drawing/2014/main" id="{C8B7A1EE-201C-4DC4-9309-008AE5F877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78390" y="3487838"/>
                  <a:ext cx="134359" cy="134359"/>
                </a:xfrm>
                <a:custGeom>
                  <a:avLst/>
                  <a:gdLst>
                    <a:gd name="T0" fmla="*/ 10 w 17"/>
                    <a:gd name="T1" fmla="*/ 17 h 17"/>
                    <a:gd name="T2" fmla="*/ 10 w 17"/>
                    <a:gd name="T3" fmla="*/ 10 h 17"/>
                    <a:gd name="T4" fmla="*/ 17 w 17"/>
                    <a:gd name="T5" fmla="*/ 10 h 17"/>
                    <a:gd name="T6" fmla="*/ 17 w 17"/>
                    <a:gd name="T7" fmla="*/ 7 h 17"/>
                    <a:gd name="T8" fmla="*/ 10 w 17"/>
                    <a:gd name="T9" fmla="*/ 7 h 17"/>
                    <a:gd name="T10" fmla="*/ 10 w 17"/>
                    <a:gd name="T11" fmla="*/ 0 h 17"/>
                    <a:gd name="T12" fmla="*/ 7 w 17"/>
                    <a:gd name="T13" fmla="*/ 0 h 17"/>
                    <a:gd name="T14" fmla="*/ 7 w 17"/>
                    <a:gd name="T15" fmla="*/ 7 h 17"/>
                    <a:gd name="T16" fmla="*/ 0 w 17"/>
                    <a:gd name="T17" fmla="*/ 7 h 17"/>
                    <a:gd name="T18" fmla="*/ 0 w 17"/>
                    <a:gd name="T19" fmla="*/ 10 h 17"/>
                    <a:gd name="T20" fmla="*/ 7 w 17"/>
                    <a:gd name="T21" fmla="*/ 10 h 17"/>
                    <a:gd name="T22" fmla="*/ 7 w 17"/>
                    <a:gd name="T23" fmla="*/ 17 h 17"/>
                    <a:gd name="T24" fmla="*/ 10 w 17"/>
                    <a:gd name="T25" fmla="*/ 17 h 17"/>
                    <a:gd name="T26" fmla="*/ 10 w 17"/>
                    <a:gd name="T27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7" h="17">
                      <a:moveTo>
                        <a:pt x="10" y="17"/>
                      </a:moveTo>
                      <a:lnTo>
                        <a:pt x="10" y="10"/>
                      </a:lnTo>
                      <a:lnTo>
                        <a:pt x="17" y="10"/>
                      </a:lnTo>
                      <a:lnTo>
                        <a:pt x="17" y="7"/>
                      </a:lnTo>
                      <a:lnTo>
                        <a:pt x="10" y="7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7" y="7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7" y="10"/>
                      </a:lnTo>
                      <a:lnTo>
                        <a:pt x="7" y="17"/>
                      </a:lnTo>
                      <a:lnTo>
                        <a:pt x="10" y="17"/>
                      </a:lnTo>
                      <a:lnTo>
                        <a:pt x="10" y="17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14" name="Freeform 102">
                  <a:extLst>
                    <a:ext uri="{FF2B5EF4-FFF2-40B4-BE49-F238E27FC236}">
                      <a16:creationId xmlns:a16="http://schemas.microsoft.com/office/drawing/2014/main" id="{9AC53AD2-2C2D-4F8C-B1DA-8A6E670D58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6071" y="3569696"/>
                  <a:ext cx="63227" cy="23712"/>
                </a:xfrm>
                <a:custGeom>
                  <a:avLst/>
                  <a:gdLst>
                    <a:gd name="T0" fmla="*/ 0 w 8"/>
                    <a:gd name="T1" fmla="*/ 3 h 3"/>
                    <a:gd name="T2" fmla="*/ 8 w 8"/>
                    <a:gd name="T3" fmla="*/ 3 h 3"/>
                    <a:gd name="T4" fmla="*/ 8 w 8"/>
                    <a:gd name="T5" fmla="*/ 0 h 3"/>
                    <a:gd name="T6" fmla="*/ 0 w 8"/>
                    <a:gd name="T7" fmla="*/ 0 h 3"/>
                    <a:gd name="T8" fmla="*/ 0 w 8"/>
                    <a:gd name="T9" fmla="*/ 3 h 3"/>
                    <a:gd name="T10" fmla="*/ 0 w 8"/>
                    <a:gd name="T1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" h="3">
                      <a:moveTo>
                        <a:pt x="0" y="3"/>
                      </a:moveTo>
                      <a:lnTo>
                        <a:pt x="8" y="3"/>
                      </a:ln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15" name="Freeform 101">
                  <a:extLst>
                    <a:ext uri="{FF2B5EF4-FFF2-40B4-BE49-F238E27FC236}">
                      <a16:creationId xmlns:a16="http://schemas.microsoft.com/office/drawing/2014/main" id="{33BF2D60-1464-4BC3-B430-0B5CC0480E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1667" y="3130517"/>
                  <a:ext cx="134359" cy="134359"/>
                </a:xfrm>
                <a:custGeom>
                  <a:avLst/>
                  <a:gdLst>
                    <a:gd name="T0" fmla="*/ 10 w 17"/>
                    <a:gd name="T1" fmla="*/ 17 h 17"/>
                    <a:gd name="T2" fmla="*/ 10 w 17"/>
                    <a:gd name="T3" fmla="*/ 10 h 17"/>
                    <a:gd name="T4" fmla="*/ 17 w 17"/>
                    <a:gd name="T5" fmla="*/ 10 h 17"/>
                    <a:gd name="T6" fmla="*/ 17 w 17"/>
                    <a:gd name="T7" fmla="*/ 7 h 17"/>
                    <a:gd name="T8" fmla="*/ 10 w 17"/>
                    <a:gd name="T9" fmla="*/ 7 h 17"/>
                    <a:gd name="T10" fmla="*/ 10 w 17"/>
                    <a:gd name="T11" fmla="*/ 0 h 17"/>
                    <a:gd name="T12" fmla="*/ 7 w 17"/>
                    <a:gd name="T13" fmla="*/ 0 h 17"/>
                    <a:gd name="T14" fmla="*/ 7 w 17"/>
                    <a:gd name="T15" fmla="*/ 7 h 17"/>
                    <a:gd name="T16" fmla="*/ 0 w 17"/>
                    <a:gd name="T17" fmla="*/ 7 h 17"/>
                    <a:gd name="T18" fmla="*/ 0 w 17"/>
                    <a:gd name="T19" fmla="*/ 10 h 17"/>
                    <a:gd name="T20" fmla="*/ 7 w 17"/>
                    <a:gd name="T21" fmla="*/ 10 h 17"/>
                    <a:gd name="T22" fmla="*/ 7 w 17"/>
                    <a:gd name="T23" fmla="*/ 17 h 17"/>
                    <a:gd name="T24" fmla="*/ 10 w 17"/>
                    <a:gd name="T25" fmla="*/ 17 h 17"/>
                    <a:gd name="T26" fmla="*/ 10 w 17"/>
                    <a:gd name="T27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7" h="17">
                      <a:moveTo>
                        <a:pt x="10" y="17"/>
                      </a:moveTo>
                      <a:lnTo>
                        <a:pt x="10" y="10"/>
                      </a:lnTo>
                      <a:lnTo>
                        <a:pt x="17" y="10"/>
                      </a:lnTo>
                      <a:lnTo>
                        <a:pt x="17" y="7"/>
                      </a:lnTo>
                      <a:lnTo>
                        <a:pt x="10" y="7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7" y="7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7" y="10"/>
                      </a:lnTo>
                      <a:lnTo>
                        <a:pt x="7" y="17"/>
                      </a:lnTo>
                      <a:lnTo>
                        <a:pt x="10" y="17"/>
                      </a:lnTo>
                      <a:lnTo>
                        <a:pt x="10" y="17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16" name="Freeform 101">
                  <a:extLst>
                    <a:ext uri="{FF2B5EF4-FFF2-40B4-BE49-F238E27FC236}">
                      <a16:creationId xmlns:a16="http://schemas.microsoft.com/office/drawing/2014/main" id="{41BDC216-8019-40E0-A7A0-EF210A2125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579" y="3520163"/>
                  <a:ext cx="134359" cy="134359"/>
                </a:xfrm>
                <a:custGeom>
                  <a:avLst/>
                  <a:gdLst>
                    <a:gd name="T0" fmla="*/ 10 w 17"/>
                    <a:gd name="T1" fmla="*/ 17 h 17"/>
                    <a:gd name="T2" fmla="*/ 10 w 17"/>
                    <a:gd name="T3" fmla="*/ 10 h 17"/>
                    <a:gd name="T4" fmla="*/ 17 w 17"/>
                    <a:gd name="T5" fmla="*/ 10 h 17"/>
                    <a:gd name="T6" fmla="*/ 17 w 17"/>
                    <a:gd name="T7" fmla="*/ 7 h 17"/>
                    <a:gd name="T8" fmla="*/ 10 w 17"/>
                    <a:gd name="T9" fmla="*/ 7 h 17"/>
                    <a:gd name="T10" fmla="*/ 10 w 17"/>
                    <a:gd name="T11" fmla="*/ 0 h 17"/>
                    <a:gd name="T12" fmla="*/ 7 w 17"/>
                    <a:gd name="T13" fmla="*/ 0 h 17"/>
                    <a:gd name="T14" fmla="*/ 7 w 17"/>
                    <a:gd name="T15" fmla="*/ 7 h 17"/>
                    <a:gd name="T16" fmla="*/ 0 w 17"/>
                    <a:gd name="T17" fmla="*/ 7 h 17"/>
                    <a:gd name="T18" fmla="*/ 0 w 17"/>
                    <a:gd name="T19" fmla="*/ 10 h 17"/>
                    <a:gd name="T20" fmla="*/ 7 w 17"/>
                    <a:gd name="T21" fmla="*/ 10 h 17"/>
                    <a:gd name="T22" fmla="*/ 7 w 17"/>
                    <a:gd name="T23" fmla="*/ 17 h 17"/>
                    <a:gd name="T24" fmla="*/ 10 w 17"/>
                    <a:gd name="T25" fmla="*/ 17 h 17"/>
                    <a:gd name="T26" fmla="*/ 10 w 17"/>
                    <a:gd name="T27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7" h="17">
                      <a:moveTo>
                        <a:pt x="10" y="17"/>
                      </a:moveTo>
                      <a:lnTo>
                        <a:pt x="10" y="10"/>
                      </a:lnTo>
                      <a:lnTo>
                        <a:pt x="17" y="10"/>
                      </a:lnTo>
                      <a:lnTo>
                        <a:pt x="17" y="7"/>
                      </a:lnTo>
                      <a:lnTo>
                        <a:pt x="10" y="7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7" y="7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7" y="10"/>
                      </a:lnTo>
                      <a:lnTo>
                        <a:pt x="7" y="17"/>
                      </a:lnTo>
                      <a:lnTo>
                        <a:pt x="10" y="17"/>
                      </a:lnTo>
                      <a:lnTo>
                        <a:pt x="10" y="17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17" name="Freeform 101">
                  <a:extLst>
                    <a:ext uri="{FF2B5EF4-FFF2-40B4-BE49-F238E27FC236}">
                      <a16:creationId xmlns:a16="http://schemas.microsoft.com/office/drawing/2014/main" id="{B4EE3267-50F3-439A-BFB4-D9671120CC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17443" y="3136139"/>
                  <a:ext cx="134359" cy="134359"/>
                </a:xfrm>
                <a:custGeom>
                  <a:avLst/>
                  <a:gdLst>
                    <a:gd name="T0" fmla="*/ 10 w 17"/>
                    <a:gd name="T1" fmla="*/ 17 h 17"/>
                    <a:gd name="T2" fmla="*/ 10 w 17"/>
                    <a:gd name="T3" fmla="*/ 10 h 17"/>
                    <a:gd name="T4" fmla="*/ 17 w 17"/>
                    <a:gd name="T5" fmla="*/ 10 h 17"/>
                    <a:gd name="T6" fmla="*/ 17 w 17"/>
                    <a:gd name="T7" fmla="*/ 7 h 17"/>
                    <a:gd name="T8" fmla="*/ 10 w 17"/>
                    <a:gd name="T9" fmla="*/ 7 h 17"/>
                    <a:gd name="T10" fmla="*/ 10 w 17"/>
                    <a:gd name="T11" fmla="*/ 0 h 17"/>
                    <a:gd name="T12" fmla="*/ 7 w 17"/>
                    <a:gd name="T13" fmla="*/ 0 h 17"/>
                    <a:gd name="T14" fmla="*/ 7 w 17"/>
                    <a:gd name="T15" fmla="*/ 7 h 17"/>
                    <a:gd name="T16" fmla="*/ 0 w 17"/>
                    <a:gd name="T17" fmla="*/ 7 h 17"/>
                    <a:gd name="T18" fmla="*/ 0 w 17"/>
                    <a:gd name="T19" fmla="*/ 10 h 17"/>
                    <a:gd name="T20" fmla="*/ 7 w 17"/>
                    <a:gd name="T21" fmla="*/ 10 h 17"/>
                    <a:gd name="T22" fmla="*/ 7 w 17"/>
                    <a:gd name="T23" fmla="*/ 17 h 17"/>
                    <a:gd name="T24" fmla="*/ 10 w 17"/>
                    <a:gd name="T25" fmla="*/ 17 h 17"/>
                    <a:gd name="T26" fmla="*/ 10 w 17"/>
                    <a:gd name="T27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7" h="17">
                      <a:moveTo>
                        <a:pt x="10" y="17"/>
                      </a:moveTo>
                      <a:lnTo>
                        <a:pt x="10" y="10"/>
                      </a:lnTo>
                      <a:lnTo>
                        <a:pt x="17" y="10"/>
                      </a:lnTo>
                      <a:lnTo>
                        <a:pt x="17" y="7"/>
                      </a:lnTo>
                      <a:lnTo>
                        <a:pt x="10" y="7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7" y="7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7" y="10"/>
                      </a:lnTo>
                      <a:lnTo>
                        <a:pt x="7" y="17"/>
                      </a:lnTo>
                      <a:lnTo>
                        <a:pt x="10" y="17"/>
                      </a:lnTo>
                      <a:lnTo>
                        <a:pt x="10" y="17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18" name="Freeform 102">
                  <a:extLst>
                    <a:ext uri="{FF2B5EF4-FFF2-40B4-BE49-F238E27FC236}">
                      <a16:creationId xmlns:a16="http://schemas.microsoft.com/office/drawing/2014/main" id="{372C0B21-7A56-49A4-AB1B-0FB852CA9D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6230" y="3219123"/>
                  <a:ext cx="63227" cy="23712"/>
                </a:xfrm>
                <a:custGeom>
                  <a:avLst/>
                  <a:gdLst>
                    <a:gd name="T0" fmla="*/ 0 w 8"/>
                    <a:gd name="T1" fmla="*/ 3 h 3"/>
                    <a:gd name="T2" fmla="*/ 8 w 8"/>
                    <a:gd name="T3" fmla="*/ 3 h 3"/>
                    <a:gd name="T4" fmla="*/ 8 w 8"/>
                    <a:gd name="T5" fmla="*/ 0 h 3"/>
                    <a:gd name="T6" fmla="*/ 0 w 8"/>
                    <a:gd name="T7" fmla="*/ 0 h 3"/>
                    <a:gd name="T8" fmla="*/ 0 w 8"/>
                    <a:gd name="T9" fmla="*/ 3 h 3"/>
                    <a:gd name="T10" fmla="*/ 0 w 8"/>
                    <a:gd name="T1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" h="3">
                      <a:moveTo>
                        <a:pt x="0" y="3"/>
                      </a:moveTo>
                      <a:lnTo>
                        <a:pt x="8" y="3"/>
                      </a:ln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19" name="Freeform 102">
                  <a:extLst>
                    <a:ext uri="{FF2B5EF4-FFF2-40B4-BE49-F238E27FC236}">
                      <a16:creationId xmlns:a16="http://schemas.microsoft.com/office/drawing/2014/main" id="{0D18AB56-0777-403F-BBD4-4D9B446649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3357" y="3586871"/>
                  <a:ext cx="63227" cy="23712"/>
                </a:xfrm>
                <a:custGeom>
                  <a:avLst/>
                  <a:gdLst>
                    <a:gd name="T0" fmla="*/ 0 w 8"/>
                    <a:gd name="T1" fmla="*/ 3 h 3"/>
                    <a:gd name="T2" fmla="*/ 8 w 8"/>
                    <a:gd name="T3" fmla="*/ 3 h 3"/>
                    <a:gd name="T4" fmla="*/ 8 w 8"/>
                    <a:gd name="T5" fmla="*/ 0 h 3"/>
                    <a:gd name="T6" fmla="*/ 0 w 8"/>
                    <a:gd name="T7" fmla="*/ 0 h 3"/>
                    <a:gd name="T8" fmla="*/ 0 w 8"/>
                    <a:gd name="T9" fmla="*/ 3 h 3"/>
                    <a:gd name="T10" fmla="*/ 0 w 8"/>
                    <a:gd name="T1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" h="3">
                      <a:moveTo>
                        <a:pt x="0" y="3"/>
                      </a:moveTo>
                      <a:lnTo>
                        <a:pt x="8" y="3"/>
                      </a:ln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420" name="Freeform 102">
                  <a:extLst>
                    <a:ext uri="{FF2B5EF4-FFF2-40B4-BE49-F238E27FC236}">
                      <a16:creationId xmlns:a16="http://schemas.microsoft.com/office/drawing/2014/main" id="{339D4087-96E5-492C-97A1-917EE49A0F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03266" y="3211220"/>
                  <a:ext cx="63227" cy="23712"/>
                </a:xfrm>
                <a:custGeom>
                  <a:avLst/>
                  <a:gdLst>
                    <a:gd name="T0" fmla="*/ 0 w 8"/>
                    <a:gd name="T1" fmla="*/ 3 h 3"/>
                    <a:gd name="T2" fmla="*/ 8 w 8"/>
                    <a:gd name="T3" fmla="*/ 3 h 3"/>
                    <a:gd name="T4" fmla="*/ 8 w 8"/>
                    <a:gd name="T5" fmla="*/ 0 h 3"/>
                    <a:gd name="T6" fmla="*/ 0 w 8"/>
                    <a:gd name="T7" fmla="*/ 0 h 3"/>
                    <a:gd name="T8" fmla="*/ 0 w 8"/>
                    <a:gd name="T9" fmla="*/ 3 h 3"/>
                    <a:gd name="T10" fmla="*/ 0 w 8"/>
                    <a:gd name="T1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" h="3">
                      <a:moveTo>
                        <a:pt x="0" y="3"/>
                      </a:moveTo>
                      <a:lnTo>
                        <a:pt x="8" y="3"/>
                      </a:ln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</p:grpSp>
          <p:cxnSp>
            <p:nvCxnSpPr>
              <p:cNvPr id="593" name="Straight Arrow Connector 592">
                <a:extLst>
                  <a:ext uri="{FF2B5EF4-FFF2-40B4-BE49-F238E27FC236}">
                    <a16:creationId xmlns:a16="http://schemas.microsoft.com/office/drawing/2014/main" id="{0978C91E-5D9A-48C0-BE2E-695B92DFAC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49215" y="3305162"/>
                <a:ext cx="699605" cy="3903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3" name="Group 622">
              <a:extLst>
                <a:ext uri="{FF2B5EF4-FFF2-40B4-BE49-F238E27FC236}">
                  <a16:creationId xmlns:a16="http://schemas.microsoft.com/office/drawing/2014/main" id="{4C62575F-084B-47DD-B007-EA4D5BF8EF06}"/>
                </a:ext>
              </a:extLst>
            </p:cNvPr>
            <p:cNvGrpSpPr/>
            <p:nvPr/>
          </p:nvGrpSpPr>
          <p:grpSpPr>
            <a:xfrm>
              <a:off x="7590187" y="3102998"/>
              <a:ext cx="2271870" cy="765538"/>
              <a:chOff x="7590187" y="3102998"/>
              <a:chExt cx="2271870" cy="765538"/>
            </a:xfrm>
          </p:grpSpPr>
          <p:cxnSp>
            <p:nvCxnSpPr>
              <p:cNvPr id="602" name="Straight Arrow Connector 601">
                <a:extLst>
                  <a:ext uri="{FF2B5EF4-FFF2-40B4-BE49-F238E27FC236}">
                    <a16:creationId xmlns:a16="http://schemas.microsoft.com/office/drawing/2014/main" id="{B69D7228-78CF-4EF6-8C87-D0C223CA75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0187" y="3322316"/>
                <a:ext cx="463722" cy="0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A5736D25-545D-4658-9237-D0CA803AAD80}"/>
                  </a:ext>
                </a:extLst>
              </p:cNvPr>
              <p:cNvSpPr txBox="1"/>
              <p:nvPr/>
            </p:nvSpPr>
            <p:spPr>
              <a:xfrm>
                <a:off x="7633946" y="3542293"/>
                <a:ext cx="2228111" cy="326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95000"/>
                  </a:lnSpc>
                </a:pPr>
                <a:r>
                  <a:rPr lang="en-US" sz="1600" dirty="0"/>
                  <a:t>Transmission</a:t>
                </a:r>
              </a:p>
            </p:txBody>
          </p:sp>
          <p:grpSp>
            <p:nvGrpSpPr>
              <p:cNvPr id="597" name="Gruppieren 1">
                <a:extLst>
                  <a:ext uri="{FF2B5EF4-FFF2-40B4-BE49-F238E27FC236}">
                    <a16:creationId xmlns:a16="http://schemas.microsoft.com/office/drawing/2014/main" id="{53AC773A-C21C-46AD-B601-B1D89C79EA6A}"/>
                  </a:ext>
                </a:extLst>
              </p:cNvPr>
              <p:cNvGrpSpPr/>
              <p:nvPr/>
            </p:nvGrpSpPr>
            <p:grpSpPr>
              <a:xfrm>
                <a:off x="8110886" y="3102998"/>
                <a:ext cx="563566" cy="462368"/>
                <a:chOff x="2275255" y="2493720"/>
                <a:chExt cx="4395679" cy="3312436"/>
              </a:xfrm>
              <a:solidFill>
                <a:schemeClr val="accent1"/>
              </a:solidFill>
            </p:grpSpPr>
            <p:sp>
              <p:nvSpPr>
                <p:cNvPr id="598" name="Freeform 5">
                  <a:extLst>
                    <a:ext uri="{FF2B5EF4-FFF2-40B4-BE49-F238E27FC236}">
                      <a16:creationId xmlns:a16="http://schemas.microsoft.com/office/drawing/2014/main" id="{D3A46A30-CADF-413A-8815-2D4117BEA63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376794" y="2497344"/>
                  <a:ext cx="2294140" cy="3308812"/>
                </a:xfrm>
                <a:custGeom>
                  <a:avLst/>
                  <a:gdLst>
                    <a:gd name="T0" fmla="*/ 683 w 1031"/>
                    <a:gd name="T1" fmla="*/ 519 h 1487"/>
                    <a:gd name="T2" fmla="*/ 573 w 1031"/>
                    <a:gd name="T3" fmla="*/ 255 h 1487"/>
                    <a:gd name="T4" fmla="*/ 448 w 1031"/>
                    <a:gd name="T5" fmla="*/ 350 h 1487"/>
                    <a:gd name="T6" fmla="*/ 425 w 1031"/>
                    <a:gd name="T7" fmla="*/ 801 h 1487"/>
                    <a:gd name="T8" fmla="*/ 342 w 1031"/>
                    <a:gd name="T9" fmla="*/ 1477 h 1487"/>
                    <a:gd name="T10" fmla="*/ 1031 w 1031"/>
                    <a:gd name="T11" fmla="*/ 940 h 1487"/>
                    <a:gd name="T12" fmla="*/ 505 w 1031"/>
                    <a:gd name="T13" fmla="*/ 981 h 1487"/>
                    <a:gd name="T14" fmla="*/ 284 w 1031"/>
                    <a:gd name="T15" fmla="*/ 839 h 1487"/>
                    <a:gd name="T16" fmla="*/ 416 w 1031"/>
                    <a:gd name="T17" fmla="*/ 828 h 1487"/>
                    <a:gd name="T18" fmla="*/ 456 w 1031"/>
                    <a:gd name="T19" fmla="*/ 832 h 1487"/>
                    <a:gd name="T20" fmla="*/ 493 w 1031"/>
                    <a:gd name="T21" fmla="*/ 801 h 1487"/>
                    <a:gd name="T22" fmla="*/ 699 w 1031"/>
                    <a:gd name="T23" fmla="*/ 913 h 1487"/>
                    <a:gd name="T24" fmla="*/ 690 w 1031"/>
                    <a:gd name="T25" fmla="*/ 909 h 1487"/>
                    <a:gd name="T26" fmla="*/ 593 w 1031"/>
                    <a:gd name="T27" fmla="*/ 942 h 1487"/>
                    <a:gd name="T28" fmla="*/ 483 w 1031"/>
                    <a:gd name="T29" fmla="*/ 913 h 1487"/>
                    <a:gd name="T30" fmla="*/ 518 w 1031"/>
                    <a:gd name="T31" fmla="*/ 1086 h 1487"/>
                    <a:gd name="T32" fmla="*/ 509 w 1031"/>
                    <a:gd name="T33" fmla="*/ 1092 h 1487"/>
                    <a:gd name="T34" fmla="*/ 507 w 1031"/>
                    <a:gd name="T35" fmla="*/ 1258 h 1487"/>
                    <a:gd name="T36" fmla="*/ 517 w 1031"/>
                    <a:gd name="T37" fmla="*/ 1406 h 1487"/>
                    <a:gd name="T38" fmla="*/ 528 w 1031"/>
                    <a:gd name="T39" fmla="*/ 1258 h 1487"/>
                    <a:gd name="T40" fmla="*/ 528 w 1031"/>
                    <a:gd name="T41" fmla="*/ 882 h 1487"/>
                    <a:gd name="T42" fmla="*/ 629 w 1031"/>
                    <a:gd name="T43" fmla="*/ 913 h 1487"/>
                    <a:gd name="T44" fmla="*/ 559 w 1031"/>
                    <a:gd name="T45" fmla="*/ 801 h 1487"/>
                    <a:gd name="T46" fmla="*/ 535 w 1031"/>
                    <a:gd name="T47" fmla="*/ 193 h 1487"/>
                    <a:gd name="T48" fmla="*/ 528 w 1031"/>
                    <a:gd name="T49" fmla="*/ 172 h 1487"/>
                    <a:gd name="T50" fmla="*/ 525 w 1031"/>
                    <a:gd name="T51" fmla="*/ 216 h 1487"/>
                    <a:gd name="T52" fmla="*/ 509 w 1031"/>
                    <a:gd name="T53" fmla="*/ 216 h 1487"/>
                    <a:gd name="T54" fmla="*/ 546 w 1031"/>
                    <a:gd name="T55" fmla="*/ 255 h 1487"/>
                    <a:gd name="T56" fmla="*/ 527 w 1031"/>
                    <a:gd name="T57" fmla="*/ 466 h 1487"/>
                    <a:gd name="T58" fmla="*/ 584 w 1031"/>
                    <a:gd name="T59" fmla="*/ 636 h 1487"/>
                    <a:gd name="T60" fmla="*/ 584 w 1031"/>
                    <a:gd name="T61" fmla="*/ 546 h 1487"/>
                    <a:gd name="T62" fmla="*/ 562 w 1031"/>
                    <a:gd name="T63" fmla="*/ 607 h 1487"/>
                    <a:gd name="T64" fmla="*/ 518 w 1031"/>
                    <a:gd name="T65" fmla="*/ 474 h 1487"/>
                    <a:gd name="T66" fmla="*/ 518 w 1031"/>
                    <a:gd name="T67" fmla="*/ 377 h 1487"/>
                    <a:gd name="T68" fmla="*/ 569 w 1031"/>
                    <a:gd name="T69" fmla="*/ 394 h 1487"/>
                    <a:gd name="T70" fmla="*/ 518 w 1031"/>
                    <a:gd name="T71" fmla="*/ 298 h 1487"/>
                    <a:gd name="T72" fmla="*/ 529 w 1031"/>
                    <a:gd name="T73" fmla="*/ 305 h 1487"/>
                    <a:gd name="T74" fmla="*/ 518 w 1031"/>
                    <a:gd name="T75" fmla="*/ 311 h 1487"/>
                    <a:gd name="T76" fmla="*/ 475 w 1031"/>
                    <a:gd name="T77" fmla="*/ 350 h 1487"/>
                    <a:gd name="T78" fmla="*/ 463 w 1031"/>
                    <a:gd name="T79" fmla="*/ 427 h 1487"/>
                    <a:gd name="T80" fmla="*/ 452 w 1031"/>
                    <a:gd name="T81" fmla="*/ 703 h 1487"/>
                    <a:gd name="T82" fmla="*/ 454 w 1031"/>
                    <a:gd name="T83" fmla="*/ 714 h 1487"/>
                    <a:gd name="T84" fmla="*/ 684 w 1031"/>
                    <a:gd name="T85" fmla="*/ 549 h 1487"/>
                    <a:gd name="T86" fmla="*/ 714 w 1031"/>
                    <a:gd name="T87" fmla="*/ 562 h 1487"/>
                    <a:gd name="T88" fmla="*/ 611 w 1031"/>
                    <a:gd name="T89" fmla="*/ 553 h 1487"/>
                    <a:gd name="T90" fmla="*/ 578 w 1031"/>
                    <a:gd name="T91" fmla="*/ 289 h 1487"/>
                    <a:gd name="T92" fmla="*/ 624 w 1031"/>
                    <a:gd name="T93" fmla="*/ 323 h 1487"/>
                    <a:gd name="T94" fmla="*/ 518 w 1031"/>
                    <a:gd name="T95" fmla="*/ 87 h 1487"/>
                    <a:gd name="T96" fmla="*/ 395 w 1031"/>
                    <a:gd name="T97" fmla="*/ 283 h 1487"/>
                    <a:gd name="T98" fmla="*/ 452 w 1031"/>
                    <a:gd name="T99" fmla="*/ 323 h 1487"/>
                    <a:gd name="T100" fmla="*/ 425 w 1031"/>
                    <a:gd name="T101" fmla="*/ 546 h 1487"/>
                    <a:gd name="T102" fmla="*/ 350 w 1031"/>
                    <a:gd name="T103" fmla="*/ 546 h 1487"/>
                    <a:gd name="T104" fmla="*/ 425 w 1031"/>
                    <a:gd name="T105" fmla="*/ 569 h 1487"/>
                    <a:gd name="T106" fmla="*/ 452 w 1031"/>
                    <a:gd name="T107" fmla="*/ 801 h 1487"/>
                    <a:gd name="T108" fmla="*/ 355 w 1031"/>
                    <a:gd name="T109" fmla="*/ 913 h 1487"/>
                    <a:gd name="T110" fmla="*/ 501 w 1031"/>
                    <a:gd name="T111" fmla="*/ 1412 h 1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031" h="1487">
                      <a:moveTo>
                        <a:pt x="1031" y="940"/>
                      </a:moveTo>
                      <a:lnTo>
                        <a:pt x="752" y="801"/>
                      </a:lnTo>
                      <a:lnTo>
                        <a:pt x="611" y="801"/>
                      </a:lnTo>
                      <a:lnTo>
                        <a:pt x="611" y="634"/>
                      </a:lnTo>
                      <a:lnTo>
                        <a:pt x="939" y="634"/>
                      </a:lnTo>
                      <a:lnTo>
                        <a:pt x="683" y="519"/>
                      </a:lnTo>
                      <a:lnTo>
                        <a:pt x="611" y="519"/>
                      </a:lnTo>
                      <a:lnTo>
                        <a:pt x="611" y="488"/>
                      </a:lnTo>
                      <a:lnTo>
                        <a:pt x="588" y="350"/>
                      </a:lnTo>
                      <a:lnTo>
                        <a:pt x="854" y="350"/>
                      </a:lnTo>
                      <a:lnTo>
                        <a:pt x="642" y="255"/>
                      </a:lnTo>
                      <a:lnTo>
                        <a:pt x="573" y="255"/>
                      </a:lnTo>
                      <a:lnTo>
                        <a:pt x="531" y="0"/>
                      </a:lnTo>
                      <a:lnTo>
                        <a:pt x="505" y="0"/>
                      </a:lnTo>
                      <a:lnTo>
                        <a:pt x="463" y="255"/>
                      </a:lnTo>
                      <a:lnTo>
                        <a:pt x="389" y="255"/>
                      </a:lnTo>
                      <a:lnTo>
                        <a:pt x="177" y="350"/>
                      </a:lnTo>
                      <a:lnTo>
                        <a:pt x="448" y="350"/>
                      </a:lnTo>
                      <a:lnTo>
                        <a:pt x="425" y="487"/>
                      </a:lnTo>
                      <a:lnTo>
                        <a:pt x="425" y="519"/>
                      </a:lnTo>
                      <a:lnTo>
                        <a:pt x="344" y="519"/>
                      </a:lnTo>
                      <a:lnTo>
                        <a:pt x="94" y="634"/>
                      </a:lnTo>
                      <a:lnTo>
                        <a:pt x="425" y="634"/>
                      </a:lnTo>
                      <a:lnTo>
                        <a:pt x="425" y="801"/>
                      </a:lnTo>
                      <a:lnTo>
                        <a:pt x="280" y="801"/>
                      </a:lnTo>
                      <a:lnTo>
                        <a:pt x="0" y="940"/>
                      </a:lnTo>
                      <a:lnTo>
                        <a:pt x="403" y="940"/>
                      </a:lnTo>
                      <a:lnTo>
                        <a:pt x="313" y="1483"/>
                      </a:lnTo>
                      <a:lnTo>
                        <a:pt x="339" y="1487"/>
                      </a:lnTo>
                      <a:lnTo>
                        <a:pt x="342" y="1477"/>
                      </a:lnTo>
                      <a:lnTo>
                        <a:pt x="517" y="1418"/>
                      </a:lnTo>
                      <a:lnTo>
                        <a:pt x="695" y="1478"/>
                      </a:lnTo>
                      <a:lnTo>
                        <a:pt x="696" y="1487"/>
                      </a:lnTo>
                      <a:lnTo>
                        <a:pt x="724" y="1483"/>
                      </a:lnTo>
                      <a:lnTo>
                        <a:pt x="633" y="940"/>
                      </a:lnTo>
                      <a:lnTo>
                        <a:pt x="1031" y="940"/>
                      </a:lnTo>
                      <a:close/>
                      <a:moveTo>
                        <a:pt x="618" y="1017"/>
                      </a:moveTo>
                      <a:lnTo>
                        <a:pt x="532" y="981"/>
                      </a:lnTo>
                      <a:lnTo>
                        <a:pt x="607" y="948"/>
                      </a:lnTo>
                      <a:lnTo>
                        <a:pt x="618" y="1017"/>
                      </a:lnTo>
                      <a:close/>
                      <a:moveTo>
                        <a:pt x="429" y="948"/>
                      </a:moveTo>
                      <a:lnTo>
                        <a:pt x="505" y="981"/>
                      </a:lnTo>
                      <a:lnTo>
                        <a:pt x="418" y="1019"/>
                      </a:lnTo>
                      <a:lnTo>
                        <a:pt x="429" y="948"/>
                      </a:lnTo>
                      <a:close/>
                      <a:moveTo>
                        <a:pt x="284" y="839"/>
                      </a:moveTo>
                      <a:lnTo>
                        <a:pt x="335" y="913"/>
                      </a:lnTo>
                      <a:lnTo>
                        <a:pt x="237" y="913"/>
                      </a:lnTo>
                      <a:lnTo>
                        <a:pt x="284" y="839"/>
                      </a:lnTo>
                      <a:close/>
                      <a:moveTo>
                        <a:pt x="227" y="909"/>
                      </a:moveTo>
                      <a:lnTo>
                        <a:pt x="195" y="874"/>
                      </a:lnTo>
                      <a:lnTo>
                        <a:pt x="275" y="835"/>
                      </a:lnTo>
                      <a:lnTo>
                        <a:pt x="227" y="909"/>
                      </a:lnTo>
                      <a:close/>
                      <a:moveTo>
                        <a:pt x="290" y="828"/>
                      </a:moveTo>
                      <a:lnTo>
                        <a:pt x="416" y="828"/>
                      </a:lnTo>
                      <a:lnTo>
                        <a:pt x="344" y="909"/>
                      </a:lnTo>
                      <a:lnTo>
                        <a:pt x="290" y="828"/>
                      </a:lnTo>
                      <a:close/>
                      <a:moveTo>
                        <a:pt x="575" y="828"/>
                      </a:moveTo>
                      <a:lnTo>
                        <a:pt x="580" y="832"/>
                      </a:lnTo>
                      <a:lnTo>
                        <a:pt x="518" y="875"/>
                      </a:lnTo>
                      <a:lnTo>
                        <a:pt x="456" y="832"/>
                      </a:lnTo>
                      <a:lnTo>
                        <a:pt x="460" y="828"/>
                      </a:lnTo>
                      <a:lnTo>
                        <a:pt x="575" y="828"/>
                      </a:lnTo>
                      <a:close/>
                      <a:moveTo>
                        <a:pt x="493" y="801"/>
                      </a:moveTo>
                      <a:lnTo>
                        <a:pt x="518" y="780"/>
                      </a:lnTo>
                      <a:lnTo>
                        <a:pt x="543" y="801"/>
                      </a:lnTo>
                      <a:lnTo>
                        <a:pt x="493" y="801"/>
                      </a:lnTo>
                      <a:close/>
                      <a:moveTo>
                        <a:pt x="760" y="836"/>
                      </a:moveTo>
                      <a:lnTo>
                        <a:pt x="839" y="875"/>
                      </a:lnTo>
                      <a:lnTo>
                        <a:pt x="807" y="909"/>
                      </a:lnTo>
                      <a:lnTo>
                        <a:pt x="760" y="836"/>
                      </a:lnTo>
                      <a:close/>
                      <a:moveTo>
                        <a:pt x="797" y="913"/>
                      </a:moveTo>
                      <a:lnTo>
                        <a:pt x="699" y="913"/>
                      </a:lnTo>
                      <a:lnTo>
                        <a:pt x="750" y="839"/>
                      </a:lnTo>
                      <a:lnTo>
                        <a:pt x="797" y="913"/>
                      </a:lnTo>
                      <a:close/>
                      <a:moveTo>
                        <a:pt x="690" y="909"/>
                      </a:moveTo>
                      <a:lnTo>
                        <a:pt x="618" y="828"/>
                      </a:lnTo>
                      <a:lnTo>
                        <a:pt x="744" y="828"/>
                      </a:lnTo>
                      <a:lnTo>
                        <a:pt x="690" y="909"/>
                      </a:lnTo>
                      <a:close/>
                      <a:moveTo>
                        <a:pt x="448" y="840"/>
                      </a:moveTo>
                      <a:lnTo>
                        <a:pt x="509" y="882"/>
                      </a:lnTo>
                      <a:lnTo>
                        <a:pt x="464" y="913"/>
                      </a:lnTo>
                      <a:lnTo>
                        <a:pt x="434" y="913"/>
                      </a:lnTo>
                      <a:lnTo>
                        <a:pt x="448" y="840"/>
                      </a:lnTo>
                      <a:close/>
                      <a:moveTo>
                        <a:pt x="593" y="942"/>
                      </a:moveTo>
                      <a:lnTo>
                        <a:pt x="518" y="974"/>
                      </a:lnTo>
                      <a:lnTo>
                        <a:pt x="442" y="942"/>
                      </a:lnTo>
                      <a:lnTo>
                        <a:pt x="444" y="940"/>
                      </a:lnTo>
                      <a:lnTo>
                        <a:pt x="592" y="940"/>
                      </a:lnTo>
                      <a:lnTo>
                        <a:pt x="593" y="942"/>
                      </a:lnTo>
                      <a:close/>
                      <a:moveTo>
                        <a:pt x="483" y="913"/>
                      </a:moveTo>
                      <a:lnTo>
                        <a:pt x="518" y="889"/>
                      </a:lnTo>
                      <a:lnTo>
                        <a:pt x="552" y="913"/>
                      </a:lnTo>
                      <a:lnTo>
                        <a:pt x="483" y="913"/>
                      </a:lnTo>
                      <a:close/>
                      <a:moveTo>
                        <a:pt x="518" y="986"/>
                      </a:moveTo>
                      <a:lnTo>
                        <a:pt x="612" y="1027"/>
                      </a:lnTo>
                      <a:lnTo>
                        <a:pt x="518" y="1086"/>
                      </a:lnTo>
                      <a:lnTo>
                        <a:pt x="426" y="1027"/>
                      </a:lnTo>
                      <a:lnTo>
                        <a:pt x="518" y="986"/>
                      </a:lnTo>
                      <a:close/>
                      <a:moveTo>
                        <a:pt x="509" y="1092"/>
                      </a:moveTo>
                      <a:lnTo>
                        <a:pt x="393" y="1165"/>
                      </a:lnTo>
                      <a:lnTo>
                        <a:pt x="415" y="1032"/>
                      </a:lnTo>
                      <a:lnTo>
                        <a:pt x="509" y="1092"/>
                      </a:lnTo>
                      <a:close/>
                      <a:moveTo>
                        <a:pt x="518" y="1099"/>
                      </a:moveTo>
                      <a:lnTo>
                        <a:pt x="637" y="1175"/>
                      </a:lnTo>
                      <a:lnTo>
                        <a:pt x="518" y="1252"/>
                      </a:lnTo>
                      <a:lnTo>
                        <a:pt x="400" y="1175"/>
                      </a:lnTo>
                      <a:lnTo>
                        <a:pt x="518" y="1099"/>
                      </a:lnTo>
                      <a:close/>
                      <a:moveTo>
                        <a:pt x="507" y="1258"/>
                      </a:moveTo>
                      <a:lnTo>
                        <a:pt x="362" y="1355"/>
                      </a:lnTo>
                      <a:lnTo>
                        <a:pt x="391" y="1181"/>
                      </a:lnTo>
                      <a:lnTo>
                        <a:pt x="507" y="1258"/>
                      </a:lnTo>
                      <a:close/>
                      <a:moveTo>
                        <a:pt x="518" y="1265"/>
                      </a:moveTo>
                      <a:lnTo>
                        <a:pt x="660" y="1359"/>
                      </a:lnTo>
                      <a:lnTo>
                        <a:pt x="517" y="1406"/>
                      </a:lnTo>
                      <a:lnTo>
                        <a:pt x="376" y="1359"/>
                      </a:lnTo>
                      <a:lnTo>
                        <a:pt x="518" y="1265"/>
                      </a:lnTo>
                      <a:close/>
                      <a:moveTo>
                        <a:pt x="528" y="1258"/>
                      </a:moveTo>
                      <a:lnTo>
                        <a:pt x="645" y="1181"/>
                      </a:lnTo>
                      <a:lnTo>
                        <a:pt x="675" y="1355"/>
                      </a:lnTo>
                      <a:lnTo>
                        <a:pt x="528" y="1258"/>
                      </a:lnTo>
                      <a:close/>
                      <a:moveTo>
                        <a:pt x="528" y="1092"/>
                      </a:moveTo>
                      <a:lnTo>
                        <a:pt x="620" y="1034"/>
                      </a:lnTo>
                      <a:lnTo>
                        <a:pt x="642" y="1165"/>
                      </a:lnTo>
                      <a:lnTo>
                        <a:pt x="528" y="1092"/>
                      </a:lnTo>
                      <a:close/>
                      <a:moveTo>
                        <a:pt x="571" y="913"/>
                      </a:moveTo>
                      <a:lnTo>
                        <a:pt x="528" y="882"/>
                      </a:lnTo>
                      <a:lnTo>
                        <a:pt x="589" y="840"/>
                      </a:lnTo>
                      <a:lnTo>
                        <a:pt x="601" y="913"/>
                      </a:lnTo>
                      <a:lnTo>
                        <a:pt x="571" y="913"/>
                      </a:lnTo>
                      <a:close/>
                      <a:moveTo>
                        <a:pt x="616" y="844"/>
                      </a:moveTo>
                      <a:lnTo>
                        <a:pt x="679" y="913"/>
                      </a:lnTo>
                      <a:lnTo>
                        <a:pt x="629" y="913"/>
                      </a:lnTo>
                      <a:lnTo>
                        <a:pt x="616" y="844"/>
                      </a:lnTo>
                      <a:close/>
                      <a:moveTo>
                        <a:pt x="818" y="913"/>
                      </a:moveTo>
                      <a:lnTo>
                        <a:pt x="850" y="881"/>
                      </a:lnTo>
                      <a:lnTo>
                        <a:pt x="917" y="913"/>
                      </a:lnTo>
                      <a:lnTo>
                        <a:pt x="818" y="913"/>
                      </a:lnTo>
                      <a:close/>
                      <a:moveTo>
                        <a:pt x="559" y="801"/>
                      </a:moveTo>
                      <a:lnTo>
                        <a:pt x="527" y="774"/>
                      </a:lnTo>
                      <a:lnTo>
                        <a:pt x="584" y="726"/>
                      </a:lnTo>
                      <a:lnTo>
                        <a:pt x="584" y="801"/>
                      </a:lnTo>
                      <a:lnTo>
                        <a:pt x="559" y="801"/>
                      </a:lnTo>
                      <a:close/>
                      <a:moveTo>
                        <a:pt x="535" y="189"/>
                      </a:moveTo>
                      <a:lnTo>
                        <a:pt x="535" y="193"/>
                      </a:lnTo>
                      <a:lnTo>
                        <a:pt x="517" y="209"/>
                      </a:lnTo>
                      <a:lnTo>
                        <a:pt x="501" y="193"/>
                      </a:lnTo>
                      <a:lnTo>
                        <a:pt x="502" y="187"/>
                      </a:lnTo>
                      <a:lnTo>
                        <a:pt x="517" y="179"/>
                      </a:lnTo>
                      <a:lnTo>
                        <a:pt x="535" y="189"/>
                      </a:lnTo>
                      <a:close/>
                      <a:moveTo>
                        <a:pt x="528" y="172"/>
                      </a:moveTo>
                      <a:lnTo>
                        <a:pt x="532" y="171"/>
                      </a:lnTo>
                      <a:lnTo>
                        <a:pt x="532" y="175"/>
                      </a:lnTo>
                      <a:lnTo>
                        <a:pt x="528" y="172"/>
                      </a:lnTo>
                      <a:close/>
                      <a:moveTo>
                        <a:pt x="537" y="205"/>
                      </a:moveTo>
                      <a:lnTo>
                        <a:pt x="541" y="231"/>
                      </a:lnTo>
                      <a:lnTo>
                        <a:pt x="525" y="216"/>
                      </a:lnTo>
                      <a:lnTo>
                        <a:pt x="537" y="205"/>
                      </a:lnTo>
                      <a:close/>
                      <a:moveTo>
                        <a:pt x="503" y="174"/>
                      </a:moveTo>
                      <a:lnTo>
                        <a:pt x="503" y="171"/>
                      </a:lnTo>
                      <a:lnTo>
                        <a:pt x="506" y="172"/>
                      </a:lnTo>
                      <a:lnTo>
                        <a:pt x="503" y="174"/>
                      </a:lnTo>
                      <a:close/>
                      <a:moveTo>
                        <a:pt x="509" y="216"/>
                      </a:moveTo>
                      <a:lnTo>
                        <a:pt x="494" y="229"/>
                      </a:lnTo>
                      <a:lnTo>
                        <a:pt x="498" y="206"/>
                      </a:lnTo>
                      <a:lnTo>
                        <a:pt x="509" y="216"/>
                      </a:lnTo>
                      <a:close/>
                      <a:moveTo>
                        <a:pt x="517" y="224"/>
                      </a:moveTo>
                      <a:lnTo>
                        <a:pt x="544" y="248"/>
                      </a:lnTo>
                      <a:lnTo>
                        <a:pt x="546" y="255"/>
                      </a:lnTo>
                      <a:lnTo>
                        <a:pt x="490" y="255"/>
                      </a:lnTo>
                      <a:lnTo>
                        <a:pt x="491" y="247"/>
                      </a:lnTo>
                      <a:lnTo>
                        <a:pt x="517" y="224"/>
                      </a:lnTo>
                      <a:close/>
                      <a:moveTo>
                        <a:pt x="584" y="489"/>
                      </a:moveTo>
                      <a:lnTo>
                        <a:pt x="584" y="514"/>
                      </a:lnTo>
                      <a:lnTo>
                        <a:pt x="527" y="466"/>
                      </a:lnTo>
                      <a:lnTo>
                        <a:pt x="574" y="428"/>
                      </a:lnTo>
                      <a:lnTo>
                        <a:pt x="584" y="489"/>
                      </a:lnTo>
                      <a:close/>
                      <a:moveTo>
                        <a:pt x="584" y="636"/>
                      </a:moveTo>
                      <a:lnTo>
                        <a:pt x="584" y="703"/>
                      </a:lnTo>
                      <a:lnTo>
                        <a:pt x="528" y="669"/>
                      </a:lnTo>
                      <a:lnTo>
                        <a:pt x="584" y="636"/>
                      </a:lnTo>
                      <a:close/>
                      <a:moveTo>
                        <a:pt x="518" y="663"/>
                      </a:moveTo>
                      <a:lnTo>
                        <a:pt x="471" y="634"/>
                      </a:lnTo>
                      <a:lnTo>
                        <a:pt x="565" y="634"/>
                      </a:lnTo>
                      <a:lnTo>
                        <a:pt x="518" y="663"/>
                      </a:lnTo>
                      <a:close/>
                      <a:moveTo>
                        <a:pt x="529" y="576"/>
                      </a:moveTo>
                      <a:lnTo>
                        <a:pt x="584" y="546"/>
                      </a:lnTo>
                      <a:lnTo>
                        <a:pt x="584" y="607"/>
                      </a:lnTo>
                      <a:lnTo>
                        <a:pt x="529" y="576"/>
                      </a:lnTo>
                      <a:close/>
                      <a:moveTo>
                        <a:pt x="562" y="607"/>
                      </a:moveTo>
                      <a:lnTo>
                        <a:pt x="475" y="607"/>
                      </a:lnTo>
                      <a:lnTo>
                        <a:pt x="518" y="583"/>
                      </a:lnTo>
                      <a:lnTo>
                        <a:pt x="562" y="607"/>
                      </a:lnTo>
                      <a:close/>
                      <a:moveTo>
                        <a:pt x="562" y="546"/>
                      </a:moveTo>
                      <a:lnTo>
                        <a:pt x="518" y="571"/>
                      </a:lnTo>
                      <a:lnTo>
                        <a:pt x="473" y="546"/>
                      </a:lnTo>
                      <a:lnTo>
                        <a:pt x="562" y="546"/>
                      </a:lnTo>
                      <a:close/>
                      <a:moveTo>
                        <a:pt x="464" y="519"/>
                      </a:moveTo>
                      <a:lnTo>
                        <a:pt x="518" y="474"/>
                      </a:lnTo>
                      <a:lnTo>
                        <a:pt x="573" y="519"/>
                      </a:lnTo>
                      <a:lnTo>
                        <a:pt x="464" y="519"/>
                      </a:lnTo>
                      <a:close/>
                      <a:moveTo>
                        <a:pt x="518" y="459"/>
                      </a:moveTo>
                      <a:lnTo>
                        <a:pt x="464" y="415"/>
                      </a:lnTo>
                      <a:lnTo>
                        <a:pt x="465" y="409"/>
                      </a:lnTo>
                      <a:lnTo>
                        <a:pt x="518" y="377"/>
                      </a:lnTo>
                      <a:lnTo>
                        <a:pt x="570" y="409"/>
                      </a:lnTo>
                      <a:lnTo>
                        <a:pt x="571" y="415"/>
                      </a:lnTo>
                      <a:lnTo>
                        <a:pt x="518" y="459"/>
                      </a:lnTo>
                      <a:close/>
                      <a:moveTo>
                        <a:pt x="528" y="370"/>
                      </a:moveTo>
                      <a:lnTo>
                        <a:pt x="561" y="350"/>
                      </a:lnTo>
                      <a:lnTo>
                        <a:pt x="569" y="394"/>
                      </a:lnTo>
                      <a:lnTo>
                        <a:pt x="528" y="370"/>
                      </a:lnTo>
                      <a:close/>
                      <a:moveTo>
                        <a:pt x="518" y="363"/>
                      </a:moveTo>
                      <a:lnTo>
                        <a:pt x="495" y="350"/>
                      </a:lnTo>
                      <a:lnTo>
                        <a:pt x="540" y="350"/>
                      </a:lnTo>
                      <a:lnTo>
                        <a:pt x="518" y="363"/>
                      </a:lnTo>
                      <a:close/>
                      <a:moveTo>
                        <a:pt x="518" y="298"/>
                      </a:moveTo>
                      <a:lnTo>
                        <a:pt x="490" y="282"/>
                      </a:lnTo>
                      <a:lnTo>
                        <a:pt x="547" y="282"/>
                      </a:lnTo>
                      <a:lnTo>
                        <a:pt x="518" y="298"/>
                      </a:lnTo>
                      <a:close/>
                      <a:moveTo>
                        <a:pt x="551" y="292"/>
                      </a:moveTo>
                      <a:lnTo>
                        <a:pt x="556" y="320"/>
                      </a:lnTo>
                      <a:lnTo>
                        <a:pt x="529" y="305"/>
                      </a:lnTo>
                      <a:lnTo>
                        <a:pt x="551" y="292"/>
                      </a:lnTo>
                      <a:close/>
                      <a:moveTo>
                        <a:pt x="507" y="305"/>
                      </a:moveTo>
                      <a:lnTo>
                        <a:pt x="479" y="320"/>
                      </a:lnTo>
                      <a:lnTo>
                        <a:pt x="484" y="292"/>
                      </a:lnTo>
                      <a:lnTo>
                        <a:pt x="507" y="305"/>
                      </a:lnTo>
                      <a:close/>
                      <a:moveTo>
                        <a:pt x="518" y="311"/>
                      </a:moveTo>
                      <a:lnTo>
                        <a:pt x="537" y="323"/>
                      </a:lnTo>
                      <a:lnTo>
                        <a:pt x="498" y="323"/>
                      </a:lnTo>
                      <a:lnTo>
                        <a:pt x="518" y="311"/>
                      </a:lnTo>
                      <a:close/>
                      <a:moveTo>
                        <a:pt x="507" y="370"/>
                      </a:moveTo>
                      <a:lnTo>
                        <a:pt x="467" y="396"/>
                      </a:lnTo>
                      <a:lnTo>
                        <a:pt x="475" y="350"/>
                      </a:lnTo>
                      <a:lnTo>
                        <a:pt x="507" y="370"/>
                      </a:lnTo>
                      <a:close/>
                      <a:moveTo>
                        <a:pt x="463" y="427"/>
                      </a:moveTo>
                      <a:lnTo>
                        <a:pt x="509" y="466"/>
                      </a:lnTo>
                      <a:lnTo>
                        <a:pt x="452" y="514"/>
                      </a:lnTo>
                      <a:lnTo>
                        <a:pt x="452" y="489"/>
                      </a:lnTo>
                      <a:lnTo>
                        <a:pt x="463" y="427"/>
                      </a:lnTo>
                      <a:close/>
                      <a:moveTo>
                        <a:pt x="506" y="576"/>
                      </a:moveTo>
                      <a:lnTo>
                        <a:pt x="452" y="607"/>
                      </a:lnTo>
                      <a:lnTo>
                        <a:pt x="452" y="546"/>
                      </a:lnTo>
                      <a:lnTo>
                        <a:pt x="506" y="576"/>
                      </a:lnTo>
                      <a:close/>
                      <a:moveTo>
                        <a:pt x="507" y="669"/>
                      </a:moveTo>
                      <a:lnTo>
                        <a:pt x="452" y="703"/>
                      </a:lnTo>
                      <a:lnTo>
                        <a:pt x="452" y="636"/>
                      </a:lnTo>
                      <a:lnTo>
                        <a:pt x="507" y="669"/>
                      </a:lnTo>
                      <a:close/>
                      <a:moveTo>
                        <a:pt x="518" y="676"/>
                      </a:moveTo>
                      <a:lnTo>
                        <a:pt x="581" y="714"/>
                      </a:lnTo>
                      <a:lnTo>
                        <a:pt x="518" y="767"/>
                      </a:lnTo>
                      <a:lnTo>
                        <a:pt x="454" y="714"/>
                      </a:lnTo>
                      <a:lnTo>
                        <a:pt x="518" y="676"/>
                      </a:lnTo>
                      <a:close/>
                      <a:moveTo>
                        <a:pt x="611" y="571"/>
                      </a:moveTo>
                      <a:lnTo>
                        <a:pt x="639" y="607"/>
                      </a:lnTo>
                      <a:lnTo>
                        <a:pt x="611" y="607"/>
                      </a:lnTo>
                      <a:lnTo>
                        <a:pt x="611" y="571"/>
                      </a:lnTo>
                      <a:close/>
                      <a:moveTo>
                        <a:pt x="684" y="549"/>
                      </a:moveTo>
                      <a:lnTo>
                        <a:pt x="692" y="553"/>
                      </a:lnTo>
                      <a:lnTo>
                        <a:pt x="735" y="607"/>
                      </a:lnTo>
                      <a:lnTo>
                        <a:pt x="667" y="607"/>
                      </a:lnTo>
                      <a:lnTo>
                        <a:pt x="684" y="549"/>
                      </a:lnTo>
                      <a:close/>
                      <a:moveTo>
                        <a:pt x="748" y="607"/>
                      </a:moveTo>
                      <a:lnTo>
                        <a:pt x="714" y="562"/>
                      </a:lnTo>
                      <a:lnTo>
                        <a:pt x="812" y="607"/>
                      </a:lnTo>
                      <a:lnTo>
                        <a:pt x="748" y="607"/>
                      </a:lnTo>
                      <a:close/>
                      <a:moveTo>
                        <a:pt x="673" y="546"/>
                      </a:moveTo>
                      <a:lnTo>
                        <a:pt x="654" y="607"/>
                      </a:lnTo>
                      <a:lnTo>
                        <a:pt x="653" y="607"/>
                      </a:lnTo>
                      <a:lnTo>
                        <a:pt x="611" y="553"/>
                      </a:lnTo>
                      <a:lnTo>
                        <a:pt x="611" y="546"/>
                      </a:lnTo>
                      <a:lnTo>
                        <a:pt x="673" y="546"/>
                      </a:lnTo>
                      <a:close/>
                      <a:moveTo>
                        <a:pt x="578" y="289"/>
                      </a:moveTo>
                      <a:lnTo>
                        <a:pt x="608" y="323"/>
                      </a:lnTo>
                      <a:lnTo>
                        <a:pt x="584" y="323"/>
                      </a:lnTo>
                      <a:lnTo>
                        <a:pt x="578" y="289"/>
                      </a:lnTo>
                      <a:close/>
                      <a:moveTo>
                        <a:pt x="588" y="282"/>
                      </a:moveTo>
                      <a:lnTo>
                        <a:pt x="629" y="282"/>
                      </a:lnTo>
                      <a:lnTo>
                        <a:pt x="616" y="316"/>
                      </a:lnTo>
                      <a:lnTo>
                        <a:pt x="588" y="282"/>
                      </a:lnTo>
                      <a:close/>
                      <a:moveTo>
                        <a:pt x="726" y="323"/>
                      </a:moveTo>
                      <a:lnTo>
                        <a:pt x="624" y="323"/>
                      </a:lnTo>
                      <a:lnTo>
                        <a:pt x="639" y="283"/>
                      </a:lnTo>
                      <a:lnTo>
                        <a:pt x="726" y="323"/>
                      </a:lnTo>
                      <a:close/>
                      <a:moveTo>
                        <a:pt x="529" y="159"/>
                      </a:moveTo>
                      <a:lnTo>
                        <a:pt x="517" y="166"/>
                      </a:lnTo>
                      <a:lnTo>
                        <a:pt x="506" y="160"/>
                      </a:lnTo>
                      <a:lnTo>
                        <a:pt x="518" y="87"/>
                      </a:lnTo>
                      <a:lnTo>
                        <a:pt x="529" y="159"/>
                      </a:lnTo>
                      <a:close/>
                      <a:moveTo>
                        <a:pt x="448" y="282"/>
                      </a:moveTo>
                      <a:lnTo>
                        <a:pt x="418" y="315"/>
                      </a:lnTo>
                      <a:lnTo>
                        <a:pt x="406" y="282"/>
                      </a:lnTo>
                      <a:lnTo>
                        <a:pt x="448" y="282"/>
                      </a:lnTo>
                      <a:close/>
                      <a:moveTo>
                        <a:pt x="395" y="283"/>
                      </a:moveTo>
                      <a:lnTo>
                        <a:pt x="410" y="323"/>
                      </a:lnTo>
                      <a:lnTo>
                        <a:pt x="305" y="323"/>
                      </a:lnTo>
                      <a:lnTo>
                        <a:pt x="395" y="283"/>
                      </a:lnTo>
                      <a:close/>
                      <a:moveTo>
                        <a:pt x="426" y="323"/>
                      </a:moveTo>
                      <a:lnTo>
                        <a:pt x="457" y="288"/>
                      </a:lnTo>
                      <a:lnTo>
                        <a:pt x="452" y="323"/>
                      </a:lnTo>
                      <a:lnTo>
                        <a:pt x="426" y="323"/>
                      </a:lnTo>
                      <a:close/>
                      <a:moveTo>
                        <a:pt x="425" y="552"/>
                      </a:moveTo>
                      <a:lnTo>
                        <a:pt x="382" y="607"/>
                      </a:lnTo>
                      <a:lnTo>
                        <a:pt x="380" y="607"/>
                      </a:lnTo>
                      <a:lnTo>
                        <a:pt x="361" y="546"/>
                      </a:lnTo>
                      <a:lnTo>
                        <a:pt x="425" y="546"/>
                      </a:lnTo>
                      <a:lnTo>
                        <a:pt x="425" y="552"/>
                      </a:lnTo>
                      <a:close/>
                      <a:moveTo>
                        <a:pt x="350" y="546"/>
                      </a:moveTo>
                      <a:lnTo>
                        <a:pt x="369" y="607"/>
                      </a:lnTo>
                      <a:lnTo>
                        <a:pt x="299" y="607"/>
                      </a:lnTo>
                      <a:lnTo>
                        <a:pt x="346" y="548"/>
                      </a:lnTo>
                      <a:lnTo>
                        <a:pt x="350" y="546"/>
                      </a:lnTo>
                      <a:close/>
                      <a:moveTo>
                        <a:pt x="324" y="558"/>
                      </a:moveTo>
                      <a:lnTo>
                        <a:pt x="286" y="607"/>
                      </a:lnTo>
                      <a:lnTo>
                        <a:pt x="218" y="607"/>
                      </a:lnTo>
                      <a:lnTo>
                        <a:pt x="324" y="558"/>
                      </a:lnTo>
                      <a:close/>
                      <a:moveTo>
                        <a:pt x="396" y="607"/>
                      </a:moveTo>
                      <a:lnTo>
                        <a:pt x="425" y="569"/>
                      </a:lnTo>
                      <a:lnTo>
                        <a:pt x="425" y="607"/>
                      </a:lnTo>
                      <a:lnTo>
                        <a:pt x="396" y="607"/>
                      </a:lnTo>
                      <a:close/>
                      <a:moveTo>
                        <a:pt x="452" y="726"/>
                      </a:moveTo>
                      <a:lnTo>
                        <a:pt x="509" y="774"/>
                      </a:lnTo>
                      <a:lnTo>
                        <a:pt x="476" y="801"/>
                      </a:lnTo>
                      <a:lnTo>
                        <a:pt x="452" y="801"/>
                      </a:lnTo>
                      <a:lnTo>
                        <a:pt x="452" y="726"/>
                      </a:lnTo>
                      <a:close/>
                      <a:moveTo>
                        <a:pt x="184" y="879"/>
                      </a:moveTo>
                      <a:lnTo>
                        <a:pt x="218" y="913"/>
                      </a:lnTo>
                      <a:lnTo>
                        <a:pt x="116" y="913"/>
                      </a:lnTo>
                      <a:lnTo>
                        <a:pt x="184" y="879"/>
                      </a:lnTo>
                      <a:close/>
                      <a:moveTo>
                        <a:pt x="355" y="913"/>
                      </a:moveTo>
                      <a:lnTo>
                        <a:pt x="419" y="841"/>
                      </a:lnTo>
                      <a:lnTo>
                        <a:pt x="407" y="913"/>
                      </a:lnTo>
                      <a:lnTo>
                        <a:pt x="355" y="913"/>
                      </a:lnTo>
                      <a:close/>
                      <a:moveTo>
                        <a:pt x="343" y="1464"/>
                      </a:moveTo>
                      <a:lnTo>
                        <a:pt x="359" y="1364"/>
                      </a:lnTo>
                      <a:lnTo>
                        <a:pt x="501" y="1412"/>
                      </a:lnTo>
                      <a:lnTo>
                        <a:pt x="343" y="1464"/>
                      </a:lnTo>
                      <a:close/>
                      <a:moveTo>
                        <a:pt x="535" y="1412"/>
                      </a:moveTo>
                      <a:lnTo>
                        <a:pt x="676" y="1364"/>
                      </a:lnTo>
                      <a:lnTo>
                        <a:pt x="692" y="1466"/>
                      </a:lnTo>
                      <a:lnTo>
                        <a:pt x="535" y="14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599" name="Freeform 5">
                  <a:extLst>
                    <a:ext uri="{FF2B5EF4-FFF2-40B4-BE49-F238E27FC236}">
                      <a16:creationId xmlns:a16="http://schemas.microsoft.com/office/drawing/2014/main" id="{82A8F3EE-9A00-4487-A01E-7598237B385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182789" y="2494184"/>
                  <a:ext cx="1328734" cy="1916417"/>
                </a:xfrm>
                <a:custGeom>
                  <a:avLst/>
                  <a:gdLst>
                    <a:gd name="T0" fmla="*/ 683 w 1031"/>
                    <a:gd name="T1" fmla="*/ 519 h 1487"/>
                    <a:gd name="T2" fmla="*/ 573 w 1031"/>
                    <a:gd name="T3" fmla="*/ 255 h 1487"/>
                    <a:gd name="T4" fmla="*/ 448 w 1031"/>
                    <a:gd name="T5" fmla="*/ 350 h 1487"/>
                    <a:gd name="T6" fmla="*/ 425 w 1031"/>
                    <a:gd name="T7" fmla="*/ 801 h 1487"/>
                    <a:gd name="T8" fmla="*/ 342 w 1031"/>
                    <a:gd name="T9" fmla="*/ 1477 h 1487"/>
                    <a:gd name="T10" fmla="*/ 1031 w 1031"/>
                    <a:gd name="T11" fmla="*/ 940 h 1487"/>
                    <a:gd name="T12" fmla="*/ 505 w 1031"/>
                    <a:gd name="T13" fmla="*/ 981 h 1487"/>
                    <a:gd name="T14" fmla="*/ 284 w 1031"/>
                    <a:gd name="T15" fmla="*/ 839 h 1487"/>
                    <a:gd name="T16" fmla="*/ 416 w 1031"/>
                    <a:gd name="T17" fmla="*/ 828 h 1487"/>
                    <a:gd name="T18" fmla="*/ 456 w 1031"/>
                    <a:gd name="T19" fmla="*/ 832 h 1487"/>
                    <a:gd name="T20" fmla="*/ 493 w 1031"/>
                    <a:gd name="T21" fmla="*/ 801 h 1487"/>
                    <a:gd name="T22" fmla="*/ 699 w 1031"/>
                    <a:gd name="T23" fmla="*/ 913 h 1487"/>
                    <a:gd name="T24" fmla="*/ 690 w 1031"/>
                    <a:gd name="T25" fmla="*/ 909 h 1487"/>
                    <a:gd name="T26" fmla="*/ 593 w 1031"/>
                    <a:gd name="T27" fmla="*/ 942 h 1487"/>
                    <a:gd name="T28" fmla="*/ 483 w 1031"/>
                    <a:gd name="T29" fmla="*/ 913 h 1487"/>
                    <a:gd name="T30" fmla="*/ 518 w 1031"/>
                    <a:gd name="T31" fmla="*/ 1086 h 1487"/>
                    <a:gd name="T32" fmla="*/ 509 w 1031"/>
                    <a:gd name="T33" fmla="*/ 1092 h 1487"/>
                    <a:gd name="T34" fmla="*/ 507 w 1031"/>
                    <a:gd name="T35" fmla="*/ 1258 h 1487"/>
                    <a:gd name="T36" fmla="*/ 517 w 1031"/>
                    <a:gd name="T37" fmla="*/ 1406 h 1487"/>
                    <a:gd name="T38" fmla="*/ 528 w 1031"/>
                    <a:gd name="T39" fmla="*/ 1258 h 1487"/>
                    <a:gd name="T40" fmla="*/ 528 w 1031"/>
                    <a:gd name="T41" fmla="*/ 882 h 1487"/>
                    <a:gd name="T42" fmla="*/ 629 w 1031"/>
                    <a:gd name="T43" fmla="*/ 913 h 1487"/>
                    <a:gd name="T44" fmla="*/ 559 w 1031"/>
                    <a:gd name="T45" fmla="*/ 801 h 1487"/>
                    <a:gd name="T46" fmla="*/ 535 w 1031"/>
                    <a:gd name="T47" fmla="*/ 193 h 1487"/>
                    <a:gd name="T48" fmla="*/ 528 w 1031"/>
                    <a:gd name="T49" fmla="*/ 172 h 1487"/>
                    <a:gd name="T50" fmla="*/ 525 w 1031"/>
                    <a:gd name="T51" fmla="*/ 216 h 1487"/>
                    <a:gd name="T52" fmla="*/ 509 w 1031"/>
                    <a:gd name="T53" fmla="*/ 216 h 1487"/>
                    <a:gd name="T54" fmla="*/ 546 w 1031"/>
                    <a:gd name="T55" fmla="*/ 255 h 1487"/>
                    <a:gd name="T56" fmla="*/ 527 w 1031"/>
                    <a:gd name="T57" fmla="*/ 466 h 1487"/>
                    <a:gd name="T58" fmla="*/ 584 w 1031"/>
                    <a:gd name="T59" fmla="*/ 636 h 1487"/>
                    <a:gd name="T60" fmla="*/ 584 w 1031"/>
                    <a:gd name="T61" fmla="*/ 546 h 1487"/>
                    <a:gd name="T62" fmla="*/ 562 w 1031"/>
                    <a:gd name="T63" fmla="*/ 607 h 1487"/>
                    <a:gd name="T64" fmla="*/ 518 w 1031"/>
                    <a:gd name="T65" fmla="*/ 474 h 1487"/>
                    <a:gd name="T66" fmla="*/ 518 w 1031"/>
                    <a:gd name="T67" fmla="*/ 377 h 1487"/>
                    <a:gd name="T68" fmla="*/ 569 w 1031"/>
                    <a:gd name="T69" fmla="*/ 394 h 1487"/>
                    <a:gd name="T70" fmla="*/ 518 w 1031"/>
                    <a:gd name="T71" fmla="*/ 298 h 1487"/>
                    <a:gd name="T72" fmla="*/ 529 w 1031"/>
                    <a:gd name="T73" fmla="*/ 305 h 1487"/>
                    <a:gd name="T74" fmla="*/ 518 w 1031"/>
                    <a:gd name="T75" fmla="*/ 311 h 1487"/>
                    <a:gd name="T76" fmla="*/ 475 w 1031"/>
                    <a:gd name="T77" fmla="*/ 350 h 1487"/>
                    <a:gd name="T78" fmla="*/ 463 w 1031"/>
                    <a:gd name="T79" fmla="*/ 427 h 1487"/>
                    <a:gd name="T80" fmla="*/ 452 w 1031"/>
                    <a:gd name="T81" fmla="*/ 703 h 1487"/>
                    <a:gd name="T82" fmla="*/ 454 w 1031"/>
                    <a:gd name="T83" fmla="*/ 714 h 1487"/>
                    <a:gd name="T84" fmla="*/ 684 w 1031"/>
                    <a:gd name="T85" fmla="*/ 549 h 1487"/>
                    <a:gd name="T86" fmla="*/ 714 w 1031"/>
                    <a:gd name="T87" fmla="*/ 562 h 1487"/>
                    <a:gd name="T88" fmla="*/ 611 w 1031"/>
                    <a:gd name="T89" fmla="*/ 553 h 1487"/>
                    <a:gd name="T90" fmla="*/ 578 w 1031"/>
                    <a:gd name="T91" fmla="*/ 289 h 1487"/>
                    <a:gd name="T92" fmla="*/ 624 w 1031"/>
                    <a:gd name="T93" fmla="*/ 323 h 1487"/>
                    <a:gd name="T94" fmla="*/ 518 w 1031"/>
                    <a:gd name="T95" fmla="*/ 87 h 1487"/>
                    <a:gd name="T96" fmla="*/ 395 w 1031"/>
                    <a:gd name="T97" fmla="*/ 283 h 1487"/>
                    <a:gd name="T98" fmla="*/ 452 w 1031"/>
                    <a:gd name="T99" fmla="*/ 323 h 1487"/>
                    <a:gd name="T100" fmla="*/ 425 w 1031"/>
                    <a:gd name="T101" fmla="*/ 546 h 1487"/>
                    <a:gd name="T102" fmla="*/ 350 w 1031"/>
                    <a:gd name="T103" fmla="*/ 546 h 1487"/>
                    <a:gd name="T104" fmla="*/ 425 w 1031"/>
                    <a:gd name="T105" fmla="*/ 569 h 1487"/>
                    <a:gd name="T106" fmla="*/ 452 w 1031"/>
                    <a:gd name="T107" fmla="*/ 801 h 1487"/>
                    <a:gd name="T108" fmla="*/ 355 w 1031"/>
                    <a:gd name="T109" fmla="*/ 913 h 1487"/>
                    <a:gd name="T110" fmla="*/ 501 w 1031"/>
                    <a:gd name="T111" fmla="*/ 1412 h 1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031" h="1487">
                      <a:moveTo>
                        <a:pt x="1031" y="940"/>
                      </a:moveTo>
                      <a:lnTo>
                        <a:pt x="752" y="801"/>
                      </a:lnTo>
                      <a:lnTo>
                        <a:pt x="611" y="801"/>
                      </a:lnTo>
                      <a:lnTo>
                        <a:pt x="611" y="634"/>
                      </a:lnTo>
                      <a:lnTo>
                        <a:pt x="939" y="634"/>
                      </a:lnTo>
                      <a:lnTo>
                        <a:pt x="683" y="519"/>
                      </a:lnTo>
                      <a:lnTo>
                        <a:pt x="611" y="519"/>
                      </a:lnTo>
                      <a:lnTo>
                        <a:pt x="611" y="488"/>
                      </a:lnTo>
                      <a:lnTo>
                        <a:pt x="588" y="350"/>
                      </a:lnTo>
                      <a:lnTo>
                        <a:pt x="854" y="350"/>
                      </a:lnTo>
                      <a:lnTo>
                        <a:pt x="642" y="255"/>
                      </a:lnTo>
                      <a:lnTo>
                        <a:pt x="573" y="255"/>
                      </a:lnTo>
                      <a:lnTo>
                        <a:pt x="531" y="0"/>
                      </a:lnTo>
                      <a:lnTo>
                        <a:pt x="505" y="0"/>
                      </a:lnTo>
                      <a:lnTo>
                        <a:pt x="463" y="255"/>
                      </a:lnTo>
                      <a:lnTo>
                        <a:pt x="389" y="255"/>
                      </a:lnTo>
                      <a:lnTo>
                        <a:pt x="177" y="350"/>
                      </a:lnTo>
                      <a:lnTo>
                        <a:pt x="448" y="350"/>
                      </a:lnTo>
                      <a:lnTo>
                        <a:pt x="425" y="487"/>
                      </a:lnTo>
                      <a:lnTo>
                        <a:pt x="425" y="519"/>
                      </a:lnTo>
                      <a:lnTo>
                        <a:pt x="344" y="519"/>
                      </a:lnTo>
                      <a:lnTo>
                        <a:pt x="94" y="634"/>
                      </a:lnTo>
                      <a:lnTo>
                        <a:pt x="425" y="634"/>
                      </a:lnTo>
                      <a:lnTo>
                        <a:pt x="425" y="801"/>
                      </a:lnTo>
                      <a:lnTo>
                        <a:pt x="280" y="801"/>
                      </a:lnTo>
                      <a:lnTo>
                        <a:pt x="0" y="940"/>
                      </a:lnTo>
                      <a:lnTo>
                        <a:pt x="403" y="940"/>
                      </a:lnTo>
                      <a:lnTo>
                        <a:pt x="313" y="1483"/>
                      </a:lnTo>
                      <a:lnTo>
                        <a:pt x="339" y="1487"/>
                      </a:lnTo>
                      <a:lnTo>
                        <a:pt x="342" y="1477"/>
                      </a:lnTo>
                      <a:lnTo>
                        <a:pt x="517" y="1418"/>
                      </a:lnTo>
                      <a:lnTo>
                        <a:pt x="695" y="1478"/>
                      </a:lnTo>
                      <a:lnTo>
                        <a:pt x="696" y="1487"/>
                      </a:lnTo>
                      <a:lnTo>
                        <a:pt x="724" y="1483"/>
                      </a:lnTo>
                      <a:lnTo>
                        <a:pt x="633" y="940"/>
                      </a:lnTo>
                      <a:lnTo>
                        <a:pt x="1031" y="940"/>
                      </a:lnTo>
                      <a:close/>
                      <a:moveTo>
                        <a:pt x="618" y="1017"/>
                      </a:moveTo>
                      <a:lnTo>
                        <a:pt x="532" y="981"/>
                      </a:lnTo>
                      <a:lnTo>
                        <a:pt x="607" y="948"/>
                      </a:lnTo>
                      <a:lnTo>
                        <a:pt x="618" y="1017"/>
                      </a:lnTo>
                      <a:close/>
                      <a:moveTo>
                        <a:pt x="429" y="948"/>
                      </a:moveTo>
                      <a:lnTo>
                        <a:pt x="505" y="981"/>
                      </a:lnTo>
                      <a:lnTo>
                        <a:pt x="418" y="1019"/>
                      </a:lnTo>
                      <a:lnTo>
                        <a:pt x="429" y="948"/>
                      </a:lnTo>
                      <a:close/>
                      <a:moveTo>
                        <a:pt x="284" y="839"/>
                      </a:moveTo>
                      <a:lnTo>
                        <a:pt x="335" y="913"/>
                      </a:lnTo>
                      <a:lnTo>
                        <a:pt x="237" y="913"/>
                      </a:lnTo>
                      <a:lnTo>
                        <a:pt x="284" y="839"/>
                      </a:lnTo>
                      <a:close/>
                      <a:moveTo>
                        <a:pt x="227" y="909"/>
                      </a:moveTo>
                      <a:lnTo>
                        <a:pt x="195" y="874"/>
                      </a:lnTo>
                      <a:lnTo>
                        <a:pt x="275" y="835"/>
                      </a:lnTo>
                      <a:lnTo>
                        <a:pt x="227" y="909"/>
                      </a:lnTo>
                      <a:close/>
                      <a:moveTo>
                        <a:pt x="290" y="828"/>
                      </a:moveTo>
                      <a:lnTo>
                        <a:pt x="416" y="828"/>
                      </a:lnTo>
                      <a:lnTo>
                        <a:pt x="344" y="909"/>
                      </a:lnTo>
                      <a:lnTo>
                        <a:pt x="290" y="828"/>
                      </a:lnTo>
                      <a:close/>
                      <a:moveTo>
                        <a:pt x="575" y="828"/>
                      </a:moveTo>
                      <a:lnTo>
                        <a:pt x="580" y="832"/>
                      </a:lnTo>
                      <a:lnTo>
                        <a:pt x="518" y="875"/>
                      </a:lnTo>
                      <a:lnTo>
                        <a:pt x="456" y="832"/>
                      </a:lnTo>
                      <a:lnTo>
                        <a:pt x="460" y="828"/>
                      </a:lnTo>
                      <a:lnTo>
                        <a:pt x="575" y="828"/>
                      </a:lnTo>
                      <a:close/>
                      <a:moveTo>
                        <a:pt x="493" y="801"/>
                      </a:moveTo>
                      <a:lnTo>
                        <a:pt x="518" y="780"/>
                      </a:lnTo>
                      <a:lnTo>
                        <a:pt x="543" y="801"/>
                      </a:lnTo>
                      <a:lnTo>
                        <a:pt x="493" y="801"/>
                      </a:lnTo>
                      <a:close/>
                      <a:moveTo>
                        <a:pt x="760" y="836"/>
                      </a:moveTo>
                      <a:lnTo>
                        <a:pt x="839" y="875"/>
                      </a:lnTo>
                      <a:lnTo>
                        <a:pt x="807" y="909"/>
                      </a:lnTo>
                      <a:lnTo>
                        <a:pt x="760" y="836"/>
                      </a:lnTo>
                      <a:close/>
                      <a:moveTo>
                        <a:pt x="797" y="913"/>
                      </a:moveTo>
                      <a:lnTo>
                        <a:pt x="699" y="913"/>
                      </a:lnTo>
                      <a:lnTo>
                        <a:pt x="750" y="839"/>
                      </a:lnTo>
                      <a:lnTo>
                        <a:pt x="797" y="913"/>
                      </a:lnTo>
                      <a:close/>
                      <a:moveTo>
                        <a:pt x="690" y="909"/>
                      </a:moveTo>
                      <a:lnTo>
                        <a:pt x="618" y="828"/>
                      </a:lnTo>
                      <a:lnTo>
                        <a:pt x="744" y="828"/>
                      </a:lnTo>
                      <a:lnTo>
                        <a:pt x="690" y="909"/>
                      </a:lnTo>
                      <a:close/>
                      <a:moveTo>
                        <a:pt x="448" y="840"/>
                      </a:moveTo>
                      <a:lnTo>
                        <a:pt x="509" y="882"/>
                      </a:lnTo>
                      <a:lnTo>
                        <a:pt x="464" y="913"/>
                      </a:lnTo>
                      <a:lnTo>
                        <a:pt x="434" y="913"/>
                      </a:lnTo>
                      <a:lnTo>
                        <a:pt x="448" y="840"/>
                      </a:lnTo>
                      <a:close/>
                      <a:moveTo>
                        <a:pt x="593" y="942"/>
                      </a:moveTo>
                      <a:lnTo>
                        <a:pt x="518" y="974"/>
                      </a:lnTo>
                      <a:lnTo>
                        <a:pt x="442" y="942"/>
                      </a:lnTo>
                      <a:lnTo>
                        <a:pt x="444" y="940"/>
                      </a:lnTo>
                      <a:lnTo>
                        <a:pt x="592" y="940"/>
                      </a:lnTo>
                      <a:lnTo>
                        <a:pt x="593" y="942"/>
                      </a:lnTo>
                      <a:close/>
                      <a:moveTo>
                        <a:pt x="483" y="913"/>
                      </a:moveTo>
                      <a:lnTo>
                        <a:pt x="518" y="889"/>
                      </a:lnTo>
                      <a:lnTo>
                        <a:pt x="552" y="913"/>
                      </a:lnTo>
                      <a:lnTo>
                        <a:pt x="483" y="913"/>
                      </a:lnTo>
                      <a:close/>
                      <a:moveTo>
                        <a:pt x="518" y="986"/>
                      </a:moveTo>
                      <a:lnTo>
                        <a:pt x="612" y="1027"/>
                      </a:lnTo>
                      <a:lnTo>
                        <a:pt x="518" y="1086"/>
                      </a:lnTo>
                      <a:lnTo>
                        <a:pt x="426" y="1027"/>
                      </a:lnTo>
                      <a:lnTo>
                        <a:pt x="518" y="986"/>
                      </a:lnTo>
                      <a:close/>
                      <a:moveTo>
                        <a:pt x="509" y="1092"/>
                      </a:moveTo>
                      <a:lnTo>
                        <a:pt x="393" y="1165"/>
                      </a:lnTo>
                      <a:lnTo>
                        <a:pt x="415" y="1032"/>
                      </a:lnTo>
                      <a:lnTo>
                        <a:pt x="509" y="1092"/>
                      </a:lnTo>
                      <a:close/>
                      <a:moveTo>
                        <a:pt x="518" y="1099"/>
                      </a:moveTo>
                      <a:lnTo>
                        <a:pt x="637" y="1175"/>
                      </a:lnTo>
                      <a:lnTo>
                        <a:pt x="518" y="1252"/>
                      </a:lnTo>
                      <a:lnTo>
                        <a:pt x="400" y="1175"/>
                      </a:lnTo>
                      <a:lnTo>
                        <a:pt x="518" y="1099"/>
                      </a:lnTo>
                      <a:close/>
                      <a:moveTo>
                        <a:pt x="507" y="1258"/>
                      </a:moveTo>
                      <a:lnTo>
                        <a:pt x="362" y="1355"/>
                      </a:lnTo>
                      <a:lnTo>
                        <a:pt x="391" y="1181"/>
                      </a:lnTo>
                      <a:lnTo>
                        <a:pt x="507" y="1258"/>
                      </a:lnTo>
                      <a:close/>
                      <a:moveTo>
                        <a:pt x="518" y="1265"/>
                      </a:moveTo>
                      <a:lnTo>
                        <a:pt x="660" y="1359"/>
                      </a:lnTo>
                      <a:lnTo>
                        <a:pt x="517" y="1406"/>
                      </a:lnTo>
                      <a:lnTo>
                        <a:pt x="376" y="1359"/>
                      </a:lnTo>
                      <a:lnTo>
                        <a:pt x="518" y="1265"/>
                      </a:lnTo>
                      <a:close/>
                      <a:moveTo>
                        <a:pt x="528" y="1258"/>
                      </a:moveTo>
                      <a:lnTo>
                        <a:pt x="645" y="1181"/>
                      </a:lnTo>
                      <a:lnTo>
                        <a:pt x="675" y="1355"/>
                      </a:lnTo>
                      <a:lnTo>
                        <a:pt x="528" y="1258"/>
                      </a:lnTo>
                      <a:close/>
                      <a:moveTo>
                        <a:pt x="528" y="1092"/>
                      </a:moveTo>
                      <a:lnTo>
                        <a:pt x="620" y="1034"/>
                      </a:lnTo>
                      <a:lnTo>
                        <a:pt x="642" y="1165"/>
                      </a:lnTo>
                      <a:lnTo>
                        <a:pt x="528" y="1092"/>
                      </a:lnTo>
                      <a:close/>
                      <a:moveTo>
                        <a:pt x="571" y="913"/>
                      </a:moveTo>
                      <a:lnTo>
                        <a:pt x="528" y="882"/>
                      </a:lnTo>
                      <a:lnTo>
                        <a:pt x="589" y="840"/>
                      </a:lnTo>
                      <a:lnTo>
                        <a:pt x="601" y="913"/>
                      </a:lnTo>
                      <a:lnTo>
                        <a:pt x="571" y="913"/>
                      </a:lnTo>
                      <a:close/>
                      <a:moveTo>
                        <a:pt x="616" y="844"/>
                      </a:moveTo>
                      <a:lnTo>
                        <a:pt x="679" y="913"/>
                      </a:lnTo>
                      <a:lnTo>
                        <a:pt x="629" y="913"/>
                      </a:lnTo>
                      <a:lnTo>
                        <a:pt x="616" y="844"/>
                      </a:lnTo>
                      <a:close/>
                      <a:moveTo>
                        <a:pt x="818" y="913"/>
                      </a:moveTo>
                      <a:lnTo>
                        <a:pt x="850" y="881"/>
                      </a:lnTo>
                      <a:lnTo>
                        <a:pt x="917" y="913"/>
                      </a:lnTo>
                      <a:lnTo>
                        <a:pt x="818" y="913"/>
                      </a:lnTo>
                      <a:close/>
                      <a:moveTo>
                        <a:pt x="559" y="801"/>
                      </a:moveTo>
                      <a:lnTo>
                        <a:pt x="527" y="774"/>
                      </a:lnTo>
                      <a:lnTo>
                        <a:pt x="584" y="726"/>
                      </a:lnTo>
                      <a:lnTo>
                        <a:pt x="584" y="801"/>
                      </a:lnTo>
                      <a:lnTo>
                        <a:pt x="559" y="801"/>
                      </a:lnTo>
                      <a:close/>
                      <a:moveTo>
                        <a:pt x="535" y="189"/>
                      </a:moveTo>
                      <a:lnTo>
                        <a:pt x="535" y="193"/>
                      </a:lnTo>
                      <a:lnTo>
                        <a:pt x="517" y="209"/>
                      </a:lnTo>
                      <a:lnTo>
                        <a:pt x="501" y="193"/>
                      </a:lnTo>
                      <a:lnTo>
                        <a:pt x="502" y="187"/>
                      </a:lnTo>
                      <a:lnTo>
                        <a:pt x="517" y="179"/>
                      </a:lnTo>
                      <a:lnTo>
                        <a:pt x="535" y="189"/>
                      </a:lnTo>
                      <a:close/>
                      <a:moveTo>
                        <a:pt x="528" y="172"/>
                      </a:moveTo>
                      <a:lnTo>
                        <a:pt x="532" y="171"/>
                      </a:lnTo>
                      <a:lnTo>
                        <a:pt x="532" y="175"/>
                      </a:lnTo>
                      <a:lnTo>
                        <a:pt x="528" y="172"/>
                      </a:lnTo>
                      <a:close/>
                      <a:moveTo>
                        <a:pt x="537" y="205"/>
                      </a:moveTo>
                      <a:lnTo>
                        <a:pt x="541" y="231"/>
                      </a:lnTo>
                      <a:lnTo>
                        <a:pt x="525" y="216"/>
                      </a:lnTo>
                      <a:lnTo>
                        <a:pt x="537" y="205"/>
                      </a:lnTo>
                      <a:close/>
                      <a:moveTo>
                        <a:pt x="503" y="174"/>
                      </a:moveTo>
                      <a:lnTo>
                        <a:pt x="503" y="171"/>
                      </a:lnTo>
                      <a:lnTo>
                        <a:pt x="506" y="172"/>
                      </a:lnTo>
                      <a:lnTo>
                        <a:pt x="503" y="174"/>
                      </a:lnTo>
                      <a:close/>
                      <a:moveTo>
                        <a:pt x="509" y="216"/>
                      </a:moveTo>
                      <a:lnTo>
                        <a:pt x="494" y="229"/>
                      </a:lnTo>
                      <a:lnTo>
                        <a:pt x="498" y="206"/>
                      </a:lnTo>
                      <a:lnTo>
                        <a:pt x="509" y="216"/>
                      </a:lnTo>
                      <a:close/>
                      <a:moveTo>
                        <a:pt x="517" y="224"/>
                      </a:moveTo>
                      <a:lnTo>
                        <a:pt x="544" y="248"/>
                      </a:lnTo>
                      <a:lnTo>
                        <a:pt x="546" y="255"/>
                      </a:lnTo>
                      <a:lnTo>
                        <a:pt x="490" y="255"/>
                      </a:lnTo>
                      <a:lnTo>
                        <a:pt x="491" y="247"/>
                      </a:lnTo>
                      <a:lnTo>
                        <a:pt x="517" y="224"/>
                      </a:lnTo>
                      <a:close/>
                      <a:moveTo>
                        <a:pt x="584" y="489"/>
                      </a:moveTo>
                      <a:lnTo>
                        <a:pt x="584" y="514"/>
                      </a:lnTo>
                      <a:lnTo>
                        <a:pt x="527" y="466"/>
                      </a:lnTo>
                      <a:lnTo>
                        <a:pt x="574" y="428"/>
                      </a:lnTo>
                      <a:lnTo>
                        <a:pt x="584" y="489"/>
                      </a:lnTo>
                      <a:close/>
                      <a:moveTo>
                        <a:pt x="584" y="636"/>
                      </a:moveTo>
                      <a:lnTo>
                        <a:pt x="584" y="703"/>
                      </a:lnTo>
                      <a:lnTo>
                        <a:pt x="528" y="669"/>
                      </a:lnTo>
                      <a:lnTo>
                        <a:pt x="584" y="636"/>
                      </a:lnTo>
                      <a:close/>
                      <a:moveTo>
                        <a:pt x="518" y="663"/>
                      </a:moveTo>
                      <a:lnTo>
                        <a:pt x="471" y="634"/>
                      </a:lnTo>
                      <a:lnTo>
                        <a:pt x="565" y="634"/>
                      </a:lnTo>
                      <a:lnTo>
                        <a:pt x="518" y="663"/>
                      </a:lnTo>
                      <a:close/>
                      <a:moveTo>
                        <a:pt x="529" y="576"/>
                      </a:moveTo>
                      <a:lnTo>
                        <a:pt x="584" y="546"/>
                      </a:lnTo>
                      <a:lnTo>
                        <a:pt x="584" y="607"/>
                      </a:lnTo>
                      <a:lnTo>
                        <a:pt x="529" y="576"/>
                      </a:lnTo>
                      <a:close/>
                      <a:moveTo>
                        <a:pt x="562" y="607"/>
                      </a:moveTo>
                      <a:lnTo>
                        <a:pt x="475" y="607"/>
                      </a:lnTo>
                      <a:lnTo>
                        <a:pt x="518" y="583"/>
                      </a:lnTo>
                      <a:lnTo>
                        <a:pt x="562" y="607"/>
                      </a:lnTo>
                      <a:close/>
                      <a:moveTo>
                        <a:pt x="562" y="546"/>
                      </a:moveTo>
                      <a:lnTo>
                        <a:pt x="518" y="571"/>
                      </a:lnTo>
                      <a:lnTo>
                        <a:pt x="473" y="546"/>
                      </a:lnTo>
                      <a:lnTo>
                        <a:pt x="562" y="546"/>
                      </a:lnTo>
                      <a:close/>
                      <a:moveTo>
                        <a:pt x="464" y="519"/>
                      </a:moveTo>
                      <a:lnTo>
                        <a:pt x="518" y="474"/>
                      </a:lnTo>
                      <a:lnTo>
                        <a:pt x="573" y="519"/>
                      </a:lnTo>
                      <a:lnTo>
                        <a:pt x="464" y="519"/>
                      </a:lnTo>
                      <a:close/>
                      <a:moveTo>
                        <a:pt x="518" y="459"/>
                      </a:moveTo>
                      <a:lnTo>
                        <a:pt x="464" y="415"/>
                      </a:lnTo>
                      <a:lnTo>
                        <a:pt x="465" y="409"/>
                      </a:lnTo>
                      <a:lnTo>
                        <a:pt x="518" y="377"/>
                      </a:lnTo>
                      <a:lnTo>
                        <a:pt x="570" y="409"/>
                      </a:lnTo>
                      <a:lnTo>
                        <a:pt x="571" y="415"/>
                      </a:lnTo>
                      <a:lnTo>
                        <a:pt x="518" y="459"/>
                      </a:lnTo>
                      <a:close/>
                      <a:moveTo>
                        <a:pt x="528" y="370"/>
                      </a:moveTo>
                      <a:lnTo>
                        <a:pt x="561" y="350"/>
                      </a:lnTo>
                      <a:lnTo>
                        <a:pt x="569" y="394"/>
                      </a:lnTo>
                      <a:lnTo>
                        <a:pt x="528" y="370"/>
                      </a:lnTo>
                      <a:close/>
                      <a:moveTo>
                        <a:pt x="518" y="363"/>
                      </a:moveTo>
                      <a:lnTo>
                        <a:pt x="495" y="350"/>
                      </a:lnTo>
                      <a:lnTo>
                        <a:pt x="540" y="350"/>
                      </a:lnTo>
                      <a:lnTo>
                        <a:pt x="518" y="363"/>
                      </a:lnTo>
                      <a:close/>
                      <a:moveTo>
                        <a:pt x="518" y="298"/>
                      </a:moveTo>
                      <a:lnTo>
                        <a:pt x="490" y="282"/>
                      </a:lnTo>
                      <a:lnTo>
                        <a:pt x="547" y="282"/>
                      </a:lnTo>
                      <a:lnTo>
                        <a:pt x="518" y="298"/>
                      </a:lnTo>
                      <a:close/>
                      <a:moveTo>
                        <a:pt x="551" y="292"/>
                      </a:moveTo>
                      <a:lnTo>
                        <a:pt x="556" y="320"/>
                      </a:lnTo>
                      <a:lnTo>
                        <a:pt x="529" y="305"/>
                      </a:lnTo>
                      <a:lnTo>
                        <a:pt x="551" y="292"/>
                      </a:lnTo>
                      <a:close/>
                      <a:moveTo>
                        <a:pt x="507" y="305"/>
                      </a:moveTo>
                      <a:lnTo>
                        <a:pt x="479" y="320"/>
                      </a:lnTo>
                      <a:lnTo>
                        <a:pt x="484" y="292"/>
                      </a:lnTo>
                      <a:lnTo>
                        <a:pt x="507" y="305"/>
                      </a:lnTo>
                      <a:close/>
                      <a:moveTo>
                        <a:pt x="518" y="311"/>
                      </a:moveTo>
                      <a:lnTo>
                        <a:pt x="537" y="323"/>
                      </a:lnTo>
                      <a:lnTo>
                        <a:pt x="498" y="323"/>
                      </a:lnTo>
                      <a:lnTo>
                        <a:pt x="518" y="311"/>
                      </a:lnTo>
                      <a:close/>
                      <a:moveTo>
                        <a:pt x="507" y="370"/>
                      </a:moveTo>
                      <a:lnTo>
                        <a:pt x="467" y="396"/>
                      </a:lnTo>
                      <a:lnTo>
                        <a:pt x="475" y="350"/>
                      </a:lnTo>
                      <a:lnTo>
                        <a:pt x="507" y="370"/>
                      </a:lnTo>
                      <a:close/>
                      <a:moveTo>
                        <a:pt x="463" y="427"/>
                      </a:moveTo>
                      <a:lnTo>
                        <a:pt x="509" y="466"/>
                      </a:lnTo>
                      <a:lnTo>
                        <a:pt x="452" y="514"/>
                      </a:lnTo>
                      <a:lnTo>
                        <a:pt x="452" y="489"/>
                      </a:lnTo>
                      <a:lnTo>
                        <a:pt x="463" y="427"/>
                      </a:lnTo>
                      <a:close/>
                      <a:moveTo>
                        <a:pt x="506" y="576"/>
                      </a:moveTo>
                      <a:lnTo>
                        <a:pt x="452" y="607"/>
                      </a:lnTo>
                      <a:lnTo>
                        <a:pt x="452" y="546"/>
                      </a:lnTo>
                      <a:lnTo>
                        <a:pt x="506" y="576"/>
                      </a:lnTo>
                      <a:close/>
                      <a:moveTo>
                        <a:pt x="507" y="669"/>
                      </a:moveTo>
                      <a:lnTo>
                        <a:pt x="452" y="703"/>
                      </a:lnTo>
                      <a:lnTo>
                        <a:pt x="452" y="636"/>
                      </a:lnTo>
                      <a:lnTo>
                        <a:pt x="507" y="669"/>
                      </a:lnTo>
                      <a:close/>
                      <a:moveTo>
                        <a:pt x="518" y="676"/>
                      </a:moveTo>
                      <a:lnTo>
                        <a:pt x="581" y="714"/>
                      </a:lnTo>
                      <a:lnTo>
                        <a:pt x="518" y="767"/>
                      </a:lnTo>
                      <a:lnTo>
                        <a:pt x="454" y="714"/>
                      </a:lnTo>
                      <a:lnTo>
                        <a:pt x="518" y="676"/>
                      </a:lnTo>
                      <a:close/>
                      <a:moveTo>
                        <a:pt x="611" y="571"/>
                      </a:moveTo>
                      <a:lnTo>
                        <a:pt x="639" y="607"/>
                      </a:lnTo>
                      <a:lnTo>
                        <a:pt x="611" y="607"/>
                      </a:lnTo>
                      <a:lnTo>
                        <a:pt x="611" y="571"/>
                      </a:lnTo>
                      <a:close/>
                      <a:moveTo>
                        <a:pt x="684" y="549"/>
                      </a:moveTo>
                      <a:lnTo>
                        <a:pt x="692" y="553"/>
                      </a:lnTo>
                      <a:lnTo>
                        <a:pt x="735" y="607"/>
                      </a:lnTo>
                      <a:lnTo>
                        <a:pt x="667" y="607"/>
                      </a:lnTo>
                      <a:lnTo>
                        <a:pt x="684" y="549"/>
                      </a:lnTo>
                      <a:close/>
                      <a:moveTo>
                        <a:pt x="748" y="607"/>
                      </a:moveTo>
                      <a:lnTo>
                        <a:pt x="714" y="562"/>
                      </a:lnTo>
                      <a:lnTo>
                        <a:pt x="812" y="607"/>
                      </a:lnTo>
                      <a:lnTo>
                        <a:pt x="748" y="607"/>
                      </a:lnTo>
                      <a:close/>
                      <a:moveTo>
                        <a:pt x="673" y="546"/>
                      </a:moveTo>
                      <a:lnTo>
                        <a:pt x="654" y="607"/>
                      </a:lnTo>
                      <a:lnTo>
                        <a:pt x="653" y="607"/>
                      </a:lnTo>
                      <a:lnTo>
                        <a:pt x="611" y="553"/>
                      </a:lnTo>
                      <a:lnTo>
                        <a:pt x="611" y="546"/>
                      </a:lnTo>
                      <a:lnTo>
                        <a:pt x="673" y="546"/>
                      </a:lnTo>
                      <a:close/>
                      <a:moveTo>
                        <a:pt x="578" y="289"/>
                      </a:moveTo>
                      <a:lnTo>
                        <a:pt x="608" y="323"/>
                      </a:lnTo>
                      <a:lnTo>
                        <a:pt x="584" y="323"/>
                      </a:lnTo>
                      <a:lnTo>
                        <a:pt x="578" y="289"/>
                      </a:lnTo>
                      <a:close/>
                      <a:moveTo>
                        <a:pt x="588" y="282"/>
                      </a:moveTo>
                      <a:lnTo>
                        <a:pt x="629" y="282"/>
                      </a:lnTo>
                      <a:lnTo>
                        <a:pt x="616" y="316"/>
                      </a:lnTo>
                      <a:lnTo>
                        <a:pt x="588" y="282"/>
                      </a:lnTo>
                      <a:close/>
                      <a:moveTo>
                        <a:pt x="726" y="323"/>
                      </a:moveTo>
                      <a:lnTo>
                        <a:pt x="624" y="323"/>
                      </a:lnTo>
                      <a:lnTo>
                        <a:pt x="639" y="283"/>
                      </a:lnTo>
                      <a:lnTo>
                        <a:pt x="726" y="323"/>
                      </a:lnTo>
                      <a:close/>
                      <a:moveTo>
                        <a:pt x="529" y="159"/>
                      </a:moveTo>
                      <a:lnTo>
                        <a:pt x="517" y="166"/>
                      </a:lnTo>
                      <a:lnTo>
                        <a:pt x="506" y="160"/>
                      </a:lnTo>
                      <a:lnTo>
                        <a:pt x="518" y="87"/>
                      </a:lnTo>
                      <a:lnTo>
                        <a:pt x="529" y="159"/>
                      </a:lnTo>
                      <a:close/>
                      <a:moveTo>
                        <a:pt x="448" y="282"/>
                      </a:moveTo>
                      <a:lnTo>
                        <a:pt x="418" y="315"/>
                      </a:lnTo>
                      <a:lnTo>
                        <a:pt x="406" y="282"/>
                      </a:lnTo>
                      <a:lnTo>
                        <a:pt x="448" y="282"/>
                      </a:lnTo>
                      <a:close/>
                      <a:moveTo>
                        <a:pt x="395" y="283"/>
                      </a:moveTo>
                      <a:lnTo>
                        <a:pt x="410" y="323"/>
                      </a:lnTo>
                      <a:lnTo>
                        <a:pt x="305" y="323"/>
                      </a:lnTo>
                      <a:lnTo>
                        <a:pt x="395" y="283"/>
                      </a:lnTo>
                      <a:close/>
                      <a:moveTo>
                        <a:pt x="426" y="323"/>
                      </a:moveTo>
                      <a:lnTo>
                        <a:pt x="457" y="288"/>
                      </a:lnTo>
                      <a:lnTo>
                        <a:pt x="452" y="323"/>
                      </a:lnTo>
                      <a:lnTo>
                        <a:pt x="426" y="323"/>
                      </a:lnTo>
                      <a:close/>
                      <a:moveTo>
                        <a:pt x="425" y="552"/>
                      </a:moveTo>
                      <a:lnTo>
                        <a:pt x="382" y="607"/>
                      </a:lnTo>
                      <a:lnTo>
                        <a:pt x="380" y="607"/>
                      </a:lnTo>
                      <a:lnTo>
                        <a:pt x="361" y="546"/>
                      </a:lnTo>
                      <a:lnTo>
                        <a:pt x="425" y="546"/>
                      </a:lnTo>
                      <a:lnTo>
                        <a:pt x="425" y="552"/>
                      </a:lnTo>
                      <a:close/>
                      <a:moveTo>
                        <a:pt x="350" y="546"/>
                      </a:moveTo>
                      <a:lnTo>
                        <a:pt x="369" y="607"/>
                      </a:lnTo>
                      <a:lnTo>
                        <a:pt x="299" y="607"/>
                      </a:lnTo>
                      <a:lnTo>
                        <a:pt x="346" y="548"/>
                      </a:lnTo>
                      <a:lnTo>
                        <a:pt x="350" y="546"/>
                      </a:lnTo>
                      <a:close/>
                      <a:moveTo>
                        <a:pt x="324" y="558"/>
                      </a:moveTo>
                      <a:lnTo>
                        <a:pt x="286" y="607"/>
                      </a:lnTo>
                      <a:lnTo>
                        <a:pt x="218" y="607"/>
                      </a:lnTo>
                      <a:lnTo>
                        <a:pt x="324" y="558"/>
                      </a:lnTo>
                      <a:close/>
                      <a:moveTo>
                        <a:pt x="396" y="607"/>
                      </a:moveTo>
                      <a:lnTo>
                        <a:pt x="425" y="569"/>
                      </a:lnTo>
                      <a:lnTo>
                        <a:pt x="425" y="607"/>
                      </a:lnTo>
                      <a:lnTo>
                        <a:pt x="396" y="607"/>
                      </a:lnTo>
                      <a:close/>
                      <a:moveTo>
                        <a:pt x="452" y="726"/>
                      </a:moveTo>
                      <a:lnTo>
                        <a:pt x="509" y="774"/>
                      </a:lnTo>
                      <a:lnTo>
                        <a:pt x="476" y="801"/>
                      </a:lnTo>
                      <a:lnTo>
                        <a:pt x="452" y="801"/>
                      </a:lnTo>
                      <a:lnTo>
                        <a:pt x="452" y="726"/>
                      </a:lnTo>
                      <a:close/>
                      <a:moveTo>
                        <a:pt x="184" y="879"/>
                      </a:moveTo>
                      <a:lnTo>
                        <a:pt x="218" y="913"/>
                      </a:lnTo>
                      <a:lnTo>
                        <a:pt x="116" y="913"/>
                      </a:lnTo>
                      <a:lnTo>
                        <a:pt x="184" y="879"/>
                      </a:lnTo>
                      <a:close/>
                      <a:moveTo>
                        <a:pt x="355" y="913"/>
                      </a:moveTo>
                      <a:lnTo>
                        <a:pt x="419" y="841"/>
                      </a:lnTo>
                      <a:lnTo>
                        <a:pt x="407" y="913"/>
                      </a:lnTo>
                      <a:lnTo>
                        <a:pt x="355" y="913"/>
                      </a:lnTo>
                      <a:close/>
                      <a:moveTo>
                        <a:pt x="343" y="1464"/>
                      </a:moveTo>
                      <a:lnTo>
                        <a:pt x="359" y="1364"/>
                      </a:lnTo>
                      <a:lnTo>
                        <a:pt x="501" y="1412"/>
                      </a:lnTo>
                      <a:lnTo>
                        <a:pt x="343" y="1464"/>
                      </a:lnTo>
                      <a:close/>
                      <a:moveTo>
                        <a:pt x="535" y="1412"/>
                      </a:moveTo>
                      <a:lnTo>
                        <a:pt x="676" y="1364"/>
                      </a:lnTo>
                      <a:lnTo>
                        <a:pt x="692" y="1466"/>
                      </a:lnTo>
                      <a:lnTo>
                        <a:pt x="535" y="14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600" name="Freeform 5">
                  <a:extLst>
                    <a:ext uri="{FF2B5EF4-FFF2-40B4-BE49-F238E27FC236}">
                      <a16:creationId xmlns:a16="http://schemas.microsoft.com/office/drawing/2014/main" id="{2CA3333B-83AB-48AD-AF75-7AA512AAFD1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275255" y="2493720"/>
                  <a:ext cx="850002" cy="1225946"/>
                </a:xfrm>
                <a:custGeom>
                  <a:avLst/>
                  <a:gdLst>
                    <a:gd name="T0" fmla="*/ 683 w 1031"/>
                    <a:gd name="T1" fmla="*/ 519 h 1487"/>
                    <a:gd name="T2" fmla="*/ 573 w 1031"/>
                    <a:gd name="T3" fmla="*/ 255 h 1487"/>
                    <a:gd name="T4" fmla="*/ 448 w 1031"/>
                    <a:gd name="T5" fmla="*/ 350 h 1487"/>
                    <a:gd name="T6" fmla="*/ 425 w 1031"/>
                    <a:gd name="T7" fmla="*/ 801 h 1487"/>
                    <a:gd name="T8" fmla="*/ 342 w 1031"/>
                    <a:gd name="T9" fmla="*/ 1477 h 1487"/>
                    <a:gd name="T10" fmla="*/ 1031 w 1031"/>
                    <a:gd name="T11" fmla="*/ 940 h 1487"/>
                    <a:gd name="T12" fmla="*/ 505 w 1031"/>
                    <a:gd name="T13" fmla="*/ 981 h 1487"/>
                    <a:gd name="T14" fmla="*/ 284 w 1031"/>
                    <a:gd name="T15" fmla="*/ 839 h 1487"/>
                    <a:gd name="T16" fmla="*/ 416 w 1031"/>
                    <a:gd name="T17" fmla="*/ 828 h 1487"/>
                    <a:gd name="T18" fmla="*/ 456 w 1031"/>
                    <a:gd name="T19" fmla="*/ 832 h 1487"/>
                    <a:gd name="T20" fmla="*/ 493 w 1031"/>
                    <a:gd name="T21" fmla="*/ 801 h 1487"/>
                    <a:gd name="T22" fmla="*/ 699 w 1031"/>
                    <a:gd name="T23" fmla="*/ 913 h 1487"/>
                    <a:gd name="T24" fmla="*/ 690 w 1031"/>
                    <a:gd name="T25" fmla="*/ 909 h 1487"/>
                    <a:gd name="T26" fmla="*/ 593 w 1031"/>
                    <a:gd name="T27" fmla="*/ 942 h 1487"/>
                    <a:gd name="T28" fmla="*/ 483 w 1031"/>
                    <a:gd name="T29" fmla="*/ 913 h 1487"/>
                    <a:gd name="T30" fmla="*/ 518 w 1031"/>
                    <a:gd name="T31" fmla="*/ 1086 h 1487"/>
                    <a:gd name="T32" fmla="*/ 509 w 1031"/>
                    <a:gd name="T33" fmla="*/ 1092 h 1487"/>
                    <a:gd name="T34" fmla="*/ 507 w 1031"/>
                    <a:gd name="T35" fmla="*/ 1258 h 1487"/>
                    <a:gd name="T36" fmla="*/ 517 w 1031"/>
                    <a:gd name="T37" fmla="*/ 1406 h 1487"/>
                    <a:gd name="T38" fmla="*/ 528 w 1031"/>
                    <a:gd name="T39" fmla="*/ 1258 h 1487"/>
                    <a:gd name="T40" fmla="*/ 528 w 1031"/>
                    <a:gd name="T41" fmla="*/ 882 h 1487"/>
                    <a:gd name="T42" fmla="*/ 629 w 1031"/>
                    <a:gd name="T43" fmla="*/ 913 h 1487"/>
                    <a:gd name="T44" fmla="*/ 559 w 1031"/>
                    <a:gd name="T45" fmla="*/ 801 h 1487"/>
                    <a:gd name="T46" fmla="*/ 535 w 1031"/>
                    <a:gd name="T47" fmla="*/ 193 h 1487"/>
                    <a:gd name="T48" fmla="*/ 528 w 1031"/>
                    <a:gd name="T49" fmla="*/ 172 h 1487"/>
                    <a:gd name="T50" fmla="*/ 525 w 1031"/>
                    <a:gd name="T51" fmla="*/ 216 h 1487"/>
                    <a:gd name="T52" fmla="*/ 509 w 1031"/>
                    <a:gd name="T53" fmla="*/ 216 h 1487"/>
                    <a:gd name="T54" fmla="*/ 546 w 1031"/>
                    <a:gd name="T55" fmla="*/ 255 h 1487"/>
                    <a:gd name="T56" fmla="*/ 527 w 1031"/>
                    <a:gd name="T57" fmla="*/ 466 h 1487"/>
                    <a:gd name="T58" fmla="*/ 584 w 1031"/>
                    <a:gd name="T59" fmla="*/ 636 h 1487"/>
                    <a:gd name="T60" fmla="*/ 584 w 1031"/>
                    <a:gd name="T61" fmla="*/ 546 h 1487"/>
                    <a:gd name="T62" fmla="*/ 562 w 1031"/>
                    <a:gd name="T63" fmla="*/ 607 h 1487"/>
                    <a:gd name="T64" fmla="*/ 518 w 1031"/>
                    <a:gd name="T65" fmla="*/ 474 h 1487"/>
                    <a:gd name="T66" fmla="*/ 518 w 1031"/>
                    <a:gd name="T67" fmla="*/ 377 h 1487"/>
                    <a:gd name="T68" fmla="*/ 569 w 1031"/>
                    <a:gd name="T69" fmla="*/ 394 h 1487"/>
                    <a:gd name="T70" fmla="*/ 518 w 1031"/>
                    <a:gd name="T71" fmla="*/ 298 h 1487"/>
                    <a:gd name="T72" fmla="*/ 529 w 1031"/>
                    <a:gd name="T73" fmla="*/ 305 h 1487"/>
                    <a:gd name="T74" fmla="*/ 518 w 1031"/>
                    <a:gd name="T75" fmla="*/ 311 h 1487"/>
                    <a:gd name="T76" fmla="*/ 475 w 1031"/>
                    <a:gd name="T77" fmla="*/ 350 h 1487"/>
                    <a:gd name="T78" fmla="*/ 463 w 1031"/>
                    <a:gd name="T79" fmla="*/ 427 h 1487"/>
                    <a:gd name="T80" fmla="*/ 452 w 1031"/>
                    <a:gd name="T81" fmla="*/ 703 h 1487"/>
                    <a:gd name="T82" fmla="*/ 454 w 1031"/>
                    <a:gd name="T83" fmla="*/ 714 h 1487"/>
                    <a:gd name="T84" fmla="*/ 684 w 1031"/>
                    <a:gd name="T85" fmla="*/ 549 h 1487"/>
                    <a:gd name="T86" fmla="*/ 714 w 1031"/>
                    <a:gd name="T87" fmla="*/ 562 h 1487"/>
                    <a:gd name="T88" fmla="*/ 611 w 1031"/>
                    <a:gd name="T89" fmla="*/ 553 h 1487"/>
                    <a:gd name="T90" fmla="*/ 578 w 1031"/>
                    <a:gd name="T91" fmla="*/ 289 h 1487"/>
                    <a:gd name="T92" fmla="*/ 624 w 1031"/>
                    <a:gd name="T93" fmla="*/ 323 h 1487"/>
                    <a:gd name="T94" fmla="*/ 518 w 1031"/>
                    <a:gd name="T95" fmla="*/ 87 h 1487"/>
                    <a:gd name="T96" fmla="*/ 395 w 1031"/>
                    <a:gd name="T97" fmla="*/ 283 h 1487"/>
                    <a:gd name="T98" fmla="*/ 452 w 1031"/>
                    <a:gd name="T99" fmla="*/ 323 h 1487"/>
                    <a:gd name="T100" fmla="*/ 425 w 1031"/>
                    <a:gd name="T101" fmla="*/ 546 h 1487"/>
                    <a:gd name="T102" fmla="*/ 350 w 1031"/>
                    <a:gd name="T103" fmla="*/ 546 h 1487"/>
                    <a:gd name="T104" fmla="*/ 425 w 1031"/>
                    <a:gd name="T105" fmla="*/ 569 h 1487"/>
                    <a:gd name="T106" fmla="*/ 452 w 1031"/>
                    <a:gd name="T107" fmla="*/ 801 h 1487"/>
                    <a:gd name="T108" fmla="*/ 355 w 1031"/>
                    <a:gd name="T109" fmla="*/ 913 h 1487"/>
                    <a:gd name="T110" fmla="*/ 501 w 1031"/>
                    <a:gd name="T111" fmla="*/ 1412 h 1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031" h="1487">
                      <a:moveTo>
                        <a:pt x="1031" y="940"/>
                      </a:moveTo>
                      <a:lnTo>
                        <a:pt x="752" y="801"/>
                      </a:lnTo>
                      <a:lnTo>
                        <a:pt x="611" y="801"/>
                      </a:lnTo>
                      <a:lnTo>
                        <a:pt x="611" y="634"/>
                      </a:lnTo>
                      <a:lnTo>
                        <a:pt x="939" y="634"/>
                      </a:lnTo>
                      <a:lnTo>
                        <a:pt x="683" y="519"/>
                      </a:lnTo>
                      <a:lnTo>
                        <a:pt x="611" y="519"/>
                      </a:lnTo>
                      <a:lnTo>
                        <a:pt x="611" y="488"/>
                      </a:lnTo>
                      <a:lnTo>
                        <a:pt x="588" y="350"/>
                      </a:lnTo>
                      <a:lnTo>
                        <a:pt x="854" y="350"/>
                      </a:lnTo>
                      <a:lnTo>
                        <a:pt x="642" y="255"/>
                      </a:lnTo>
                      <a:lnTo>
                        <a:pt x="573" y="255"/>
                      </a:lnTo>
                      <a:lnTo>
                        <a:pt x="531" y="0"/>
                      </a:lnTo>
                      <a:lnTo>
                        <a:pt x="505" y="0"/>
                      </a:lnTo>
                      <a:lnTo>
                        <a:pt x="463" y="255"/>
                      </a:lnTo>
                      <a:lnTo>
                        <a:pt x="389" y="255"/>
                      </a:lnTo>
                      <a:lnTo>
                        <a:pt x="177" y="350"/>
                      </a:lnTo>
                      <a:lnTo>
                        <a:pt x="448" y="350"/>
                      </a:lnTo>
                      <a:lnTo>
                        <a:pt x="425" y="487"/>
                      </a:lnTo>
                      <a:lnTo>
                        <a:pt x="425" y="519"/>
                      </a:lnTo>
                      <a:lnTo>
                        <a:pt x="344" y="519"/>
                      </a:lnTo>
                      <a:lnTo>
                        <a:pt x="94" y="634"/>
                      </a:lnTo>
                      <a:lnTo>
                        <a:pt x="425" y="634"/>
                      </a:lnTo>
                      <a:lnTo>
                        <a:pt x="425" y="801"/>
                      </a:lnTo>
                      <a:lnTo>
                        <a:pt x="280" y="801"/>
                      </a:lnTo>
                      <a:lnTo>
                        <a:pt x="0" y="940"/>
                      </a:lnTo>
                      <a:lnTo>
                        <a:pt x="403" y="940"/>
                      </a:lnTo>
                      <a:lnTo>
                        <a:pt x="313" y="1483"/>
                      </a:lnTo>
                      <a:lnTo>
                        <a:pt x="339" y="1487"/>
                      </a:lnTo>
                      <a:lnTo>
                        <a:pt x="342" y="1477"/>
                      </a:lnTo>
                      <a:lnTo>
                        <a:pt x="517" y="1418"/>
                      </a:lnTo>
                      <a:lnTo>
                        <a:pt x="695" y="1478"/>
                      </a:lnTo>
                      <a:lnTo>
                        <a:pt x="696" y="1487"/>
                      </a:lnTo>
                      <a:lnTo>
                        <a:pt x="724" y="1483"/>
                      </a:lnTo>
                      <a:lnTo>
                        <a:pt x="633" y="940"/>
                      </a:lnTo>
                      <a:lnTo>
                        <a:pt x="1031" y="940"/>
                      </a:lnTo>
                      <a:close/>
                      <a:moveTo>
                        <a:pt x="618" y="1017"/>
                      </a:moveTo>
                      <a:lnTo>
                        <a:pt x="532" y="981"/>
                      </a:lnTo>
                      <a:lnTo>
                        <a:pt x="607" y="948"/>
                      </a:lnTo>
                      <a:lnTo>
                        <a:pt x="618" y="1017"/>
                      </a:lnTo>
                      <a:close/>
                      <a:moveTo>
                        <a:pt x="429" y="948"/>
                      </a:moveTo>
                      <a:lnTo>
                        <a:pt x="505" y="981"/>
                      </a:lnTo>
                      <a:lnTo>
                        <a:pt x="418" y="1019"/>
                      </a:lnTo>
                      <a:lnTo>
                        <a:pt x="429" y="948"/>
                      </a:lnTo>
                      <a:close/>
                      <a:moveTo>
                        <a:pt x="284" y="839"/>
                      </a:moveTo>
                      <a:lnTo>
                        <a:pt x="335" y="913"/>
                      </a:lnTo>
                      <a:lnTo>
                        <a:pt x="237" y="913"/>
                      </a:lnTo>
                      <a:lnTo>
                        <a:pt x="284" y="839"/>
                      </a:lnTo>
                      <a:close/>
                      <a:moveTo>
                        <a:pt x="227" y="909"/>
                      </a:moveTo>
                      <a:lnTo>
                        <a:pt x="195" y="874"/>
                      </a:lnTo>
                      <a:lnTo>
                        <a:pt x="275" y="835"/>
                      </a:lnTo>
                      <a:lnTo>
                        <a:pt x="227" y="909"/>
                      </a:lnTo>
                      <a:close/>
                      <a:moveTo>
                        <a:pt x="290" y="828"/>
                      </a:moveTo>
                      <a:lnTo>
                        <a:pt x="416" y="828"/>
                      </a:lnTo>
                      <a:lnTo>
                        <a:pt x="344" y="909"/>
                      </a:lnTo>
                      <a:lnTo>
                        <a:pt x="290" y="828"/>
                      </a:lnTo>
                      <a:close/>
                      <a:moveTo>
                        <a:pt x="575" y="828"/>
                      </a:moveTo>
                      <a:lnTo>
                        <a:pt x="580" y="832"/>
                      </a:lnTo>
                      <a:lnTo>
                        <a:pt x="518" y="875"/>
                      </a:lnTo>
                      <a:lnTo>
                        <a:pt x="456" y="832"/>
                      </a:lnTo>
                      <a:lnTo>
                        <a:pt x="460" y="828"/>
                      </a:lnTo>
                      <a:lnTo>
                        <a:pt x="575" y="828"/>
                      </a:lnTo>
                      <a:close/>
                      <a:moveTo>
                        <a:pt x="493" y="801"/>
                      </a:moveTo>
                      <a:lnTo>
                        <a:pt x="518" y="780"/>
                      </a:lnTo>
                      <a:lnTo>
                        <a:pt x="543" y="801"/>
                      </a:lnTo>
                      <a:lnTo>
                        <a:pt x="493" y="801"/>
                      </a:lnTo>
                      <a:close/>
                      <a:moveTo>
                        <a:pt x="760" y="836"/>
                      </a:moveTo>
                      <a:lnTo>
                        <a:pt x="839" y="875"/>
                      </a:lnTo>
                      <a:lnTo>
                        <a:pt x="807" y="909"/>
                      </a:lnTo>
                      <a:lnTo>
                        <a:pt x="760" y="836"/>
                      </a:lnTo>
                      <a:close/>
                      <a:moveTo>
                        <a:pt x="797" y="913"/>
                      </a:moveTo>
                      <a:lnTo>
                        <a:pt x="699" y="913"/>
                      </a:lnTo>
                      <a:lnTo>
                        <a:pt x="750" y="839"/>
                      </a:lnTo>
                      <a:lnTo>
                        <a:pt x="797" y="913"/>
                      </a:lnTo>
                      <a:close/>
                      <a:moveTo>
                        <a:pt x="690" y="909"/>
                      </a:moveTo>
                      <a:lnTo>
                        <a:pt x="618" y="828"/>
                      </a:lnTo>
                      <a:lnTo>
                        <a:pt x="744" y="828"/>
                      </a:lnTo>
                      <a:lnTo>
                        <a:pt x="690" y="909"/>
                      </a:lnTo>
                      <a:close/>
                      <a:moveTo>
                        <a:pt x="448" y="840"/>
                      </a:moveTo>
                      <a:lnTo>
                        <a:pt x="509" y="882"/>
                      </a:lnTo>
                      <a:lnTo>
                        <a:pt x="464" y="913"/>
                      </a:lnTo>
                      <a:lnTo>
                        <a:pt x="434" y="913"/>
                      </a:lnTo>
                      <a:lnTo>
                        <a:pt x="448" y="840"/>
                      </a:lnTo>
                      <a:close/>
                      <a:moveTo>
                        <a:pt x="593" y="942"/>
                      </a:moveTo>
                      <a:lnTo>
                        <a:pt x="518" y="974"/>
                      </a:lnTo>
                      <a:lnTo>
                        <a:pt x="442" y="942"/>
                      </a:lnTo>
                      <a:lnTo>
                        <a:pt x="444" y="940"/>
                      </a:lnTo>
                      <a:lnTo>
                        <a:pt x="592" y="940"/>
                      </a:lnTo>
                      <a:lnTo>
                        <a:pt x="593" y="942"/>
                      </a:lnTo>
                      <a:close/>
                      <a:moveTo>
                        <a:pt x="483" y="913"/>
                      </a:moveTo>
                      <a:lnTo>
                        <a:pt x="518" y="889"/>
                      </a:lnTo>
                      <a:lnTo>
                        <a:pt x="552" y="913"/>
                      </a:lnTo>
                      <a:lnTo>
                        <a:pt x="483" y="913"/>
                      </a:lnTo>
                      <a:close/>
                      <a:moveTo>
                        <a:pt x="518" y="986"/>
                      </a:moveTo>
                      <a:lnTo>
                        <a:pt x="612" y="1027"/>
                      </a:lnTo>
                      <a:lnTo>
                        <a:pt x="518" y="1086"/>
                      </a:lnTo>
                      <a:lnTo>
                        <a:pt x="426" y="1027"/>
                      </a:lnTo>
                      <a:lnTo>
                        <a:pt x="518" y="986"/>
                      </a:lnTo>
                      <a:close/>
                      <a:moveTo>
                        <a:pt x="509" y="1092"/>
                      </a:moveTo>
                      <a:lnTo>
                        <a:pt x="393" y="1165"/>
                      </a:lnTo>
                      <a:lnTo>
                        <a:pt x="415" y="1032"/>
                      </a:lnTo>
                      <a:lnTo>
                        <a:pt x="509" y="1092"/>
                      </a:lnTo>
                      <a:close/>
                      <a:moveTo>
                        <a:pt x="518" y="1099"/>
                      </a:moveTo>
                      <a:lnTo>
                        <a:pt x="637" y="1175"/>
                      </a:lnTo>
                      <a:lnTo>
                        <a:pt x="518" y="1252"/>
                      </a:lnTo>
                      <a:lnTo>
                        <a:pt x="400" y="1175"/>
                      </a:lnTo>
                      <a:lnTo>
                        <a:pt x="518" y="1099"/>
                      </a:lnTo>
                      <a:close/>
                      <a:moveTo>
                        <a:pt x="507" y="1258"/>
                      </a:moveTo>
                      <a:lnTo>
                        <a:pt x="362" y="1355"/>
                      </a:lnTo>
                      <a:lnTo>
                        <a:pt x="391" y="1181"/>
                      </a:lnTo>
                      <a:lnTo>
                        <a:pt x="507" y="1258"/>
                      </a:lnTo>
                      <a:close/>
                      <a:moveTo>
                        <a:pt x="518" y="1265"/>
                      </a:moveTo>
                      <a:lnTo>
                        <a:pt x="660" y="1359"/>
                      </a:lnTo>
                      <a:lnTo>
                        <a:pt x="517" y="1406"/>
                      </a:lnTo>
                      <a:lnTo>
                        <a:pt x="376" y="1359"/>
                      </a:lnTo>
                      <a:lnTo>
                        <a:pt x="518" y="1265"/>
                      </a:lnTo>
                      <a:close/>
                      <a:moveTo>
                        <a:pt x="528" y="1258"/>
                      </a:moveTo>
                      <a:lnTo>
                        <a:pt x="645" y="1181"/>
                      </a:lnTo>
                      <a:lnTo>
                        <a:pt x="675" y="1355"/>
                      </a:lnTo>
                      <a:lnTo>
                        <a:pt x="528" y="1258"/>
                      </a:lnTo>
                      <a:close/>
                      <a:moveTo>
                        <a:pt x="528" y="1092"/>
                      </a:moveTo>
                      <a:lnTo>
                        <a:pt x="620" y="1034"/>
                      </a:lnTo>
                      <a:lnTo>
                        <a:pt x="642" y="1165"/>
                      </a:lnTo>
                      <a:lnTo>
                        <a:pt x="528" y="1092"/>
                      </a:lnTo>
                      <a:close/>
                      <a:moveTo>
                        <a:pt x="571" y="913"/>
                      </a:moveTo>
                      <a:lnTo>
                        <a:pt x="528" y="882"/>
                      </a:lnTo>
                      <a:lnTo>
                        <a:pt x="589" y="840"/>
                      </a:lnTo>
                      <a:lnTo>
                        <a:pt x="601" y="913"/>
                      </a:lnTo>
                      <a:lnTo>
                        <a:pt x="571" y="913"/>
                      </a:lnTo>
                      <a:close/>
                      <a:moveTo>
                        <a:pt x="616" y="844"/>
                      </a:moveTo>
                      <a:lnTo>
                        <a:pt x="679" y="913"/>
                      </a:lnTo>
                      <a:lnTo>
                        <a:pt x="629" y="913"/>
                      </a:lnTo>
                      <a:lnTo>
                        <a:pt x="616" y="844"/>
                      </a:lnTo>
                      <a:close/>
                      <a:moveTo>
                        <a:pt x="818" y="913"/>
                      </a:moveTo>
                      <a:lnTo>
                        <a:pt x="850" y="881"/>
                      </a:lnTo>
                      <a:lnTo>
                        <a:pt x="917" y="913"/>
                      </a:lnTo>
                      <a:lnTo>
                        <a:pt x="818" y="913"/>
                      </a:lnTo>
                      <a:close/>
                      <a:moveTo>
                        <a:pt x="559" y="801"/>
                      </a:moveTo>
                      <a:lnTo>
                        <a:pt x="527" y="774"/>
                      </a:lnTo>
                      <a:lnTo>
                        <a:pt x="584" y="726"/>
                      </a:lnTo>
                      <a:lnTo>
                        <a:pt x="584" y="801"/>
                      </a:lnTo>
                      <a:lnTo>
                        <a:pt x="559" y="801"/>
                      </a:lnTo>
                      <a:close/>
                      <a:moveTo>
                        <a:pt x="535" y="189"/>
                      </a:moveTo>
                      <a:lnTo>
                        <a:pt x="535" y="193"/>
                      </a:lnTo>
                      <a:lnTo>
                        <a:pt x="517" y="209"/>
                      </a:lnTo>
                      <a:lnTo>
                        <a:pt x="501" y="193"/>
                      </a:lnTo>
                      <a:lnTo>
                        <a:pt x="502" y="187"/>
                      </a:lnTo>
                      <a:lnTo>
                        <a:pt x="517" y="179"/>
                      </a:lnTo>
                      <a:lnTo>
                        <a:pt x="535" y="189"/>
                      </a:lnTo>
                      <a:close/>
                      <a:moveTo>
                        <a:pt x="528" y="172"/>
                      </a:moveTo>
                      <a:lnTo>
                        <a:pt x="532" y="171"/>
                      </a:lnTo>
                      <a:lnTo>
                        <a:pt x="532" y="175"/>
                      </a:lnTo>
                      <a:lnTo>
                        <a:pt x="528" y="172"/>
                      </a:lnTo>
                      <a:close/>
                      <a:moveTo>
                        <a:pt x="537" y="205"/>
                      </a:moveTo>
                      <a:lnTo>
                        <a:pt x="541" y="231"/>
                      </a:lnTo>
                      <a:lnTo>
                        <a:pt x="525" y="216"/>
                      </a:lnTo>
                      <a:lnTo>
                        <a:pt x="537" y="205"/>
                      </a:lnTo>
                      <a:close/>
                      <a:moveTo>
                        <a:pt x="503" y="174"/>
                      </a:moveTo>
                      <a:lnTo>
                        <a:pt x="503" y="171"/>
                      </a:lnTo>
                      <a:lnTo>
                        <a:pt x="506" y="172"/>
                      </a:lnTo>
                      <a:lnTo>
                        <a:pt x="503" y="174"/>
                      </a:lnTo>
                      <a:close/>
                      <a:moveTo>
                        <a:pt x="509" y="216"/>
                      </a:moveTo>
                      <a:lnTo>
                        <a:pt x="494" y="229"/>
                      </a:lnTo>
                      <a:lnTo>
                        <a:pt x="498" y="206"/>
                      </a:lnTo>
                      <a:lnTo>
                        <a:pt x="509" y="216"/>
                      </a:lnTo>
                      <a:close/>
                      <a:moveTo>
                        <a:pt x="517" y="224"/>
                      </a:moveTo>
                      <a:lnTo>
                        <a:pt x="544" y="248"/>
                      </a:lnTo>
                      <a:lnTo>
                        <a:pt x="546" y="255"/>
                      </a:lnTo>
                      <a:lnTo>
                        <a:pt x="490" y="255"/>
                      </a:lnTo>
                      <a:lnTo>
                        <a:pt x="491" y="247"/>
                      </a:lnTo>
                      <a:lnTo>
                        <a:pt x="517" y="224"/>
                      </a:lnTo>
                      <a:close/>
                      <a:moveTo>
                        <a:pt x="584" y="489"/>
                      </a:moveTo>
                      <a:lnTo>
                        <a:pt x="584" y="514"/>
                      </a:lnTo>
                      <a:lnTo>
                        <a:pt x="527" y="466"/>
                      </a:lnTo>
                      <a:lnTo>
                        <a:pt x="574" y="428"/>
                      </a:lnTo>
                      <a:lnTo>
                        <a:pt x="584" y="489"/>
                      </a:lnTo>
                      <a:close/>
                      <a:moveTo>
                        <a:pt x="584" y="636"/>
                      </a:moveTo>
                      <a:lnTo>
                        <a:pt x="584" y="703"/>
                      </a:lnTo>
                      <a:lnTo>
                        <a:pt x="528" y="669"/>
                      </a:lnTo>
                      <a:lnTo>
                        <a:pt x="584" y="636"/>
                      </a:lnTo>
                      <a:close/>
                      <a:moveTo>
                        <a:pt x="518" y="663"/>
                      </a:moveTo>
                      <a:lnTo>
                        <a:pt x="471" y="634"/>
                      </a:lnTo>
                      <a:lnTo>
                        <a:pt x="565" y="634"/>
                      </a:lnTo>
                      <a:lnTo>
                        <a:pt x="518" y="663"/>
                      </a:lnTo>
                      <a:close/>
                      <a:moveTo>
                        <a:pt x="529" y="576"/>
                      </a:moveTo>
                      <a:lnTo>
                        <a:pt x="584" y="546"/>
                      </a:lnTo>
                      <a:lnTo>
                        <a:pt x="584" y="607"/>
                      </a:lnTo>
                      <a:lnTo>
                        <a:pt x="529" y="576"/>
                      </a:lnTo>
                      <a:close/>
                      <a:moveTo>
                        <a:pt x="562" y="607"/>
                      </a:moveTo>
                      <a:lnTo>
                        <a:pt x="475" y="607"/>
                      </a:lnTo>
                      <a:lnTo>
                        <a:pt x="518" y="583"/>
                      </a:lnTo>
                      <a:lnTo>
                        <a:pt x="562" y="607"/>
                      </a:lnTo>
                      <a:close/>
                      <a:moveTo>
                        <a:pt x="562" y="546"/>
                      </a:moveTo>
                      <a:lnTo>
                        <a:pt x="518" y="571"/>
                      </a:lnTo>
                      <a:lnTo>
                        <a:pt x="473" y="546"/>
                      </a:lnTo>
                      <a:lnTo>
                        <a:pt x="562" y="546"/>
                      </a:lnTo>
                      <a:close/>
                      <a:moveTo>
                        <a:pt x="464" y="519"/>
                      </a:moveTo>
                      <a:lnTo>
                        <a:pt x="518" y="474"/>
                      </a:lnTo>
                      <a:lnTo>
                        <a:pt x="573" y="519"/>
                      </a:lnTo>
                      <a:lnTo>
                        <a:pt x="464" y="519"/>
                      </a:lnTo>
                      <a:close/>
                      <a:moveTo>
                        <a:pt x="518" y="459"/>
                      </a:moveTo>
                      <a:lnTo>
                        <a:pt x="464" y="415"/>
                      </a:lnTo>
                      <a:lnTo>
                        <a:pt x="465" y="409"/>
                      </a:lnTo>
                      <a:lnTo>
                        <a:pt x="518" y="377"/>
                      </a:lnTo>
                      <a:lnTo>
                        <a:pt x="570" y="409"/>
                      </a:lnTo>
                      <a:lnTo>
                        <a:pt x="571" y="415"/>
                      </a:lnTo>
                      <a:lnTo>
                        <a:pt x="518" y="459"/>
                      </a:lnTo>
                      <a:close/>
                      <a:moveTo>
                        <a:pt x="528" y="370"/>
                      </a:moveTo>
                      <a:lnTo>
                        <a:pt x="561" y="350"/>
                      </a:lnTo>
                      <a:lnTo>
                        <a:pt x="569" y="394"/>
                      </a:lnTo>
                      <a:lnTo>
                        <a:pt x="528" y="370"/>
                      </a:lnTo>
                      <a:close/>
                      <a:moveTo>
                        <a:pt x="518" y="363"/>
                      </a:moveTo>
                      <a:lnTo>
                        <a:pt x="495" y="350"/>
                      </a:lnTo>
                      <a:lnTo>
                        <a:pt x="540" y="350"/>
                      </a:lnTo>
                      <a:lnTo>
                        <a:pt x="518" y="363"/>
                      </a:lnTo>
                      <a:close/>
                      <a:moveTo>
                        <a:pt x="518" y="298"/>
                      </a:moveTo>
                      <a:lnTo>
                        <a:pt x="490" y="282"/>
                      </a:lnTo>
                      <a:lnTo>
                        <a:pt x="547" y="282"/>
                      </a:lnTo>
                      <a:lnTo>
                        <a:pt x="518" y="298"/>
                      </a:lnTo>
                      <a:close/>
                      <a:moveTo>
                        <a:pt x="551" y="292"/>
                      </a:moveTo>
                      <a:lnTo>
                        <a:pt x="556" y="320"/>
                      </a:lnTo>
                      <a:lnTo>
                        <a:pt x="529" y="305"/>
                      </a:lnTo>
                      <a:lnTo>
                        <a:pt x="551" y="292"/>
                      </a:lnTo>
                      <a:close/>
                      <a:moveTo>
                        <a:pt x="507" y="305"/>
                      </a:moveTo>
                      <a:lnTo>
                        <a:pt x="479" y="320"/>
                      </a:lnTo>
                      <a:lnTo>
                        <a:pt x="484" y="292"/>
                      </a:lnTo>
                      <a:lnTo>
                        <a:pt x="507" y="305"/>
                      </a:lnTo>
                      <a:close/>
                      <a:moveTo>
                        <a:pt x="518" y="311"/>
                      </a:moveTo>
                      <a:lnTo>
                        <a:pt x="537" y="323"/>
                      </a:lnTo>
                      <a:lnTo>
                        <a:pt x="498" y="323"/>
                      </a:lnTo>
                      <a:lnTo>
                        <a:pt x="518" y="311"/>
                      </a:lnTo>
                      <a:close/>
                      <a:moveTo>
                        <a:pt x="507" y="370"/>
                      </a:moveTo>
                      <a:lnTo>
                        <a:pt x="467" y="396"/>
                      </a:lnTo>
                      <a:lnTo>
                        <a:pt x="475" y="350"/>
                      </a:lnTo>
                      <a:lnTo>
                        <a:pt x="507" y="370"/>
                      </a:lnTo>
                      <a:close/>
                      <a:moveTo>
                        <a:pt x="463" y="427"/>
                      </a:moveTo>
                      <a:lnTo>
                        <a:pt x="509" y="466"/>
                      </a:lnTo>
                      <a:lnTo>
                        <a:pt x="452" y="514"/>
                      </a:lnTo>
                      <a:lnTo>
                        <a:pt x="452" y="489"/>
                      </a:lnTo>
                      <a:lnTo>
                        <a:pt x="463" y="427"/>
                      </a:lnTo>
                      <a:close/>
                      <a:moveTo>
                        <a:pt x="506" y="576"/>
                      </a:moveTo>
                      <a:lnTo>
                        <a:pt x="452" y="607"/>
                      </a:lnTo>
                      <a:lnTo>
                        <a:pt x="452" y="546"/>
                      </a:lnTo>
                      <a:lnTo>
                        <a:pt x="506" y="576"/>
                      </a:lnTo>
                      <a:close/>
                      <a:moveTo>
                        <a:pt x="507" y="669"/>
                      </a:moveTo>
                      <a:lnTo>
                        <a:pt x="452" y="703"/>
                      </a:lnTo>
                      <a:lnTo>
                        <a:pt x="452" y="636"/>
                      </a:lnTo>
                      <a:lnTo>
                        <a:pt x="507" y="669"/>
                      </a:lnTo>
                      <a:close/>
                      <a:moveTo>
                        <a:pt x="518" y="676"/>
                      </a:moveTo>
                      <a:lnTo>
                        <a:pt x="581" y="714"/>
                      </a:lnTo>
                      <a:lnTo>
                        <a:pt x="518" y="767"/>
                      </a:lnTo>
                      <a:lnTo>
                        <a:pt x="454" y="714"/>
                      </a:lnTo>
                      <a:lnTo>
                        <a:pt x="518" y="676"/>
                      </a:lnTo>
                      <a:close/>
                      <a:moveTo>
                        <a:pt x="611" y="571"/>
                      </a:moveTo>
                      <a:lnTo>
                        <a:pt x="639" y="607"/>
                      </a:lnTo>
                      <a:lnTo>
                        <a:pt x="611" y="607"/>
                      </a:lnTo>
                      <a:lnTo>
                        <a:pt x="611" y="571"/>
                      </a:lnTo>
                      <a:close/>
                      <a:moveTo>
                        <a:pt x="684" y="549"/>
                      </a:moveTo>
                      <a:lnTo>
                        <a:pt x="692" y="553"/>
                      </a:lnTo>
                      <a:lnTo>
                        <a:pt x="735" y="607"/>
                      </a:lnTo>
                      <a:lnTo>
                        <a:pt x="667" y="607"/>
                      </a:lnTo>
                      <a:lnTo>
                        <a:pt x="684" y="549"/>
                      </a:lnTo>
                      <a:close/>
                      <a:moveTo>
                        <a:pt x="748" y="607"/>
                      </a:moveTo>
                      <a:lnTo>
                        <a:pt x="714" y="562"/>
                      </a:lnTo>
                      <a:lnTo>
                        <a:pt x="812" y="607"/>
                      </a:lnTo>
                      <a:lnTo>
                        <a:pt x="748" y="607"/>
                      </a:lnTo>
                      <a:close/>
                      <a:moveTo>
                        <a:pt x="673" y="546"/>
                      </a:moveTo>
                      <a:lnTo>
                        <a:pt x="654" y="607"/>
                      </a:lnTo>
                      <a:lnTo>
                        <a:pt x="653" y="607"/>
                      </a:lnTo>
                      <a:lnTo>
                        <a:pt x="611" y="553"/>
                      </a:lnTo>
                      <a:lnTo>
                        <a:pt x="611" y="546"/>
                      </a:lnTo>
                      <a:lnTo>
                        <a:pt x="673" y="546"/>
                      </a:lnTo>
                      <a:close/>
                      <a:moveTo>
                        <a:pt x="578" y="289"/>
                      </a:moveTo>
                      <a:lnTo>
                        <a:pt x="608" y="323"/>
                      </a:lnTo>
                      <a:lnTo>
                        <a:pt x="584" y="323"/>
                      </a:lnTo>
                      <a:lnTo>
                        <a:pt x="578" y="289"/>
                      </a:lnTo>
                      <a:close/>
                      <a:moveTo>
                        <a:pt x="588" y="282"/>
                      </a:moveTo>
                      <a:lnTo>
                        <a:pt x="629" y="282"/>
                      </a:lnTo>
                      <a:lnTo>
                        <a:pt x="616" y="316"/>
                      </a:lnTo>
                      <a:lnTo>
                        <a:pt x="588" y="282"/>
                      </a:lnTo>
                      <a:close/>
                      <a:moveTo>
                        <a:pt x="726" y="323"/>
                      </a:moveTo>
                      <a:lnTo>
                        <a:pt x="624" y="323"/>
                      </a:lnTo>
                      <a:lnTo>
                        <a:pt x="639" y="283"/>
                      </a:lnTo>
                      <a:lnTo>
                        <a:pt x="726" y="323"/>
                      </a:lnTo>
                      <a:close/>
                      <a:moveTo>
                        <a:pt x="529" y="159"/>
                      </a:moveTo>
                      <a:lnTo>
                        <a:pt x="517" y="166"/>
                      </a:lnTo>
                      <a:lnTo>
                        <a:pt x="506" y="160"/>
                      </a:lnTo>
                      <a:lnTo>
                        <a:pt x="518" y="87"/>
                      </a:lnTo>
                      <a:lnTo>
                        <a:pt x="529" y="159"/>
                      </a:lnTo>
                      <a:close/>
                      <a:moveTo>
                        <a:pt x="448" y="282"/>
                      </a:moveTo>
                      <a:lnTo>
                        <a:pt x="418" y="315"/>
                      </a:lnTo>
                      <a:lnTo>
                        <a:pt x="406" y="282"/>
                      </a:lnTo>
                      <a:lnTo>
                        <a:pt x="448" y="282"/>
                      </a:lnTo>
                      <a:close/>
                      <a:moveTo>
                        <a:pt x="395" y="283"/>
                      </a:moveTo>
                      <a:lnTo>
                        <a:pt x="410" y="323"/>
                      </a:lnTo>
                      <a:lnTo>
                        <a:pt x="305" y="323"/>
                      </a:lnTo>
                      <a:lnTo>
                        <a:pt x="395" y="283"/>
                      </a:lnTo>
                      <a:close/>
                      <a:moveTo>
                        <a:pt x="426" y="323"/>
                      </a:moveTo>
                      <a:lnTo>
                        <a:pt x="457" y="288"/>
                      </a:lnTo>
                      <a:lnTo>
                        <a:pt x="452" y="323"/>
                      </a:lnTo>
                      <a:lnTo>
                        <a:pt x="426" y="323"/>
                      </a:lnTo>
                      <a:close/>
                      <a:moveTo>
                        <a:pt x="425" y="552"/>
                      </a:moveTo>
                      <a:lnTo>
                        <a:pt x="382" y="607"/>
                      </a:lnTo>
                      <a:lnTo>
                        <a:pt x="380" y="607"/>
                      </a:lnTo>
                      <a:lnTo>
                        <a:pt x="361" y="546"/>
                      </a:lnTo>
                      <a:lnTo>
                        <a:pt x="425" y="546"/>
                      </a:lnTo>
                      <a:lnTo>
                        <a:pt x="425" y="552"/>
                      </a:lnTo>
                      <a:close/>
                      <a:moveTo>
                        <a:pt x="350" y="546"/>
                      </a:moveTo>
                      <a:lnTo>
                        <a:pt x="369" y="607"/>
                      </a:lnTo>
                      <a:lnTo>
                        <a:pt x="299" y="607"/>
                      </a:lnTo>
                      <a:lnTo>
                        <a:pt x="346" y="548"/>
                      </a:lnTo>
                      <a:lnTo>
                        <a:pt x="350" y="546"/>
                      </a:lnTo>
                      <a:close/>
                      <a:moveTo>
                        <a:pt x="324" y="558"/>
                      </a:moveTo>
                      <a:lnTo>
                        <a:pt x="286" y="607"/>
                      </a:lnTo>
                      <a:lnTo>
                        <a:pt x="218" y="607"/>
                      </a:lnTo>
                      <a:lnTo>
                        <a:pt x="324" y="558"/>
                      </a:lnTo>
                      <a:close/>
                      <a:moveTo>
                        <a:pt x="396" y="607"/>
                      </a:moveTo>
                      <a:lnTo>
                        <a:pt x="425" y="569"/>
                      </a:lnTo>
                      <a:lnTo>
                        <a:pt x="425" y="607"/>
                      </a:lnTo>
                      <a:lnTo>
                        <a:pt x="396" y="607"/>
                      </a:lnTo>
                      <a:close/>
                      <a:moveTo>
                        <a:pt x="452" y="726"/>
                      </a:moveTo>
                      <a:lnTo>
                        <a:pt x="509" y="774"/>
                      </a:lnTo>
                      <a:lnTo>
                        <a:pt x="476" y="801"/>
                      </a:lnTo>
                      <a:lnTo>
                        <a:pt x="452" y="801"/>
                      </a:lnTo>
                      <a:lnTo>
                        <a:pt x="452" y="726"/>
                      </a:lnTo>
                      <a:close/>
                      <a:moveTo>
                        <a:pt x="184" y="879"/>
                      </a:moveTo>
                      <a:lnTo>
                        <a:pt x="218" y="913"/>
                      </a:lnTo>
                      <a:lnTo>
                        <a:pt x="116" y="913"/>
                      </a:lnTo>
                      <a:lnTo>
                        <a:pt x="184" y="879"/>
                      </a:lnTo>
                      <a:close/>
                      <a:moveTo>
                        <a:pt x="355" y="913"/>
                      </a:moveTo>
                      <a:lnTo>
                        <a:pt x="419" y="841"/>
                      </a:lnTo>
                      <a:lnTo>
                        <a:pt x="407" y="913"/>
                      </a:lnTo>
                      <a:lnTo>
                        <a:pt x="355" y="913"/>
                      </a:lnTo>
                      <a:close/>
                      <a:moveTo>
                        <a:pt x="343" y="1464"/>
                      </a:moveTo>
                      <a:lnTo>
                        <a:pt x="359" y="1364"/>
                      </a:lnTo>
                      <a:lnTo>
                        <a:pt x="501" y="1412"/>
                      </a:lnTo>
                      <a:lnTo>
                        <a:pt x="343" y="1464"/>
                      </a:lnTo>
                      <a:close/>
                      <a:moveTo>
                        <a:pt x="535" y="1412"/>
                      </a:moveTo>
                      <a:lnTo>
                        <a:pt x="676" y="1364"/>
                      </a:lnTo>
                      <a:lnTo>
                        <a:pt x="692" y="1466"/>
                      </a:lnTo>
                      <a:lnTo>
                        <a:pt x="535" y="14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</p:grpSp>
        </p:grpSp>
        <p:grpSp>
          <p:nvGrpSpPr>
            <p:cNvPr id="624" name="Group 623">
              <a:extLst>
                <a:ext uri="{FF2B5EF4-FFF2-40B4-BE49-F238E27FC236}">
                  <a16:creationId xmlns:a16="http://schemas.microsoft.com/office/drawing/2014/main" id="{F077E864-18AF-4EFD-8DA1-83D196A546D9}"/>
                </a:ext>
              </a:extLst>
            </p:cNvPr>
            <p:cNvGrpSpPr/>
            <p:nvPr/>
          </p:nvGrpSpPr>
          <p:grpSpPr>
            <a:xfrm>
              <a:off x="6165735" y="3556265"/>
              <a:ext cx="2183297" cy="1662694"/>
              <a:chOff x="6165735" y="3556265"/>
              <a:chExt cx="2183297" cy="1662694"/>
            </a:xfrm>
          </p:grpSpPr>
          <p:cxnSp>
            <p:nvCxnSpPr>
              <p:cNvPr id="588" name="Straight Arrow Connector 587">
                <a:extLst>
                  <a:ext uri="{FF2B5EF4-FFF2-40B4-BE49-F238E27FC236}">
                    <a16:creationId xmlns:a16="http://schemas.microsoft.com/office/drawing/2014/main" id="{110C331E-16B3-4AFC-9CA6-BEB3255A6B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9800" y="3556265"/>
                <a:ext cx="0" cy="379391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19" name="Group 618">
                <a:extLst>
                  <a:ext uri="{FF2B5EF4-FFF2-40B4-BE49-F238E27FC236}">
                    <a16:creationId xmlns:a16="http://schemas.microsoft.com/office/drawing/2014/main" id="{D6C1308C-2F20-4AC1-966D-70EB50C10423}"/>
                  </a:ext>
                </a:extLst>
              </p:cNvPr>
              <p:cNvGrpSpPr/>
              <p:nvPr/>
            </p:nvGrpSpPr>
            <p:grpSpPr>
              <a:xfrm>
                <a:off x="6165735" y="3981829"/>
                <a:ext cx="2183297" cy="1237130"/>
                <a:chOff x="6165735" y="3981829"/>
                <a:chExt cx="2183297" cy="1237130"/>
              </a:xfrm>
            </p:grpSpPr>
            <p:sp>
              <p:nvSpPr>
                <p:cNvPr id="294" name="TextBox 293">
                  <a:extLst>
                    <a:ext uri="{FF2B5EF4-FFF2-40B4-BE49-F238E27FC236}">
                      <a16:creationId xmlns:a16="http://schemas.microsoft.com/office/drawing/2014/main" id="{CD325171-38C9-474A-B87D-8F254C5B9A48}"/>
                    </a:ext>
                  </a:extLst>
                </p:cNvPr>
                <p:cNvSpPr txBox="1"/>
                <p:nvPr/>
              </p:nvSpPr>
              <p:spPr>
                <a:xfrm>
                  <a:off x="6445451" y="4482782"/>
                  <a:ext cx="182460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95000"/>
                    </a:lnSpc>
                  </a:pPr>
                  <a:r>
                    <a:rPr lang="en-US" sz="1600" dirty="0"/>
                    <a:t>Conversion </a:t>
                  </a:r>
                </a:p>
              </p:txBody>
            </p:sp>
            <p:grpSp>
              <p:nvGrpSpPr>
                <p:cNvPr id="295" name="Gruppieren 5">
                  <a:extLst>
                    <a:ext uri="{FF2B5EF4-FFF2-40B4-BE49-F238E27FC236}">
                      <a16:creationId xmlns:a16="http://schemas.microsoft.com/office/drawing/2014/main" id="{5FBF0949-BC18-4C4A-9AE5-D5A22BE40271}"/>
                    </a:ext>
                  </a:extLst>
                </p:cNvPr>
                <p:cNvGrpSpPr/>
                <p:nvPr/>
              </p:nvGrpSpPr>
              <p:grpSpPr>
                <a:xfrm>
                  <a:off x="7137301" y="3994153"/>
                  <a:ext cx="528449" cy="476437"/>
                  <a:chOff x="7845426" y="4757738"/>
                  <a:chExt cx="1179513" cy="1154113"/>
                </a:xfrm>
                <a:solidFill>
                  <a:schemeClr val="accent1"/>
                </a:solidFill>
              </p:grpSpPr>
              <p:sp>
                <p:nvSpPr>
                  <p:cNvPr id="296" name="Freeform 544">
                    <a:extLst>
                      <a:ext uri="{FF2B5EF4-FFF2-40B4-BE49-F238E27FC236}">
                        <a16:creationId xmlns:a16="http://schemas.microsoft.com/office/drawing/2014/main" id="{9886B73B-AEDB-46B3-8C3A-CFB42BA081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520114" y="5459413"/>
                    <a:ext cx="92075" cy="452438"/>
                  </a:xfrm>
                  <a:custGeom>
                    <a:avLst/>
                    <a:gdLst>
                      <a:gd name="T0" fmla="*/ 0 w 58"/>
                      <a:gd name="T1" fmla="*/ 230 h 285"/>
                      <a:gd name="T2" fmla="*/ 58 w 58"/>
                      <a:gd name="T3" fmla="*/ 285 h 285"/>
                      <a:gd name="T4" fmla="*/ 58 w 58"/>
                      <a:gd name="T5" fmla="*/ 33 h 285"/>
                      <a:gd name="T6" fmla="*/ 0 w 58"/>
                      <a:gd name="T7" fmla="*/ 0 h 285"/>
                      <a:gd name="T8" fmla="*/ 0 w 58"/>
                      <a:gd name="T9" fmla="*/ 230 h 2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8" h="285">
                        <a:moveTo>
                          <a:pt x="0" y="230"/>
                        </a:moveTo>
                        <a:lnTo>
                          <a:pt x="58" y="285"/>
                        </a:lnTo>
                        <a:lnTo>
                          <a:pt x="58" y="33"/>
                        </a:lnTo>
                        <a:lnTo>
                          <a:pt x="0" y="0"/>
                        </a:lnTo>
                        <a:lnTo>
                          <a:pt x="0" y="230"/>
                        </a:lnTo>
                        <a:close/>
                      </a:path>
                    </a:pathLst>
                  </a:custGeom>
                  <a:grpFill/>
                  <a:ln w="4763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sp>
                <p:nvSpPr>
                  <p:cNvPr id="297" name="Freeform 545">
                    <a:extLst>
                      <a:ext uri="{FF2B5EF4-FFF2-40B4-BE49-F238E27FC236}">
                        <a16:creationId xmlns:a16="http://schemas.microsoft.com/office/drawing/2014/main" id="{F267C240-BA63-43E2-BA23-7A718A83FF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520114" y="5332413"/>
                    <a:ext cx="501650" cy="179388"/>
                  </a:xfrm>
                  <a:custGeom>
                    <a:avLst/>
                    <a:gdLst>
                      <a:gd name="T0" fmla="*/ 316 w 316"/>
                      <a:gd name="T1" fmla="*/ 33 h 113"/>
                      <a:gd name="T2" fmla="*/ 258 w 316"/>
                      <a:gd name="T3" fmla="*/ 0 h 113"/>
                      <a:gd name="T4" fmla="*/ 0 w 316"/>
                      <a:gd name="T5" fmla="*/ 80 h 113"/>
                      <a:gd name="T6" fmla="*/ 58 w 316"/>
                      <a:gd name="T7" fmla="*/ 113 h 113"/>
                      <a:gd name="T8" fmla="*/ 316 w 316"/>
                      <a:gd name="T9" fmla="*/ 33 h 1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6" h="113">
                        <a:moveTo>
                          <a:pt x="316" y="33"/>
                        </a:moveTo>
                        <a:lnTo>
                          <a:pt x="258" y="0"/>
                        </a:lnTo>
                        <a:lnTo>
                          <a:pt x="0" y="80"/>
                        </a:lnTo>
                        <a:lnTo>
                          <a:pt x="58" y="113"/>
                        </a:lnTo>
                        <a:lnTo>
                          <a:pt x="316" y="33"/>
                        </a:lnTo>
                        <a:close/>
                      </a:path>
                    </a:pathLst>
                  </a:custGeom>
                  <a:grpFill/>
                  <a:ln w="4763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sp>
                <p:nvSpPr>
                  <p:cNvPr id="298" name="Freeform 546">
                    <a:extLst>
                      <a:ext uri="{FF2B5EF4-FFF2-40B4-BE49-F238E27FC236}">
                        <a16:creationId xmlns:a16="http://schemas.microsoft.com/office/drawing/2014/main" id="{A09263F6-12C2-48FA-B835-FA4EF395BBA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612189" y="5384800"/>
                    <a:ext cx="412750" cy="527050"/>
                  </a:xfrm>
                  <a:custGeom>
                    <a:avLst/>
                    <a:gdLst>
                      <a:gd name="T0" fmla="*/ 258 w 260"/>
                      <a:gd name="T1" fmla="*/ 0 h 332"/>
                      <a:gd name="T2" fmla="*/ 0 w 260"/>
                      <a:gd name="T3" fmla="*/ 80 h 332"/>
                      <a:gd name="T4" fmla="*/ 0 w 260"/>
                      <a:gd name="T5" fmla="*/ 80 h 332"/>
                      <a:gd name="T6" fmla="*/ 0 w 260"/>
                      <a:gd name="T7" fmla="*/ 332 h 332"/>
                      <a:gd name="T8" fmla="*/ 110 w 260"/>
                      <a:gd name="T9" fmla="*/ 332 h 332"/>
                      <a:gd name="T10" fmla="*/ 260 w 260"/>
                      <a:gd name="T11" fmla="*/ 332 h 332"/>
                      <a:gd name="T12" fmla="*/ 260 w 260"/>
                      <a:gd name="T13" fmla="*/ 80 h 332"/>
                      <a:gd name="T14" fmla="*/ 258 w 260"/>
                      <a:gd name="T15" fmla="*/ 0 h 332"/>
                      <a:gd name="T16" fmla="*/ 55 w 260"/>
                      <a:gd name="T17" fmla="*/ 115 h 332"/>
                      <a:gd name="T18" fmla="*/ 15 w 260"/>
                      <a:gd name="T19" fmla="*/ 115 h 332"/>
                      <a:gd name="T20" fmla="*/ 15 w 260"/>
                      <a:gd name="T21" fmla="*/ 90 h 332"/>
                      <a:gd name="T22" fmla="*/ 55 w 260"/>
                      <a:gd name="T23" fmla="*/ 90 h 332"/>
                      <a:gd name="T24" fmla="*/ 55 w 260"/>
                      <a:gd name="T25" fmla="*/ 115 h 332"/>
                      <a:gd name="T26" fmla="*/ 103 w 260"/>
                      <a:gd name="T27" fmla="*/ 115 h 332"/>
                      <a:gd name="T28" fmla="*/ 62 w 260"/>
                      <a:gd name="T29" fmla="*/ 115 h 332"/>
                      <a:gd name="T30" fmla="*/ 62 w 260"/>
                      <a:gd name="T31" fmla="*/ 90 h 332"/>
                      <a:gd name="T32" fmla="*/ 103 w 260"/>
                      <a:gd name="T33" fmla="*/ 90 h 332"/>
                      <a:gd name="T34" fmla="*/ 103 w 260"/>
                      <a:gd name="T35" fmla="*/ 115 h 332"/>
                      <a:gd name="T36" fmla="*/ 150 w 260"/>
                      <a:gd name="T37" fmla="*/ 115 h 332"/>
                      <a:gd name="T38" fmla="*/ 110 w 260"/>
                      <a:gd name="T39" fmla="*/ 115 h 332"/>
                      <a:gd name="T40" fmla="*/ 110 w 260"/>
                      <a:gd name="T41" fmla="*/ 90 h 332"/>
                      <a:gd name="T42" fmla="*/ 150 w 260"/>
                      <a:gd name="T43" fmla="*/ 90 h 332"/>
                      <a:gd name="T44" fmla="*/ 150 w 260"/>
                      <a:gd name="T45" fmla="*/ 115 h 332"/>
                      <a:gd name="T46" fmla="*/ 198 w 260"/>
                      <a:gd name="T47" fmla="*/ 115 h 332"/>
                      <a:gd name="T48" fmla="*/ 158 w 260"/>
                      <a:gd name="T49" fmla="*/ 115 h 332"/>
                      <a:gd name="T50" fmla="*/ 158 w 260"/>
                      <a:gd name="T51" fmla="*/ 90 h 332"/>
                      <a:gd name="T52" fmla="*/ 198 w 260"/>
                      <a:gd name="T53" fmla="*/ 90 h 332"/>
                      <a:gd name="T54" fmla="*/ 198 w 260"/>
                      <a:gd name="T55" fmla="*/ 115 h 332"/>
                      <a:gd name="T56" fmla="*/ 245 w 260"/>
                      <a:gd name="T57" fmla="*/ 115 h 332"/>
                      <a:gd name="T58" fmla="*/ 205 w 260"/>
                      <a:gd name="T59" fmla="*/ 115 h 332"/>
                      <a:gd name="T60" fmla="*/ 205 w 260"/>
                      <a:gd name="T61" fmla="*/ 90 h 332"/>
                      <a:gd name="T62" fmla="*/ 245 w 260"/>
                      <a:gd name="T63" fmla="*/ 90 h 332"/>
                      <a:gd name="T64" fmla="*/ 245 w 260"/>
                      <a:gd name="T65" fmla="*/ 115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260" h="332">
                        <a:moveTo>
                          <a:pt x="258" y="0"/>
                        </a:moveTo>
                        <a:lnTo>
                          <a:pt x="0" y="80"/>
                        </a:lnTo>
                        <a:lnTo>
                          <a:pt x="0" y="80"/>
                        </a:lnTo>
                        <a:lnTo>
                          <a:pt x="0" y="332"/>
                        </a:lnTo>
                        <a:lnTo>
                          <a:pt x="110" y="332"/>
                        </a:lnTo>
                        <a:lnTo>
                          <a:pt x="260" y="332"/>
                        </a:lnTo>
                        <a:lnTo>
                          <a:pt x="260" y="80"/>
                        </a:lnTo>
                        <a:lnTo>
                          <a:pt x="258" y="0"/>
                        </a:lnTo>
                        <a:close/>
                        <a:moveTo>
                          <a:pt x="55" y="115"/>
                        </a:moveTo>
                        <a:lnTo>
                          <a:pt x="15" y="115"/>
                        </a:lnTo>
                        <a:lnTo>
                          <a:pt x="15" y="90"/>
                        </a:lnTo>
                        <a:lnTo>
                          <a:pt x="55" y="90"/>
                        </a:lnTo>
                        <a:lnTo>
                          <a:pt x="55" y="115"/>
                        </a:lnTo>
                        <a:close/>
                        <a:moveTo>
                          <a:pt x="103" y="115"/>
                        </a:moveTo>
                        <a:lnTo>
                          <a:pt x="62" y="115"/>
                        </a:lnTo>
                        <a:lnTo>
                          <a:pt x="62" y="90"/>
                        </a:lnTo>
                        <a:lnTo>
                          <a:pt x="103" y="90"/>
                        </a:lnTo>
                        <a:lnTo>
                          <a:pt x="103" y="115"/>
                        </a:lnTo>
                        <a:close/>
                        <a:moveTo>
                          <a:pt x="150" y="115"/>
                        </a:moveTo>
                        <a:lnTo>
                          <a:pt x="110" y="115"/>
                        </a:lnTo>
                        <a:lnTo>
                          <a:pt x="110" y="90"/>
                        </a:lnTo>
                        <a:lnTo>
                          <a:pt x="150" y="90"/>
                        </a:lnTo>
                        <a:lnTo>
                          <a:pt x="150" y="115"/>
                        </a:lnTo>
                        <a:close/>
                        <a:moveTo>
                          <a:pt x="198" y="115"/>
                        </a:moveTo>
                        <a:lnTo>
                          <a:pt x="158" y="115"/>
                        </a:lnTo>
                        <a:lnTo>
                          <a:pt x="158" y="90"/>
                        </a:lnTo>
                        <a:lnTo>
                          <a:pt x="198" y="90"/>
                        </a:lnTo>
                        <a:lnTo>
                          <a:pt x="198" y="115"/>
                        </a:lnTo>
                        <a:close/>
                        <a:moveTo>
                          <a:pt x="245" y="115"/>
                        </a:moveTo>
                        <a:lnTo>
                          <a:pt x="205" y="115"/>
                        </a:lnTo>
                        <a:lnTo>
                          <a:pt x="205" y="90"/>
                        </a:lnTo>
                        <a:lnTo>
                          <a:pt x="245" y="90"/>
                        </a:lnTo>
                        <a:lnTo>
                          <a:pt x="245" y="115"/>
                        </a:lnTo>
                        <a:close/>
                      </a:path>
                    </a:pathLst>
                  </a:custGeom>
                  <a:grpFill/>
                  <a:ln w="4763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sp>
                <p:nvSpPr>
                  <p:cNvPr id="299" name="Freeform 547">
                    <a:extLst>
                      <a:ext uri="{FF2B5EF4-FFF2-40B4-BE49-F238E27FC236}">
                        <a16:creationId xmlns:a16="http://schemas.microsoft.com/office/drawing/2014/main" id="{0B06476C-6159-4CDD-998A-34B14534A3C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039101" y="5459413"/>
                    <a:ext cx="92075" cy="452438"/>
                  </a:xfrm>
                  <a:custGeom>
                    <a:avLst/>
                    <a:gdLst>
                      <a:gd name="T0" fmla="*/ 0 w 58"/>
                      <a:gd name="T1" fmla="*/ 230 h 285"/>
                      <a:gd name="T2" fmla="*/ 58 w 58"/>
                      <a:gd name="T3" fmla="*/ 285 h 285"/>
                      <a:gd name="T4" fmla="*/ 58 w 58"/>
                      <a:gd name="T5" fmla="*/ 33 h 285"/>
                      <a:gd name="T6" fmla="*/ 0 w 58"/>
                      <a:gd name="T7" fmla="*/ 0 h 285"/>
                      <a:gd name="T8" fmla="*/ 0 w 58"/>
                      <a:gd name="T9" fmla="*/ 230 h 2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8" h="285">
                        <a:moveTo>
                          <a:pt x="0" y="230"/>
                        </a:moveTo>
                        <a:lnTo>
                          <a:pt x="58" y="285"/>
                        </a:lnTo>
                        <a:lnTo>
                          <a:pt x="58" y="33"/>
                        </a:lnTo>
                        <a:lnTo>
                          <a:pt x="0" y="0"/>
                        </a:lnTo>
                        <a:lnTo>
                          <a:pt x="0" y="230"/>
                        </a:lnTo>
                        <a:close/>
                      </a:path>
                    </a:pathLst>
                  </a:custGeom>
                  <a:grpFill/>
                  <a:ln w="4763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sp>
                <p:nvSpPr>
                  <p:cNvPr id="300" name="Freeform 548">
                    <a:extLst>
                      <a:ext uri="{FF2B5EF4-FFF2-40B4-BE49-F238E27FC236}">
                        <a16:creationId xmlns:a16="http://schemas.microsoft.com/office/drawing/2014/main" id="{84854DD0-C1B1-478B-9428-05F0DFA737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039101" y="5332413"/>
                    <a:ext cx="501650" cy="179388"/>
                  </a:xfrm>
                  <a:custGeom>
                    <a:avLst/>
                    <a:gdLst>
                      <a:gd name="T0" fmla="*/ 316 w 316"/>
                      <a:gd name="T1" fmla="*/ 33 h 113"/>
                      <a:gd name="T2" fmla="*/ 258 w 316"/>
                      <a:gd name="T3" fmla="*/ 0 h 113"/>
                      <a:gd name="T4" fmla="*/ 0 w 316"/>
                      <a:gd name="T5" fmla="*/ 80 h 113"/>
                      <a:gd name="T6" fmla="*/ 58 w 316"/>
                      <a:gd name="T7" fmla="*/ 113 h 113"/>
                      <a:gd name="T8" fmla="*/ 316 w 316"/>
                      <a:gd name="T9" fmla="*/ 33 h 1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6" h="113">
                        <a:moveTo>
                          <a:pt x="316" y="33"/>
                        </a:moveTo>
                        <a:lnTo>
                          <a:pt x="258" y="0"/>
                        </a:lnTo>
                        <a:lnTo>
                          <a:pt x="0" y="80"/>
                        </a:lnTo>
                        <a:lnTo>
                          <a:pt x="58" y="113"/>
                        </a:lnTo>
                        <a:lnTo>
                          <a:pt x="316" y="33"/>
                        </a:lnTo>
                        <a:close/>
                      </a:path>
                    </a:pathLst>
                  </a:custGeom>
                  <a:grpFill/>
                  <a:ln w="4763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sp>
                <p:nvSpPr>
                  <p:cNvPr id="301" name="Freeform 549">
                    <a:extLst>
                      <a:ext uri="{FF2B5EF4-FFF2-40B4-BE49-F238E27FC236}">
                        <a16:creationId xmlns:a16="http://schemas.microsoft.com/office/drawing/2014/main" id="{95E9EFB7-3365-4F8C-AD20-CE6AB1881CC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31176" y="5384800"/>
                    <a:ext cx="409575" cy="527050"/>
                  </a:xfrm>
                  <a:custGeom>
                    <a:avLst/>
                    <a:gdLst>
                      <a:gd name="T0" fmla="*/ 258 w 258"/>
                      <a:gd name="T1" fmla="*/ 0 h 332"/>
                      <a:gd name="T2" fmla="*/ 0 w 258"/>
                      <a:gd name="T3" fmla="*/ 80 h 332"/>
                      <a:gd name="T4" fmla="*/ 0 w 258"/>
                      <a:gd name="T5" fmla="*/ 80 h 332"/>
                      <a:gd name="T6" fmla="*/ 0 w 258"/>
                      <a:gd name="T7" fmla="*/ 332 h 332"/>
                      <a:gd name="T8" fmla="*/ 110 w 258"/>
                      <a:gd name="T9" fmla="*/ 332 h 332"/>
                      <a:gd name="T10" fmla="*/ 258 w 258"/>
                      <a:gd name="T11" fmla="*/ 332 h 332"/>
                      <a:gd name="T12" fmla="*/ 258 w 258"/>
                      <a:gd name="T13" fmla="*/ 80 h 332"/>
                      <a:gd name="T14" fmla="*/ 258 w 258"/>
                      <a:gd name="T15" fmla="*/ 0 h 332"/>
                      <a:gd name="T16" fmla="*/ 53 w 258"/>
                      <a:gd name="T17" fmla="*/ 115 h 332"/>
                      <a:gd name="T18" fmla="*/ 15 w 258"/>
                      <a:gd name="T19" fmla="*/ 115 h 332"/>
                      <a:gd name="T20" fmla="*/ 15 w 258"/>
                      <a:gd name="T21" fmla="*/ 90 h 332"/>
                      <a:gd name="T22" fmla="*/ 53 w 258"/>
                      <a:gd name="T23" fmla="*/ 90 h 332"/>
                      <a:gd name="T24" fmla="*/ 53 w 258"/>
                      <a:gd name="T25" fmla="*/ 115 h 332"/>
                      <a:gd name="T26" fmla="*/ 100 w 258"/>
                      <a:gd name="T27" fmla="*/ 115 h 332"/>
                      <a:gd name="T28" fmla="*/ 63 w 258"/>
                      <a:gd name="T29" fmla="*/ 115 h 332"/>
                      <a:gd name="T30" fmla="*/ 63 w 258"/>
                      <a:gd name="T31" fmla="*/ 90 h 332"/>
                      <a:gd name="T32" fmla="*/ 100 w 258"/>
                      <a:gd name="T33" fmla="*/ 90 h 332"/>
                      <a:gd name="T34" fmla="*/ 100 w 258"/>
                      <a:gd name="T35" fmla="*/ 115 h 332"/>
                      <a:gd name="T36" fmla="*/ 148 w 258"/>
                      <a:gd name="T37" fmla="*/ 115 h 332"/>
                      <a:gd name="T38" fmla="*/ 110 w 258"/>
                      <a:gd name="T39" fmla="*/ 115 h 332"/>
                      <a:gd name="T40" fmla="*/ 110 w 258"/>
                      <a:gd name="T41" fmla="*/ 90 h 332"/>
                      <a:gd name="T42" fmla="*/ 148 w 258"/>
                      <a:gd name="T43" fmla="*/ 90 h 332"/>
                      <a:gd name="T44" fmla="*/ 148 w 258"/>
                      <a:gd name="T45" fmla="*/ 115 h 332"/>
                      <a:gd name="T46" fmla="*/ 195 w 258"/>
                      <a:gd name="T47" fmla="*/ 115 h 332"/>
                      <a:gd name="T48" fmla="*/ 158 w 258"/>
                      <a:gd name="T49" fmla="*/ 115 h 332"/>
                      <a:gd name="T50" fmla="*/ 158 w 258"/>
                      <a:gd name="T51" fmla="*/ 90 h 332"/>
                      <a:gd name="T52" fmla="*/ 195 w 258"/>
                      <a:gd name="T53" fmla="*/ 90 h 332"/>
                      <a:gd name="T54" fmla="*/ 195 w 258"/>
                      <a:gd name="T55" fmla="*/ 115 h 332"/>
                      <a:gd name="T56" fmla="*/ 243 w 258"/>
                      <a:gd name="T57" fmla="*/ 115 h 332"/>
                      <a:gd name="T58" fmla="*/ 205 w 258"/>
                      <a:gd name="T59" fmla="*/ 115 h 332"/>
                      <a:gd name="T60" fmla="*/ 205 w 258"/>
                      <a:gd name="T61" fmla="*/ 90 h 332"/>
                      <a:gd name="T62" fmla="*/ 243 w 258"/>
                      <a:gd name="T63" fmla="*/ 90 h 332"/>
                      <a:gd name="T64" fmla="*/ 243 w 258"/>
                      <a:gd name="T65" fmla="*/ 115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258" h="332">
                        <a:moveTo>
                          <a:pt x="258" y="0"/>
                        </a:moveTo>
                        <a:lnTo>
                          <a:pt x="0" y="80"/>
                        </a:lnTo>
                        <a:lnTo>
                          <a:pt x="0" y="80"/>
                        </a:lnTo>
                        <a:lnTo>
                          <a:pt x="0" y="332"/>
                        </a:lnTo>
                        <a:lnTo>
                          <a:pt x="110" y="332"/>
                        </a:lnTo>
                        <a:lnTo>
                          <a:pt x="258" y="332"/>
                        </a:lnTo>
                        <a:lnTo>
                          <a:pt x="258" y="80"/>
                        </a:lnTo>
                        <a:lnTo>
                          <a:pt x="258" y="0"/>
                        </a:lnTo>
                        <a:close/>
                        <a:moveTo>
                          <a:pt x="53" y="115"/>
                        </a:moveTo>
                        <a:lnTo>
                          <a:pt x="15" y="115"/>
                        </a:lnTo>
                        <a:lnTo>
                          <a:pt x="15" y="90"/>
                        </a:lnTo>
                        <a:lnTo>
                          <a:pt x="53" y="90"/>
                        </a:lnTo>
                        <a:lnTo>
                          <a:pt x="53" y="115"/>
                        </a:lnTo>
                        <a:close/>
                        <a:moveTo>
                          <a:pt x="100" y="115"/>
                        </a:moveTo>
                        <a:lnTo>
                          <a:pt x="63" y="115"/>
                        </a:lnTo>
                        <a:lnTo>
                          <a:pt x="63" y="90"/>
                        </a:lnTo>
                        <a:lnTo>
                          <a:pt x="100" y="90"/>
                        </a:lnTo>
                        <a:lnTo>
                          <a:pt x="100" y="115"/>
                        </a:lnTo>
                        <a:close/>
                        <a:moveTo>
                          <a:pt x="148" y="115"/>
                        </a:moveTo>
                        <a:lnTo>
                          <a:pt x="110" y="115"/>
                        </a:lnTo>
                        <a:lnTo>
                          <a:pt x="110" y="90"/>
                        </a:lnTo>
                        <a:lnTo>
                          <a:pt x="148" y="90"/>
                        </a:lnTo>
                        <a:lnTo>
                          <a:pt x="148" y="115"/>
                        </a:lnTo>
                        <a:close/>
                        <a:moveTo>
                          <a:pt x="195" y="115"/>
                        </a:moveTo>
                        <a:lnTo>
                          <a:pt x="158" y="115"/>
                        </a:lnTo>
                        <a:lnTo>
                          <a:pt x="158" y="90"/>
                        </a:lnTo>
                        <a:lnTo>
                          <a:pt x="195" y="90"/>
                        </a:lnTo>
                        <a:lnTo>
                          <a:pt x="195" y="115"/>
                        </a:lnTo>
                        <a:close/>
                        <a:moveTo>
                          <a:pt x="243" y="115"/>
                        </a:moveTo>
                        <a:lnTo>
                          <a:pt x="205" y="115"/>
                        </a:lnTo>
                        <a:lnTo>
                          <a:pt x="205" y="90"/>
                        </a:lnTo>
                        <a:lnTo>
                          <a:pt x="243" y="90"/>
                        </a:lnTo>
                        <a:lnTo>
                          <a:pt x="243" y="115"/>
                        </a:lnTo>
                        <a:close/>
                      </a:path>
                    </a:pathLst>
                  </a:custGeom>
                  <a:grpFill/>
                  <a:ln w="4763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sp>
                <p:nvSpPr>
                  <p:cNvPr id="302" name="Freeform 550">
                    <a:extLst>
                      <a:ext uri="{FF2B5EF4-FFF2-40B4-BE49-F238E27FC236}">
                        <a16:creationId xmlns:a16="http://schemas.microsoft.com/office/drawing/2014/main" id="{59DFCDE2-76F7-4D5A-A550-3C3E9F671F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845426" y="5281613"/>
                    <a:ext cx="217488" cy="627063"/>
                  </a:xfrm>
                  <a:custGeom>
                    <a:avLst/>
                    <a:gdLst>
                      <a:gd name="T0" fmla="*/ 45 w 55"/>
                      <a:gd name="T1" fmla="*/ 0 h 158"/>
                      <a:gd name="T2" fmla="*/ 10 w 55"/>
                      <a:gd name="T3" fmla="*/ 0 h 158"/>
                      <a:gd name="T4" fmla="*/ 0 w 55"/>
                      <a:gd name="T5" fmla="*/ 150 h 158"/>
                      <a:gd name="T6" fmla="*/ 27 w 55"/>
                      <a:gd name="T7" fmla="*/ 158 h 158"/>
                      <a:gd name="T8" fmla="*/ 55 w 55"/>
                      <a:gd name="T9" fmla="*/ 150 h 158"/>
                      <a:gd name="T10" fmla="*/ 45 w 55"/>
                      <a:gd name="T11" fmla="*/ 0 h 1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5" h="158">
                        <a:moveTo>
                          <a:pt x="45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0" y="150"/>
                          <a:pt x="0" y="150"/>
                          <a:pt x="0" y="150"/>
                        </a:cubicBezTo>
                        <a:cubicBezTo>
                          <a:pt x="0" y="154"/>
                          <a:pt x="12" y="158"/>
                          <a:pt x="27" y="158"/>
                        </a:cubicBezTo>
                        <a:cubicBezTo>
                          <a:pt x="43" y="158"/>
                          <a:pt x="55" y="154"/>
                          <a:pt x="55" y="150"/>
                        </a:cubicBezTo>
                        <a:lnTo>
                          <a:pt x="45" y="0"/>
                        </a:lnTo>
                        <a:close/>
                      </a:path>
                    </a:pathLst>
                  </a:custGeom>
                  <a:grpFill/>
                  <a:ln w="4763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sp>
                <p:nvSpPr>
                  <p:cNvPr id="303" name="Oval 551">
                    <a:extLst>
                      <a:ext uri="{FF2B5EF4-FFF2-40B4-BE49-F238E27FC236}">
                        <a16:creationId xmlns:a16="http://schemas.microsoft.com/office/drawing/2014/main" id="{2D7FF0AF-0AC0-4528-9BA7-D693F9222C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885114" y="5260975"/>
                    <a:ext cx="138113" cy="39688"/>
                  </a:xfrm>
                  <a:prstGeom prst="ellipse">
                    <a:avLst/>
                  </a:prstGeom>
                  <a:grpFill/>
                  <a:ln w="4763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sp>
                <p:nvSpPr>
                  <p:cNvPr id="304" name="Freeform 552">
                    <a:extLst>
                      <a:ext uri="{FF2B5EF4-FFF2-40B4-BE49-F238E27FC236}">
                        <a16:creationId xmlns:a16="http://schemas.microsoft.com/office/drawing/2014/main" id="{3676CC26-0302-4175-BA0C-72B7082362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908926" y="4816475"/>
                    <a:ext cx="603250" cy="420688"/>
                  </a:xfrm>
                  <a:custGeom>
                    <a:avLst/>
                    <a:gdLst>
                      <a:gd name="T0" fmla="*/ 121 w 152"/>
                      <a:gd name="T1" fmla="*/ 0 h 106"/>
                      <a:gd name="T2" fmla="*/ 100 w 152"/>
                      <a:gd name="T3" fmla="*/ 6 h 106"/>
                      <a:gd name="T4" fmla="*/ 84 w 152"/>
                      <a:gd name="T5" fmla="*/ 4 h 106"/>
                      <a:gd name="T6" fmla="*/ 39 w 152"/>
                      <a:gd name="T7" fmla="*/ 36 h 106"/>
                      <a:gd name="T8" fmla="*/ 40 w 152"/>
                      <a:gd name="T9" fmla="*/ 42 h 106"/>
                      <a:gd name="T10" fmla="*/ 22 w 152"/>
                      <a:gd name="T11" fmla="*/ 55 h 106"/>
                      <a:gd name="T12" fmla="*/ 0 w 152"/>
                      <a:gd name="T13" fmla="*/ 76 h 106"/>
                      <a:gd name="T14" fmla="*/ 10 w 152"/>
                      <a:gd name="T15" fmla="*/ 92 h 106"/>
                      <a:gd name="T16" fmla="*/ 9 w 152"/>
                      <a:gd name="T17" fmla="*/ 95 h 106"/>
                      <a:gd name="T18" fmla="*/ 28 w 152"/>
                      <a:gd name="T19" fmla="*/ 106 h 106"/>
                      <a:gd name="T20" fmla="*/ 36 w 152"/>
                      <a:gd name="T21" fmla="*/ 105 h 106"/>
                      <a:gd name="T22" fmla="*/ 46 w 152"/>
                      <a:gd name="T23" fmla="*/ 106 h 106"/>
                      <a:gd name="T24" fmla="*/ 74 w 152"/>
                      <a:gd name="T25" fmla="*/ 87 h 106"/>
                      <a:gd name="T26" fmla="*/ 73 w 152"/>
                      <a:gd name="T27" fmla="*/ 84 h 106"/>
                      <a:gd name="T28" fmla="*/ 99 w 152"/>
                      <a:gd name="T29" fmla="*/ 69 h 106"/>
                      <a:gd name="T30" fmla="*/ 99 w 152"/>
                      <a:gd name="T31" fmla="*/ 67 h 106"/>
                      <a:gd name="T32" fmla="*/ 129 w 152"/>
                      <a:gd name="T33" fmla="*/ 40 h 106"/>
                      <a:gd name="T34" fmla="*/ 152 w 152"/>
                      <a:gd name="T35" fmla="*/ 20 h 106"/>
                      <a:gd name="T36" fmla="*/ 121 w 152"/>
                      <a:gd name="T37" fmla="*/ 0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152" h="106">
                        <a:moveTo>
                          <a:pt x="121" y="0"/>
                        </a:moveTo>
                        <a:cubicBezTo>
                          <a:pt x="113" y="0"/>
                          <a:pt x="105" y="2"/>
                          <a:pt x="100" y="6"/>
                        </a:cubicBezTo>
                        <a:cubicBezTo>
                          <a:pt x="95" y="4"/>
                          <a:pt x="90" y="4"/>
                          <a:pt x="84" y="4"/>
                        </a:cubicBezTo>
                        <a:cubicBezTo>
                          <a:pt x="59" y="4"/>
                          <a:pt x="39" y="18"/>
                          <a:pt x="39" y="36"/>
                        </a:cubicBezTo>
                        <a:cubicBezTo>
                          <a:pt x="39" y="38"/>
                          <a:pt x="39" y="40"/>
                          <a:pt x="40" y="42"/>
                        </a:cubicBezTo>
                        <a:cubicBezTo>
                          <a:pt x="30" y="44"/>
                          <a:pt x="22" y="49"/>
                          <a:pt x="22" y="55"/>
                        </a:cubicBezTo>
                        <a:cubicBezTo>
                          <a:pt x="10" y="56"/>
                          <a:pt x="0" y="65"/>
                          <a:pt x="0" y="76"/>
                        </a:cubicBezTo>
                        <a:cubicBezTo>
                          <a:pt x="0" y="82"/>
                          <a:pt x="4" y="88"/>
                          <a:pt x="10" y="92"/>
                        </a:cubicBezTo>
                        <a:cubicBezTo>
                          <a:pt x="9" y="93"/>
                          <a:pt x="9" y="94"/>
                          <a:pt x="9" y="95"/>
                        </a:cubicBezTo>
                        <a:cubicBezTo>
                          <a:pt x="9" y="101"/>
                          <a:pt x="17" y="106"/>
                          <a:pt x="28" y="106"/>
                        </a:cubicBezTo>
                        <a:cubicBezTo>
                          <a:pt x="31" y="106"/>
                          <a:pt x="34" y="106"/>
                          <a:pt x="36" y="105"/>
                        </a:cubicBezTo>
                        <a:cubicBezTo>
                          <a:pt x="39" y="106"/>
                          <a:pt x="43" y="106"/>
                          <a:pt x="46" y="106"/>
                        </a:cubicBezTo>
                        <a:cubicBezTo>
                          <a:pt x="61" y="106"/>
                          <a:pt x="74" y="98"/>
                          <a:pt x="74" y="87"/>
                        </a:cubicBezTo>
                        <a:cubicBezTo>
                          <a:pt x="74" y="86"/>
                          <a:pt x="74" y="85"/>
                          <a:pt x="73" y="84"/>
                        </a:cubicBezTo>
                        <a:cubicBezTo>
                          <a:pt x="88" y="84"/>
                          <a:pt x="99" y="77"/>
                          <a:pt x="99" y="69"/>
                        </a:cubicBezTo>
                        <a:cubicBezTo>
                          <a:pt x="99" y="69"/>
                          <a:pt x="99" y="68"/>
                          <a:pt x="99" y="67"/>
                        </a:cubicBezTo>
                        <a:cubicBezTo>
                          <a:pt x="115" y="63"/>
                          <a:pt x="127" y="53"/>
                          <a:pt x="129" y="40"/>
                        </a:cubicBezTo>
                        <a:cubicBezTo>
                          <a:pt x="143" y="37"/>
                          <a:pt x="152" y="30"/>
                          <a:pt x="152" y="20"/>
                        </a:cubicBezTo>
                        <a:cubicBezTo>
                          <a:pt x="152" y="9"/>
                          <a:pt x="138" y="0"/>
                          <a:pt x="121" y="0"/>
                        </a:cubicBezTo>
                        <a:close/>
                      </a:path>
                    </a:pathLst>
                  </a:custGeom>
                  <a:grpFill/>
                  <a:ln w="4763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sp>
                <p:nvSpPr>
                  <p:cNvPr id="305" name="Oval 553">
                    <a:extLst>
                      <a:ext uri="{FF2B5EF4-FFF2-40B4-BE49-F238E27FC236}">
                        <a16:creationId xmlns:a16="http://schemas.microsoft.com/office/drawing/2014/main" id="{7B8F22C5-FD33-46D6-9EFE-20CB9ECD06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512176" y="4757738"/>
                    <a:ext cx="131763" cy="74613"/>
                  </a:xfrm>
                  <a:prstGeom prst="ellipse">
                    <a:avLst/>
                  </a:prstGeom>
                  <a:grpFill/>
                  <a:ln w="4763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sp>
                <p:nvSpPr>
                  <p:cNvPr id="306" name="Oval 554">
                    <a:extLst>
                      <a:ext uri="{FF2B5EF4-FFF2-40B4-BE49-F238E27FC236}">
                        <a16:creationId xmlns:a16="http://schemas.microsoft.com/office/drawing/2014/main" id="{BBFD381B-24B3-4CA3-B177-9EFEA8FC12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743951" y="4792663"/>
                    <a:ext cx="87313" cy="63500"/>
                  </a:xfrm>
                  <a:prstGeom prst="ellipse">
                    <a:avLst/>
                  </a:prstGeom>
                  <a:grpFill/>
                  <a:ln w="4763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</p:grpSp>
            <p:grpSp>
              <p:nvGrpSpPr>
                <p:cNvPr id="421" name="Group 420">
                  <a:extLst>
                    <a:ext uri="{FF2B5EF4-FFF2-40B4-BE49-F238E27FC236}">
                      <a16:creationId xmlns:a16="http://schemas.microsoft.com/office/drawing/2014/main" id="{E4721D4E-5843-4A7B-8AB7-447B67523067}"/>
                    </a:ext>
                  </a:extLst>
                </p:cNvPr>
                <p:cNvGrpSpPr/>
                <p:nvPr/>
              </p:nvGrpSpPr>
              <p:grpSpPr>
                <a:xfrm>
                  <a:off x="6535102" y="3981829"/>
                  <a:ext cx="527877" cy="494779"/>
                  <a:chOff x="2856572" y="1268760"/>
                  <a:chExt cx="4416422" cy="4829178"/>
                </a:xfrm>
              </p:grpSpPr>
              <p:sp>
                <p:nvSpPr>
                  <p:cNvPr id="422" name="Freeform 10">
                    <a:extLst>
                      <a:ext uri="{FF2B5EF4-FFF2-40B4-BE49-F238E27FC236}">
                        <a16:creationId xmlns:a16="http://schemas.microsoft.com/office/drawing/2014/main" id="{12DEFCC7-59DD-4028-A7D5-155E176E33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72121" y="3545236"/>
                    <a:ext cx="1088627" cy="763588"/>
                  </a:xfrm>
                  <a:custGeom>
                    <a:avLst/>
                    <a:gdLst>
                      <a:gd name="T0" fmla="*/ 0 w 633"/>
                      <a:gd name="T1" fmla="*/ 36 h 481"/>
                      <a:gd name="T2" fmla="*/ 608 w 633"/>
                      <a:gd name="T3" fmla="*/ 481 h 481"/>
                      <a:gd name="T4" fmla="*/ 633 w 633"/>
                      <a:gd name="T5" fmla="*/ 445 h 481"/>
                      <a:gd name="T6" fmla="*/ 28 w 633"/>
                      <a:gd name="T7" fmla="*/ 0 h 481"/>
                      <a:gd name="T8" fmla="*/ 0 w 633"/>
                      <a:gd name="T9" fmla="*/ 36 h 4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3" h="481">
                        <a:moveTo>
                          <a:pt x="0" y="36"/>
                        </a:moveTo>
                        <a:lnTo>
                          <a:pt x="608" y="481"/>
                        </a:lnTo>
                        <a:lnTo>
                          <a:pt x="633" y="445"/>
                        </a:lnTo>
                        <a:lnTo>
                          <a:pt x="28" y="0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grpSp>
                <p:nvGrpSpPr>
                  <p:cNvPr id="423" name="Group 422">
                    <a:extLst>
                      <a:ext uri="{FF2B5EF4-FFF2-40B4-BE49-F238E27FC236}">
                        <a16:creationId xmlns:a16="http://schemas.microsoft.com/office/drawing/2014/main" id="{53735A94-FA2F-4864-984C-68D9C1874C4D}"/>
                      </a:ext>
                    </a:extLst>
                  </p:cNvPr>
                  <p:cNvGrpSpPr/>
                  <p:nvPr/>
                </p:nvGrpSpPr>
                <p:grpSpPr>
                  <a:xfrm>
                    <a:off x="2856572" y="1268760"/>
                    <a:ext cx="4416422" cy="4829178"/>
                    <a:chOff x="2856572" y="1268760"/>
                    <a:chExt cx="4416422" cy="4829178"/>
                  </a:xfrm>
                </p:grpSpPr>
                <p:sp>
                  <p:nvSpPr>
                    <p:cNvPr id="424" name="Freeform 13">
                      <a:extLst>
                        <a:ext uri="{FF2B5EF4-FFF2-40B4-BE49-F238E27FC236}">
                          <a16:creationId xmlns:a16="http://schemas.microsoft.com/office/drawing/2014/main" id="{9C1823F9-8C49-4025-868B-24D59AFC143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105140" y="4608862"/>
                      <a:ext cx="1123023" cy="787400"/>
                    </a:xfrm>
                    <a:custGeom>
                      <a:avLst/>
                      <a:gdLst>
                        <a:gd name="T0" fmla="*/ 0 w 653"/>
                        <a:gd name="T1" fmla="*/ 34 h 496"/>
                        <a:gd name="T2" fmla="*/ 627 w 653"/>
                        <a:gd name="T3" fmla="*/ 496 h 496"/>
                        <a:gd name="T4" fmla="*/ 653 w 653"/>
                        <a:gd name="T5" fmla="*/ 459 h 496"/>
                        <a:gd name="T6" fmla="*/ 25 w 653"/>
                        <a:gd name="T7" fmla="*/ 0 h 496"/>
                        <a:gd name="T8" fmla="*/ 0 w 653"/>
                        <a:gd name="T9" fmla="*/ 34 h 49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3" h="496">
                          <a:moveTo>
                            <a:pt x="0" y="34"/>
                          </a:moveTo>
                          <a:lnTo>
                            <a:pt x="627" y="496"/>
                          </a:lnTo>
                          <a:lnTo>
                            <a:pt x="653" y="459"/>
                          </a:lnTo>
                          <a:lnTo>
                            <a:pt x="25" y="0"/>
                          </a:lnTo>
                          <a:lnTo>
                            <a:pt x="0" y="3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grpSp>
                  <p:nvGrpSpPr>
                    <p:cNvPr id="425" name="Group 424">
                      <a:extLst>
                        <a:ext uri="{FF2B5EF4-FFF2-40B4-BE49-F238E27FC236}">
                          <a16:creationId xmlns:a16="http://schemas.microsoft.com/office/drawing/2014/main" id="{BC1FC816-37DF-4039-989A-26CB6B45E2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56572" y="1268760"/>
                      <a:ext cx="4416422" cy="4829178"/>
                      <a:chOff x="2856572" y="1268760"/>
                      <a:chExt cx="4416422" cy="4829178"/>
                    </a:xfrm>
                  </p:grpSpPr>
                  <p:sp>
                    <p:nvSpPr>
                      <p:cNvPr id="426" name="Freeform 12">
                        <a:extLst>
                          <a:ext uri="{FF2B5EF4-FFF2-40B4-BE49-F238E27FC236}">
                            <a16:creationId xmlns:a16="http://schemas.microsoft.com/office/drawing/2014/main" id="{91BE4B24-CA8E-4129-999A-A774F8D05DE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11767" y="3754787"/>
                        <a:ext cx="1102386" cy="769938"/>
                      </a:xfrm>
                      <a:custGeom>
                        <a:avLst/>
                        <a:gdLst>
                          <a:gd name="T0" fmla="*/ 0 w 641"/>
                          <a:gd name="T1" fmla="*/ 34 h 485"/>
                          <a:gd name="T2" fmla="*/ 616 w 641"/>
                          <a:gd name="T3" fmla="*/ 485 h 485"/>
                          <a:gd name="T4" fmla="*/ 641 w 641"/>
                          <a:gd name="T5" fmla="*/ 451 h 485"/>
                          <a:gd name="T6" fmla="*/ 25 w 641"/>
                          <a:gd name="T7" fmla="*/ 0 h 485"/>
                          <a:gd name="T8" fmla="*/ 0 w 641"/>
                          <a:gd name="T9" fmla="*/ 34 h 48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641" h="485">
                            <a:moveTo>
                              <a:pt x="0" y="34"/>
                            </a:moveTo>
                            <a:lnTo>
                              <a:pt x="616" y="485"/>
                            </a:lnTo>
                            <a:lnTo>
                              <a:pt x="641" y="451"/>
                            </a:lnTo>
                            <a:lnTo>
                              <a:pt x="25" y="0"/>
                            </a:lnTo>
                            <a:lnTo>
                              <a:pt x="0" y="34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de-DE"/>
                      </a:p>
                    </p:txBody>
                  </p:sp>
                  <p:sp>
                    <p:nvSpPr>
                      <p:cNvPr id="427" name="Freeform 15">
                        <a:extLst>
                          <a:ext uri="{FF2B5EF4-FFF2-40B4-BE49-F238E27FC236}">
                            <a16:creationId xmlns:a16="http://schemas.microsoft.com/office/drawing/2014/main" id="{86582C42-ABCE-43D1-A4C1-D16E7347879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930639" y="3388074"/>
                        <a:ext cx="1104106" cy="773113"/>
                      </a:xfrm>
                      <a:custGeom>
                        <a:avLst/>
                        <a:gdLst>
                          <a:gd name="T0" fmla="*/ 0 w 642"/>
                          <a:gd name="T1" fmla="*/ 37 h 487"/>
                          <a:gd name="T2" fmla="*/ 616 w 642"/>
                          <a:gd name="T3" fmla="*/ 487 h 487"/>
                          <a:gd name="T4" fmla="*/ 642 w 642"/>
                          <a:gd name="T5" fmla="*/ 451 h 487"/>
                          <a:gd name="T6" fmla="*/ 26 w 642"/>
                          <a:gd name="T7" fmla="*/ 0 h 487"/>
                          <a:gd name="T8" fmla="*/ 0 w 642"/>
                          <a:gd name="T9" fmla="*/ 37 h 48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642" h="487">
                            <a:moveTo>
                              <a:pt x="0" y="37"/>
                            </a:moveTo>
                            <a:lnTo>
                              <a:pt x="616" y="487"/>
                            </a:lnTo>
                            <a:lnTo>
                              <a:pt x="642" y="451"/>
                            </a:lnTo>
                            <a:lnTo>
                              <a:pt x="26" y="0"/>
                            </a:lnTo>
                            <a:lnTo>
                              <a:pt x="0" y="37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de-DE"/>
                      </a:p>
                    </p:txBody>
                  </p:sp>
                  <p:sp>
                    <p:nvSpPr>
                      <p:cNvPr id="428" name="Freeform 21">
                        <a:extLst>
                          <a:ext uri="{FF2B5EF4-FFF2-40B4-BE49-F238E27FC236}">
                            <a16:creationId xmlns:a16="http://schemas.microsoft.com/office/drawing/2014/main" id="{6D876F60-AE05-4CB3-84E5-47788389D0D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619357" y="3818287"/>
                        <a:ext cx="1623482" cy="1644651"/>
                      </a:xfrm>
                      <a:custGeom>
                        <a:avLst/>
                        <a:gdLst>
                          <a:gd name="T0" fmla="*/ 332 w 334"/>
                          <a:gd name="T1" fmla="*/ 44 h 368"/>
                          <a:gd name="T2" fmla="*/ 295 w 334"/>
                          <a:gd name="T3" fmla="*/ 24 h 368"/>
                          <a:gd name="T4" fmla="*/ 145 w 334"/>
                          <a:gd name="T5" fmla="*/ 24 h 368"/>
                          <a:gd name="T6" fmla="*/ 39 w 334"/>
                          <a:gd name="T7" fmla="*/ 130 h 368"/>
                          <a:gd name="T8" fmla="*/ 108 w 334"/>
                          <a:gd name="T9" fmla="*/ 365 h 368"/>
                          <a:gd name="T10" fmla="*/ 105 w 334"/>
                          <a:gd name="T11" fmla="*/ 368 h 368"/>
                          <a:gd name="T12" fmla="*/ 36 w 334"/>
                          <a:gd name="T13" fmla="*/ 128 h 368"/>
                          <a:gd name="T14" fmla="*/ 144 w 334"/>
                          <a:gd name="T15" fmla="*/ 20 h 368"/>
                          <a:gd name="T16" fmla="*/ 297 w 334"/>
                          <a:gd name="T17" fmla="*/ 20 h 368"/>
                          <a:gd name="T18" fmla="*/ 334 w 334"/>
                          <a:gd name="T19" fmla="*/ 41 h 368"/>
                          <a:gd name="T20" fmla="*/ 332 w 334"/>
                          <a:gd name="T21" fmla="*/ 44 h 36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</a:cxnLst>
                        <a:rect l="0" t="0" r="r" b="b"/>
                        <a:pathLst>
                          <a:path w="334" h="368">
                            <a:moveTo>
                              <a:pt x="332" y="44"/>
                            </a:moveTo>
                            <a:cubicBezTo>
                              <a:pt x="321" y="36"/>
                              <a:pt x="308" y="30"/>
                              <a:pt x="295" y="24"/>
                            </a:cubicBezTo>
                            <a:cubicBezTo>
                              <a:pt x="247" y="4"/>
                              <a:pt x="194" y="4"/>
                              <a:pt x="145" y="24"/>
                            </a:cubicBezTo>
                            <a:cubicBezTo>
                              <a:pt x="97" y="44"/>
                              <a:pt x="59" y="81"/>
                              <a:pt x="39" y="130"/>
                            </a:cubicBezTo>
                            <a:cubicBezTo>
                              <a:pt x="4" y="214"/>
                              <a:pt x="33" y="313"/>
                              <a:pt x="108" y="365"/>
                            </a:cubicBezTo>
                            <a:cubicBezTo>
                              <a:pt x="105" y="368"/>
                              <a:pt x="105" y="368"/>
                              <a:pt x="105" y="368"/>
                            </a:cubicBezTo>
                            <a:cubicBezTo>
                              <a:pt x="29" y="315"/>
                              <a:pt x="0" y="214"/>
                              <a:pt x="36" y="128"/>
                            </a:cubicBezTo>
                            <a:cubicBezTo>
                              <a:pt x="56" y="79"/>
                              <a:pt x="95" y="40"/>
                              <a:pt x="144" y="20"/>
                            </a:cubicBezTo>
                            <a:cubicBezTo>
                              <a:pt x="193" y="0"/>
                              <a:pt x="247" y="0"/>
                              <a:pt x="297" y="20"/>
                            </a:cubicBezTo>
                            <a:cubicBezTo>
                              <a:pt x="310" y="26"/>
                              <a:pt x="323" y="33"/>
                              <a:pt x="334" y="41"/>
                            </a:cubicBezTo>
                            <a:lnTo>
                              <a:pt x="332" y="44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de-DE"/>
                      </a:p>
                    </p:txBody>
                  </p:sp>
                  <p:grpSp>
                    <p:nvGrpSpPr>
                      <p:cNvPr id="429" name="Group 428">
                        <a:extLst>
                          <a:ext uri="{FF2B5EF4-FFF2-40B4-BE49-F238E27FC236}">
                            <a16:creationId xmlns:a16="http://schemas.microsoft.com/office/drawing/2014/main" id="{4C700059-A393-425F-8E8C-29516B29765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856572" y="1268760"/>
                        <a:ext cx="4416422" cy="4829178"/>
                        <a:chOff x="2856572" y="1268760"/>
                        <a:chExt cx="4416422" cy="4829178"/>
                      </a:xfrm>
                    </p:grpSpPr>
                    <p:sp>
                      <p:nvSpPr>
                        <p:cNvPr id="430" name="Freeform 9">
                          <a:extLst>
                            <a:ext uri="{FF2B5EF4-FFF2-40B4-BE49-F238E27FC236}">
                              <a16:creationId xmlns:a16="http://schemas.microsoft.com/office/drawing/2014/main" id="{D1715DA0-C107-4811-A6FF-BEB34F294C7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975354" y="4045299"/>
                          <a:ext cx="1621763" cy="1646239"/>
                        </a:xfrm>
                        <a:custGeom>
                          <a:avLst/>
                          <a:gdLst>
                            <a:gd name="T0" fmla="*/ 332 w 334"/>
                            <a:gd name="T1" fmla="*/ 44 h 368"/>
                            <a:gd name="T2" fmla="*/ 295 w 334"/>
                            <a:gd name="T3" fmla="*/ 24 h 368"/>
                            <a:gd name="T4" fmla="*/ 146 w 334"/>
                            <a:gd name="T5" fmla="*/ 24 h 368"/>
                            <a:gd name="T6" fmla="*/ 39 w 334"/>
                            <a:gd name="T7" fmla="*/ 130 h 368"/>
                            <a:gd name="T8" fmla="*/ 108 w 334"/>
                            <a:gd name="T9" fmla="*/ 365 h 368"/>
                            <a:gd name="T10" fmla="*/ 106 w 334"/>
                            <a:gd name="T11" fmla="*/ 368 h 368"/>
                            <a:gd name="T12" fmla="*/ 36 w 334"/>
                            <a:gd name="T13" fmla="*/ 128 h 368"/>
                            <a:gd name="T14" fmla="*/ 144 w 334"/>
                            <a:gd name="T15" fmla="*/ 20 h 368"/>
                            <a:gd name="T16" fmla="*/ 297 w 334"/>
                            <a:gd name="T17" fmla="*/ 20 h 368"/>
                            <a:gd name="T18" fmla="*/ 334 w 334"/>
                            <a:gd name="T19" fmla="*/ 41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</a:cxnLst>
                          <a:rect l="0" t="0" r="r" b="b"/>
                          <a:pathLst>
                            <a:path w="334" h="368">
                              <a:moveTo>
                                <a:pt x="332" y="44"/>
                              </a:moveTo>
                              <a:cubicBezTo>
                                <a:pt x="321" y="36"/>
                                <a:pt x="308" y="30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6" y="24"/>
                              </a:cubicBezTo>
                              <a:cubicBezTo>
                                <a:pt x="97" y="44"/>
                                <a:pt x="60" y="81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6" y="368"/>
                                <a:pt x="106" y="368"/>
                                <a:pt x="106" y="368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1"/>
                                <a:pt x="144" y="20"/>
                              </a:cubicBezTo>
                              <a:cubicBezTo>
                                <a:pt x="193" y="0"/>
                                <a:pt x="248" y="0"/>
                                <a:pt x="297" y="20"/>
                              </a:cubicBezTo>
                              <a:cubicBezTo>
                                <a:pt x="310" y="26"/>
                                <a:pt x="323" y="33"/>
                                <a:pt x="334" y="41"/>
                              </a:cubicBezTo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/>
                        </a:p>
                      </p:txBody>
                    </p:sp>
                    <p:sp>
                      <p:nvSpPr>
                        <p:cNvPr id="431" name="Freeform 22">
                          <a:extLst>
                            <a:ext uri="{FF2B5EF4-FFF2-40B4-BE49-F238E27FC236}">
                              <a16:creationId xmlns:a16="http://schemas.microsoft.com/office/drawing/2014/main" id="{E3B4ADFE-D170-4AF1-80D4-F9FB637B018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669231" y="3848449"/>
                          <a:ext cx="1626922" cy="1651001"/>
                        </a:xfrm>
                        <a:custGeom>
                          <a:avLst/>
                          <a:gdLst>
                            <a:gd name="T0" fmla="*/ 333 w 335"/>
                            <a:gd name="T1" fmla="*/ 45 h 369"/>
                            <a:gd name="T2" fmla="*/ 296 w 335"/>
                            <a:gd name="T3" fmla="*/ 24 h 369"/>
                            <a:gd name="T4" fmla="*/ 146 w 335"/>
                            <a:gd name="T5" fmla="*/ 24 h 369"/>
                            <a:gd name="T6" fmla="*/ 40 w 335"/>
                            <a:gd name="T7" fmla="*/ 130 h 369"/>
                            <a:gd name="T8" fmla="*/ 108 w 335"/>
                            <a:gd name="T9" fmla="*/ 365 h 369"/>
                            <a:gd name="T10" fmla="*/ 106 w 335"/>
                            <a:gd name="T11" fmla="*/ 369 h 369"/>
                            <a:gd name="T12" fmla="*/ 36 w 335"/>
                            <a:gd name="T13" fmla="*/ 128 h 369"/>
                            <a:gd name="T14" fmla="*/ 144 w 335"/>
                            <a:gd name="T15" fmla="*/ 20 h 369"/>
                            <a:gd name="T16" fmla="*/ 297 w 335"/>
                            <a:gd name="T17" fmla="*/ 21 h 369"/>
                            <a:gd name="T18" fmla="*/ 335 w 335"/>
                            <a:gd name="T19" fmla="*/ 41 h 369"/>
                            <a:gd name="T20" fmla="*/ 333 w 335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9">
                              <a:moveTo>
                                <a:pt x="333" y="45"/>
                              </a:moveTo>
                              <a:cubicBezTo>
                                <a:pt x="321" y="37"/>
                                <a:pt x="309" y="30"/>
                                <a:pt x="296" y="24"/>
                              </a:cubicBezTo>
                              <a:cubicBezTo>
                                <a:pt x="247" y="4"/>
                                <a:pt x="194" y="4"/>
                                <a:pt x="146" y="24"/>
                              </a:cubicBezTo>
                              <a:cubicBezTo>
                                <a:pt x="98" y="44"/>
                                <a:pt x="60" y="82"/>
                                <a:pt x="40" y="130"/>
                              </a:cubicBezTo>
                              <a:cubicBezTo>
                                <a:pt x="5" y="214"/>
                                <a:pt x="33" y="313"/>
                                <a:pt x="108" y="365"/>
                              </a:cubicBezTo>
                              <a:cubicBezTo>
                                <a:pt x="106" y="369"/>
                                <a:pt x="106" y="369"/>
                                <a:pt x="106" y="369"/>
                              </a:cubicBezTo>
                              <a:cubicBezTo>
                                <a:pt x="30" y="315"/>
                                <a:pt x="0" y="214"/>
                                <a:pt x="36" y="128"/>
                              </a:cubicBezTo>
                              <a:cubicBezTo>
                                <a:pt x="57" y="79"/>
                                <a:pt x="95" y="41"/>
                                <a:pt x="144" y="20"/>
                              </a:cubicBezTo>
                              <a:cubicBezTo>
                                <a:pt x="194" y="0"/>
                                <a:pt x="248" y="0"/>
                                <a:pt x="297" y="21"/>
                              </a:cubicBezTo>
                              <a:cubicBezTo>
                                <a:pt x="310" y="26"/>
                                <a:pt x="323" y="33"/>
                                <a:pt x="335" y="41"/>
                              </a:cubicBezTo>
                              <a:lnTo>
                                <a:pt x="333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/>
                        </a:p>
                      </p:txBody>
                    </p:sp>
                    <p:grpSp>
                      <p:nvGrpSpPr>
                        <p:cNvPr id="432" name="Group 431">
                          <a:extLst>
                            <a:ext uri="{FF2B5EF4-FFF2-40B4-BE49-F238E27FC236}">
                              <a16:creationId xmlns:a16="http://schemas.microsoft.com/office/drawing/2014/main" id="{064496B6-5C5F-4D27-B07A-FEEAAC4861F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856572" y="1268760"/>
                          <a:ext cx="4416422" cy="4829178"/>
                          <a:chOff x="2856572" y="1268760"/>
                          <a:chExt cx="4416422" cy="4829178"/>
                        </a:xfrm>
                      </p:grpSpPr>
                      <p:sp>
                        <p:nvSpPr>
                          <p:cNvPr id="433" name="Freeform 5">
                            <a:extLst>
                              <a:ext uri="{FF2B5EF4-FFF2-40B4-BE49-F238E27FC236}">
                                <a16:creationId xmlns:a16="http://schemas.microsoft.com/office/drawing/2014/main" id="{2535BE1A-105F-4BEB-86C4-3D41F590461F}"/>
                              </a:ext>
                            </a:extLst>
                          </p:cNvPr>
                          <p:cNvSpPr>
                            <a:spLocks noEditPoints="1"/>
                          </p:cNvSpPr>
                          <p:nvPr/>
                        </p:nvSpPr>
                        <p:spPr bwMode="auto">
                          <a:xfrm>
                            <a:off x="2856572" y="1268760"/>
                            <a:ext cx="1147100" cy="4154490"/>
                          </a:xfrm>
                          <a:custGeom>
                            <a:avLst/>
                            <a:gdLst>
                              <a:gd name="T0" fmla="*/ 235 w 236"/>
                              <a:gd name="T1" fmla="*/ 86 h 929"/>
                              <a:gd name="T2" fmla="*/ 0 w 236"/>
                              <a:gd name="T3" fmla="*/ 102 h 929"/>
                              <a:gd name="T4" fmla="*/ 0 w 236"/>
                              <a:gd name="T5" fmla="*/ 873 h 929"/>
                              <a:gd name="T6" fmla="*/ 236 w 236"/>
                              <a:gd name="T7" fmla="*/ 873 h 929"/>
                              <a:gd name="T8" fmla="*/ 235 w 236"/>
                              <a:gd name="T9" fmla="*/ 86 h 929"/>
                              <a:gd name="T10" fmla="*/ 101 w 236"/>
                              <a:gd name="T11" fmla="*/ 292 h 929"/>
                              <a:gd name="T12" fmla="*/ 101 w 236"/>
                              <a:gd name="T13" fmla="*/ 292 h 929"/>
                              <a:gd name="T14" fmla="*/ 65 w 236"/>
                              <a:gd name="T15" fmla="*/ 252 h 929"/>
                              <a:gd name="T16" fmla="*/ 102 w 236"/>
                              <a:gd name="T17" fmla="*/ 211 h 929"/>
                              <a:gd name="T18" fmla="*/ 137 w 236"/>
                              <a:gd name="T19" fmla="*/ 251 h 929"/>
                              <a:gd name="T20" fmla="*/ 101 w 236"/>
                              <a:gd name="T21" fmla="*/ 292 h 929"/>
                              <a:gd name="T22" fmla="*/ 175 w 236"/>
                              <a:gd name="T23" fmla="*/ 307 h 929"/>
                              <a:gd name="T24" fmla="*/ 144 w 236"/>
                              <a:gd name="T25" fmla="*/ 307 h 929"/>
                              <a:gd name="T26" fmla="*/ 144 w 236"/>
                              <a:gd name="T27" fmla="*/ 303 h 929"/>
                              <a:gd name="T28" fmla="*/ 149 w 236"/>
                              <a:gd name="T29" fmla="*/ 298 h 929"/>
                              <a:gd name="T30" fmla="*/ 167 w 236"/>
                              <a:gd name="T31" fmla="*/ 273 h 929"/>
                              <a:gd name="T32" fmla="*/ 158 w 236"/>
                              <a:gd name="T33" fmla="*/ 264 h 929"/>
                              <a:gd name="T34" fmla="*/ 147 w 236"/>
                              <a:gd name="T35" fmla="*/ 268 h 929"/>
                              <a:gd name="T36" fmla="*/ 145 w 236"/>
                              <a:gd name="T37" fmla="*/ 263 h 929"/>
                              <a:gd name="T38" fmla="*/ 159 w 236"/>
                              <a:gd name="T39" fmla="*/ 258 h 929"/>
                              <a:gd name="T40" fmla="*/ 174 w 236"/>
                              <a:gd name="T41" fmla="*/ 272 h 929"/>
                              <a:gd name="T42" fmla="*/ 157 w 236"/>
                              <a:gd name="T43" fmla="*/ 298 h 929"/>
                              <a:gd name="T44" fmla="*/ 153 w 236"/>
                              <a:gd name="T45" fmla="*/ 302 h 929"/>
                              <a:gd name="T46" fmla="*/ 153 w 236"/>
                              <a:gd name="T47" fmla="*/ 302 h 929"/>
                              <a:gd name="T48" fmla="*/ 175 w 236"/>
                              <a:gd name="T49" fmla="*/ 302 h 929"/>
                              <a:gd name="T50" fmla="*/ 175 w 236"/>
                              <a:gd name="T51" fmla="*/ 307 h 92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  <a:cxn ang="0">
                                <a:pos x="T42" y="T43"/>
                              </a:cxn>
                              <a:cxn ang="0">
                                <a:pos x="T44" y="T45"/>
                              </a:cxn>
                              <a:cxn ang="0">
                                <a:pos x="T46" y="T47"/>
                              </a:cxn>
                              <a:cxn ang="0">
                                <a:pos x="T48" y="T49"/>
                              </a:cxn>
                              <a:cxn ang="0">
                                <a:pos x="T50" y="T51"/>
                              </a:cxn>
                            </a:cxnLst>
                            <a:rect l="0" t="0" r="r" b="b"/>
                            <a:pathLst>
                              <a:path w="236" h="929">
                                <a:moveTo>
                                  <a:pt x="235" y="86"/>
                                </a:moveTo>
                                <a:cubicBezTo>
                                  <a:pt x="232" y="0"/>
                                  <a:pt x="0" y="0"/>
                                  <a:pt x="0" y="102"/>
                                </a:cubicBezTo>
                                <a:cubicBezTo>
                                  <a:pt x="0" y="873"/>
                                  <a:pt x="0" y="873"/>
                                  <a:pt x="0" y="873"/>
                                </a:cubicBezTo>
                                <a:cubicBezTo>
                                  <a:pt x="49" y="929"/>
                                  <a:pt x="229" y="913"/>
                                  <a:pt x="236" y="873"/>
                                </a:cubicBezTo>
                                <a:lnTo>
                                  <a:pt x="235" y="86"/>
                                </a:lnTo>
                                <a:close/>
                                <a:moveTo>
                                  <a:pt x="101" y="292"/>
                                </a:moveTo>
                                <a:cubicBezTo>
                                  <a:pt x="101" y="292"/>
                                  <a:pt x="101" y="292"/>
                                  <a:pt x="101" y="292"/>
                                </a:cubicBezTo>
                                <a:cubicBezTo>
                                  <a:pt x="80" y="292"/>
                                  <a:pt x="65" y="276"/>
                                  <a:pt x="65" y="252"/>
                                </a:cubicBezTo>
                                <a:cubicBezTo>
                                  <a:pt x="65" y="227"/>
                                  <a:pt x="81" y="211"/>
                                  <a:pt x="102" y="211"/>
                                </a:cubicBezTo>
                                <a:cubicBezTo>
                                  <a:pt x="123" y="211"/>
                                  <a:pt x="137" y="228"/>
                                  <a:pt x="137" y="251"/>
                                </a:cubicBezTo>
                                <a:cubicBezTo>
                                  <a:pt x="137" y="278"/>
                                  <a:pt x="121" y="292"/>
                                  <a:pt x="101" y="292"/>
                                </a:cubicBezTo>
                                <a:close/>
                                <a:moveTo>
                                  <a:pt x="175" y="307"/>
                                </a:moveTo>
                                <a:cubicBezTo>
                                  <a:pt x="144" y="307"/>
                                  <a:pt x="144" y="307"/>
                                  <a:pt x="144" y="307"/>
                                </a:cubicBezTo>
                                <a:cubicBezTo>
                                  <a:pt x="144" y="303"/>
                                  <a:pt x="144" y="303"/>
                                  <a:pt x="144" y="303"/>
                                </a:cubicBezTo>
                                <a:cubicBezTo>
                                  <a:pt x="149" y="298"/>
                                  <a:pt x="149" y="298"/>
                                  <a:pt x="149" y="298"/>
                                </a:cubicBezTo>
                                <a:cubicBezTo>
                                  <a:pt x="162" y="287"/>
                                  <a:pt x="167" y="280"/>
                                  <a:pt x="167" y="273"/>
                                </a:cubicBezTo>
                                <a:cubicBezTo>
                                  <a:pt x="167" y="268"/>
                                  <a:pt x="165" y="264"/>
                                  <a:pt x="158" y="264"/>
                                </a:cubicBezTo>
                                <a:cubicBezTo>
                                  <a:pt x="153" y="264"/>
                                  <a:pt x="150" y="266"/>
                                  <a:pt x="147" y="268"/>
                                </a:cubicBezTo>
                                <a:cubicBezTo>
                                  <a:pt x="145" y="263"/>
                                  <a:pt x="145" y="263"/>
                                  <a:pt x="145" y="263"/>
                                </a:cubicBezTo>
                                <a:cubicBezTo>
                                  <a:pt x="149" y="260"/>
                                  <a:pt x="153" y="258"/>
                                  <a:pt x="159" y="258"/>
                                </a:cubicBezTo>
                                <a:cubicBezTo>
                                  <a:pt x="169" y="258"/>
                                  <a:pt x="174" y="265"/>
                                  <a:pt x="174" y="272"/>
                                </a:cubicBezTo>
                                <a:cubicBezTo>
                                  <a:pt x="174" y="281"/>
                                  <a:pt x="167" y="288"/>
                                  <a:pt x="157" y="298"/>
                                </a:cubicBezTo>
                                <a:cubicBezTo>
                                  <a:pt x="153" y="302"/>
                                  <a:pt x="153" y="302"/>
                                  <a:pt x="153" y="302"/>
                                </a:cubicBezTo>
                                <a:cubicBezTo>
                                  <a:pt x="153" y="302"/>
                                  <a:pt x="153" y="302"/>
                                  <a:pt x="153" y="302"/>
                                </a:cubicBezTo>
                                <a:cubicBezTo>
                                  <a:pt x="175" y="302"/>
                                  <a:pt x="175" y="302"/>
                                  <a:pt x="175" y="302"/>
                                </a:cubicBezTo>
                                <a:lnTo>
                                  <a:pt x="175" y="30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 w="17463" cap="flat">
                            <a:solidFill>
                              <a:srgbClr val="FFFFFF"/>
                            </a:solidFill>
                            <a:prstDash val="solid"/>
                            <a:miter lim="800000"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34" name="Freeform 6">
                            <a:extLst>
                              <a:ext uri="{FF2B5EF4-FFF2-40B4-BE49-F238E27FC236}">
                                <a16:creationId xmlns:a16="http://schemas.microsoft.com/office/drawing/2014/main" id="{846A3845-69B0-46B1-837D-A76A1887063E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224607" y="2248248"/>
                            <a:ext cx="244210" cy="290513"/>
                          </a:xfrm>
                          <a:custGeom>
                            <a:avLst/>
                            <a:gdLst>
                              <a:gd name="T0" fmla="*/ 25 w 50"/>
                              <a:gd name="T1" fmla="*/ 0 h 65"/>
                              <a:gd name="T2" fmla="*/ 0 w 50"/>
                              <a:gd name="T3" fmla="*/ 33 h 65"/>
                              <a:gd name="T4" fmla="*/ 25 w 50"/>
                              <a:gd name="T5" fmla="*/ 65 h 65"/>
                              <a:gd name="T6" fmla="*/ 25 w 50"/>
                              <a:gd name="T7" fmla="*/ 65 h 65"/>
                              <a:gd name="T8" fmla="*/ 50 w 50"/>
                              <a:gd name="T9" fmla="*/ 32 h 65"/>
                              <a:gd name="T10" fmla="*/ 25 w 50"/>
                              <a:gd name="T11" fmla="*/ 0 h 6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</a:cxnLst>
                            <a:rect l="0" t="0" r="r" b="b"/>
                            <a:pathLst>
                              <a:path w="50" h="65">
                                <a:moveTo>
                                  <a:pt x="25" y="0"/>
                                </a:moveTo>
                                <a:cubicBezTo>
                                  <a:pt x="8" y="0"/>
                                  <a:pt x="0" y="16"/>
                                  <a:pt x="0" y="33"/>
                                </a:cubicBezTo>
                                <a:cubicBezTo>
                                  <a:pt x="0" y="50"/>
                                  <a:pt x="9" y="65"/>
                                  <a:pt x="25" y="65"/>
                                </a:cubicBezTo>
                                <a:cubicBezTo>
                                  <a:pt x="25" y="65"/>
                                  <a:pt x="25" y="65"/>
                                  <a:pt x="25" y="65"/>
                                </a:cubicBezTo>
                                <a:cubicBezTo>
                                  <a:pt x="41" y="65"/>
                                  <a:pt x="50" y="50"/>
                                  <a:pt x="50" y="32"/>
                                </a:cubicBezTo>
                                <a:cubicBezTo>
                                  <a:pt x="50" y="17"/>
                                  <a:pt x="42" y="0"/>
                                  <a:pt x="25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 w="17463" cap="flat">
                            <a:solidFill>
                              <a:srgbClr val="FFFFFF"/>
                            </a:solidFill>
                            <a:prstDash val="solid"/>
                            <a:miter lim="800000"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35" name="Freeform 7">
                            <a:extLst>
                              <a:ext uri="{FF2B5EF4-FFF2-40B4-BE49-F238E27FC236}">
                                <a16:creationId xmlns:a16="http://schemas.microsoft.com/office/drawing/2014/main" id="{A997717C-68E7-40BE-9357-E55C19E30513}"/>
                              </a:ext>
                            </a:extLst>
                          </p:cNvPr>
                          <p:cNvSpPr>
                            <a:spLocks noEditPoints="1"/>
                          </p:cNvSpPr>
                          <p:nvPr/>
                        </p:nvSpPr>
                        <p:spPr bwMode="auto">
                          <a:xfrm>
                            <a:off x="3740544" y="1886298"/>
                            <a:ext cx="1147100" cy="4152903"/>
                          </a:xfrm>
                          <a:custGeom>
                            <a:avLst/>
                            <a:gdLst>
                              <a:gd name="T0" fmla="*/ 235 w 236"/>
                              <a:gd name="T1" fmla="*/ 86 h 929"/>
                              <a:gd name="T2" fmla="*/ 0 w 236"/>
                              <a:gd name="T3" fmla="*/ 102 h 929"/>
                              <a:gd name="T4" fmla="*/ 0 w 236"/>
                              <a:gd name="T5" fmla="*/ 872 h 929"/>
                              <a:gd name="T6" fmla="*/ 236 w 236"/>
                              <a:gd name="T7" fmla="*/ 872 h 929"/>
                              <a:gd name="T8" fmla="*/ 235 w 236"/>
                              <a:gd name="T9" fmla="*/ 86 h 929"/>
                              <a:gd name="T10" fmla="*/ 129 w 236"/>
                              <a:gd name="T11" fmla="*/ 296 h 929"/>
                              <a:gd name="T12" fmla="*/ 119 w 236"/>
                              <a:gd name="T13" fmla="*/ 296 h 929"/>
                              <a:gd name="T14" fmla="*/ 119 w 236"/>
                              <a:gd name="T15" fmla="*/ 260 h 929"/>
                              <a:gd name="T16" fmla="*/ 82 w 236"/>
                              <a:gd name="T17" fmla="*/ 260 h 929"/>
                              <a:gd name="T18" fmla="*/ 82 w 236"/>
                              <a:gd name="T19" fmla="*/ 296 h 929"/>
                              <a:gd name="T20" fmla="*/ 72 w 236"/>
                              <a:gd name="T21" fmla="*/ 296 h 929"/>
                              <a:gd name="T22" fmla="*/ 72 w 236"/>
                              <a:gd name="T23" fmla="*/ 219 h 929"/>
                              <a:gd name="T24" fmla="*/ 82 w 236"/>
                              <a:gd name="T25" fmla="*/ 219 h 929"/>
                              <a:gd name="T26" fmla="*/ 82 w 236"/>
                              <a:gd name="T27" fmla="*/ 251 h 929"/>
                              <a:gd name="T28" fmla="*/ 119 w 236"/>
                              <a:gd name="T29" fmla="*/ 251 h 929"/>
                              <a:gd name="T30" fmla="*/ 119 w 236"/>
                              <a:gd name="T31" fmla="*/ 219 h 929"/>
                              <a:gd name="T32" fmla="*/ 129 w 236"/>
                              <a:gd name="T33" fmla="*/ 219 h 929"/>
                              <a:gd name="T34" fmla="*/ 129 w 236"/>
                              <a:gd name="T35" fmla="*/ 296 h 929"/>
                              <a:gd name="T36" fmla="*/ 175 w 236"/>
                              <a:gd name="T37" fmla="*/ 307 h 929"/>
                              <a:gd name="T38" fmla="*/ 144 w 236"/>
                              <a:gd name="T39" fmla="*/ 307 h 929"/>
                              <a:gd name="T40" fmla="*/ 144 w 236"/>
                              <a:gd name="T41" fmla="*/ 303 h 929"/>
                              <a:gd name="T42" fmla="*/ 149 w 236"/>
                              <a:gd name="T43" fmla="*/ 298 h 929"/>
                              <a:gd name="T44" fmla="*/ 167 w 236"/>
                              <a:gd name="T45" fmla="*/ 273 h 929"/>
                              <a:gd name="T46" fmla="*/ 158 w 236"/>
                              <a:gd name="T47" fmla="*/ 263 h 929"/>
                              <a:gd name="T48" fmla="*/ 147 w 236"/>
                              <a:gd name="T49" fmla="*/ 268 h 929"/>
                              <a:gd name="T50" fmla="*/ 145 w 236"/>
                              <a:gd name="T51" fmla="*/ 263 h 929"/>
                              <a:gd name="T52" fmla="*/ 159 w 236"/>
                              <a:gd name="T53" fmla="*/ 258 h 929"/>
                              <a:gd name="T54" fmla="*/ 174 w 236"/>
                              <a:gd name="T55" fmla="*/ 272 h 929"/>
                              <a:gd name="T56" fmla="*/ 157 w 236"/>
                              <a:gd name="T57" fmla="*/ 298 h 929"/>
                              <a:gd name="T58" fmla="*/ 153 w 236"/>
                              <a:gd name="T59" fmla="*/ 302 h 929"/>
                              <a:gd name="T60" fmla="*/ 153 w 236"/>
                              <a:gd name="T61" fmla="*/ 302 h 929"/>
                              <a:gd name="T62" fmla="*/ 175 w 236"/>
                              <a:gd name="T63" fmla="*/ 302 h 929"/>
                              <a:gd name="T64" fmla="*/ 175 w 236"/>
                              <a:gd name="T65" fmla="*/ 307 h 92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  <a:cxn ang="0">
                                <a:pos x="T42" y="T43"/>
                              </a:cxn>
                              <a:cxn ang="0">
                                <a:pos x="T44" y="T45"/>
                              </a:cxn>
                              <a:cxn ang="0">
                                <a:pos x="T46" y="T47"/>
                              </a:cxn>
                              <a:cxn ang="0">
                                <a:pos x="T48" y="T49"/>
                              </a:cxn>
                              <a:cxn ang="0">
                                <a:pos x="T50" y="T51"/>
                              </a:cxn>
                              <a:cxn ang="0">
                                <a:pos x="T52" y="T53"/>
                              </a:cxn>
                              <a:cxn ang="0">
                                <a:pos x="T54" y="T55"/>
                              </a:cxn>
                              <a:cxn ang="0">
                                <a:pos x="T56" y="T57"/>
                              </a:cxn>
                              <a:cxn ang="0">
                                <a:pos x="T58" y="T59"/>
                              </a:cxn>
                              <a:cxn ang="0">
                                <a:pos x="T60" y="T61"/>
                              </a:cxn>
                              <a:cxn ang="0">
                                <a:pos x="T62" y="T63"/>
                              </a:cxn>
                              <a:cxn ang="0">
                                <a:pos x="T64" y="T65"/>
                              </a:cxn>
                            </a:cxnLst>
                            <a:rect l="0" t="0" r="r" b="b"/>
                            <a:pathLst>
                              <a:path w="236" h="929">
                                <a:moveTo>
                                  <a:pt x="235" y="86"/>
                                </a:moveTo>
                                <a:cubicBezTo>
                                  <a:pt x="231" y="0"/>
                                  <a:pt x="0" y="0"/>
                                  <a:pt x="0" y="102"/>
                                </a:cubicBezTo>
                                <a:cubicBezTo>
                                  <a:pt x="0" y="872"/>
                                  <a:pt x="0" y="872"/>
                                  <a:pt x="0" y="872"/>
                                </a:cubicBezTo>
                                <a:cubicBezTo>
                                  <a:pt x="49" y="929"/>
                                  <a:pt x="229" y="913"/>
                                  <a:pt x="236" y="872"/>
                                </a:cubicBezTo>
                                <a:lnTo>
                                  <a:pt x="235" y="86"/>
                                </a:lnTo>
                                <a:close/>
                                <a:moveTo>
                                  <a:pt x="129" y="296"/>
                                </a:moveTo>
                                <a:cubicBezTo>
                                  <a:pt x="119" y="296"/>
                                  <a:pt x="119" y="296"/>
                                  <a:pt x="119" y="296"/>
                                </a:cubicBezTo>
                                <a:cubicBezTo>
                                  <a:pt x="119" y="260"/>
                                  <a:pt x="119" y="260"/>
                                  <a:pt x="119" y="260"/>
                                </a:cubicBezTo>
                                <a:cubicBezTo>
                                  <a:pt x="82" y="260"/>
                                  <a:pt x="82" y="260"/>
                                  <a:pt x="82" y="260"/>
                                </a:cubicBezTo>
                                <a:cubicBezTo>
                                  <a:pt x="82" y="296"/>
                                  <a:pt x="82" y="296"/>
                                  <a:pt x="82" y="296"/>
                                </a:cubicBezTo>
                                <a:cubicBezTo>
                                  <a:pt x="72" y="296"/>
                                  <a:pt x="72" y="296"/>
                                  <a:pt x="72" y="296"/>
                                </a:cubicBezTo>
                                <a:cubicBezTo>
                                  <a:pt x="72" y="219"/>
                                  <a:pt x="72" y="219"/>
                                  <a:pt x="72" y="219"/>
                                </a:cubicBezTo>
                                <a:cubicBezTo>
                                  <a:pt x="82" y="219"/>
                                  <a:pt x="82" y="219"/>
                                  <a:pt x="82" y="219"/>
                                </a:cubicBezTo>
                                <a:cubicBezTo>
                                  <a:pt x="82" y="251"/>
                                  <a:pt x="82" y="251"/>
                                  <a:pt x="82" y="251"/>
                                </a:cubicBezTo>
                                <a:cubicBezTo>
                                  <a:pt x="119" y="251"/>
                                  <a:pt x="119" y="251"/>
                                  <a:pt x="119" y="251"/>
                                </a:cubicBezTo>
                                <a:cubicBezTo>
                                  <a:pt x="119" y="219"/>
                                  <a:pt x="119" y="219"/>
                                  <a:pt x="119" y="219"/>
                                </a:cubicBezTo>
                                <a:cubicBezTo>
                                  <a:pt x="129" y="219"/>
                                  <a:pt x="129" y="219"/>
                                  <a:pt x="129" y="219"/>
                                </a:cubicBezTo>
                                <a:lnTo>
                                  <a:pt x="129" y="296"/>
                                </a:lnTo>
                                <a:close/>
                                <a:moveTo>
                                  <a:pt x="175" y="307"/>
                                </a:moveTo>
                                <a:cubicBezTo>
                                  <a:pt x="144" y="307"/>
                                  <a:pt x="144" y="307"/>
                                  <a:pt x="144" y="307"/>
                                </a:cubicBezTo>
                                <a:cubicBezTo>
                                  <a:pt x="144" y="303"/>
                                  <a:pt x="144" y="303"/>
                                  <a:pt x="144" y="303"/>
                                </a:cubicBezTo>
                                <a:cubicBezTo>
                                  <a:pt x="149" y="298"/>
                                  <a:pt x="149" y="298"/>
                                  <a:pt x="149" y="298"/>
                                </a:cubicBezTo>
                                <a:cubicBezTo>
                                  <a:pt x="162" y="286"/>
                                  <a:pt x="167" y="280"/>
                                  <a:pt x="167" y="273"/>
                                </a:cubicBezTo>
                                <a:cubicBezTo>
                                  <a:pt x="167" y="268"/>
                                  <a:pt x="165" y="263"/>
                                  <a:pt x="158" y="263"/>
                                </a:cubicBezTo>
                                <a:cubicBezTo>
                                  <a:pt x="153" y="263"/>
                                  <a:pt x="150" y="266"/>
                                  <a:pt x="147" y="268"/>
                                </a:cubicBezTo>
                                <a:cubicBezTo>
                                  <a:pt x="145" y="263"/>
                                  <a:pt x="145" y="263"/>
                                  <a:pt x="145" y="263"/>
                                </a:cubicBezTo>
                                <a:cubicBezTo>
                                  <a:pt x="149" y="260"/>
                                  <a:pt x="153" y="258"/>
                                  <a:pt x="159" y="258"/>
                                </a:cubicBezTo>
                                <a:cubicBezTo>
                                  <a:pt x="169" y="258"/>
                                  <a:pt x="174" y="265"/>
                                  <a:pt x="174" y="272"/>
                                </a:cubicBezTo>
                                <a:cubicBezTo>
                                  <a:pt x="174" y="281"/>
                                  <a:pt x="167" y="288"/>
                                  <a:pt x="157" y="298"/>
                                </a:cubicBezTo>
                                <a:cubicBezTo>
                                  <a:pt x="153" y="302"/>
                                  <a:pt x="153" y="302"/>
                                  <a:pt x="153" y="302"/>
                                </a:cubicBezTo>
                                <a:cubicBezTo>
                                  <a:pt x="153" y="302"/>
                                  <a:pt x="153" y="302"/>
                                  <a:pt x="153" y="302"/>
                                </a:cubicBezTo>
                                <a:cubicBezTo>
                                  <a:pt x="175" y="302"/>
                                  <a:pt x="175" y="302"/>
                                  <a:pt x="175" y="302"/>
                                </a:cubicBezTo>
                                <a:lnTo>
                                  <a:pt x="175" y="30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 w="9525" cap="flat">
                            <a:solidFill>
                              <a:srgbClr val="FFFFFF"/>
                            </a:solidFill>
                            <a:prstDash val="solid"/>
                            <a:miter lim="800000"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36" name="Freeform 8">
                            <a:extLst>
                              <a:ext uri="{FF2B5EF4-FFF2-40B4-BE49-F238E27FC236}">
                                <a16:creationId xmlns:a16="http://schemas.microsoft.com/office/drawing/2014/main" id="{41B3D2A7-D0B6-44F6-B953-E292B0200BF7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876408" y="3205511"/>
                            <a:ext cx="2075787" cy="2025651"/>
                          </a:xfrm>
                          <a:custGeom>
                            <a:avLst/>
                            <a:gdLst>
                              <a:gd name="T0" fmla="*/ 311 w 427"/>
                              <a:gd name="T1" fmla="*/ 44 h 453"/>
                              <a:gd name="T2" fmla="*/ 359 w 427"/>
                              <a:gd name="T3" fmla="*/ 72 h 453"/>
                              <a:gd name="T4" fmla="*/ 427 w 427"/>
                              <a:gd name="T5" fmla="*/ 147 h 453"/>
                              <a:gd name="T6" fmla="*/ 376 w 427"/>
                              <a:gd name="T7" fmla="*/ 100 h 453"/>
                              <a:gd name="T8" fmla="*/ 82 w 427"/>
                              <a:gd name="T9" fmla="*/ 134 h 453"/>
                              <a:gd name="T10" fmla="*/ 151 w 427"/>
                              <a:gd name="T11" fmla="*/ 422 h 453"/>
                              <a:gd name="T12" fmla="*/ 214 w 427"/>
                              <a:gd name="T13" fmla="*/ 453 h 453"/>
                              <a:gd name="T14" fmla="*/ 162 w 427"/>
                              <a:gd name="T15" fmla="*/ 439 h 453"/>
                              <a:gd name="T16" fmla="*/ 124 w 427"/>
                              <a:gd name="T17" fmla="*/ 418 h 453"/>
                              <a:gd name="T18" fmla="*/ 124 w 427"/>
                              <a:gd name="T19" fmla="*/ 418 h 453"/>
                              <a:gd name="T20" fmla="*/ 102 w 427"/>
                              <a:gd name="T21" fmla="*/ 403 h 453"/>
                              <a:gd name="T22" fmla="*/ 102 w 427"/>
                              <a:gd name="T23" fmla="*/ 402 h 453"/>
                              <a:gd name="T24" fmla="*/ 37 w 427"/>
                              <a:gd name="T25" fmla="*/ 157 h 453"/>
                              <a:gd name="T26" fmla="*/ 311 w 427"/>
                              <a:gd name="T27" fmla="*/ 44 h 453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</a:cxnLst>
                            <a:rect l="0" t="0" r="r" b="b"/>
                            <a:pathLst>
                              <a:path w="427" h="453">
                                <a:moveTo>
                                  <a:pt x="311" y="44"/>
                                </a:moveTo>
                                <a:cubicBezTo>
                                  <a:pt x="328" y="52"/>
                                  <a:pt x="344" y="61"/>
                                  <a:pt x="359" y="72"/>
                                </a:cubicBezTo>
                                <a:cubicBezTo>
                                  <a:pt x="388" y="92"/>
                                  <a:pt x="411" y="118"/>
                                  <a:pt x="427" y="147"/>
                                </a:cubicBezTo>
                                <a:cubicBezTo>
                                  <a:pt x="413" y="130"/>
                                  <a:pt x="396" y="114"/>
                                  <a:pt x="376" y="100"/>
                                </a:cubicBezTo>
                                <a:cubicBezTo>
                                  <a:pt x="276" y="30"/>
                                  <a:pt x="144" y="45"/>
                                  <a:pt x="82" y="134"/>
                                </a:cubicBezTo>
                                <a:cubicBezTo>
                                  <a:pt x="20" y="223"/>
                                  <a:pt x="51" y="352"/>
                                  <a:pt x="151" y="422"/>
                                </a:cubicBezTo>
                                <a:cubicBezTo>
                                  <a:pt x="171" y="436"/>
                                  <a:pt x="192" y="446"/>
                                  <a:pt x="214" y="453"/>
                                </a:cubicBezTo>
                                <a:cubicBezTo>
                                  <a:pt x="197" y="451"/>
                                  <a:pt x="179" y="446"/>
                                  <a:pt x="162" y="439"/>
                                </a:cubicBezTo>
                                <a:cubicBezTo>
                                  <a:pt x="148" y="434"/>
                                  <a:pt x="136" y="427"/>
                                  <a:pt x="124" y="418"/>
                                </a:cubicBezTo>
                                <a:cubicBezTo>
                                  <a:pt x="124" y="418"/>
                                  <a:pt x="124" y="418"/>
                                  <a:pt x="124" y="418"/>
                                </a:cubicBezTo>
                                <a:cubicBezTo>
                                  <a:pt x="102" y="403"/>
                                  <a:pt x="102" y="403"/>
                                  <a:pt x="102" y="403"/>
                                </a:cubicBezTo>
                                <a:cubicBezTo>
                                  <a:pt x="102" y="402"/>
                                  <a:pt x="102" y="402"/>
                                  <a:pt x="102" y="402"/>
                                </a:cubicBezTo>
                                <a:cubicBezTo>
                                  <a:pt x="29" y="346"/>
                                  <a:pt x="0" y="246"/>
                                  <a:pt x="37" y="157"/>
                                </a:cubicBezTo>
                                <a:cubicBezTo>
                                  <a:pt x="82" y="51"/>
                                  <a:pt x="204" y="0"/>
                                  <a:pt x="311" y="44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37" name="Freeform 11">
                            <a:extLst>
                              <a:ext uri="{FF2B5EF4-FFF2-40B4-BE49-F238E27FC236}">
                                <a16:creationId xmlns:a16="http://schemas.microsoft.com/office/drawing/2014/main" id="{4AAF622B-8377-417C-B174-5234FCCCD96B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547126" y="3508724"/>
                            <a:ext cx="1107545" cy="777875"/>
                          </a:xfrm>
                          <a:custGeom>
                            <a:avLst/>
                            <a:gdLst>
                              <a:gd name="T0" fmla="*/ 0 w 644"/>
                              <a:gd name="T1" fmla="*/ 37 h 490"/>
                              <a:gd name="T2" fmla="*/ 616 w 644"/>
                              <a:gd name="T3" fmla="*/ 490 h 490"/>
                              <a:gd name="T4" fmla="*/ 644 w 644"/>
                              <a:gd name="T5" fmla="*/ 454 h 490"/>
                              <a:gd name="T6" fmla="*/ 25 w 644"/>
                              <a:gd name="T7" fmla="*/ 0 h 490"/>
                              <a:gd name="T8" fmla="*/ 0 w 644"/>
                              <a:gd name="T9" fmla="*/ 37 h 490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</a:cxnLst>
                            <a:rect l="0" t="0" r="r" b="b"/>
                            <a:pathLst>
                              <a:path w="644" h="490">
                                <a:moveTo>
                                  <a:pt x="0" y="37"/>
                                </a:moveTo>
                                <a:lnTo>
                                  <a:pt x="616" y="490"/>
                                </a:lnTo>
                                <a:lnTo>
                                  <a:pt x="644" y="454"/>
                                </a:lnTo>
                                <a:lnTo>
                                  <a:pt x="25" y="0"/>
                                </a:lnTo>
                                <a:lnTo>
                                  <a:pt x="0" y="3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38" name="Freeform 14">
                            <a:extLst>
                              <a:ext uri="{FF2B5EF4-FFF2-40B4-BE49-F238E27FC236}">
                                <a16:creationId xmlns:a16="http://schemas.microsoft.com/office/drawing/2014/main" id="{74324D2F-B93D-4835-BE5B-5B969BFA7DF3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046667" y="4148487"/>
                            <a:ext cx="1117864" cy="787400"/>
                          </a:xfrm>
                          <a:custGeom>
                            <a:avLst/>
                            <a:gdLst>
                              <a:gd name="T0" fmla="*/ 0 w 650"/>
                              <a:gd name="T1" fmla="*/ 37 h 496"/>
                              <a:gd name="T2" fmla="*/ 624 w 650"/>
                              <a:gd name="T3" fmla="*/ 496 h 496"/>
                              <a:gd name="T4" fmla="*/ 650 w 650"/>
                              <a:gd name="T5" fmla="*/ 459 h 496"/>
                              <a:gd name="T6" fmla="*/ 25 w 650"/>
                              <a:gd name="T7" fmla="*/ 0 h 496"/>
                              <a:gd name="T8" fmla="*/ 0 w 650"/>
                              <a:gd name="T9" fmla="*/ 37 h 496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</a:cxnLst>
                            <a:rect l="0" t="0" r="r" b="b"/>
                            <a:pathLst>
                              <a:path w="650" h="496">
                                <a:moveTo>
                                  <a:pt x="0" y="37"/>
                                </a:moveTo>
                                <a:lnTo>
                                  <a:pt x="624" y="496"/>
                                </a:lnTo>
                                <a:lnTo>
                                  <a:pt x="650" y="459"/>
                                </a:lnTo>
                                <a:lnTo>
                                  <a:pt x="25" y="0"/>
                                </a:lnTo>
                                <a:lnTo>
                                  <a:pt x="0" y="3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39" name="Freeform 17">
                            <a:extLst>
                              <a:ext uri="{FF2B5EF4-FFF2-40B4-BE49-F238E27FC236}">
                                <a16:creationId xmlns:a16="http://schemas.microsoft.com/office/drawing/2014/main" id="{AE16D593-699B-4DE9-9661-9F41941877E2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416422" y="3688112"/>
                            <a:ext cx="1626922" cy="1644651"/>
                          </a:xfrm>
                          <a:custGeom>
                            <a:avLst/>
                            <a:gdLst>
                              <a:gd name="T0" fmla="*/ 332 w 335"/>
                              <a:gd name="T1" fmla="*/ 44 h 368"/>
                              <a:gd name="T2" fmla="*/ 295 w 335"/>
                              <a:gd name="T3" fmla="*/ 24 h 368"/>
                              <a:gd name="T4" fmla="*/ 146 w 335"/>
                              <a:gd name="T5" fmla="*/ 24 h 368"/>
                              <a:gd name="T6" fmla="*/ 40 w 335"/>
                              <a:gd name="T7" fmla="*/ 129 h 368"/>
                              <a:gd name="T8" fmla="*/ 108 w 335"/>
                              <a:gd name="T9" fmla="*/ 365 h 368"/>
                              <a:gd name="T10" fmla="*/ 106 w 335"/>
                              <a:gd name="T11" fmla="*/ 368 h 368"/>
                              <a:gd name="T12" fmla="*/ 36 w 335"/>
                              <a:gd name="T13" fmla="*/ 128 h 368"/>
                              <a:gd name="T14" fmla="*/ 144 w 335"/>
                              <a:gd name="T15" fmla="*/ 20 h 368"/>
                              <a:gd name="T16" fmla="*/ 297 w 335"/>
                              <a:gd name="T17" fmla="*/ 20 h 368"/>
                              <a:gd name="T18" fmla="*/ 335 w 335"/>
                              <a:gd name="T19" fmla="*/ 41 h 368"/>
                              <a:gd name="T20" fmla="*/ 332 w 335"/>
                              <a:gd name="T21" fmla="*/ 44 h 36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5" h="368">
                                <a:moveTo>
                                  <a:pt x="332" y="44"/>
                                </a:moveTo>
                                <a:cubicBezTo>
                                  <a:pt x="321" y="36"/>
                                  <a:pt x="308" y="29"/>
                                  <a:pt x="295" y="24"/>
                                </a:cubicBezTo>
                                <a:cubicBezTo>
                                  <a:pt x="247" y="4"/>
                                  <a:pt x="194" y="4"/>
                                  <a:pt x="146" y="24"/>
                                </a:cubicBezTo>
                                <a:cubicBezTo>
                                  <a:pt x="97" y="44"/>
                                  <a:pt x="60" y="81"/>
                                  <a:pt x="40" y="129"/>
                                </a:cubicBezTo>
                                <a:cubicBezTo>
                                  <a:pt x="4" y="214"/>
                                  <a:pt x="33" y="313"/>
                                  <a:pt x="108" y="365"/>
                                </a:cubicBezTo>
                                <a:cubicBezTo>
                                  <a:pt x="106" y="368"/>
                                  <a:pt x="106" y="368"/>
                                  <a:pt x="106" y="368"/>
                                </a:cubicBezTo>
                                <a:cubicBezTo>
                                  <a:pt x="29" y="315"/>
                                  <a:pt x="0" y="214"/>
                                  <a:pt x="36" y="128"/>
                                </a:cubicBezTo>
                                <a:cubicBezTo>
                                  <a:pt x="56" y="79"/>
                                  <a:pt x="95" y="40"/>
                                  <a:pt x="144" y="20"/>
                                </a:cubicBezTo>
                                <a:cubicBezTo>
                                  <a:pt x="193" y="0"/>
                                  <a:pt x="248" y="0"/>
                                  <a:pt x="297" y="20"/>
                                </a:cubicBezTo>
                                <a:cubicBezTo>
                                  <a:pt x="310" y="26"/>
                                  <a:pt x="323" y="33"/>
                                  <a:pt x="335" y="41"/>
                                </a:cubicBezTo>
                                <a:lnTo>
                                  <a:pt x="332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40" name="Freeform 18">
                            <a:extLst>
                              <a:ext uri="{FF2B5EF4-FFF2-40B4-BE49-F238E27FC236}">
                                <a16:creationId xmlns:a16="http://schemas.microsoft.com/office/drawing/2014/main" id="{0F436778-113C-4A33-BEDA-E816C2880F3D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469735" y="3719862"/>
                            <a:ext cx="1621763" cy="1644651"/>
                          </a:xfrm>
                          <a:custGeom>
                            <a:avLst/>
                            <a:gdLst>
                              <a:gd name="T0" fmla="*/ 332 w 334"/>
                              <a:gd name="T1" fmla="*/ 45 h 368"/>
                              <a:gd name="T2" fmla="*/ 295 w 334"/>
                              <a:gd name="T3" fmla="*/ 24 h 368"/>
                              <a:gd name="T4" fmla="*/ 145 w 334"/>
                              <a:gd name="T5" fmla="*/ 24 h 368"/>
                              <a:gd name="T6" fmla="*/ 39 w 334"/>
                              <a:gd name="T7" fmla="*/ 130 h 368"/>
                              <a:gd name="T8" fmla="*/ 107 w 334"/>
                              <a:gd name="T9" fmla="*/ 365 h 368"/>
                              <a:gd name="T10" fmla="*/ 105 w 334"/>
                              <a:gd name="T11" fmla="*/ 368 h 368"/>
                              <a:gd name="T12" fmla="*/ 35 w 334"/>
                              <a:gd name="T13" fmla="*/ 128 h 368"/>
                              <a:gd name="T14" fmla="*/ 144 w 334"/>
                              <a:gd name="T15" fmla="*/ 20 h 368"/>
                              <a:gd name="T16" fmla="*/ 296 w 334"/>
                              <a:gd name="T17" fmla="*/ 21 h 368"/>
                              <a:gd name="T18" fmla="*/ 334 w 334"/>
                              <a:gd name="T19" fmla="*/ 41 h 368"/>
                              <a:gd name="T20" fmla="*/ 332 w 334"/>
                              <a:gd name="T21" fmla="*/ 45 h 36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4" h="368">
                                <a:moveTo>
                                  <a:pt x="332" y="45"/>
                                </a:moveTo>
                                <a:cubicBezTo>
                                  <a:pt x="320" y="36"/>
                                  <a:pt x="308" y="30"/>
                                  <a:pt x="295" y="24"/>
                                </a:cubicBezTo>
                                <a:cubicBezTo>
                                  <a:pt x="247" y="4"/>
                                  <a:pt x="193" y="4"/>
                                  <a:pt x="145" y="24"/>
                                </a:cubicBezTo>
                                <a:cubicBezTo>
                                  <a:pt x="97" y="44"/>
                                  <a:pt x="59" y="81"/>
                                  <a:pt x="39" y="130"/>
                                </a:cubicBezTo>
                                <a:cubicBezTo>
                                  <a:pt x="4" y="214"/>
                                  <a:pt x="33" y="313"/>
                                  <a:pt x="107" y="365"/>
                                </a:cubicBezTo>
                                <a:cubicBezTo>
                                  <a:pt x="105" y="368"/>
                                  <a:pt x="105" y="368"/>
                                  <a:pt x="105" y="368"/>
                                </a:cubicBezTo>
                                <a:cubicBezTo>
                                  <a:pt x="29" y="315"/>
                                  <a:pt x="0" y="214"/>
                                  <a:pt x="35" y="128"/>
                                </a:cubicBezTo>
                                <a:cubicBezTo>
                                  <a:pt x="56" y="79"/>
                                  <a:pt x="94" y="41"/>
                                  <a:pt x="144" y="20"/>
                                </a:cubicBezTo>
                                <a:cubicBezTo>
                                  <a:pt x="193" y="0"/>
                                  <a:pt x="247" y="0"/>
                                  <a:pt x="296" y="21"/>
                                </a:cubicBezTo>
                                <a:cubicBezTo>
                                  <a:pt x="310" y="26"/>
                                  <a:pt x="322" y="33"/>
                                  <a:pt x="334" y="41"/>
                                </a:cubicBezTo>
                                <a:lnTo>
                                  <a:pt x="332" y="4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41" name="Freeform 19">
                            <a:extLst>
                              <a:ext uri="{FF2B5EF4-FFF2-40B4-BE49-F238E27FC236}">
                                <a16:creationId xmlns:a16="http://schemas.microsoft.com/office/drawing/2014/main" id="{3E4E509A-CF05-44E6-A97C-839EF42289AE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517889" y="3750024"/>
                            <a:ext cx="1623482" cy="1651001"/>
                          </a:xfrm>
                          <a:custGeom>
                            <a:avLst/>
                            <a:gdLst>
                              <a:gd name="T0" fmla="*/ 332 w 334"/>
                              <a:gd name="T1" fmla="*/ 45 h 369"/>
                              <a:gd name="T2" fmla="*/ 295 w 334"/>
                              <a:gd name="T3" fmla="*/ 25 h 369"/>
                              <a:gd name="T4" fmla="*/ 145 w 334"/>
                              <a:gd name="T5" fmla="*/ 24 h 369"/>
                              <a:gd name="T6" fmla="*/ 39 w 334"/>
                              <a:gd name="T7" fmla="*/ 130 h 369"/>
                              <a:gd name="T8" fmla="*/ 108 w 334"/>
                              <a:gd name="T9" fmla="*/ 365 h 369"/>
                              <a:gd name="T10" fmla="*/ 106 w 334"/>
                              <a:gd name="T11" fmla="*/ 369 h 369"/>
                              <a:gd name="T12" fmla="*/ 36 w 334"/>
                              <a:gd name="T13" fmla="*/ 128 h 369"/>
                              <a:gd name="T14" fmla="*/ 144 w 334"/>
                              <a:gd name="T15" fmla="*/ 21 h 369"/>
                              <a:gd name="T16" fmla="*/ 297 w 334"/>
                              <a:gd name="T17" fmla="*/ 21 h 369"/>
                              <a:gd name="T18" fmla="*/ 334 w 334"/>
                              <a:gd name="T19" fmla="*/ 42 h 369"/>
                              <a:gd name="T20" fmla="*/ 332 w 334"/>
                              <a:gd name="T21" fmla="*/ 45 h 36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4" h="369">
                                <a:moveTo>
                                  <a:pt x="332" y="45"/>
                                </a:moveTo>
                                <a:cubicBezTo>
                                  <a:pt x="321" y="37"/>
                                  <a:pt x="308" y="30"/>
                                  <a:pt x="295" y="25"/>
                                </a:cubicBezTo>
                                <a:cubicBezTo>
                                  <a:pt x="247" y="4"/>
                                  <a:pt x="194" y="4"/>
                                  <a:pt x="145" y="24"/>
                                </a:cubicBezTo>
                                <a:cubicBezTo>
                                  <a:pt x="97" y="44"/>
                                  <a:pt x="60" y="82"/>
                                  <a:pt x="39" y="130"/>
                                </a:cubicBezTo>
                                <a:cubicBezTo>
                                  <a:pt x="4" y="214"/>
                                  <a:pt x="33" y="313"/>
                                  <a:pt x="108" y="365"/>
                                </a:cubicBezTo>
                                <a:cubicBezTo>
                                  <a:pt x="106" y="369"/>
                                  <a:pt x="106" y="369"/>
                                  <a:pt x="106" y="369"/>
                                </a:cubicBezTo>
                                <a:cubicBezTo>
                                  <a:pt x="29" y="315"/>
                                  <a:pt x="0" y="214"/>
                                  <a:pt x="36" y="128"/>
                                </a:cubicBezTo>
                                <a:cubicBezTo>
                                  <a:pt x="56" y="79"/>
                                  <a:pt x="95" y="41"/>
                                  <a:pt x="144" y="21"/>
                                </a:cubicBezTo>
                                <a:cubicBezTo>
                                  <a:pt x="193" y="0"/>
                                  <a:pt x="248" y="0"/>
                                  <a:pt x="297" y="21"/>
                                </a:cubicBezTo>
                                <a:cubicBezTo>
                                  <a:pt x="310" y="26"/>
                                  <a:pt x="323" y="33"/>
                                  <a:pt x="334" y="42"/>
                                </a:cubicBezTo>
                                <a:lnTo>
                                  <a:pt x="332" y="4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42" name="Freeform 20">
                            <a:extLst>
                              <a:ext uri="{FF2B5EF4-FFF2-40B4-BE49-F238E27FC236}">
                                <a16:creationId xmlns:a16="http://schemas.microsoft.com/office/drawing/2014/main" id="{8A711EC5-EDA0-473C-9A27-C6C5FFDE6B57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566044" y="3786537"/>
                            <a:ext cx="1628642" cy="1644651"/>
                          </a:xfrm>
                          <a:custGeom>
                            <a:avLst/>
                            <a:gdLst>
                              <a:gd name="T0" fmla="*/ 333 w 335"/>
                              <a:gd name="T1" fmla="*/ 44 h 368"/>
                              <a:gd name="T2" fmla="*/ 296 w 335"/>
                              <a:gd name="T3" fmla="*/ 24 h 368"/>
                              <a:gd name="T4" fmla="*/ 146 w 335"/>
                              <a:gd name="T5" fmla="*/ 24 h 368"/>
                              <a:gd name="T6" fmla="*/ 40 w 335"/>
                              <a:gd name="T7" fmla="*/ 129 h 368"/>
                              <a:gd name="T8" fmla="*/ 108 w 335"/>
                              <a:gd name="T9" fmla="*/ 365 h 368"/>
                              <a:gd name="T10" fmla="*/ 106 w 335"/>
                              <a:gd name="T11" fmla="*/ 368 h 368"/>
                              <a:gd name="T12" fmla="*/ 36 w 335"/>
                              <a:gd name="T13" fmla="*/ 128 h 368"/>
                              <a:gd name="T14" fmla="*/ 144 w 335"/>
                              <a:gd name="T15" fmla="*/ 20 h 368"/>
                              <a:gd name="T16" fmla="*/ 297 w 335"/>
                              <a:gd name="T17" fmla="*/ 20 h 368"/>
                              <a:gd name="T18" fmla="*/ 335 w 335"/>
                              <a:gd name="T19" fmla="*/ 41 h 368"/>
                              <a:gd name="T20" fmla="*/ 333 w 335"/>
                              <a:gd name="T21" fmla="*/ 44 h 36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5" h="368">
                                <a:moveTo>
                                  <a:pt x="333" y="44"/>
                                </a:moveTo>
                                <a:cubicBezTo>
                                  <a:pt x="321" y="36"/>
                                  <a:pt x="309" y="29"/>
                                  <a:pt x="296" y="24"/>
                                </a:cubicBezTo>
                                <a:cubicBezTo>
                                  <a:pt x="247" y="4"/>
                                  <a:pt x="194" y="4"/>
                                  <a:pt x="146" y="24"/>
                                </a:cubicBezTo>
                                <a:cubicBezTo>
                                  <a:pt x="98" y="43"/>
                                  <a:pt x="60" y="81"/>
                                  <a:pt x="40" y="129"/>
                                </a:cubicBezTo>
                                <a:cubicBezTo>
                                  <a:pt x="5" y="214"/>
                                  <a:pt x="34" y="313"/>
                                  <a:pt x="108" y="365"/>
                                </a:cubicBezTo>
                                <a:cubicBezTo>
                                  <a:pt x="106" y="368"/>
                                  <a:pt x="106" y="368"/>
                                  <a:pt x="106" y="368"/>
                                </a:cubicBezTo>
                                <a:cubicBezTo>
                                  <a:pt x="30" y="315"/>
                                  <a:pt x="0" y="214"/>
                                  <a:pt x="36" y="128"/>
                                </a:cubicBezTo>
                                <a:cubicBezTo>
                                  <a:pt x="57" y="78"/>
                                  <a:pt x="95" y="40"/>
                                  <a:pt x="144" y="20"/>
                                </a:cubicBezTo>
                                <a:cubicBezTo>
                                  <a:pt x="194" y="0"/>
                                  <a:pt x="248" y="0"/>
                                  <a:pt x="297" y="20"/>
                                </a:cubicBezTo>
                                <a:cubicBezTo>
                                  <a:pt x="310" y="26"/>
                                  <a:pt x="323" y="33"/>
                                  <a:pt x="335" y="41"/>
                                </a:cubicBezTo>
                                <a:lnTo>
                                  <a:pt x="333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43" name="Freeform 23">
                            <a:extLst>
                              <a:ext uri="{FF2B5EF4-FFF2-40B4-BE49-F238E27FC236}">
                                <a16:creationId xmlns:a16="http://schemas.microsoft.com/office/drawing/2014/main" id="{CEDCB094-0BA2-42C5-B2AB-5E068E95F1D2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722545" y="3880199"/>
                            <a:ext cx="1621763" cy="1649414"/>
                          </a:xfrm>
                          <a:custGeom>
                            <a:avLst/>
                            <a:gdLst>
                              <a:gd name="T0" fmla="*/ 332 w 334"/>
                              <a:gd name="T1" fmla="*/ 45 h 369"/>
                              <a:gd name="T2" fmla="*/ 295 w 334"/>
                              <a:gd name="T3" fmla="*/ 25 h 369"/>
                              <a:gd name="T4" fmla="*/ 145 w 334"/>
                              <a:gd name="T5" fmla="*/ 24 h 369"/>
                              <a:gd name="T6" fmla="*/ 39 w 334"/>
                              <a:gd name="T7" fmla="*/ 130 h 369"/>
                              <a:gd name="T8" fmla="*/ 108 w 334"/>
                              <a:gd name="T9" fmla="*/ 366 h 369"/>
                              <a:gd name="T10" fmla="*/ 105 w 334"/>
                              <a:gd name="T11" fmla="*/ 369 h 369"/>
                              <a:gd name="T12" fmla="*/ 36 w 334"/>
                              <a:gd name="T13" fmla="*/ 129 h 369"/>
                              <a:gd name="T14" fmla="*/ 144 w 334"/>
                              <a:gd name="T15" fmla="*/ 21 h 369"/>
                              <a:gd name="T16" fmla="*/ 297 w 334"/>
                              <a:gd name="T17" fmla="*/ 21 h 369"/>
                              <a:gd name="T18" fmla="*/ 334 w 334"/>
                              <a:gd name="T19" fmla="*/ 42 h 369"/>
                              <a:gd name="T20" fmla="*/ 332 w 334"/>
                              <a:gd name="T21" fmla="*/ 45 h 36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4" h="369">
                                <a:moveTo>
                                  <a:pt x="332" y="45"/>
                                </a:moveTo>
                                <a:cubicBezTo>
                                  <a:pt x="320" y="37"/>
                                  <a:pt x="308" y="30"/>
                                  <a:pt x="295" y="25"/>
                                </a:cubicBezTo>
                                <a:cubicBezTo>
                                  <a:pt x="247" y="5"/>
                                  <a:pt x="194" y="5"/>
                                  <a:pt x="145" y="24"/>
                                </a:cubicBezTo>
                                <a:cubicBezTo>
                                  <a:pt x="97" y="44"/>
                                  <a:pt x="59" y="82"/>
                                  <a:pt x="39" y="130"/>
                                </a:cubicBezTo>
                                <a:cubicBezTo>
                                  <a:pt x="4" y="214"/>
                                  <a:pt x="33" y="313"/>
                                  <a:pt x="108" y="366"/>
                                </a:cubicBezTo>
                                <a:cubicBezTo>
                                  <a:pt x="105" y="369"/>
                                  <a:pt x="105" y="369"/>
                                  <a:pt x="105" y="369"/>
                                </a:cubicBezTo>
                                <a:cubicBezTo>
                                  <a:pt x="29" y="316"/>
                                  <a:pt x="0" y="215"/>
                                  <a:pt x="36" y="129"/>
                                </a:cubicBezTo>
                                <a:cubicBezTo>
                                  <a:pt x="56" y="79"/>
                                  <a:pt x="94" y="41"/>
                                  <a:pt x="144" y="21"/>
                                </a:cubicBezTo>
                                <a:cubicBezTo>
                                  <a:pt x="193" y="0"/>
                                  <a:pt x="247" y="1"/>
                                  <a:pt x="297" y="21"/>
                                </a:cubicBezTo>
                                <a:cubicBezTo>
                                  <a:pt x="310" y="27"/>
                                  <a:pt x="323" y="34"/>
                                  <a:pt x="334" y="42"/>
                                </a:cubicBezTo>
                                <a:lnTo>
                                  <a:pt x="332" y="4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44" name="Freeform 24">
                            <a:extLst>
                              <a:ext uri="{FF2B5EF4-FFF2-40B4-BE49-F238E27FC236}">
                                <a16:creationId xmlns:a16="http://schemas.microsoft.com/office/drawing/2014/main" id="{033B3935-5886-4C1C-8B15-50C8EDA1F2A4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770699" y="3915124"/>
                            <a:ext cx="1626922" cy="1646239"/>
                          </a:xfrm>
                          <a:custGeom>
                            <a:avLst/>
                            <a:gdLst>
                              <a:gd name="T0" fmla="*/ 332 w 335"/>
                              <a:gd name="T1" fmla="*/ 44 h 368"/>
                              <a:gd name="T2" fmla="*/ 295 w 335"/>
                              <a:gd name="T3" fmla="*/ 24 h 368"/>
                              <a:gd name="T4" fmla="*/ 146 w 335"/>
                              <a:gd name="T5" fmla="*/ 24 h 368"/>
                              <a:gd name="T6" fmla="*/ 40 w 335"/>
                              <a:gd name="T7" fmla="*/ 129 h 368"/>
                              <a:gd name="T8" fmla="*/ 108 w 335"/>
                              <a:gd name="T9" fmla="*/ 365 h 368"/>
                              <a:gd name="T10" fmla="*/ 106 w 335"/>
                              <a:gd name="T11" fmla="*/ 368 h 368"/>
                              <a:gd name="T12" fmla="*/ 36 w 335"/>
                              <a:gd name="T13" fmla="*/ 128 h 368"/>
                              <a:gd name="T14" fmla="*/ 144 w 335"/>
                              <a:gd name="T15" fmla="*/ 20 h 368"/>
                              <a:gd name="T16" fmla="*/ 297 w 335"/>
                              <a:gd name="T17" fmla="*/ 20 h 368"/>
                              <a:gd name="T18" fmla="*/ 335 w 335"/>
                              <a:gd name="T19" fmla="*/ 41 h 368"/>
                              <a:gd name="T20" fmla="*/ 332 w 335"/>
                              <a:gd name="T21" fmla="*/ 44 h 36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5" h="368">
                                <a:moveTo>
                                  <a:pt x="332" y="44"/>
                                </a:moveTo>
                                <a:cubicBezTo>
                                  <a:pt x="321" y="36"/>
                                  <a:pt x="308" y="29"/>
                                  <a:pt x="295" y="24"/>
                                </a:cubicBezTo>
                                <a:cubicBezTo>
                                  <a:pt x="247" y="4"/>
                                  <a:pt x="194" y="4"/>
                                  <a:pt x="146" y="24"/>
                                </a:cubicBezTo>
                                <a:cubicBezTo>
                                  <a:pt x="97" y="44"/>
                                  <a:pt x="60" y="81"/>
                                  <a:pt x="40" y="129"/>
                                </a:cubicBezTo>
                                <a:cubicBezTo>
                                  <a:pt x="5" y="214"/>
                                  <a:pt x="33" y="313"/>
                                  <a:pt x="108" y="365"/>
                                </a:cubicBezTo>
                                <a:cubicBezTo>
                                  <a:pt x="106" y="368"/>
                                  <a:pt x="106" y="368"/>
                                  <a:pt x="106" y="368"/>
                                </a:cubicBezTo>
                                <a:cubicBezTo>
                                  <a:pt x="30" y="315"/>
                                  <a:pt x="0" y="214"/>
                                  <a:pt x="36" y="128"/>
                                </a:cubicBezTo>
                                <a:cubicBezTo>
                                  <a:pt x="56" y="79"/>
                                  <a:pt x="95" y="40"/>
                                  <a:pt x="144" y="20"/>
                                </a:cubicBezTo>
                                <a:cubicBezTo>
                                  <a:pt x="193" y="0"/>
                                  <a:pt x="248" y="0"/>
                                  <a:pt x="297" y="20"/>
                                </a:cubicBezTo>
                                <a:cubicBezTo>
                                  <a:pt x="310" y="26"/>
                                  <a:pt x="323" y="33"/>
                                  <a:pt x="335" y="41"/>
                                </a:cubicBezTo>
                                <a:lnTo>
                                  <a:pt x="332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45" name="Freeform 25">
                            <a:extLst>
                              <a:ext uri="{FF2B5EF4-FFF2-40B4-BE49-F238E27FC236}">
                                <a16:creationId xmlns:a16="http://schemas.microsoft.com/office/drawing/2014/main" id="{A78938F4-2077-4606-A027-17900450A17A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824012" y="3946874"/>
                            <a:ext cx="1623482" cy="1646239"/>
                          </a:xfrm>
                          <a:custGeom>
                            <a:avLst/>
                            <a:gdLst>
                              <a:gd name="T0" fmla="*/ 332 w 334"/>
                              <a:gd name="T1" fmla="*/ 45 h 368"/>
                              <a:gd name="T2" fmla="*/ 295 w 334"/>
                              <a:gd name="T3" fmla="*/ 24 h 368"/>
                              <a:gd name="T4" fmla="*/ 145 w 334"/>
                              <a:gd name="T5" fmla="*/ 24 h 368"/>
                              <a:gd name="T6" fmla="*/ 39 w 334"/>
                              <a:gd name="T7" fmla="*/ 130 h 368"/>
                              <a:gd name="T8" fmla="*/ 108 w 334"/>
                              <a:gd name="T9" fmla="*/ 365 h 368"/>
                              <a:gd name="T10" fmla="*/ 105 w 334"/>
                              <a:gd name="T11" fmla="*/ 368 h 368"/>
                              <a:gd name="T12" fmla="*/ 35 w 334"/>
                              <a:gd name="T13" fmla="*/ 128 h 368"/>
                              <a:gd name="T14" fmla="*/ 144 w 334"/>
                              <a:gd name="T15" fmla="*/ 20 h 368"/>
                              <a:gd name="T16" fmla="*/ 296 w 334"/>
                              <a:gd name="T17" fmla="*/ 21 h 368"/>
                              <a:gd name="T18" fmla="*/ 334 w 334"/>
                              <a:gd name="T19" fmla="*/ 41 h 368"/>
                              <a:gd name="T20" fmla="*/ 332 w 334"/>
                              <a:gd name="T21" fmla="*/ 45 h 36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4" h="368">
                                <a:moveTo>
                                  <a:pt x="332" y="45"/>
                                </a:moveTo>
                                <a:cubicBezTo>
                                  <a:pt x="320" y="37"/>
                                  <a:pt x="308" y="30"/>
                                  <a:pt x="295" y="24"/>
                                </a:cubicBezTo>
                                <a:cubicBezTo>
                                  <a:pt x="247" y="4"/>
                                  <a:pt x="193" y="4"/>
                                  <a:pt x="145" y="24"/>
                                </a:cubicBezTo>
                                <a:cubicBezTo>
                                  <a:pt x="97" y="44"/>
                                  <a:pt x="59" y="81"/>
                                  <a:pt x="39" y="130"/>
                                </a:cubicBezTo>
                                <a:cubicBezTo>
                                  <a:pt x="4" y="214"/>
                                  <a:pt x="33" y="313"/>
                                  <a:pt x="108" y="365"/>
                                </a:cubicBezTo>
                                <a:cubicBezTo>
                                  <a:pt x="105" y="368"/>
                                  <a:pt x="105" y="368"/>
                                  <a:pt x="105" y="368"/>
                                </a:cubicBezTo>
                                <a:cubicBezTo>
                                  <a:pt x="29" y="315"/>
                                  <a:pt x="0" y="214"/>
                                  <a:pt x="35" y="128"/>
                                </a:cubicBezTo>
                                <a:cubicBezTo>
                                  <a:pt x="56" y="79"/>
                                  <a:pt x="94" y="41"/>
                                  <a:pt x="144" y="20"/>
                                </a:cubicBezTo>
                                <a:cubicBezTo>
                                  <a:pt x="193" y="0"/>
                                  <a:pt x="247" y="0"/>
                                  <a:pt x="296" y="21"/>
                                </a:cubicBezTo>
                                <a:cubicBezTo>
                                  <a:pt x="310" y="26"/>
                                  <a:pt x="322" y="33"/>
                                  <a:pt x="334" y="41"/>
                                </a:cubicBezTo>
                                <a:lnTo>
                                  <a:pt x="332" y="4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46" name="Freeform 26">
                            <a:extLst>
                              <a:ext uri="{FF2B5EF4-FFF2-40B4-BE49-F238E27FC236}">
                                <a16:creationId xmlns:a16="http://schemas.microsoft.com/office/drawing/2014/main" id="{D8B69350-4BAD-46C8-B7AA-23DFCFCF9A8E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872166" y="3978624"/>
                            <a:ext cx="1628642" cy="1649414"/>
                          </a:xfrm>
                          <a:custGeom>
                            <a:avLst/>
                            <a:gdLst>
                              <a:gd name="T0" fmla="*/ 332 w 335"/>
                              <a:gd name="T1" fmla="*/ 45 h 369"/>
                              <a:gd name="T2" fmla="*/ 295 w 335"/>
                              <a:gd name="T3" fmla="*/ 25 h 369"/>
                              <a:gd name="T4" fmla="*/ 146 w 335"/>
                              <a:gd name="T5" fmla="*/ 24 h 369"/>
                              <a:gd name="T6" fmla="*/ 40 w 335"/>
                              <a:gd name="T7" fmla="*/ 130 h 369"/>
                              <a:gd name="T8" fmla="*/ 108 w 335"/>
                              <a:gd name="T9" fmla="*/ 365 h 369"/>
                              <a:gd name="T10" fmla="*/ 106 w 335"/>
                              <a:gd name="T11" fmla="*/ 369 h 369"/>
                              <a:gd name="T12" fmla="*/ 36 w 335"/>
                              <a:gd name="T13" fmla="*/ 128 h 369"/>
                              <a:gd name="T14" fmla="*/ 144 w 335"/>
                              <a:gd name="T15" fmla="*/ 21 h 369"/>
                              <a:gd name="T16" fmla="*/ 297 w 335"/>
                              <a:gd name="T17" fmla="*/ 21 h 369"/>
                              <a:gd name="T18" fmla="*/ 335 w 335"/>
                              <a:gd name="T19" fmla="*/ 42 h 369"/>
                              <a:gd name="T20" fmla="*/ 332 w 335"/>
                              <a:gd name="T21" fmla="*/ 45 h 36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5" h="369">
                                <a:moveTo>
                                  <a:pt x="332" y="45"/>
                                </a:moveTo>
                                <a:cubicBezTo>
                                  <a:pt x="321" y="37"/>
                                  <a:pt x="308" y="30"/>
                                  <a:pt x="295" y="25"/>
                                </a:cubicBezTo>
                                <a:cubicBezTo>
                                  <a:pt x="247" y="5"/>
                                  <a:pt x="194" y="4"/>
                                  <a:pt x="146" y="24"/>
                                </a:cubicBezTo>
                                <a:cubicBezTo>
                                  <a:pt x="97" y="44"/>
                                  <a:pt x="60" y="82"/>
                                  <a:pt x="40" y="130"/>
                                </a:cubicBezTo>
                                <a:cubicBezTo>
                                  <a:pt x="5" y="214"/>
                                  <a:pt x="33" y="313"/>
                                  <a:pt x="108" y="365"/>
                                </a:cubicBezTo>
                                <a:cubicBezTo>
                                  <a:pt x="106" y="369"/>
                                  <a:pt x="106" y="369"/>
                                  <a:pt x="106" y="369"/>
                                </a:cubicBezTo>
                                <a:cubicBezTo>
                                  <a:pt x="29" y="315"/>
                                  <a:pt x="0" y="214"/>
                                  <a:pt x="36" y="128"/>
                                </a:cubicBezTo>
                                <a:cubicBezTo>
                                  <a:pt x="56" y="79"/>
                                  <a:pt x="95" y="41"/>
                                  <a:pt x="144" y="21"/>
                                </a:cubicBezTo>
                                <a:cubicBezTo>
                                  <a:pt x="193" y="0"/>
                                  <a:pt x="248" y="0"/>
                                  <a:pt x="297" y="21"/>
                                </a:cubicBezTo>
                                <a:cubicBezTo>
                                  <a:pt x="310" y="26"/>
                                  <a:pt x="323" y="33"/>
                                  <a:pt x="335" y="42"/>
                                </a:cubicBezTo>
                                <a:lnTo>
                                  <a:pt x="332" y="4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47" name="Freeform 27">
                            <a:extLst>
                              <a:ext uri="{FF2B5EF4-FFF2-40B4-BE49-F238E27FC236}">
                                <a16:creationId xmlns:a16="http://schemas.microsoft.com/office/drawing/2014/main" id="{6487CEBE-8F1B-4179-B3B1-6360EDC4C4C4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925480" y="4013549"/>
                            <a:ext cx="1623482" cy="1646239"/>
                          </a:xfrm>
                          <a:custGeom>
                            <a:avLst/>
                            <a:gdLst>
                              <a:gd name="T0" fmla="*/ 332 w 334"/>
                              <a:gd name="T1" fmla="*/ 44 h 368"/>
                              <a:gd name="T2" fmla="*/ 295 w 334"/>
                              <a:gd name="T3" fmla="*/ 24 h 368"/>
                              <a:gd name="T4" fmla="*/ 145 w 334"/>
                              <a:gd name="T5" fmla="*/ 24 h 368"/>
                              <a:gd name="T6" fmla="*/ 39 w 334"/>
                              <a:gd name="T7" fmla="*/ 129 h 368"/>
                              <a:gd name="T8" fmla="*/ 107 w 334"/>
                              <a:gd name="T9" fmla="*/ 365 h 368"/>
                              <a:gd name="T10" fmla="*/ 105 w 334"/>
                              <a:gd name="T11" fmla="*/ 368 h 368"/>
                              <a:gd name="T12" fmla="*/ 35 w 334"/>
                              <a:gd name="T13" fmla="*/ 128 h 368"/>
                              <a:gd name="T14" fmla="*/ 144 w 334"/>
                              <a:gd name="T15" fmla="*/ 20 h 368"/>
                              <a:gd name="T16" fmla="*/ 296 w 334"/>
                              <a:gd name="T17" fmla="*/ 20 h 368"/>
                              <a:gd name="T18" fmla="*/ 334 w 334"/>
                              <a:gd name="T19" fmla="*/ 41 h 368"/>
                              <a:gd name="T20" fmla="*/ 332 w 334"/>
                              <a:gd name="T21" fmla="*/ 44 h 36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4" h="368">
                                <a:moveTo>
                                  <a:pt x="332" y="44"/>
                                </a:moveTo>
                                <a:cubicBezTo>
                                  <a:pt x="320" y="36"/>
                                  <a:pt x="308" y="29"/>
                                  <a:pt x="295" y="24"/>
                                </a:cubicBezTo>
                                <a:cubicBezTo>
                                  <a:pt x="247" y="4"/>
                                  <a:pt x="193" y="4"/>
                                  <a:pt x="145" y="24"/>
                                </a:cubicBezTo>
                                <a:cubicBezTo>
                                  <a:pt x="97" y="44"/>
                                  <a:pt x="59" y="81"/>
                                  <a:pt x="39" y="129"/>
                                </a:cubicBezTo>
                                <a:cubicBezTo>
                                  <a:pt x="4" y="214"/>
                                  <a:pt x="33" y="313"/>
                                  <a:pt x="107" y="365"/>
                                </a:cubicBezTo>
                                <a:cubicBezTo>
                                  <a:pt x="105" y="368"/>
                                  <a:pt x="105" y="368"/>
                                  <a:pt x="105" y="368"/>
                                </a:cubicBezTo>
                                <a:cubicBezTo>
                                  <a:pt x="29" y="315"/>
                                  <a:pt x="0" y="214"/>
                                  <a:pt x="35" y="128"/>
                                </a:cubicBezTo>
                                <a:cubicBezTo>
                                  <a:pt x="56" y="79"/>
                                  <a:pt x="94" y="40"/>
                                  <a:pt x="144" y="20"/>
                                </a:cubicBezTo>
                                <a:cubicBezTo>
                                  <a:pt x="193" y="0"/>
                                  <a:pt x="247" y="0"/>
                                  <a:pt x="296" y="20"/>
                                </a:cubicBezTo>
                                <a:cubicBezTo>
                                  <a:pt x="310" y="26"/>
                                  <a:pt x="322" y="33"/>
                                  <a:pt x="334" y="41"/>
                                </a:cubicBezTo>
                                <a:lnTo>
                                  <a:pt x="332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48" name="Freeform 28">
                            <a:extLst>
                              <a:ext uri="{FF2B5EF4-FFF2-40B4-BE49-F238E27FC236}">
                                <a16:creationId xmlns:a16="http://schemas.microsoft.com/office/drawing/2014/main" id="{44AB8FC4-9839-49D5-93A5-513BAA6D9698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366548" y="3651599"/>
                            <a:ext cx="1623482" cy="1651001"/>
                          </a:xfrm>
                          <a:custGeom>
                            <a:avLst/>
                            <a:gdLst>
                              <a:gd name="T0" fmla="*/ 332 w 334"/>
                              <a:gd name="T1" fmla="*/ 45 h 369"/>
                              <a:gd name="T2" fmla="*/ 295 w 334"/>
                              <a:gd name="T3" fmla="*/ 25 h 369"/>
                              <a:gd name="T4" fmla="*/ 145 w 334"/>
                              <a:gd name="T5" fmla="*/ 24 h 369"/>
                              <a:gd name="T6" fmla="*/ 39 w 334"/>
                              <a:gd name="T7" fmla="*/ 130 h 369"/>
                              <a:gd name="T8" fmla="*/ 108 w 334"/>
                              <a:gd name="T9" fmla="*/ 366 h 369"/>
                              <a:gd name="T10" fmla="*/ 105 w 334"/>
                              <a:gd name="T11" fmla="*/ 369 h 369"/>
                              <a:gd name="T12" fmla="*/ 35 w 334"/>
                              <a:gd name="T13" fmla="*/ 129 h 369"/>
                              <a:gd name="T14" fmla="*/ 144 w 334"/>
                              <a:gd name="T15" fmla="*/ 21 h 369"/>
                              <a:gd name="T16" fmla="*/ 296 w 334"/>
                              <a:gd name="T17" fmla="*/ 21 h 369"/>
                              <a:gd name="T18" fmla="*/ 334 w 334"/>
                              <a:gd name="T19" fmla="*/ 42 h 369"/>
                              <a:gd name="T20" fmla="*/ 332 w 334"/>
                              <a:gd name="T21" fmla="*/ 45 h 36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4" h="369">
                                <a:moveTo>
                                  <a:pt x="332" y="45"/>
                                </a:moveTo>
                                <a:cubicBezTo>
                                  <a:pt x="320" y="37"/>
                                  <a:pt x="308" y="30"/>
                                  <a:pt x="295" y="25"/>
                                </a:cubicBezTo>
                                <a:cubicBezTo>
                                  <a:pt x="247" y="5"/>
                                  <a:pt x="193" y="4"/>
                                  <a:pt x="145" y="24"/>
                                </a:cubicBezTo>
                                <a:cubicBezTo>
                                  <a:pt x="97" y="44"/>
                                  <a:pt x="59" y="82"/>
                                  <a:pt x="39" y="130"/>
                                </a:cubicBezTo>
                                <a:cubicBezTo>
                                  <a:pt x="4" y="214"/>
                                  <a:pt x="33" y="313"/>
                                  <a:pt x="108" y="366"/>
                                </a:cubicBezTo>
                                <a:cubicBezTo>
                                  <a:pt x="105" y="369"/>
                                  <a:pt x="105" y="369"/>
                                  <a:pt x="105" y="369"/>
                                </a:cubicBezTo>
                                <a:cubicBezTo>
                                  <a:pt x="29" y="316"/>
                                  <a:pt x="0" y="215"/>
                                  <a:pt x="35" y="129"/>
                                </a:cubicBezTo>
                                <a:cubicBezTo>
                                  <a:pt x="56" y="79"/>
                                  <a:pt x="94" y="41"/>
                                  <a:pt x="144" y="21"/>
                                </a:cubicBezTo>
                                <a:cubicBezTo>
                                  <a:pt x="193" y="0"/>
                                  <a:pt x="247" y="0"/>
                                  <a:pt x="296" y="21"/>
                                </a:cubicBezTo>
                                <a:cubicBezTo>
                                  <a:pt x="310" y="26"/>
                                  <a:pt x="322" y="33"/>
                                  <a:pt x="334" y="42"/>
                                </a:cubicBezTo>
                                <a:lnTo>
                                  <a:pt x="332" y="4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49" name="Freeform 29">
                            <a:extLst>
                              <a:ext uri="{FF2B5EF4-FFF2-40B4-BE49-F238E27FC236}">
                                <a16:creationId xmlns:a16="http://schemas.microsoft.com/office/drawing/2014/main" id="{76047717-ECCF-46F5-8722-20DBB4AD08EC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265080" y="3589686"/>
                            <a:ext cx="1623482" cy="1644651"/>
                          </a:xfrm>
                          <a:custGeom>
                            <a:avLst/>
                            <a:gdLst>
                              <a:gd name="T0" fmla="*/ 332 w 334"/>
                              <a:gd name="T1" fmla="*/ 44 h 368"/>
                              <a:gd name="T2" fmla="*/ 295 w 334"/>
                              <a:gd name="T3" fmla="*/ 24 h 368"/>
                              <a:gd name="T4" fmla="*/ 145 w 334"/>
                              <a:gd name="T5" fmla="*/ 24 h 368"/>
                              <a:gd name="T6" fmla="*/ 39 w 334"/>
                              <a:gd name="T7" fmla="*/ 129 h 368"/>
                              <a:gd name="T8" fmla="*/ 108 w 334"/>
                              <a:gd name="T9" fmla="*/ 365 h 368"/>
                              <a:gd name="T10" fmla="*/ 105 w 334"/>
                              <a:gd name="T11" fmla="*/ 368 h 368"/>
                              <a:gd name="T12" fmla="*/ 36 w 334"/>
                              <a:gd name="T13" fmla="*/ 128 h 368"/>
                              <a:gd name="T14" fmla="*/ 144 w 334"/>
                              <a:gd name="T15" fmla="*/ 20 h 368"/>
                              <a:gd name="T16" fmla="*/ 296 w 334"/>
                              <a:gd name="T17" fmla="*/ 20 h 368"/>
                              <a:gd name="T18" fmla="*/ 334 w 334"/>
                              <a:gd name="T19" fmla="*/ 41 h 368"/>
                              <a:gd name="T20" fmla="*/ 332 w 334"/>
                              <a:gd name="T21" fmla="*/ 44 h 36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4" h="368">
                                <a:moveTo>
                                  <a:pt x="332" y="44"/>
                                </a:moveTo>
                                <a:cubicBezTo>
                                  <a:pt x="320" y="36"/>
                                  <a:pt x="308" y="29"/>
                                  <a:pt x="295" y="24"/>
                                </a:cubicBezTo>
                                <a:cubicBezTo>
                                  <a:pt x="247" y="4"/>
                                  <a:pt x="194" y="4"/>
                                  <a:pt x="145" y="24"/>
                                </a:cubicBezTo>
                                <a:cubicBezTo>
                                  <a:pt x="97" y="44"/>
                                  <a:pt x="59" y="81"/>
                                  <a:pt x="39" y="129"/>
                                </a:cubicBezTo>
                                <a:cubicBezTo>
                                  <a:pt x="4" y="214"/>
                                  <a:pt x="33" y="313"/>
                                  <a:pt x="108" y="365"/>
                                </a:cubicBezTo>
                                <a:cubicBezTo>
                                  <a:pt x="105" y="368"/>
                                  <a:pt x="105" y="368"/>
                                  <a:pt x="105" y="368"/>
                                </a:cubicBezTo>
                                <a:cubicBezTo>
                                  <a:pt x="29" y="315"/>
                                  <a:pt x="0" y="214"/>
                                  <a:pt x="36" y="128"/>
                                </a:cubicBezTo>
                                <a:cubicBezTo>
                                  <a:pt x="56" y="79"/>
                                  <a:pt x="94" y="40"/>
                                  <a:pt x="144" y="20"/>
                                </a:cubicBezTo>
                                <a:cubicBezTo>
                                  <a:pt x="193" y="0"/>
                                  <a:pt x="247" y="0"/>
                                  <a:pt x="296" y="20"/>
                                </a:cubicBezTo>
                                <a:cubicBezTo>
                                  <a:pt x="310" y="26"/>
                                  <a:pt x="323" y="33"/>
                                  <a:pt x="334" y="41"/>
                                </a:cubicBezTo>
                                <a:lnTo>
                                  <a:pt x="332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50" name="Freeform 30">
                            <a:extLst>
                              <a:ext uri="{FF2B5EF4-FFF2-40B4-BE49-F238E27FC236}">
                                <a16:creationId xmlns:a16="http://schemas.microsoft.com/office/drawing/2014/main" id="{C0D848BA-5484-478F-AD4C-EFC947188B43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313234" y="3621436"/>
                            <a:ext cx="1628642" cy="1649414"/>
                          </a:xfrm>
                          <a:custGeom>
                            <a:avLst/>
                            <a:gdLst>
                              <a:gd name="T0" fmla="*/ 332 w 335"/>
                              <a:gd name="T1" fmla="*/ 45 h 369"/>
                              <a:gd name="T2" fmla="*/ 295 w 335"/>
                              <a:gd name="T3" fmla="*/ 24 h 369"/>
                              <a:gd name="T4" fmla="*/ 146 w 335"/>
                              <a:gd name="T5" fmla="*/ 24 h 369"/>
                              <a:gd name="T6" fmla="*/ 40 w 335"/>
                              <a:gd name="T7" fmla="*/ 130 h 369"/>
                              <a:gd name="T8" fmla="*/ 108 w 335"/>
                              <a:gd name="T9" fmla="*/ 365 h 369"/>
                              <a:gd name="T10" fmla="*/ 106 w 335"/>
                              <a:gd name="T11" fmla="*/ 369 h 369"/>
                              <a:gd name="T12" fmla="*/ 36 w 335"/>
                              <a:gd name="T13" fmla="*/ 128 h 369"/>
                              <a:gd name="T14" fmla="*/ 144 w 335"/>
                              <a:gd name="T15" fmla="*/ 20 h 369"/>
                              <a:gd name="T16" fmla="*/ 297 w 335"/>
                              <a:gd name="T17" fmla="*/ 21 h 369"/>
                              <a:gd name="T18" fmla="*/ 335 w 335"/>
                              <a:gd name="T19" fmla="*/ 41 h 369"/>
                              <a:gd name="T20" fmla="*/ 332 w 335"/>
                              <a:gd name="T21" fmla="*/ 45 h 36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5" h="369">
                                <a:moveTo>
                                  <a:pt x="332" y="45"/>
                                </a:moveTo>
                                <a:cubicBezTo>
                                  <a:pt x="321" y="37"/>
                                  <a:pt x="308" y="30"/>
                                  <a:pt x="295" y="24"/>
                                </a:cubicBezTo>
                                <a:cubicBezTo>
                                  <a:pt x="247" y="4"/>
                                  <a:pt x="194" y="4"/>
                                  <a:pt x="146" y="24"/>
                                </a:cubicBezTo>
                                <a:cubicBezTo>
                                  <a:pt x="97" y="44"/>
                                  <a:pt x="60" y="82"/>
                                  <a:pt x="40" y="130"/>
                                </a:cubicBezTo>
                                <a:cubicBezTo>
                                  <a:pt x="5" y="214"/>
                                  <a:pt x="33" y="313"/>
                                  <a:pt x="108" y="365"/>
                                </a:cubicBezTo>
                                <a:cubicBezTo>
                                  <a:pt x="106" y="369"/>
                                  <a:pt x="106" y="369"/>
                                  <a:pt x="106" y="369"/>
                                </a:cubicBezTo>
                                <a:cubicBezTo>
                                  <a:pt x="30" y="315"/>
                                  <a:pt x="0" y="214"/>
                                  <a:pt x="36" y="128"/>
                                </a:cubicBezTo>
                                <a:cubicBezTo>
                                  <a:pt x="56" y="79"/>
                                  <a:pt x="95" y="41"/>
                                  <a:pt x="144" y="20"/>
                                </a:cubicBezTo>
                                <a:cubicBezTo>
                                  <a:pt x="193" y="0"/>
                                  <a:pt x="248" y="0"/>
                                  <a:pt x="297" y="21"/>
                                </a:cubicBezTo>
                                <a:cubicBezTo>
                                  <a:pt x="310" y="26"/>
                                  <a:pt x="323" y="33"/>
                                  <a:pt x="335" y="41"/>
                                </a:cubicBezTo>
                                <a:lnTo>
                                  <a:pt x="332" y="4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51" name="Freeform 31">
                            <a:extLst>
                              <a:ext uri="{FF2B5EF4-FFF2-40B4-BE49-F238E27FC236}">
                                <a16:creationId xmlns:a16="http://schemas.microsoft.com/office/drawing/2014/main" id="{8FE1F584-0DFB-4367-9DFF-910741ED294A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012271" y="3424586"/>
                            <a:ext cx="1623482" cy="1649414"/>
                          </a:xfrm>
                          <a:custGeom>
                            <a:avLst/>
                            <a:gdLst>
                              <a:gd name="T0" fmla="*/ 332 w 334"/>
                              <a:gd name="T1" fmla="*/ 45 h 369"/>
                              <a:gd name="T2" fmla="*/ 295 w 334"/>
                              <a:gd name="T3" fmla="*/ 25 h 369"/>
                              <a:gd name="T4" fmla="*/ 145 w 334"/>
                              <a:gd name="T5" fmla="*/ 24 h 369"/>
                              <a:gd name="T6" fmla="*/ 39 w 334"/>
                              <a:gd name="T7" fmla="*/ 130 h 369"/>
                              <a:gd name="T8" fmla="*/ 107 w 334"/>
                              <a:gd name="T9" fmla="*/ 365 h 369"/>
                              <a:gd name="T10" fmla="*/ 105 w 334"/>
                              <a:gd name="T11" fmla="*/ 369 h 369"/>
                              <a:gd name="T12" fmla="*/ 35 w 334"/>
                              <a:gd name="T13" fmla="*/ 128 h 369"/>
                              <a:gd name="T14" fmla="*/ 144 w 334"/>
                              <a:gd name="T15" fmla="*/ 21 h 369"/>
                              <a:gd name="T16" fmla="*/ 296 w 334"/>
                              <a:gd name="T17" fmla="*/ 21 h 369"/>
                              <a:gd name="T18" fmla="*/ 334 w 334"/>
                              <a:gd name="T19" fmla="*/ 42 h 369"/>
                              <a:gd name="T20" fmla="*/ 332 w 334"/>
                              <a:gd name="T21" fmla="*/ 45 h 36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4" h="369">
                                <a:moveTo>
                                  <a:pt x="332" y="45"/>
                                </a:moveTo>
                                <a:cubicBezTo>
                                  <a:pt x="320" y="37"/>
                                  <a:pt x="308" y="30"/>
                                  <a:pt x="295" y="25"/>
                                </a:cubicBezTo>
                                <a:cubicBezTo>
                                  <a:pt x="246" y="5"/>
                                  <a:pt x="193" y="4"/>
                                  <a:pt x="145" y="24"/>
                                </a:cubicBezTo>
                                <a:cubicBezTo>
                                  <a:pt x="97" y="44"/>
                                  <a:pt x="59" y="82"/>
                                  <a:pt x="39" y="130"/>
                                </a:cubicBezTo>
                                <a:cubicBezTo>
                                  <a:pt x="4" y="214"/>
                                  <a:pt x="33" y="313"/>
                                  <a:pt x="107" y="365"/>
                                </a:cubicBezTo>
                                <a:cubicBezTo>
                                  <a:pt x="105" y="369"/>
                                  <a:pt x="105" y="369"/>
                                  <a:pt x="105" y="369"/>
                                </a:cubicBezTo>
                                <a:cubicBezTo>
                                  <a:pt x="29" y="316"/>
                                  <a:pt x="0" y="214"/>
                                  <a:pt x="35" y="128"/>
                                </a:cubicBezTo>
                                <a:cubicBezTo>
                                  <a:pt x="56" y="79"/>
                                  <a:pt x="94" y="41"/>
                                  <a:pt x="144" y="21"/>
                                </a:cubicBezTo>
                                <a:cubicBezTo>
                                  <a:pt x="193" y="0"/>
                                  <a:pt x="247" y="0"/>
                                  <a:pt x="296" y="21"/>
                                </a:cubicBezTo>
                                <a:cubicBezTo>
                                  <a:pt x="310" y="26"/>
                                  <a:pt x="322" y="33"/>
                                  <a:pt x="334" y="42"/>
                                </a:cubicBezTo>
                                <a:lnTo>
                                  <a:pt x="332" y="4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52" name="Freeform 32">
                            <a:extLst>
                              <a:ext uri="{FF2B5EF4-FFF2-40B4-BE49-F238E27FC236}">
                                <a16:creationId xmlns:a16="http://schemas.microsoft.com/office/drawing/2014/main" id="{A4F9422C-E3DE-48CE-AD50-947D9CD4746F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060425" y="3459511"/>
                            <a:ext cx="1623482" cy="1646239"/>
                          </a:xfrm>
                          <a:custGeom>
                            <a:avLst/>
                            <a:gdLst>
                              <a:gd name="T0" fmla="*/ 332 w 334"/>
                              <a:gd name="T1" fmla="*/ 44 h 368"/>
                              <a:gd name="T2" fmla="*/ 295 w 334"/>
                              <a:gd name="T3" fmla="*/ 24 h 368"/>
                              <a:gd name="T4" fmla="*/ 145 w 334"/>
                              <a:gd name="T5" fmla="*/ 24 h 368"/>
                              <a:gd name="T6" fmla="*/ 39 w 334"/>
                              <a:gd name="T7" fmla="*/ 129 h 368"/>
                              <a:gd name="T8" fmla="*/ 108 w 334"/>
                              <a:gd name="T9" fmla="*/ 365 h 368"/>
                              <a:gd name="T10" fmla="*/ 106 w 334"/>
                              <a:gd name="T11" fmla="*/ 368 h 368"/>
                              <a:gd name="T12" fmla="*/ 36 w 334"/>
                              <a:gd name="T13" fmla="*/ 128 h 368"/>
                              <a:gd name="T14" fmla="*/ 144 w 334"/>
                              <a:gd name="T15" fmla="*/ 20 h 368"/>
                              <a:gd name="T16" fmla="*/ 297 w 334"/>
                              <a:gd name="T17" fmla="*/ 20 h 368"/>
                              <a:gd name="T18" fmla="*/ 334 w 334"/>
                              <a:gd name="T19" fmla="*/ 41 h 368"/>
                              <a:gd name="T20" fmla="*/ 332 w 334"/>
                              <a:gd name="T21" fmla="*/ 44 h 36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4" h="368">
                                <a:moveTo>
                                  <a:pt x="332" y="44"/>
                                </a:moveTo>
                                <a:cubicBezTo>
                                  <a:pt x="321" y="36"/>
                                  <a:pt x="308" y="29"/>
                                  <a:pt x="295" y="24"/>
                                </a:cubicBezTo>
                                <a:cubicBezTo>
                                  <a:pt x="247" y="4"/>
                                  <a:pt x="194" y="4"/>
                                  <a:pt x="145" y="24"/>
                                </a:cubicBezTo>
                                <a:cubicBezTo>
                                  <a:pt x="97" y="44"/>
                                  <a:pt x="60" y="81"/>
                                  <a:pt x="39" y="129"/>
                                </a:cubicBezTo>
                                <a:cubicBezTo>
                                  <a:pt x="4" y="214"/>
                                  <a:pt x="33" y="313"/>
                                  <a:pt x="108" y="365"/>
                                </a:cubicBezTo>
                                <a:cubicBezTo>
                                  <a:pt x="106" y="368"/>
                                  <a:pt x="106" y="368"/>
                                  <a:pt x="106" y="368"/>
                                </a:cubicBezTo>
                                <a:cubicBezTo>
                                  <a:pt x="29" y="315"/>
                                  <a:pt x="0" y="214"/>
                                  <a:pt x="36" y="128"/>
                                </a:cubicBezTo>
                                <a:cubicBezTo>
                                  <a:pt x="56" y="79"/>
                                  <a:pt x="95" y="40"/>
                                  <a:pt x="144" y="20"/>
                                </a:cubicBezTo>
                                <a:cubicBezTo>
                                  <a:pt x="193" y="0"/>
                                  <a:pt x="247" y="0"/>
                                  <a:pt x="297" y="20"/>
                                </a:cubicBezTo>
                                <a:cubicBezTo>
                                  <a:pt x="310" y="26"/>
                                  <a:pt x="323" y="33"/>
                                  <a:pt x="334" y="41"/>
                                </a:cubicBezTo>
                                <a:lnTo>
                                  <a:pt x="332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53" name="Freeform 34">
                            <a:extLst>
                              <a:ext uri="{FF2B5EF4-FFF2-40B4-BE49-F238E27FC236}">
                                <a16:creationId xmlns:a16="http://schemas.microsoft.com/office/drawing/2014/main" id="{7761369A-0FB4-468B-B983-9E9F95C75C16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163613" y="3523011"/>
                            <a:ext cx="1621763" cy="1649414"/>
                          </a:xfrm>
                          <a:custGeom>
                            <a:avLst/>
                            <a:gdLst>
                              <a:gd name="T0" fmla="*/ 332 w 334"/>
                              <a:gd name="T1" fmla="*/ 45 h 369"/>
                              <a:gd name="T2" fmla="*/ 295 w 334"/>
                              <a:gd name="T3" fmla="*/ 24 h 369"/>
                              <a:gd name="T4" fmla="*/ 145 w 334"/>
                              <a:gd name="T5" fmla="*/ 24 h 369"/>
                              <a:gd name="T6" fmla="*/ 39 w 334"/>
                              <a:gd name="T7" fmla="*/ 130 h 369"/>
                              <a:gd name="T8" fmla="*/ 108 w 334"/>
                              <a:gd name="T9" fmla="*/ 365 h 369"/>
                              <a:gd name="T10" fmla="*/ 105 w 334"/>
                              <a:gd name="T11" fmla="*/ 369 h 369"/>
                              <a:gd name="T12" fmla="*/ 36 w 334"/>
                              <a:gd name="T13" fmla="*/ 128 h 369"/>
                              <a:gd name="T14" fmla="*/ 144 w 334"/>
                              <a:gd name="T15" fmla="*/ 21 h 369"/>
                              <a:gd name="T16" fmla="*/ 297 w 334"/>
                              <a:gd name="T17" fmla="*/ 21 h 369"/>
                              <a:gd name="T18" fmla="*/ 334 w 334"/>
                              <a:gd name="T19" fmla="*/ 41 h 369"/>
                              <a:gd name="T20" fmla="*/ 332 w 334"/>
                              <a:gd name="T21" fmla="*/ 45 h 36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4" h="369">
                                <a:moveTo>
                                  <a:pt x="332" y="45"/>
                                </a:moveTo>
                                <a:cubicBezTo>
                                  <a:pt x="321" y="37"/>
                                  <a:pt x="308" y="30"/>
                                  <a:pt x="295" y="24"/>
                                </a:cubicBezTo>
                                <a:cubicBezTo>
                                  <a:pt x="247" y="4"/>
                                  <a:pt x="194" y="4"/>
                                  <a:pt x="145" y="24"/>
                                </a:cubicBezTo>
                                <a:cubicBezTo>
                                  <a:pt x="97" y="44"/>
                                  <a:pt x="59" y="82"/>
                                  <a:pt x="39" y="130"/>
                                </a:cubicBezTo>
                                <a:cubicBezTo>
                                  <a:pt x="4" y="214"/>
                                  <a:pt x="33" y="313"/>
                                  <a:pt x="108" y="365"/>
                                </a:cubicBezTo>
                                <a:cubicBezTo>
                                  <a:pt x="105" y="369"/>
                                  <a:pt x="105" y="369"/>
                                  <a:pt x="105" y="369"/>
                                </a:cubicBezTo>
                                <a:cubicBezTo>
                                  <a:pt x="29" y="315"/>
                                  <a:pt x="0" y="214"/>
                                  <a:pt x="36" y="128"/>
                                </a:cubicBezTo>
                                <a:cubicBezTo>
                                  <a:pt x="56" y="79"/>
                                  <a:pt x="95" y="41"/>
                                  <a:pt x="144" y="21"/>
                                </a:cubicBezTo>
                                <a:cubicBezTo>
                                  <a:pt x="193" y="0"/>
                                  <a:pt x="247" y="0"/>
                                  <a:pt x="297" y="21"/>
                                </a:cubicBezTo>
                                <a:cubicBezTo>
                                  <a:pt x="310" y="26"/>
                                  <a:pt x="323" y="33"/>
                                  <a:pt x="334" y="41"/>
                                </a:cubicBezTo>
                                <a:lnTo>
                                  <a:pt x="332" y="4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54" name="Freeform 35">
                            <a:extLst>
                              <a:ext uri="{FF2B5EF4-FFF2-40B4-BE49-F238E27FC236}">
                                <a16:creationId xmlns:a16="http://schemas.microsoft.com/office/drawing/2014/main" id="{E95D57F2-8AD7-4F31-AF61-91D82565ACFB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211767" y="3553174"/>
                            <a:ext cx="1628642" cy="1651001"/>
                          </a:xfrm>
                          <a:custGeom>
                            <a:avLst/>
                            <a:gdLst>
                              <a:gd name="T0" fmla="*/ 332 w 335"/>
                              <a:gd name="T1" fmla="*/ 45 h 369"/>
                              <a:gd name="T2" fmla="*/ 296 w 335"/>
                              <a:gd name="T3" fmla="*/ 25 h 369"/>
                              <a:gd name="T4" fmla="*/ 146 w 335"/>
                              <a:gd name="T5" fmla="*/ 25 h 369"/>
                              <a:gd name="T6" fmla="*/ 40 w 335"/>
                              <a:gd name="T7" fmla="*/ 130 h 369"/>
                              <a:gd name="T8" fmla="*/ 108 w 335"/>
                              <a:gd name="T9" fmla="*/ 366 h 369"/>
                              <a:gd name="T10" fmla="*/ 106 w 335"/>
                              <a:gd name="T11" fmla="*/ 369 h 369"/>
                              <a:gd name="T12" fmla="*/ 36 w 335"/>
                              <a:gd name="T13" fmla="*/ 129 h 369"/>
                              <a:gd name="T14" fmla="*/ 144 w 335"/>
                              <a:gd name="T15" fmla="*/ 21 h 369"/>
                              <a:gd name="T16" fmla="*/ 297 w 335"/>
                              <a:gd name="T17" fmla="*/ 21 h 369"/>
                              <a:gd name="T18" fmla="*/ 335 w 335"/>
                              <a:gd name="T19" fmla="*/ 42 h 369"/>
                              <a:gd name="T20" fmla="*/ 332 w 335"/>
                              <a:gd name="T21" fmla="*/ 45 h 36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</a:cxnLst>
                            <a:rect l="0" t="0" r="r" b="b"/>
                            <a:pathLst>
                              <a:path w="335" h="369">
                                <a:moveTo>
                                  <a:pt x="332" y="45"/>
                                </a:moveTo>
                                <a:cubicBezTo>
                                  <a:pt x="321" y="37"/>
                                  <a:pt x="309" y="30"/>
                                  <a:pt x="296" y="25"/>
                                </a:cubicBezTo>
                                <a:cubicBezTo>
                                  <a:pt x="247" y="5"/>
                                  <a:pt x="194" y="5"/>
                                  <a:pt x="146" y="25"/>
                                </a:cubicBezTo>
                                <a:cubicBezTo>
                                  <a:pt x="98" y="44"/>
                                  <a:pt x="60" y="82"/>
                                  <a:pt x="40" y="130"/>
                                </a:cubicBezTo>
                                <a:cubicBezTo>
                                  <a:pt x="5" y="214"/>
                                  <a:pt x="33" y="313"/>
                                  <a:pt x="108" y="366"/>
                                </a:cubicBezTo>
                                <a:cubicBezTo>
                                  <a:pt x="106" y="369"/>
                                  <a:pt x="106" y="369"/>
                                  <a:pt x="106" y="369"/>
                                </a:cubicBezTo>
                                <a:cubicBezTo>
                                  <a:pt x="30" y="316"/>
                                  <a:pt x="0" y="215"/>
                                  <a:pt x="36" y="129"/>
                                </a:cubicBezTo>
                                <a:cubicBezTo>
                                  <a:pt x="57" y="79"/>
                                  <a:pt x="95" y="41"/>
                                  <a:pt x="144" y="21"/>
                                </a:cubicBezTo>
                                <a:cubicBezTo>
                                  <a:pt x="194" y="0"/>
                                  <a:pt x="248" y="1"/>
                                  <a:pt x="297" y="21"/>
                                </a:cubicBezTo>
                                <a:cubicBezTo>
                                  <a:pt x="310" y="27"/>
                                  <a:pt x="323" y="34"/>
                                  <a:pt x="335" y="42"/>
                                </a:cubicBezTo>
                                <a:lnTo>
                                  <a:pt x="332" y="4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  <p:sp>
                        <p:nvSpPr>
                          <p:cNvPr id="455" name="Freeform 36">
                            <a:extLst>
                              <a:ext uri="{FF2B5EF4-FFF2-40B4-BE49-F238E27FC236}">
                                <a16:creationId xmlns:a16="http://schemas.microsoft.com/office/drawing/2014/main" id="{D77BDDA5-B03E-4D42-B0A2-29EADBF5B257}"/>
                              </a:ext>
                            </a:extLst>
                          </p:cNvPr>
                          <p:cNvSpPr>
                            <a:spLocks noEditPoints="1"/>
                          </p:cNvSpPr>
                          <p:nvPr/>
                        </p:nvSpPr>
                        <p:spPr bwMode="auto">
                          <a:xfrm>
                            <a:off x="4970194" y="3942112"/>
                            <a:ext cx="2302800" cy="2155826"/>
                          </a:xfrm>
                          <a:custGeom>
                            <a:avLst/>
                            <a:gdLst>
                              <a:gd name="T0" fmla="*/ 107 w 474"/>
                              <a:gd name="T1" fmla="*/ 406 h 482"/>
                              <a:gd name="T2" fmla="*/ 129 w 474"/>
                              <a:gd name="T3" fmla="*/ 422 h 482"/>
                              <a:gd name="T4" fmla="*/ 168 w 474"/>
                              <a:gd name="T5" fmla="*/ 441 h 482"/>
                              <a:gd name="T6" fmla="*/ 353 w 474"/>
                              <a:gd name="T7" fmla="*/ 68 h 482"/>
                              <a:gd name="T8" fmla="*/ 35 w 474"/>
                              <a:gd name="T9" fmla="*/ 162 h 482"/>
                              <a:gd name="T10" fmla="*/ 381 w 474"/>
                              <a:gd name="T11" fmla="*/ 340 h 482"/>
                              <a:gd name="T12" fmla="*/ 411 w 474"/>
                              <a:gd name="T13" fmla="*/ 342 h 482"/>
                              <a:gd name="T14" fmla="*/ 395 w 474"/>
                              <a:gd name="T15" fmla="*/ 368 h 482"/>
                              <a:gd name="T16" fmla="*/ 306 w 474"/>
                              <a:gd name="T17" fmla="*/ 401 h 482"/>
                              <a:gd name="T18" fmla="*/ 336 w 474"/>
                              <a:gd name="T19" fmla="*/ 403 h 482"/>
                              <a:gd name="T20" fmla="*/ 320 w 474"/>
                              <a:gd name="T21" fmla="*/ 428 h 482"/>
                              <a:gd name="T22" fmla="*/ 306 w 474"/>
                              <a:gd name="T23" fmla="*/ 401 h 482"/>
                              <a:gd name="T24" fmla="*/ 420 w 474"/>
                              <a:gd name="T25" fmla="*/ 247 h 482"/>
                              <a:gd name="T26" fmla="*/ 434 w 474"/>
                              <a:gd name="T27" fmla="*/ 274 h 482"/>
                              <a:gd name="T28" fmla="*/ 404 w 474"/>
                              <a:gd name="T29" fmla="*/ 273 h 482"/>
                              <a:gd name="T30" fmla="*/ 216 w 474"/>
                              <a:gd name="T31" fmla="*/ 422 h 482"/>
                              <a:gd name="T32" fmla="*/ 246 w 474"/>
                              <a:gd name="T33" fmla="*/ 424 h 482"/>
                              <a:gd name="T34" fmla="*/ 230 w 474"/>
                              <a:gd name="T35" fmla="*/ 449 h 482"/>
                              <a:gd name="T36" fmla="*/ 216 w 474"/>
                              <a:gd name="T37" fmla="*/ 422 h 482"/>
                              <a:gd name="T38" fmla="*/ 407 w 474"/>
                              <a:gd name="T39" fmla="*/ 155 h 482"/>
                              <a:gd name="T40" fmla="*/ 421 w 474"/>
                              <a:gd name="T41" fmla="*/ 183 h 482"/>
                              <a:gd name="T42" fmla="*/ 391 w 474"/>
                              <a:gd name="T43" fmla="*/ 181 h 482"/>
                              <a:gd name="T44" fmla="*/ 123 w 474"/>
                              <a:gd name="T45" fmla="*/ 385 h 482"/>
                              <a:gd name="T46" fmla="*/ 154 w 474"/>
                              <a:gd name="T47" fmla="*/ 387 h 482"/>
                              <a:gd name="T48" fmla="*/ 137 w 474"/>
                              <a:gd name="T49" fmla="*/ 413 h 482"/>
                              <a:gd name="T50" fmla="*/ 123 w 474"/>
                              <a:gd name="T51" fmla="*/ 385 h 482"/>
                              <a:gd name="T52" fmla="*/ 340 w 474"/>
                              <a:gd name="T53" fmla="*/ 82 h 482"/>
                              <a:gd name="T54" fmla="*/ 353 w 474"/>
                              <a:gd name="T55" fmla="*/ 109 h 482"/>
                              <a:gd name="T56" fmla="*/ 323 w 474"/>
                              <a:gd name="T57" fmla="*/ 107 h 482"/>
                              <a:gd name="T58" fmla="*/ 171 w 474"/>
                              <a:gd name="T59" fmla="*/ 96 h 482"/>
                              <a:gd name="T60" fmla="*/ 140 w 474"/>
                              <a:gd name="T61" fmla="*/ 94 h 482"/>
                              <a:gd name="T62" fmla="*/ 157 w 474"/>
                              <a:gd name="T63" fmla="*/ 69 h 482"/>
                              <a:gd name="T64" fmla="*/ 171 w 474"/>
                              <a:gd name="T65" fmla="*/ 96 h 482"/>
                              <a:gd name="T66" fmla="*/ 81 w 474"/>
                              <a:gd name="T67" fmla="*/ 313 h 482"/>
                              <a:gd name="T68" fmla="*/ 95 w 474"/>
                              <a:gd name="T69" fmla="*/ 340 h 482"/>
                              <a:gd name="T70" fmla="*/ 65 w 474"/>
                              <a:gd name="T71" fmla="*/ 338 h 482"/>
                              <a:gd name="T72" fmla="*/ 233 w 474"/>
                              <a:gd name="T73" fmla="*/ 56 h 482"/>
                              <a:gd name="T74" fmla="*/ 263 w 474"/>
                              <a:gd name="T75" fmla="*/ 58 h 482"/>
                              <a:gd name="T76" fmla="*/ 247 w 474"/>
                              <a:gd name="T77" fmla="*/ 83 h 482"/>
                              <a:gd name="T78" fmla="*/ 233 w 474"/>
                              <a:gd name="T79" fmla="*/ 56 h 482"/>
                              <a:gd name="T80" fmla="*/ 58 w 474"/>
                              <a:gd name="T81" fmla="*/ 215 h 482"/>
                              <a:gd name="T82" fmla="*/ 72 w 474"/>
                              <a:gd name="T83" fmla="*/ 242 h 482"/>
                              <a:gd name="T84" fmla="*/ 41 w 474"/>
                              <a:gd name="T85" fmla="*/ 240 h 482"/>
                              <a:gd name="T86" fmla="*/ 77 w 474"/>
                              <a:gd name="T87" fmla="*/ 134 h 482"/>
                              <a:gd name="T88" fmla="*/ 107 w 474"/>
                              <a:gd name="T89" fmla="*/ 136 h 482"/>
                              <a:gd name="T90" fmla="*/ 91 w 474"/>
                              <a:gd name="T91" fmla="*/ 161 h 482"/>
                              <a:gd name="T92" fmla="*/ 77 w 474"/>
                              <a:gd name="T93" fmla="*/ 134 h 482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  <a:cxn ang="0">
                                <a:pos x="T42" y="T43"/>
                              </a:cxn>
                              <a:cxn ang="0">
                                <a:pos x="T44" y="T45"/>
                              </a:cxn>
                              <a:cxn ang="0">
                                <a:pos x="T46" y="T47"/>
                              </a:cxn>
                              <a:cxn ang="0">
                                <a:pos x="T48" y="T49"/>
                              </a:cxn>
                              <a:cxn ang="0">
                                <a:pos x="T50" y="T51"/>
                              </a:cxn>
                              <a:cxn ang="0">
                                <a:pos x="T52" y="T53"/>
                              </a:cxn>
                              <a:cxn ang="0">
                                <a:pos x="T54" y="T55"/>
                              </a:cxn>
                              <a:cxn ang="0">
                                <a:pos x="T56" y="T57"/>
                              </a:cxn>
                              <a:cxn ang="0">
                                <a:pos x="T58" y="T59"/>
                              </a:cxn>
                              <a:cxn ang="0">
                                <a:pos x="T60" y="T61"/>
                              </a:cxn>
                              <a:cxn ang="0">
                                <a:pos x="T62" y="T63"/>
                              </a:cxn>
                              <a:cxn ang="0">
                                <a:pos x="T64" y="T65"/>
                              </a:cxn>
                              <a:cxn ang="0">
                                <a:pos x="T66" y="T67"/>
                              </a:cxn>
                              <a:cxn ang="0">
                                <a:pos x="T68" y="T69"/>
                              </a:cxn>
                              <a:cxn ang="0">
                                <a:pos x="T70" y="T71"/>
                              </a:cxn>
                              <a:cxn ang="0">
                                <a:pos x="T72" y="T73"/>
                              </a:cxn>
                              <a:cxn ang="0">
                                <a:pos x="T74" y="T75"/>
                              </a:cxn>
                              <a:cxn ang="0">
                                <a:pos x="T76" y="T77"/>
                              </a:cxn>
                              <a:cxn ang="0">
                                <a:pos x="T78" y="T79"/>
                              </a:cxn>
                              <a:cxn ang="0">
                                <a:pos x="T80" y="T81"/>
                              </a:cxn>
                              <a:cxn ang="0">
                                <a:pos x="T82" y="T83"/>
                              </a:cxn>
                              <a:cxn ang="0">
                                <a:pos x="T84" y="T85"/>
                              </a:cxn>
                              <a:cxn ang="0">
                                <a:pos x="T86" y="T87"/>
                              </a:cxn>
                              <a:cxn ang="0">
                                <a:pos x="T88" y="T89"/>
                              </a:cxn>
                              <a:cxn ang="0">
                                <a:pos x="T90" y="T91"/>
                              </a:cxn>
                              <a:cxn ang="0">
                                <a:pos x="T92" y="T93"/>
                              </a:cxn>
                            </a:cxnLst>
                            <a:rect l="0" t="0" r="r" b="b"/>
                            <a:pathLst>
                              <a:path w="474" h="482">
                                <a:moveTo>
                                  <a:pt x="35" y="162"/>
                                </a:moveTo>
                                <a:cubicBezTo>
                                  <a:pt x="0" y="252"/>
                                  <a:pt x="32" y="352"/>
                                  <a:pt x="107" y="406"/>
                                </a:cubicBezTo>
                                <a:cubicBezTo>
                                  <a:pt x="107" y="406"/>
                                  <a:pt x="107" y="406"/>
                                  <a:pt x="107" y="406"/>
                                </a:cubicBezTo>
                                <a:cubicBezTo>
                                  <a:pt x="129" y="422"/>
                                  <a:pt x="129" y="422"/>
                                  <a:pt x="129" y="422"/>
                                </a:cubicBezTo>
                                <a:cubicBezTo>
                                  <a:pt x="129" y="421"/>
                                  <a:pt x="129" y="421"/>
                                  <a:pt x="129" y="421"/>
                                </a:cubicBezTo>
                                <a:cubicBezTo>
                                  <a:pt x="141" y="429"/>
                                  <a:pt x="154" y="436"/>
                                  <a:pt x="168" y="441"/>
                                </a:cubicBezTo>
                                <a:cubicBezTo>
                                  <a:pt x="275" y="482"/>
                                  <a:pt x="396" y="428"/>
                                  <a:pt x="438" y="320"/>
                                </a:cubicBezTo>
                                <a:cubicBezTo>
                                  <a:pt x="474" y="225"/>
                                  <a:pt x="437" y="120"/>
                                  <a:pt x="353" y="68"/>
                                </a:cubicBezTo>
                                <a:cubicBezTo>
                                  <a:pt x="339" y="58"/>
                                  <a:pt x="323" y="49"/>
                                  <a:pt x="305" y="42"/>
                                </a:cubicBezTo>
                                <a:cubicBezTo>
                                  <a:pt x="197" y="0"/>
                                  <a:pt x="76" y="54"/>
                                  <a:pt x="35" y="162"/>
                                </a:cubicBezTo>
                                <a:close/>
                                <a:moveTo>
                                  <a:pt x="380" y="358"/>
                                </a:moveTo>
                                <a:cubicBezTo>
                                  <a:pt x="381" y="340"/>
                                  <a:pt x="381" y="340"/>
                                  <a:pt x="381" y="340"/>
                                </a:cubicBezTo>
                                <a:cubicBezTo>
                                  <a:pt x="397" y="333"/>
                                  <a:pt x="397" y="333"/>
                                  <a:pt x="397" y="333"/>
                                </a:cubicBezTo>
                                <a:cubicBezTo>
                                  <a:pt x="411" y="342"/>
                                  <a:pt x="411" y="342"/>
                                  <a:pt x="411" y="342"/>
                                </a:cubicBezTo>
                                <a:cubicBezTo>
                                  <a:pt x="410" y="360"/>
                                  <a:pt x="410" y="360"/>
                                  <a:pt x="410" y="360"/>
                                </a:cubicBezTo>
                                <a:cubicBezTo>
                                  <a:pt x="395" y="368"/>
                                  <a:pt x="395" y="368"/>
                                  <a:pt x="395" y="368"/>
                                </a:cubicBezTo>
                                <a:lnTo>
                                  <a:pt x="380" y="358"/>
                                </a:lnTo>
                                <a:close/>
                                <a:moveTo>
                                  <a:pt x="306" y="401"/>
                                </a:moveTo>
                                <a:cubicBezTo>
                                  <a:pt x="322" y="393"/>
                                  <a:pt x="322" y="393"/>
                                  <a:pt x="322" y="393"/>
                                </a:cubicBezTo>
                                <a:cubicBezTo>
                                  <a:pt x="336" y="403"/>
                                  <a:pt x="336" y="403"/>
                                  <a:pt x="336" y="403"/>
                                </a:cubicBezTo>
                                <a:cubicBezTo>
                                  <a:pt x="335" y="420"/>
                                  <a:pt x="335" y="420"/>
                                  <a:pt x="335" y="420"/>
                                </a:cubicBezTo>
                                <a:cubicBezTo>
                                  <a:pt x="320" y="428"/>
                                  <a:pt x="320" y="428"/>
                                  <a:pt x="320" y="428"/>
                                </a:cubicBezTo>
                                <a:cubicBezTo>
                                  <a:pt x="305" y="418"/>
                                  <a:pt x="305" y="418"/>
                                  <a:pt x="305" y="418"/>
                                </a:cubicBezTo>
                                <a:lnTo>
                                  <a:pt x="306" y="401"/>
                                </a:lnTo>
                                <a:close/>
                                <a:moveTo>
                                  <a:pt x="405" y="255"/>
                                </a:moveTo>
                                <a:cubicBezTo>
                                  <a:pt x="420" y="247"/>
                                  <a:pt x="420" y="247"/>
                                  <a:pt x="420" y="247"/>
                                </a:cubicBezTo>
                                <a:cubicBezTo>
                                  <a:pt x="435" y="257"/>
                                  <a:pt x="435" y="257"/>
                                  <a:pt x="435" y="257"/>
                                </a:cubicBezTo>
                                <a:cubicBezTo>
                                  <a:pt x="434" y="274"/>
                                  <a:pt x="434" y="274"/>
                                  <a:pt x="434" y="274"/>
                                </a:cubicBezTo>
                                <a:cubicBezTo>
                                  <a:pt x="418" y="282"/>
                                  <a:pt x="418" y="282"/>
                                  <a:pt x="418" y="282"/>
                                </a:cubicBezTo>
                                <a:cubicBezTo>
                                  <a:pt x="404" y="273"/>
                                  <a:pt x="404" y="273"/>
                                  <a:pt x="404" y="273"/>
                                </a:cubicBezTo>
                                <a:lnTo>
                                  <a:pt x="405" y="255"/>
                                </a:lnTo>
                                <a:close/>
                                <a:moveTo>
                                  <a:pt x="216" y="422"/>
                                </a:moveTo>
                                <a:cubicBezTo>
                                  <a:pt x="232" y="414"/>
                                  <a:pt x="232" y="414"/>
                                  <a:pt x="232" y="414"/>
                                </a:cubicBezTo>
                                <a:cubicBezTo>
                                  <a:pt x="246" y="424"/>
                                  <a:pt x="246" y="424"/>
                                  <a:pt x="246" y="424"/>
                                </a:cubicBezTo>
                                <a:cubicBezTo>
                                  <a:pt x="245" y="442"/>
                                  <a:pt x="245" y="442"/>
                                  <a:pt x="245" y="442"/>
                                </a:cubicBezTo>
                                <a:cubicBezTo>
                                  <a:pt x="230" y="449"/>
                                  <a:pt x="230" y="449"/>
                                  <a:pt x="230" y="449"/>
                                </a:cubicBezTo>
                                <a:cubicBezTo>
                                  <a:pt x="215" y="440"/>
                                  <a:pt x="215" y="440"/>
                                  <a:pt x="215" y="440"/>
                                </a:cubicBezTo>
                                <a:lnTo>
                                  <a:pt x="216" y="422"/>
                                </a:lnTo>
                                <a:close/>
                                <a:moveTo>
                                  <a:pt x="392" y="163"/>
                                </a:moveTo>
                                <a:cubicBezTo>
                                  <a:pt x="407" y="155"/>
                                  <a:pt x="407" y="155"/>
                                  <a:pt x="407" y="155"/>
                                </a:cubicBezTo>
                                <a:cubicBezTo>
                                  <a:pt x="422" y="165"/>
                                  <a:pt x="422" y="165"/>
                                  <a:pt x="422" y="165"/>
                                </a:cubicBezTo>
                                <a:cubicBezTo>
                                  <a:pt x="421" y="183"/>
                                  <a:pt x="421" y="183"/>
                                  <a:pt x="421" y="183"/>
                                </a:cubicBezTo>
                                <a:cubicBezTo>
                                  <a:pt x="405" y="191"/>
                                  <a:pt x="405" y="191"/>
                                  <a:pt x="405" y="191"/>
                                </a:cubicBezTo>
                                <a:cubicBezTo>
                                  <a:pt x="391" y="181"/>
                                  <a:pt x="391" y="181"/>
                                  <a:pt x="391" y="181"/>
                                </a:cubicBezTo>
                                <a:lnTo>
                                  <a:pt x="392" y="163"/>
                                </a:lnTo>
                                <a:close/>
                                <a:moveTo>
                                  <a:pt x="123" y="385"/>
                                </a:moveTo>
                                <a:cubicBezTo>
                                  <a:pt x="139" y="378"/>
                                  <a:pt x="139" y="378"/>
                                  <a:pt x="139" y="378"/>
                                </a:cubicBezTo>
                                <a:cubicBezTo>
                                  <a:pt x="154" y="387"/>
                                  <a:pt x="154" y="387"/>
                                  <a:pt x="154" y="387"/>
                                </a:cubicBezTo>
                                <a:cubicBezTo>
                                  <a:pt x="153" y="405"/>
                                  <a:pt x="153" y="405"/>
                                  <a:pt x="153" y="405"/>
                                </a:cubicBezTo>
                                <a:cubicBezTo>
                                  <a:pt x="137" y="413"/>
                                  <a:pt x="137" y="413"/>
                                  <a:pt x="137" y="413"/>
                                </a:cubicBezTo>
                                <a:cubicBezTo>
                                  <a:pt x="122" y="403"/>
                                  <a:pt x="122" y="403"/>
                                  <a:pt x="122" y="403"/>
                                </a:cubicBezTo>
                                <a:lnTo>
                                  <a:pt x="123" y="385"/>
                                </a:lnTo>
                                <a:close/>
                                <a:moveTo>
                                  <a:pt x="324" y="90"/>
                                </a:moveTo>
                                <a:cubicBezTo>
                                  <a:pt x="340" y="82"/>
                                  <a:pt x="340" y="82"/>
                                  <a:pt x="340" y="82"/>
                                </a:cubicBezTo>
                                <a:cubicBezTo>
                                  <a:pt x="354" y="91"/>
                                  <a:pt x="354" y="91"/>
                                  <a:pt x="354" y="91"/>
                                </a:cubicBezTo>
                                <a:cubicBezTo>
                                  <a:pt x="353" y="109"/>
                                  <a:pt x="353" y="109"/>
                                  <a:pt x="353" y="109"/>
                                </a:cubicBezTo>
                                <a:cubicBezTo>
                                  <a:pt x="338" y="117"/>
                                  <a:pt x="338" y="117"/>
                                  <a:pt x="338" y="117"/>
                                </a:cubicBezTo>
                                <a:cubicBezTo>
                                  <a:pt x="323" y="107"/>
                                  <a:pt x="323" y="107"/>
                                  <a:pt x="323" y="107"/>
                                </a:cubicBezTo>
                                <a:lnTo>
                                  <a:pt x="324" y="90"/>
                                </a:lnTo>
                                <a:close/>
                                <a:moveTo>
                                  <a:pt x="171" y="96"/>
                                </a:moveTo>
                                <a:cubicBezTo>
                                  <a:pt x="155" y="104"/>
                                  <a:pt x="155" y="104"/>
                                  <a:pt x="155" y="104"/>
                                </a:cubicBezTo>
                                <a:cubicBezTo>
                                  <a:pt x="140" y="94"/>
                                  <a:pt x="140" y="94"/>
                                  <a:pt x="140" y="94"/>
                                </a:cubicBezTo>
                                <a:cubicBezTo>
                                  <a:pt x="141" y="77"/>
                                  <a:pt x="141" y="77"/>
                                  <a:pt x="141" y="77"/>
                                </a:cubicBezTo>
                                <a:cubicBezTo>
                                  <a:pt x="157" y="69"/>
                                  <a:pt x="157" y="69"/>
                                  <a:pt x="157" y="69"/>
                                </a:cubicBezTo>
                                <a:cubicBezTo>
                                  <a:pt x="172" y="78"/>
                                  <a:pt x="172" y="78"/>
                                  <a:pt x="172" y="78"/>
                                </a:cubicBezTo>
                                <a:lnTo>
                                  <a:pt x="171" y="96"/>
                                </a:lnTo>
                                <a:close/>
                                <a:moveTo>
                                  <a:pt x="66" y="321"/>
                                </a:moveTo>
                                <a:cubicBezTo>
                                  <a:pt x="81" y="313"/>
                                  <a:pt x="81" y="313"/>
                                  <a:pt x="81" y="313"/>
                                </a:cubicBezTo>
                                <a:cubicBezTo>
                                  <a:pt x="96" y="322"/>
                                  <a:pt x="96" y="322"/>
                                  <a:pt x="96" y="322"/>
                                </a:cubicBezTo>
                                <a:cubicBezTo>
                                  <a:pt x="95" y="340"/>
                                  <a:pt x="95" y="340"/>
                                  <a:pt x="95" y="340"/>
                                </a:cubicBezTo>
                                <a:cubicBezTo>
                                  <a:pt x="79" y="348"/>
                                  <a:pt x="79" y="348"/>
                                  <a:pt x="79" y="348"/>
                                </a:cubicBezTo>
                                <a:cubicBezTo>
                                  <a:pt x="65" y="338"/>
                                  <a:pt x="65" y="338"/>
                                  <a:pt x="65" y="338"/>
                                </a:cubicBezTo>
                                <a:lnTo>
                                  <a:pt x="66" y="321"/>
                                </a:lnTo>
                                <a:close/>
                                <a:moveTo>
                                  <a:pt x="233" y="56"/>
                                </a:moveTo>
                                <a:cubicBezTo>
                                  <a:pt x="249" y="48"/>
                                  <a:pt x="249" y="48"/>
                                  <a:pt x="249" y="48"/>
                                </a:cubicBezTo>
                                <a:cubicBezTo>
                                  <a:pt x="263" y="58"/>
                                  <a:pt x="263" y="58"/>
                                  <a:pt x="263" y="58"/>
                                </a:cubicBezTo>
                                <a:cubicBezTo>
                                  <a:pt x="262" y="75"/>
                                  <a:pt x="262" y="75"/>
                                  <a:pt x="262" y="75"/>
                                </a:cubicBezTo>
                                <a:cubicBezTo>
                                  <a:pt x="247" y="83"/>
                                  <a:pt x="247" y="83"/>
                                  <a:pt x="247" y="83"/>
                                </a:cubicBezTo>
                                <a:cubicBezTo>
                                  <a:pt x="232" y="73"/>
                                  <a:pt x="232" y="73"/>
                                  <a:pt x="232" y="73"/>
                                </a:cubicBezTo>
                                <a:lnTo>
                                  <a:pt x="233" y="56"/>
                                </a:lnTo>
                                <a:close/>
                                <a:moveTo>
                                  <a:pt x="42" y="222"/>
                                </a:moveTo>
                                <a:cubicBezTo>
                                  <a:pt x="58" y="215"/>
                                  <a:pt x="58" y="215"/>
                                  <a:pt x="58" y="215"/>
                                </a:cubicBezTo>
                                <a:cubicBezTo>
                                  <a:pt x="73" y="224"/>
                                  <a:pt x="73" y="224"/>
                                  <a:pt x="73" y="224"/>
                                </a:cubicBezTo>
                                <a:cubicBezTo>
                                  <a:pt x="72" y="242"/>
                                  <a:pt x="72" y="242"/>
                                  <a:pt x="72" y="242"/>
                                </a:cubicBezTo>
                                <a:cubicBezTo>
                                  <a:pt x="56" y="250"/>
                                  <a:pt x="56" y="250"/>
                                  <a:pt x="56" y="250"/>
                                </a:cubicBezTo>
                                <a:cubicBezTo>
                                  <a:pt x="41" y="240"/>
                                  <a:pt x="41" y="240"/>
                                  <a:pt x="41" y="240"/>
                                </a:cubicBezTo>
                                <a:lnTo>
                                  <a:pt x="42" y="222"/>
                                </a:lnTo>
                                <a:close/>
                                <a:moveTo>
                                  <a:pt x="77" y="134"/>
                                </a:moveTo>
                                <a:cubicBezTo>
                                  <a:pt x="93" y="126"/>
                                  <a:pt x="93" y="126"/>
                                  <a:pt x="93" y="126"/>
                                </a:cubicBezTo>
                                <a:cubicBezTo>
                                  <a:pt x="107" y="136"/>
                                  <a:pt x="107" y="136"/>
                                  <a:pt x="107" y="136"/>
                                </a:cubicBezTo>
                                <a:cubicBezTo>
                                  <a:pt x="106" y="154"/>
                                  <a:pt x="106" y="154"/>
                                  <a:pt x="106" y="154"/>
                                </a:cubicBezTo>
                                <a:cubicBezTo>
                                  <a:pt x="91" y="161"/>
                                  <a:pt x="91" y="161"/>
                                  <a:pt x="91" y="161"/>
                                </a:cubicBezTo>
                                <a:cubicBezTo>
                                  <a:pt x="76" y="152"/>
                                  <a:pt x="76" y="152"/>
                                  <a:pt x="76" y="152"/>
                                </a:cubicBezTo>
                                <a:lnTo>
                                  <a:pt x="77" y="13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de-DE"/>
                          </a:p>
                        </p:txBody>
                      </p:sp>
                    </p:grpSp>
                  </p:grpSp>
                </p:grpSp>
              </p:grpSp>
            </p:grpSp>
            <p:cxnSp>
              <p:nvCxnSpPr>
                <p:cNvPr id="610" name="Straight Arrow Connector 609">
                  <a:extLst>
                    <a:ext uri="{FF2B5EF4-FFF2-40B4-BE49-F238E27FC236}">
                      <a16:creationId xmlns:a16="http://schemas.microsoft.com/office/drawing/2014/main" id="{5633F07A-2453-4784-BC50-187F23DD0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65735" y="4735816"/>
                  <a:ext cx="270528" cy="361249"/>
                </a:xfrm>
                <a:prstGeom prst="straightConnector1">
                  <a:avLst/>
                </a:prstGeom>
                <a:ln w="12700"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4" name="Straight Arrow Connector 613">
                  <a:extLst>
                    <a:ext uri="{FF2B5EF4-FFF2-40B4-BE49-F238E27FC236}">
                      <a16:creationId xmlns:a16="http://schemas.microsoft.com/office/drawing/2014/main" id="{70647E7A-BB83-4C20-98D6-97A2C48C2B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7662541" y="4735816"/>
                  <a:ext cx="227522" cy="378402"/>
                </a:xfrm>
                <a:prstGeom prst="straightConnector1">
                  <a:avLst/>
                </a:prstGeom>
                <a:ln w="12700"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7" name="TextBox 616">
                  <a:extLst>
                    <a:ext uri="{FF2B5EF4-FFF2-40B4-BE49-F238E27FC236}">
                      <a16:creationId xmlns:a16="http://schemas.microsoft.com/office/drawing/2014/main" id="{BE8E9607-9BFE-4214-8193-0ABB41F1BC39}"/>
                    </a:ext>
                  </a:extLst>
                </p:cNvPr>
                <p:cNvSpPr txBox="1"/>
                <p:nvPr/>
              </p:nvSpPr>
              <p:spPr>
                <a:xfrm>
                  <a:off x="6313448" y="4849627"/>
                  <a:ext cx="4494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800" dirty="0"/>
                    <a:t>c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  <p:sp>
              <p:nvSpPr>
                <p:cNvPr id="618" name="TextBox 617">
                  <a:extLst>
                    <a:ext uri="{FF2B5EF4-FFF2-40B4-BE49-F238E27FC236}">
                      <a16:creationId xmlns:a16="http://schemas.microsoft.com/office/drawing/2014/main" id="{DD1A9236-0DCB-4809-B2D8-FBFF0AC9A103}"/>
                    </a:ext>
                  </a:extLst>
                </p:cNvPr>
                <p:cNvSpPr txBox="1"/>
                <p:nvPr/>
              </p:nvSpPr>
              <p:spPr>
                <a:xfrm>
                  <a:off x="7899579" y="4801699"/>
                  <a:ext cx="4494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800" dirty="0"/>
                    <a:t>c</a:t>
                  </a:r>
                  <a:r>
                    <a:rPr lang="en-US" sz="1800" baseline="-25000" dirty="0"/>
                    <a:t>3</a:t>
                  </a:r>
                  <a:endParaRPr lang="en-US" dirty="0"/>
                </a:p>
              </p:txBody>
            </p:sp>
          </p:grpSp>
        </p:grpSp>
      </p:grpSp>
      <p:sp>
        <p:nvSpPr>
          <p:cNvPr id="596" name="TextBox 595">
            <a:extLst>
              <a:ext uri="{FF2B5EF4-FFF2-40B4-BE49-F238E27FC236}">
                <a16:creationId xmlns:a16="http://schemas.microsoft.com/office/drawing/2014/main" id="{1D7116A7-C427-4B73-8DDA-34A71CDF11D1}"/>
              </a:ext>
            </a:extLst>
          </p:cNvPr>
          <p:cNvSpPr txBox="1"/>
          <p:nvPr/>
        </p:nvSpPr>
        <p:spPr>
          <a:xfrm>
            <a:off x="4186636" y="4925970"/>
            <a:ext cx="1164206" cy="3262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dirty="0"/>
              <a:t>Location A </a:t>
            </a:r>
          </a:p>
        </p:txBody>
      </p:sp>
    </p:spTree>
    <p:extLst>
      <p:ext uri="{BB962C8B-B14F-4D97-AF65-F5344CB8AC3E}">
        <p14:creationId xmlns:p14="http://schemas.microsoft.com/office/powerpoint/2010/main" val="372001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A2B863-EE50-4C2B-93CC-CD08712B8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Covers Three Basic Challenges for Energy Systems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DF22D6-2FBC-4F55-A587-340A22B136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2BFF08-FCC7-4ED5-A149-CF395D79D8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70" y="4061466"/>
            <a:ext cx="2718684" cy="1942508"/>
          </a:xfrm>
        </p:spPr>
        <p:txBody>
          <a:bodyPr/>
          <a:lstStyle/>
          <a:p>
            <a:r>
              <a:rPr lang="en-US" dirty="0"/>
              <a:t>Capture demand and renewable electricity production time series </a:t>
            </a:r>
          </a:p>
          <a:p>
            <a:r>
              <a:rPr lang="en-US" dirty="0"/>
              <a:t>Design storage adequately(from daily to seasonal storage)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1F633C0-216C-41EE-9558-1EACEC8EF34F}"/>
              </a:ext>
            </a:extLst>
          </p:cNvPr>
          <p:cNvSpPr txBox="1">
            <a:spLocks/>
          </p:cNvSpPr>
          <p:nvPr/>
        </p:nvSpPr>
        <p:spPr>
          <a:xfrm>
            <a:off x="3593104" y="4010667"/>
            <a:ext cx="2718684" cy="1942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7664" indent="-24766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49" indent="-25454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2353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0017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0802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305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633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961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0290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Transmission infrastructure design and operation</a:t>
            </a:r>
          </a:p>
          <a:p>
            <a:r>
              <a:rPr lang="en-US" dirty="0"/>
              <a:t>More specific placements recommendations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5B603B8-67F4-4867-97FF-1E356242D24F}"/>
              </a:ext>
            </a:extLst>
          </p:cNvPr>
          <p:cNvSpPr txBox="1">
            <a:spLocks/>
          </p:cNvSpPr>
          <p:nvPr/>
        </p:nvSpPr>
        <p:spPr>
          <a:xfrm>
            <a:off x="6792237" y="4007300"/>
            <a:ext cx="2803069" cy="1942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7664" indent="-24766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49" indent="-25454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2353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0017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0802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305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633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961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0290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Sector-coupling: connecting sectors to implement decarbonization strategies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9781F2-A64D-4E52-B2AE-894A1CD6DA8F}"/>
              </a:ext>
            </a:extLst>
          </p:cNvPr>
          <p:cNvCxnSpPr/>
          <p:nvPr/>
        </p:nvCxnSpPr>
        <p:spPr>
          <a:xfrm>
            <a:off x="3186545" y="1145309"/>
            <a:ext cx="0" cy="480220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8BA1A9-AEB1-4603-86E4-0A9D8991708F}"/>
              </a:ext>
            </a:extLst>
          </p:cNvPr>
          <p:cNvCxnSpPr/>
          <p:nvPr/>
        </p:nvCxnSpPr>
        <p:spPr>
          <a:xfrm>
            <a:off x="6470072" y="1145309"/>
            <a:ext cx="0" cy="480220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91347DC-BBBA-414B-A4E7-5A1982ED0D49}"/>
              </a:ext>
            </a:extLst>
          </p:cNvPr>
          <p:cNvSpPr txBox="1"/>
          <p:nvPr/>
        </p:nvSpPr>
        <p:spPr>
          <a:xfrm>
            <a:off x="867114" y="856123"/>
            <a:ext cx="2319431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b="1" dirty="0"/>
              <a:t>Temporal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6DD9A4-2A6A-4978-8485-4BBDDC52D952}"/>
              </a:ext>
            </a:extLst>
          </p:cNvPr>
          <p:cNvSpPr txBox="1"/>
          <p:nvPr/>
        </p:nvSpPr>
        <p:spPr>
          <a:xfrm>
            <a:off x="4472807" y="789216"/>
            <a:ext cx="2319431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b="1" dirty="0"/>
              <a:t>Spatial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D6296A-6AC2-4E4D-B0E3-DAEB2785B181}"/>
              </a:ext>
            </a:extLst>
          </p:cNvPr>
          <p:cNvSpPr txBox="1"/>
          <p:nvPr/>
        </p:nvSpPr>
        <p:spPr>
          <a:xfrm>
            <a:off x="6660860" y="789216"/>
            <a:ext cx="3092739" cy="56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b="1" dirty="0"/>
              <a:t>Cross-linked Sectors and Commodities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F48470-E61F-4B2E-A4D9-D3ED3D60E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1" y="1542341"/>
            <a:ext cx="1710305" cy="209810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6994E38-3235-4286-B9D0-25EE47CD7203}"/>
              </a:ext>
            </a:extLst>
          </p:cNvPr>
          <p:cNvSpPr/>
          <p:nvPr/>
        </p:nvSpPr>
        <p:spPr>
          <a:xfrm>
            <a:off x="2212269" y="2748131"/>
            <a:ext cx="332664" cy="209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C55342-A528-4D48-B64D-3242E7742E21}"/>
              </a:ext>
            </a:extLst>
          </p:cNvPr>
          <p:cNvSpPr txBox="1"/>
          <p:nvPr/>
        </p:nvSpPr>
        <p:spPr>
          <a:xfrm>
            <a:off x="2155809" y="2689871"/>
            <a:ext cx="989901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200" dirty="0"/>
              <a:t>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409C4-5CB9-4CEF-A3FF-9FD911C9F81A}"/>
              </a:ext>
            </a:extLst>
          </p:cNvPr>
          <p:cNvSpPr txBox="1"/>
          <p:nvPr/>
        </p:nvSpPr>
        <p:spPr>
          <a:xfrm rot="16200000">
            <a:off x="-31697" y="2457510"/>
            <a:ext cx="1278301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200" dirty="0"/>
              <a:t>Residual Load</a:t>
            </a:r>
          </a:p>
        </p:txBody>
      </p:sp>
      <p:grpSp>
        <p:nvGrpSpPr>
          <p:cNvPr id="21" name="Gruppieren 1">
            <a:extLst>
              <a:ext uri="{FF2B5EF4-FFF2-40B4-BE49-F238E27FC236}">
                <a16:creationId xmlns:a16="http://schemas.microsoft.com/office/drawing/2014/main" id="{BE0F7515-588C-438C-802B-0A93A8BF13C5}"/>
              </a:ext>
            </a:extLst>
          </p:cNvPr>
          <p:cNvGrpSpPr/>
          <p:nvPr/>
        </p:nvGrpSpPr>
        <p:grpSpPr>
          <a:xfrm>
            <a:off x="8044637" y="1433104"/>
            <a:ext cx="521337" cy="394823"/>
            <a:chOff x="2275255" y="2493720"/>
            <a:chExt cx="4395679" cy="3312436"/>
          </a:xfrm>
          <a:solidFill>
            <a:schemeClr val="accent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3DB710BE-C333-4952-8DB5-796AEE9E14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6794" y="2497344"/>
              <a:ext cx="2294140" cy="3308812"/>
            </a:xfrm>
            <a:custGeom>
              <a:avLst/>
              <a:gdLst>
                <a:gd name="T0" fmla="*/ 683 w 1031"/>
                <a:gd name="T1" fmla="*/ 519 h 1487"/>
                <a:gd name="T2" fmla="*/ 573 w 1031"/>
                <a:gd name="T3" fmla="*/ 255 h 1487"/>
                <a:gd name="T4" fmla="*/ 448 w 1031"/>
                <a:gd name="T5" fmla="*/ 350 h 1487"/>
                <a:gd name="T6" fmla="*/ 425 w 1031"/>
                <a:gd name="T7" fmla="*/ 801 h 1487"/>
                <a:gd name="T8" fmla="*/ 342 w 1031"/>
                <a:gd name="T9" fmla="*/ 1477 h 1487"/>
                <a:gd name="T10" fmla="*/ 1031 w 1031"/>
                <a:gd name="T11" fmla="*/ 940 h 1487"/>
                <a:gd name="T12" fmla="*/ 505 w 1031"/>
                <a:gd name="T13" fmla="*/ 981 h 1487"/>
                <a:gd name="T14" fmla="*/ 284 w 1031"/>
                <a:gd name="T15" fmla="*/ 839 h 1487"/>
                <a:gd name="T16" fmla="*/ 416 w 1031"/>
                <a:gd name="T17" fmla="*/ 828 h 1487"/>
                <a:gd name="T18" fmla="*/ 456 w 1031"/>
                <a:gd name="T19" fmla="*/ 832 h 1487"/>
                <a:gd name="T20" fmla="*/ 493 w 1031"/>
                <a:gd name="T21" fmla="*/ 801 h 1487"/>
                <a:gd name="T22" fmla="*/ 699 w 1031"/>
                <a:gd name="T23" fmla="*/ 913 h 1487"/>
                <a:gd name="T24" fmla="*/ 690 w 1031"/>
                <a:gd name="T25" fmla="*/ 909 h 1487"/>
                <a:gd name="T26" fmla="*/ 593 w 1031"/>
                <a:gd name="T27" fmla="*/ 942 h 1487"/>
                <a:gd name="T28" fmla="*/ 483 w 1031"/>
                <a:gd name="T29" fmla="*/ 913 h 1487"/>
                <a:gd name="T30" fmla="*/ 518 w 1031"/>
                <a:gd name="T31" fmla="*/ 1086 h 1487"/>
                <a:gd name="T32" fmla="*/ 509 w 1031"/>
                <a:gd name="T33" fmla="*/ 1092 h 1487"/>
                <a:gd name="T34" fmla="*/ 507 w 1031"/>
                <a:gd name="T35" fmla="*/ 1258 h 1487"/>
                <a:gd name="T36" fmla="*/ 517 w 1031"/>
                <a:gd name="T37" fmla="*/ 1406 h 1487"/>
                <a:gd name="T38" fmla="*/ 528 w 1031"/>
                <a:gd name="T39" fmla="*/ 1258 h 1487"/>
                <a:gd name="T40" fmla="*/ 528 w 1031"/>
                <a:gd name="T41" fmla="*/ 882 h 1487"/>
                <a:gd name="T42" fmla="*/ 629 w 1031"/>
                <a:gd name="T43" fmla="*/ 913 h 1487"/>
                <a:gd name="T44" fmla="*/ 559 w 1031"/>
                <a:gd name="T45" fmla="*/ 801 h 1487"/>
                <a:gd name="T46" fmla="*/ 535 w 1031"/>
                <a:gd name="T47" fmla="*/ 193 h 1487"/>
                <a:gd name="T48" fmla="*/ 528 w 1031"/>
                <a:gd name="T49" fmla="*/ 172 h 1487"/>
                <a:gd name="T50" fmla="*/ 525 w 1031"/>
                <a:gd name="T51" fmla="*/ 216 h 1487"/>
                <a:gd name="T52" fmla="*/ 509 w 1031"/>
                <a:gd name="T53" fmla="*/ 216 h 1487"/>
                <a:gd name="T54" fmla="*/ 546 w 1031"/>
                <a:gd name="T55" fmla="*/ 255 h 1487"/>
                <a:gd name="T56" fmla="*/ 527 w 1031"/>
                <a:gd name="T57" fmla="*/ 466 h 1487"/>
                <a:gd name="T58" fmla="*/ 584 w 1031"/>
                <a:gd name="T59" fmla="*/ 636 h 1487"/>
                <a:gd name="T60" fmla="*/ 584 w 1031"/>
                <a:gd name="T61" fmla="*/ 546 h 1487"/>
                <a:gd name="T62" fmla="*/ 562 w 1031"/>
                <a:gd name="T63" fmla="*/ 607 h 1487"/>
                <a:gd name="T64" fmla="*/ 518 w 1031"/>
                <a:gd name="T65" fmla="*/ 474 h 1487"/>
                <a:gd name="T66" fmla="*/ 518 w 1031"/>
                <a:gd name="T67" fmla="*/ 377 h 1487"/>
                <a:gd name="T68" fmla="*/ 569 w 1031"/>
                <a:gd name="T69" fmla="*/ 394 h 1487"/>
                <a:gd name="T70" fmla="*/ 518 w 1031"/>
                <a:gd name="T71" fmla="*/ 298 h 1487"/>
                <a:gd name="T72" fmla="*/ 529 w 1031"/>
                <a:gd name="T73" fmla="*/ 305 h 1487"/>
                <a:gd name="T74" fmla="*/ 518 w 1031"/>
                <a:gd name="T75" fmla="*/ 311 h 1487"/>
                <a:gd name="T76" fmla="*/ 475 w 1031"/>
                <a:gd name="T77" fmla="*/ 350 h 1487"/>
                <a:gd name="T78" fmla="*/ 463 w 1031"/>
                <a:gd name="T79" fmla="*/ 427 h 1487"/>
                <a:gd name="T80" fmla="*/ 452 w 1031"/>
                <a:gd name="T81" fmla="*/ 703 h 1487"/>
                <a:gd name="T82" fmla="*/ 454 w 1031"/>
                <a:gd name="T83" fmla="*/ 714 h 1487"/>
                <a:gd name="T84" fmla="*/ 684 w 1031"/>
                <a:gd name="T85" fmla="*/ 549 h 1487"/>
                <a:gd name="T86" fmla="*/ 714 w 1031"/>
                <a:gd name="T87" fmla="*/ 562 h 1487"/>
                <a:gd name="T88" fmla="*/ 611 w 1031"/>
                <a:gd name="T89" fmla="*/ 553 h 1487"/>
                <a:gd name="T90" fmla="*/ 578 w 1031"/>
                <a:gd name="T91" fmla="*/ 289 h 1487"/>
                <a:gd name="T92" fmla="*/ 624 w 1031"/>
                <a:gd name="T93" fmla="*/ 323 h 1487"/>
                <a:gd name="T94" fmla="*/ 518 w 1031"/>
                <a:gd name="T95" fmla="*/ 87 h 1487"/>
                <a:gd name="T96" fmla="*/ 395 w 1031"/>
                <a:gd name="T97" fmla="*/ 283 h 1487"/>
                <a:gd name="T98" fmla="*/ 452 w 1031"/>
                <a:gd name="T99" fmla="*/ 323 h 1487"/>
                <a:gd name="T100" fmla="*/ 425 w 1031"/>
                <a:gd name="T101" fmla="*/ 546 h 1487"/>
                <a:gd name="T102" fmla="*/ 350 w 1031"/>
                <a:gd name="T103" fmla="*/ 546 h 1487"/>
                <a:gd name="T104" fmla="*/ 425 w 1031"/>
                <a:gd name="T105" fmla="*/ 569 h 1487"/>
                <a:gd name="T106" fmla="*/ 452 w 1031"/>
                <a:gd name="T107" fmla="*/ 801 h 1487"/>
                <a:gd name="T108" fmla="*/ 355 w 1031"/>
                <a:gd name="T109" fmla="*/ 913 h 1487"/>
                <a:gd name="T110" fmla="*/ 501 w 1031"/>
                <a:gd name="T111" fmla="*/ 1412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31" h="1487">
                  <a:moveTo>
                    <a:pt x="1031" y="940"/>
                  </a:moveTo>
                  <a:lnTo>
                    <a:pt x="752" y="801"/>
                  </a:lnTo>
                  <a:lnTo>
                    <a:pt x="611" y="801"/>
                  </a:lnTo>
                  <a:lnTo>
                    <a:pt x="611" y="634"/>
                  </a:lnTo>
                  <a:lnTo>
                    <a:pt x="939" y="634"/>
                  </a:lnTo>
                  <a:lnTo>
                    <a:pt x="683" y="519"/>
                  </a:lnTo>
                  <a:lnTo>
                    <a:pt x="611" y="519"/>
                  </a:lnTo>
                  <a:lnTo>
                    <a:pt x="611" y="488"/>
                  </a:lnTo>
                  <a:lnTo>
                    <a:pt x="588" y="350"/>
                  </a:lnTo>
                  <a:lnTo>
                    <a:pt x="854" y="350"/>
                  </a:lnTo>
                  <a:lnTo>
                    <a:pt x="642" y="255"/>
                  </a:lnTo>
                  <a:lnTo>
                    <a:pt x="573" y="255"/>
                  </a:lnTo>
                  <a:lnTo>
                    <a:pt x="531" y="0"/>
                  </a:lnTo>
                  <a:lnTo>
                    <a:pt x="505" y="0"/>
                  </a:lnTo>
                  <a:lnTo>
                    <a:pt x="463" y="255"/>
                  </a:lnTo>
                  <a:lnTo>
                    <a:pt x="389" y="255"/>
                  </a:lnTo>
                  <a:lnTo>
                    <a:pt x="177" y="350"/>
                  </a:lnTo>
                  <a:lnTo>
                    <a:pt x="448" y="350"/>
                  </a:lnTo>
                  <a:lnTo>
                    <a:pt x="425" y="487"/>
                  </a:lnTo>
                  <a:lnTo>
                    <a:pt x="425" y="519"/>
                  </a:lnTo>
                  <a:lnTo>
                    <a:pt x="344" y="519"/>
                  </a:lnTo>
                  <a:lnTo>
                    <a:pt x="94" y="634"/>
                  </a:lnTo>
                  <a:lnTo>
                    <a:pt x="425" y="634"/>
                  </a:lnTo>
                  <a:lnTo>
                    <a:pt x="425" y="801"/>
                  </a:lnTo>
                  <a:lnTo>
                    <a:pt x="280" y="801"/>
                  </a:lnTo>
                  <a:lnTo>
                    <a:pt x="0" y="940"/>
                  </a:lnTo>
                  <a:lnTo>
                    <a:pt x="403" y="940"/>
                  </a:lnTo>
                  <a:lnTo>
                    <a:pt x="313" y="1483"/>
                  </a:lnTo>
                  <a:lnTo>
                    <a:pt x="339" y="1487"/>
                  </a:lnTo>
                  <a:lnTo>
                    <a:pt x="342" y="1477"/>
                  </a:lnTo>
                  <a:lnTo>
                    <a:pt x="517" y="1418"/>
                  </a:lnTo>
                  <a:lnTo>
                    <a:pt x="695" y="1478"/>
                  </a:lnTo>
                  <a:lnTo>
                    <a:pt x="696" y="1487"/>
                  </a:lnTo>
                  <a:lnTo>
                    <a:pt x="724" y="1483"/>
                  </a:lnTo>
                  <a:lnTo>
                    <a:pt x="633" y="940"/>
                  </a:lnTo>
                  <a:lnTo>
                    <a:pt x="1031" y="940"/>
                  </a:lnTo>
                  <a:close/>
                  <a:moveTo>
                    <a:pt x="618" y="1017"/>
                  </a:moveTo>
                  <a:lnTo>
                    <a:pt x="532" y="981"/>
                  </a:lnTo>
                  <a:lnTo>
                    <a:pt x="607" y="948"/>
                  </a:lnTo>
                  <a:lnTo>
                    <a:pt x="618" y="1017"/>
                  </a:lnTo>
                  <a:close/>
                  <a:moveTo>
                    <a:pt x="429" y="948"/>
                  </a:moveTo>
                  <a:lnTo>
                    <a:pt x="505" y="981"/>
                  </a:lnTo>
                  <a:lnTo>
                    <a:pt x="418" y="1019"/>
                  </a:lnTo>
                  <a:lnTo>
                    <a:pt x="429" y="948"/>
                  </a:lnTo>
                  <a:close/>
                  <a:moveTo>
                    <a:pt x="284" y="839"/>
                  </a:moveTo>
                  <a:lnTo>
                    <a:pt x="335" y="913"/>
                  </a:lnTo>
                  <a:lnTo>
                    <a:pt x="237" y="913"/>
                  </a:lnTo>
                  <a:lnTo>
                    <a:pt x="284" y="839"/>
                  </a:lnTo>
                  <a:close/>
                  <a:moveTo>
                    <a:pt x="227" y="909"/>
                  </a:moveTo>
                  <a:lnTo>
                    <a:pt x="195" y="874"/>
                  </a:lnTo>
                  <a:lnTo>
                    <a:pt x="275" y="835"/>
                  </a:lnTo>
                  <a:lnTo>
                    <a:pt x="227" y="909"/>
                  </a:lnTo>
                  <a:close/>
                  <a:moveTo>
                    <a:pt x="290" y="828"/>
                  </a:moveTo>
                  <a:lnTo>
                    <a:pt x="416" y="828"/>
                  </a:lnTo>
                  <a:lnTo>
                    <a:pt x="344" y="909"/>
                  </a:lnTo>
                  <a:lnTo>
                    <a:pt x="290" y="828"/>
                  </a:lnTo>
                  <a:close/>
                  <a:moveTo>
                    <a:pt x="575" y="828"/>
                  </a:moveTo>
                  <a:lnTo>
                    <a:pt x="580" y="832"/>
                  </a:lnTo>
                  <a:lnTo>
                    <a:pt x="518" y="875"/>
                  </a:lnTo>
                  <a:lnTo>
                    <a:pt x="456" y="832"/>
                  </a:lnTo>
                  <a:lnTo>
                    <a:pt x="460" y="828"/>
                  </a:lnTo>
                  <a:lnTo>
                    <a:pt x="575" y="828"/>
                  </a:lnTo>
                  <a:close/>
                  <a:moveTo>
                    <a:pt x="493" y="801"/>
                  </a:moveTo>
                  <a:lnTo>
                    <a:pt x="518" y="780"/>
                  </a:lnTo>
                  <a:lnTo>
                    <a:pt x="543" y="801"/>
                  </a:lnTo>
                  <a:lnTo>
                    <a:pt x="493" y="801"/>
                  </a:lnTo>
                  <a:close/>
                  <a:moveTo>
                    <a:pt x="760" y="836"/>
                  </a:moveTo>
                  <a:lnTo>
                    <a:pt x="839" y="875"/>
                  </a:lnTo>
                  <a:lnTo>
                    <a:pt x="807" y="909"/>
                  </a:lnTo>
                  <a:lnTo>
                    <a:pt x="760" y="836"/>
                  </a:lnTo>
                  <a:close/>
                  <a:moveTo>
                    <a:pt x="797" y="913"/>
                  </a:moveTo>
                  <a:lnTo>
                    <a:pt x="699" y="913"/>
                  </a:lnTo>
                  <a:lnTo>
                    <a:pt x="750" y="839"/>
                  </a:lnTo>
                  <a:lnTo>
                    <a:pt x="797" y="913"/>
                  </a:lnTo>
                  <a:close/>
                  <a:moveTo>
                    <a:pt x="690" y="909"/>
                  </a:moveTo>
                  <a:lnTo>
                    <a:pt x="618" y="828"/>
                  </a:lnTo>
                  <a:lnTo>
                    <a:pt x="744" y="828"/>
                  </a:lnTo>
                  <a:lnTo>
                    <a:pt x="690" y="909"/>
                  </a:lnTo>
                  <a:close/>
                  <a:moveTo>
                    <a:pt x="448" y="840"/>
                  </a:moveTo>
                  <a:lnTo>
                    <a:pt x="509" y="882"/>
                  </a:lnTo>
                  <a:lnTo>
                    <a:pt x="464" y="913"/>
                  </a:lnTo>
                  <a:lnTo>
                    <a:pt x="434" y="913"/>
                  </a:lnTo>
                  <a:lnTo>
                    <a:pt x="448" y="840"/>
                  </a:lnTo>
                  <a:close/>
                  <a:moveTo>
                    <a:pt x="593" y="942"/>
                  </a:moveTo>
                  <a:lnTo>
                    <a:pt x="518" y="974"/>
                  </a:lnTo>
                  <a:lnTo>
                    <a:pt x="442" y="942"/>
                  </a:lnTo>
                  <a:lnTo>
                    <a:pt x="444" y="940"/>
                  </a:lnTo>
                  <a:lnTo>
                    <a:pt x="592" y="940"/>
                  </a:lnTo>
                  <a:lnTo>
                    <a:pt x="593" y="942"/>
                  </a:lnTo>
                  <a:close/>
                  <a:moveTo>
                    <a:pt x="483" y="913"/>
                  </a:moveTo>
                  <a:lnTo>
                    <a:pt x="518" y="889"/>
                  </a:lnTo>
                  <a:lnTo>
                    <a:pt x="552" y="913"/>
                  </a:lnTo>
                  <a:lnTo>
                    <a:pt x="483" y="913"/>
                  </a:lnTo>
                  <a:close/>
                  <a:moveTo>
                    <a:pt x="518" y="986"/>
                  </a:moveTo>
                  <a:lnTo>
                    <a:pt x="612" y="1027"/>
                  </a:lnTo>
                  <a:lnTo>
                    <a:pt x="518" y="1086"/>
                  </a:lnTo>
                  <a:lnTo>
                    <a:pt x="426" y="1027"/>
                  </a:lnTo>
                  <a:lnTo>
                    <a:pt x="518" y="986"/>
                  </a:lnTo>
                  <a:close/>
                  <a:moveTo>
                    <a:pt x="509" y="1092"/>
                  </a:moveTo>
                  <a:lnTo>
                    <a:pt x="393" y="1165"/>
                  </a:lnTo>
                  <a:lnTo>
                    <a:pt x="415" y="1032"/>
                  </a:lnTo>
                  <a:lnTo>
                    <a:pt x="509" y="1092"/>
                  </a:lnTo>
                  <a:close/>
                  <a:moveTo>
                    <a:pt x="518" y="1099"/>
                  </a:moveTo>
                  <a:lnTo>
                    <a:pt x="637" y="1175"/>
                  </a:lnTo>
                  <a:lnTo>
                    <a:pt x="518" y="1252"/>
                  </a:lnTo>
                  <a:lnTo>
                    <a:pt x="400" y="1175"/>
                  </a:lnTo>
                  <a:lnTo>
                    <a:pt x="518" y="1099"/>
                  </a:lnTo>
                  <a:close/>
                  <a:moveTo>
                    <a:pt x="507" y="1258"/>
                  </a:moveTo>
                  <a:lnTo>
                    <a:pt x="362" y="1355"/>
                  </a:lnTo>
                  <a:lnTo>
                    <a:pt x="391" y="1181"/>
                  </a:lnTo>
                  <a:lnTo>
                    <a:pt x="507" y="1258"/>
                  </a:lnTo>
                  <a:close/>
                  <a:moveTo>
                    <a:pt x="518" y="1265"/>
                  </a:moveTo>
                  <a:lnTo>
                    <a:pt x="660" y="1359"/>
                  </a:lnTo>
                  <a:lnTo>
                    <a:pt x="517" y="1406"/>
                  </a:lnTo>
                  <a:lnTo>
                    <a:pt x="376" y="1359"/>
                  </a:lnTo>
                  <a:lnTo>
                    <a:pt x="518" y="1265"/>
                  </a:lnTo>
                  <a:close/>
                  <a:moveTo>
                    <a:pt x="528" y="1258"/>
                  </a:moveTo>
                  <a:lnTo>
                    <a:pt x="645" y="1181"/>
                  </a:lnTo>
                  <a:lnTo>
                    <a:pt x="675" y="1355"/>
                  </a:lnTo>
                  <a:lnTo>
                    <a:pt x="528" y="1258"/>
                  </a:lnTo>
                  <a:close/>
                  <a:moveTo>
                    <a:pt x="528" y="1092"/>
                  </a:moveTo>
                  <a:lnTo>
                    <a:pt x="620" y="1034"/>
                  </a:lnTo>
                  <a:lnTo>
                    <a:pt x="642" y="1165"/>
                  </a:lnTo>
                  <a:lnTo>
                    <a:pt x="528" y="1092"/>
                  </a:lnTo>
                  <a:close/>
                  <a:moveTo>
                    <a:pt x="571" y="913"/>
                  </a:moveTo>
                  <a:lnTo>
                    <a:pt x="528" y="882"/>
                  </a:lnTo>
                  <a:lnTo>
                    <a:pt x="589" y="840"/>
                  </a:lnTo>
                  <a:lnTo>
                    <a:pt x="601" y="913"/>
                  </a:lnTo>
                  <a:lnTo>
                    <a:pt x="571" y="913"/>
                  </a:lnTo>
                  <a:close/>
                  <a:moveTo>
                    <a:pt x="616" y="844"/>
                  </a:moveTo>
                  <a:lnTo>
                    <a:pt x="679" y="913"/>
                  </a:lnTo>
                  <a:lnTo>
                    <a:pt x="629" y="913"/>
                  </a:lnTo>
                  <a:lnTo>
                    <a:pt x="616" y="844"/>
                  </a:lnTo>
                  <a:close/>
                  <a:moveTo>
                    <a:pt x="818" y="913"/>
                  </a:moveTo>
                  <a:lnTo>
                    <a:pt x="850" y="881"/>
                  </a:lnTo>
                  <a:lnTo>
                    <a:pt x="917" y="913"/>
                  </a:lnTo>
                  <a:lnTo>
                    <a:pt x="818" y="913"/>
                  </a:lnTo>
                  <a:close/>
                  <a:moveTo>
                    <a:pt x="559" y="801"/>
                  </a:moveTo>
                  <a:lnTo>
                    <a:pt x="527" y="774"/>
                  </a:lnTo>
                  <a:lnTo>
                    <a:pt x="584" y="726"/>
                  </a:lnTo>
                  <a:lnTo>
                    <a:pt x="584" y="801"/>
                  </a:lnTo>
                  <a:lnTo>
                    <a:pt x="559" y="801"/>
                  </a:lnTo>
                  <a:close/>
                  <a:moveTo>
                    <a:pt x="535" y="189"/>
                  </a:moveTo>
                  <a:lnTo>
                    <a:pt x="535" y="193"/>
                  </a:lnTo>
                  <a:lnTo>
                    <a:pt x="517" y="209"/>
                  </a:lnTo>
                  <a:lnTo>
                    <a:pt x="501" y="193"/>
                  </a:lnTo>
                  <a:lnTo>
                    <a:pt x="502" y="187"/>
                  </a:lnTo>
                  <a:lnTo>
                    <a:pt x="517" y="179"/>
                  </a:lnTo>
                  <a:lnTo>
                    <a:pt x="535" y="189"/>
                  </a:lnTo>
                  <a:close/>
                  <a:moveTo>
                    <a:pt x="528" y="172"/>
                  </a:moveTo>
                  <a:lnTo>
                    <a:pt x="532" y="171"/>
                  </a:lnTo>
                  <a:lnTo>
                    <a:pt x="532" y="175"/>
                  </a:lnTo>
                  <a:lnTo>
                    <a:pt x="528" y="172"/>
                  </a:lnTo>
                  <a:close/>
                  <a:moveTo>
                    <a:pt x="537" y="205"/>
                  </a:moveTo>
                  <a:lnTo>
                    <a:pt x="541" y="231"/>
                  </a:lnTo>
                  <a:lnTo>
                    <a:pt x="525" y="216"/>
                  </a:lnTo>
                  <a:lnTo>
                    <a:pt x="537" y="205"/>
                  </a:lnTo>
                  <a:close/>
                  <a:moveTo>
                    <a:pt x="503" y="174"/>
                  </a:moveTo>
                  <a:lnTo>
                    <a:pt x="503" y="171"/>
                  </a:lnTo>
                  <a:lnTo>
                    <a:pt x="506" y="172"/>
                  </a:lnTo>
                  <a:lnTo>
                    <a:pt x="503" y="174"/>
                  </a:lnTo>
                  <a:close/>
                  <a:moveTo>
                    <a:pt x="509" y="216"/>
                  </a:moveTo>
                  <a:lnTo>
                    <a:pt x="494" y="229"/>
                  </a:lnTo>
                  <a:lnTo>
                    <a:pt x="498" y="206"/>
                  </a:lnTo>
                  <a:lnTo>
                    <a:pt x="509" y="216"/>
                  </a:lnTo>
                  <a:close/>
                  <a:moveTo>
                    <a:pt x="517" y="224"/>
                  </a:moveTo>
                  <a:lnTo>
                    <a:pt x="544" y="248"/>
                  </a:lnTo>
                  <a:lnTo>
                    <a:pt x="546" y="255"/>
                  </a:lnTo>
                  <a:lnTo>
                    <a:pt x="490" y="255"/>
                  </a:lnTo>
                  <a:lnTo>
                    <a:pt x="491" y="247"/>
                  </a:lnTo>
                  <a:lnTo>
                    <a:pt x="517" y="224"/>
                  </a:lnTo>
                  <a:close/>
                  <a:moveTo>
                    <a:pt x="584" y="489"/>
                  </a:moveTo>
                  <a:lnTo>
                    <a:pt x="584" y="514"/>
                  </a:lnTo>
                  <a:lnTo>
                    <a:pt x="527" y="466"/>
                  </a:lnTo>
                  <a:lnTo>
                    <a:pt x="574" y="428"/>
                  </a:lnTo>
                  <a:lnTo>
                    <a:pt x="584" y="489"/>
                  </a:lnTo>
                  <a:close/>
                  <a:moveTo>
                    <a:pt x="584" y="636"/>
                  </a:moveTo>
                  <a:lnTo>
                    <a:pt x="584" y="703"/>
                  </a:lnTo>
                  <a:lnTo>
                    <a:pt x="528" y="669"/>
                  </a:lnTo>
                  <a:lnTo>
                    <a:pt x="584" y="636"/>
                  </a:lnTo>
                  <a:close/>
                  <a:moveTo>
                    <a:pt x="518" y="663"/>
                  </a:moveTo>
                  <a:lnTo>
                    <a:pt x="471" y="634"/>
                  </a:lnTo>
                  <a:lnTo>
                    <a:pt x="565" y="634"/>
                  </a:lnTo>
                  <a:lnTo>
                    <a:pt x="518" y="663"/>
                  </a:lnTo>
                  <a:close/>
                  <a:moveTo>
                    <a:pt x="529" y="576"/>
                  </a:moveTo>
                  <a:lnTo>
                    <a:pt x="584" y="546"/>
                  </a:lnTo>
                  <a:lnTo>
                    <a:pt x="584" y="607"/>
                  </a:lnTo>
                  <a:lnTo>
                    <a:pt x="529" y="576"/>
                  </a:lnTo>
                  <a:close/>
                  <a:moveTo>
                    <a:pt x="562" y="607"/>
                  </a:moveTo>
                  <a:lnTo>
                    <a:pt x="475" y="607"/>
                  </a:lnTo>
                  <a:lnTo>
                    <a:pt x="518" y="583"/>
                  </a:lnTo>
                  <a:lnTo>
                    <a:pt x="562" y="607"/>
                  </a:lnTo>
                  <a:close/>
                  <a:moveTo>
                    <a:pt x="562" y="546"/>
                  </a:moveTo>
                  <a:lnTo>
                    <a:pt x="518" y="571"/>
                  </a:lnTo>
                  <a:lnTo>
                    <a:pt x="473" y="546"/>
                  </a:lnTo>
                  <a:lnTo>
                    <a:pt x="562" y="546"/>
                  </a:lnTo>
                  <a:close/>
                  <a:moveTo>
                    <a:pt x="464" y="519"/>
                  </a:moveTo>
                  <a:lnTo>
                    <a:pt x="518" y="474"/>
                  </a:lnTo>
                  <a:lnTo>
                    <a:pt x="573" y="519"/>
                  </a:lnTo>
                  <a:lnTo>
                    <a:pt x="464" y="519"/>
                  </a:lnTo>
                  <a:close/>
                  <a:moveTo>
                    <a:pt x="518" y="459"/>
                  </a:moveTo>
                  <a:lnTo>
                    <a:pt x="464" y="415"/>
                  </a:lnTo>
                  <a:lnTo>
                    <a:pt x="465" y="409"/>
                  </a:lnTo>
                  <a:lnTo>
                    <a:pt x="518" y="377"/>
                  </a:lnTo>
                  <a:lnTo>
                    <a:pt x="570" y="409"/>
                  </a:lnTo>
                  <a:lnTo>
                    <a:pt x="571" y="415"/>
                  </a:lnTo>
                  <a:lnTo>
                    <a:pt x="518" y="459"/>
                  </a:lnTo>
                  <a:close/>
                  <a:moveTo>
                    <a:pt x="528" y="370"/>
                  </a:moveTo>
                  <a:lnTo>
                    <a:pt x="561" y="350"/>
                  </a:lnTo>
                  <a:lnTo>
                    <a:pt x="569" y="394"/>
                  </a:lnTo>
                  <a:lnTo>
                    <a:pt x="528" y="370"/>
                  </a:lnTo>
                  <a:close/>
                  <a:moveTo>
                    <a:pt x="518" y="363"/>
                  </a:moveTo>
                  <a:lnTo>
                    <a:pt x="495" y="350"/>
                  </a:lnTo>
                  <a:lnTo>
                    <a:pt x="540" y="350"/>
                  </a:lnTo>
                  <a:lnTo>
                    <a:pt x="518" y="363"/>
                  </a:lnTo>
                  <a:close/>
                  <a:moveTo>
                    <a:pt x="518" y="298"/>
                  </a:moveTo>
                  <a:lnTo>
                    <a:pt x="490" y="282"/>
                  </a:lnTo>
                  <a:lnTo>
                    <a:pt x="547" y="282"/>
                  </a:lnTo>
                  <a:lnTo>
                    <a:pt x="518" y="298"/>
                  </a:lnTo>
                  <a:close/>
                  <a:moveTo>
                    <a:pt x="551" y="292"/>
                  </a:moveTo>
                  <a:lnTo>
                    <a:pt x="556" y="320"/>
                  </a:lnTo>
                  <a:lnTo>
                    <a:pt x="529" y="305"/>
                  </a:lnTo>
                  <a:lnTo>
                    <a:pt x="551" y="292"/>
                  </a:lnTo>
                  <a:close/>
                  <a:moveTo>
                    <a:pt x="507" y="305"/>
                  </a:moveTo>
                  <a:lnTo>
                    <a:pt x="479" y="320"/>
                  </a:lnTo>
                  <a:lnTo>
                    <a:pt x="484" y="292"/>
                  </a:lnTo>
                  <a:lnTo>
                    <a:pt x="507" y="305"/>
                  </a:lnTo>
                  <a:close/>
                  <a:moveTo>
                    <a:pt x="518" y="311"/>
                  </a:moveTo>
                  <a:lnTo>
                    <a:pt x="537" y="323"/>
                  </a:lnTo>
                  <a:lnTo>
                    <a:pt x="498" y="323"/>
                  </a:lnTo>
                  <a:lnTo>
                    <a:pt x="518" y="311"/>
                  </a:lnTo>
                  <a:close/>
                  <a:moveTo>
                    <a:pt x="507" y="370"/>
                  </a:moveTo>
                  <a:lnTo>
                    <a:pt x="467" y="396"/>
                  </a:lnTo>
                  <a:lnTo>
                    <a:pt x="475" y="350"/>
                  </a:lnTo>
                  <a:lnTo>
                    <a:pt x="507" y="370"/>
                  </a:lnTo>
                  <a:close/>
                  <a:moveTo>
                    <a:pt x="463" y="427"/>
                  </a:moveTo>
                  <a:lnTo>
                    <a:pt x="509" y="466"/>
                  </a:lnTo>
                  <a:lnTo>
                    <a:pt x="452" y="514"/>
                  </a:lnTo>
                  <a:lnTo>
                    <a:pt x="452" y="489"/>
                  </a:lnTo>
                  <a:lnTo>
                    <a:pt x="463" y="427"/>
                  </a:lnTo>
                  <a:close/>
                  <a:moveTo>
                    <a:pt x="506" y="576"/>
                  </a:moveTo>
                  <a:lnTo>
                    <a:pt x="452" y="607"/>
                  </a:lnTo>
                  <a:lnTo>
                    <a:pt x="452" y="546"/>
                  </a:lnTo>
                  <a:lnTo>
                    <a:pt x="506" y="576"/>
                  </a:lnTo>
                  <a:close/>
                  <a:moveTo>
                    <a:pt x="507" y="669"/>
                  </a:moveTo>
                  <a:lnTo>
                    <a:pt x="452" y="703"/>
                  </a:lnTo>
                  <a:lnTo>
                    <a:pt x="452" y="636"/>
                  </a:lnTo>
                  <a:lnTo>
                    <a:pt x="507" y="669"/>
                  </a:lnTo>
                  <a:close/>
                  <a:moveTo>
                    <a:pt x="518" y="676"/>
                  </a:moveTo>
                  <a:lnTo>
                    <a:pt x="581" y="714"/>
                  </a:lnTo>
                  <a:lnTo>
                    <a:pt x="518" y="767"/>
                  </a:lnTo>
                  <a:lnTo>
                    <a:pt x="454" y="714"/>
                  </a:lnTo>
                  <a:lnTo>
                    <a:pt x="518" y="676"/>
                  </a:lnTo>
                  <a:close/>
                  <a:moveTo>
                    <a:pt x="611" y="571"/>
                  </a:moveTo>
                  <a:lnTo>
                    <a:pt x="639" y="607"/>
                  </a:lnTo>
                  <a:lnTo>
                    <a:pt x="611" y="607"/>
                  </a:lnTo>
                  <a:lnTo>
                    <a:pt x="611" y="571"/>
                  </a:lnTo>
                  <a:close/>
                  <a:moveTo>
                    <a:pt x="684" y="549"/>
                  </a:moveTo>
                  <a:lnTo>
                    <a:pt x="692" y="553"/>
                  </a:lnTo>
                  <a:lnTo>
                    <a:pt x="735" y="607"/>
                  </a:lnTo>
                  <a:lnTo>
                    <a:pt x="667" y="607"/>
                  </a:lnTo>
                  <a:lnTo>
                    <a:pt x="684" y="549"/>
                  </a:lnTo>
                  <a:close/>
                  <a:moveTo>
                    <a:pt x="748" y="607"/>
                  </a:moveTo>
                  <a:lnTo>
                    <a:pt x="714" y="562"/>
                  </a:lnTo>
                  <a:lnTo>
                    <a:pt x="812" y="607"/>
                  </a:lnTo>
                  <a:lnTo>
                    <a:pt x="748" y="607"/>
                  </a:lnTo>
                  <a:close/>
                  <a:moveTo>
                    <a:pt x="673" y="546"/>
                  </a:moveTo>
                  <a:lnTo>
                    <a:pt x="654" y="607"/>
                  </a:lnTo>
                  <a:lnTo>
                    <a:pt x="653" y="607"/>
                  </a:lnTo>
                  <a:lnTo>
                    <a:pt x="611" y="553"/>
                  </a:lnTo>
                  <a:lnTo>
                    <a:pt x="611" y="546"/>
                  </a:lnTo>
                  <a:lnTo>
                    <a:pt x="673" y="546"/>
                  </a:lnTo>
                  <a:close/>
                  <a:moveTo>
                    <a:pt x="578" y="289"/>
                  </a:moveTo>
                  <a:lnTo>
                    <a:pt x="608" y="323"/>
                  </a:lnTo>
                  <a:lnTo>
                    <a:pt x="584" y="323"/>
                  </a:lnTo>
                  <a:lnTo>
                    <a:pt x="578" y="289"/>
                  </a:lnTo>
                  <a:close/>
                  <a:moveTo>
                    <a:pt x="588" y="282"/>
                  </a:moveTo>
                  <a:lnTo>
                    <a:pt x="629" y="282"/>
                  </a:lnTo>
                  <a:lnTo>
                    <a:pt x="616" y="316"/>
                  </a:lnTo>
                  <a:lnTo>
                    <a:pt x="588" y="282"/>
                  </a:lnTo>
                  <a:close/>
                  <a:moveTo>
                    <a:pt x="726" y="323"/>
                  </a:moveTo>
                  <a:lnTo>
                    <a:pt x="624" y="323"/>
                  </a:lnTo>
                  <a:lnTo>
                    <a:pt x="639" y="283"/>
                  </a:lnTo>
                  <a:lnTo>
                    <a:pt x="726" y="323"/>
                  </a:lnTo>
                  <a:close/>
                  <a:moveTo>
                    <a:pt x="529" y="159"/>
                  </a:moveTo>
                  <a:lnTo>
                    <a:pt x="517" y="166"/>
                  </a:lnTo>
                  <a:lnTo>
                    <a:pt x="506" y="160"/>
                  </a:lnTo>
                  <a:lnTo>
                    <a:pt x="518" y="87"/>
                  </a:lnTo>
                  <a:lnTo>
                    <a:pt x="529" y="159"/>
                  </a:lnTo>
                  <a:close/>
                  <a:moveTo>
                    <a:pt x="448" y="282"/>
                  </a:moveTo>
                  <a:lnTo>
                    <a:pt x="418" y="315"/>
                  </a:lnTo>
                  <a:lnTo>
                    <a:pt x="406" y="282"/>
                  </a:lnTo>
                  <a:lnTo>
                    <a:pt x="448" y="282"/>
                  </a:lnTo>
                  <a:close/>
                  <a:moveTo>
                    <a:pt x="395" y="283"/>
                  </a:moveTo>
                  <a:lnTo>
                    <a:pt x="410" y="323"/>
                  </a:lnTo>
                  <a:lnTo>
                    <a:pt x="305" y="323"/>
                  </a:lnTo>
                  <a:lnTo>
                    <a:pt x="395" y="283"/>
                  </a:lnTo>
                  <a:close/>
                  <a:moveTo>
                    <a:pt x="426" y="323"/>
                  </a:moveTo>
                  <a:lnTo>
                    <a:pt x="457" y="288"/>
                  </a:lnTo>
                  <a:lnTo>
                    <a:pt x="452" y="323"/>
                  </a:lnTo>
                  <a:lnTo>
                    <a:pt x="426" y="323"/>
                  </a:lnTo>
                  <a:close/>
                  <a:moveTo>
                    <a:pt x="425" y="552"/>
                  </a:moveTo>
                  <a:lnTo>
                    <a:pt x="382" y="607"/>
                  </a:lnTo>
                  <a:lnTo>
                    <a:pt x="380" y="607"/>
                  </a:lnTo>
                  <a:lnTo>
                    <a:pt x="361" y="546"/>
                  </a:lnTo>
                  <a:lnTo>
                    <a:pt x="425" y="546"/>
                  </a:lnTo>
                  <a:lnTo>
                    <a:pt x="425" y="552"/>
                  </a:lnTo>
                  <a:close/>
                  <a:moveTo>
                    <a:pt x="350" y="546"/>
                  </a:moveTo>
                  <a:lnTo>
                    <a:pt x="369" y="607"/>
                  </a:lnTo>
                  <a:lnTo>
                    <a:pt x="299" y="607"/>
                  </a:lnTo>
                  <a:lnTo>
                    <a:pt x="346" y="548"/>
                  </a:lnTo>
                  <a:lnTo>
                    <a:pt x="350" y="546"/>
                  </a:lnTo>
                  <a:close/>
                  <a:moveTo>
                    <a:pt x="324" y="558"/>
                  </a:moveTo>
                  <a:lnTo>
                    <a:pt x="286" y="607"/>
                  </a:lnTo>
                  <a:lnTo>
                    <a:pt x="218" y="607"/>
                  </a:lnTo>
                  <a:lnTo>
                    <a:pt x="324" y="558"/>
                  </a:lnTo>
                  <a:close/>
                  <a:moveTo>
                    <a:pt x="396" y="607"/>
                  </a:moveTo>
                  <a:lnTo>
                    <a:pt x="425" y="569"/>
                  </a:lnTo>
                  <a:lnTo>
                    <a:pt x="425" y="607"/>
                  </a:lnTo>
                  <a:lnTo>
                    <a:pt x="396" y="607"/>
                  </a:lnTo>
                  <a:close/>
                  <a:moveTo>
                    <a:pt x="452" y="726"/>
                  </a:moveTo>
                  <a:lnTo>
                    <a:pt x="509" y="774"/>
                  </a:lnTo>
                  <a:lnTo>
                    <a:pt x="476" y="801"/>
                  </a:lnTo>
                  <a:lnTo>
                    <a:pt x="452" y="801"/>
                  </a:lnTo>
                  <a:lnTo>
                    <a:pt x="452" y="726"/>
                  </a:lnTo>
                  <a:close/>
                  <a:moveTo>
                    <a:pt x="184" y="879"/>
                  </a:moveTo>
                  <a:lnTo>
                    <a:pt x="218" y="913"/>
                  </a:lnTo>
                  <a:lnTo>
                    <a:pt x="116" y="913"/>
                  </a:lnTo>
                  <a:lnTo>
                    <a:pt x="184" y="879"/>
                  </a:lnTo>
                  <a:close/>
                  <a:moveTo>
                    <a:pt x="355" y="913"/>
                  </a:moveTo>
                  <a:lnTo>
                    <a:pt x="419" y="841"/>
                  </a:lnTo>
                  <a:lnTo>
                    <a:pt x="407" y="913"/>
                  </a:lnTo>
                  <a:lnTo>
                    <a:pt x="355" y="913"/>
                  </a:lnTo>
                  <a:close/>
                  <a:moveTo>
                    <a:pt x="343" y="1464"/>
                  </a:moveTo>
                  <a:lnTo>
                    <a:pt x="359" y="1364"/>
                  </a:lnTo>
                  <a:lnTo>
                    <a:pt x="501" y="1412"/>
                  </a:lnTo>
                  <a:lnTo>
                    <a:pt x="343" y="1464"/>
                  </a:lnTo>
                  <a:close/>
                  <a:moveTo>
                    <a:pt x="535" y="1412"/>
                  </a:moveTo>
                  <a:lnTo>
                    <a:pt x="676" y="1364"/>
                  </a:lnTo>
                  <a:lnTo>
                    <a:pt x="692" y="1466"/>
                  </a:lnTo>
                  <a:lnTo>
                    <a:pt x="535" y="14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D99A82FD-9340-4B04-9966-A47BD299E1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2789" y="2494184"/>
              <a:ext cx="1328734" cy="1916417"/>
            </a:xfrm>
            <a:custGeom>
              <a:avLst/>
              <a:gdLst>
                <a:gd name="T0" fmla="*/ 683 w 1031"/>
                <a:gd name="T1" fmla="*/ 519 h 1487"/>
                <a:gd name="T2" fmla="*/ 573 w 1031"/>
                <a:gd name="T3" fmla="*/ 255 h 1487"/>
                <a:gd name="T4" fmla="*/ 448 w 1031"/>
                <a:gd name="T5" fmla="*/ 350 h 1487"/>
                <a:gd name="T6" fmla="*/ 425 w 1031"/>
                <a:gd name="T7" fmla="*/ 801 h 1487"/>
                <a:gd name="T8" fmla="*/ 342 w 1031"/>
                <a:gd name="T9" fmla="*/ 1477 h 1487"/>
                <a:gd name="T10" fmla="*/ 1031 w 1031"/>
                <a:gd name="T11" fmla="*/ 940 h 1487"/>
                <a:gd name="T12" fmla="*/ 505 w 1031"/>
                <a:gd name="T13" fmla="*/ 981 h 1487"/>
                <a:gd name="T14" fmla="*/ 284 w 1031"/>
                <a:gd name="T15" fmla="*/ 839 h 1487"/>
                <a:gd name="T16" fmla="*/ 416 w 1031"/>
                <a:gd name="T17" fmla="*/ 828 h 1487"/>
                <a:gd name="T18" fmla="*/ 456 w 1031"/>
                <a:gd name="T19" fmla="*/ 832 h 1487"/>
                <a:gd name="T20" fmla="*/ 493 w 1031"/>
                <a:gd name="T21" fmla="*/ 801 h 1487"/>
                <a:gd name="T22" fmla="*/ 699 w 1031"/>
                <a:gd name="T23" fmla="*/ 913 h 1487"/>
                <a:gd name="T24" fmla="*/ 690 w 1031"/>
                <a:gd name="T25" fmla="*/ 909 h 1487"/>
                <a:gd name="T26" fmla="*/ 593 w 1031"/>
                <a:gd name="T27" fmla="*/ 942 h 1487"/>
                <a:gd name="T28" fmla="*/ 483 w 1031"/>
                <a:gd name="T29" fmla="*/ 913 h 1487"/>
                <a:gd name="T30" fmla="*/ 518 w 1031"/>
                <a:gd name="T31" fmla="*/ 1086 h 1487"/>
                <a:gd name="T32" fmla="*/ 509 w 1031"/>
                <a:gd name="T33" fmla="*/ 1092 h 1487"/>
                <a:gd name="T34" fmla="*/ 507 w 1031"/>
                <a:gd name="T35" fmla="*/ 1258 h 1487"/>
                <a:gd name="T36" fmla="*/ 517 w 1031"/>
                <a:gd name="T37" fmla="*/ 1406 h 1487"/>
                <a:gd name="T38" fmla="*/ 528 w 1031"/>
                <a:gd name="T39" fmla="*/ 1258 h 1487"/>
                <a:gd name="T40" fmla="*/ 528 w 1031"/>
                <a:gd name="T41" fmla="*/ 882 h 1487"/>
                <a:gd name="T42" fmla="*/ 629 w 1031"/>
                <a:gd name="T43" fmla="*/ 913 h 1487"/>
                <a:gd name="T44" fmla="*/ 559 w 1031"/>
                <a:gd name="T45" fmla="*/ 801 h 1487"/>
                <a:gd name="T46" fmla="*/ 535 w 1031"/>
                <a:gd name="T47" fmla="*/ 193 h 1487"/>
                <a:gd name="T48" fmla="*/ 528 w 1031"/>
                <a:gd name="T49" fmla="*/ 172 h 1487"/>
                <a:gd name="T50" fmla="*/ 525 w 1031"/>
                <a:gd name="T51" fmla="*/ 216 h 1487"/>
                <a:gd name="T52" fmla="*/ 509 w 1031"/>
                <a:gd name="T53" fmla="*/ 216 h 1487"/>
                <a:gd name="T54" fmla="*/ 546 w 1031"/>
                <a:gd name="T55" fmla="*/ 255 h 1487"/>
                <a:gd name="T56" fmla="*/ 527 w 1031"/>
                <a:gd name="T57" fmla="*/ 466 h 1487"/>
                <a:gd name="T58" fmla="*/ 584 w 1031"/>
                <a:gd name="T59" fmla="*/ 636 h 1487"/>
                <a:gd name="T60" fmla="*/ 584 w 1031"/>
                <a:gd name="T61" fmla="*/ 546 h 1487"/>
                <a:gd name="T62" fmla="*/ 562 w 1031"/>
                <a:gd name="T63" fmla="*/ 607 h 1487"/>
                <a:gd name="T64" fmla="*/ 518 w 1031"/>
                <a:gd name="T65" fmla="*/ 474 h 1487"/>
                <a:gd name="T66" fmla="*/ 518 w 1031"/>
                <a:gd name="T67" fmla="*/ 377 h 1487"/>
                <a:gd name="T68" fmla="*/ 569 w 1031"/>
                <a:gd name="T69" fmla="*/ 394 h 1487"/>
                <a:gd name="T70" fmla="*/ 518 w 1031"/>
                <a:gd name="T71" fmla="*/ 298 h 1487"/>
                <a:gd name="T72" fmla="*/ 529 w 1031"/>
                <a:gd name="T73" fmla="*/ 305 h 1487"/>
                <a:gd name="T74" fmla="*/ 518 w 1031"/>
                <a:gd name="T75" fmla="*/ 311 h 1487"/>
                <a:gd name="T76" fmla="*/ 475 w 1031"/>
                <a:gd name="T77" fmla="*/ 350 h 1487"/>
                <a:gd name="T78" fmla="*/ 463 w 1031"/>
                <a:gd name="T79" fmla="*/ 427 h 1487"/>
                <a:gd name="T80" fmla="*/ 452 w 1031"/>
                <a:gd name="T81" fmla="*/ 703 h 1487"/>
                <a:gd name="T82" fmla="*/ 454 w 1031"/>
                <a:gd name="T83" fmla="*/ 714 h 1487"/>
                <a:gd name="T84" fmla="*/ 684 w 1031"/>
                <a:gd name="T85" fmla="*/ 549 h 1487"/>
                <a:gd name="T86" fmla="*/ 714 w 1031"/>
                <a:gd name="T87" fmla="*/ 562 h 1487"/>
                <a:gd name="T88" fmla="*/ 611 w 1031"/>
                <a:gd name="T89" fmla="*/ 553 h 1487"/>
                <a:gd name="T90" fmla="*/ 578 w 1031"/>
                <a:gd name="T91" fmla="*/ 289 h 1487"/>
                <a:gd name="T92" fmla="*/ 624 w 1031"/>
                <a:gd name="T93" fmla="*/ 323 h 1487"/>
                <a:gd name="T94" fmla="*/ 518 w 1031"/>
                <a:gd name="T95" fmla="*/ 87 h 1487"/>
                <a:gd name="T96" fmla="*/ 395 w 1031"/>
                <a:gd name="T97" fmla="*/ 283 h 1487"/>
                <a:gd name="T98" fmla="*/ 452 w 1031"/>
                <a:gd name="T99" fmla="*/ 323 h 1487"/>
                <a:gd name="T100" fmla="*/ 425 w 1031"/>
                <a:gd name="T101" fmla="*/ 546 h 1487"/>
                <a:gd name="T102" fmla="*/ 350 w 1031"/>
                <a:gd name="T103" fmla="*/ 546 h 1487"/>
                <a:gd name="T104" fmla="*/ 425 w 1031"/>
                <a:gd name="T105" fmla="*/ 569 h 1487"/>
                <a:gd name="T106" fmla="*/ 452 w 1031"/>
                <a:gd name="T107" fmla="*/ 801 h 1487"/>
                <a:gd name="T108" fmla="*/ 355 w 1031"/>
                <a:gd name="T109" fmla="*/ 913 h 1487"/>
                <a:gd name="T110" fmla="*/ 501 w 1031"/>
                <a:gd name="T111" fmla="*/ 1412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31" h="1487">
                  <a:moveTo>
                    <a:pt x="1031" y="940"/>
                  </a:moveTo>
                  <a:lnTo>
                    <a:pt x="752" y="801"/>
                  </a:lnTo>
                  <a:lnTo>
                    <a:pt x="611" y="801"/>
                  </a:lnTo>
                  <a:lnTo>
                    <a:pt x="611" y="634"/>
                  </a:lnTo>
                  <a:lnTo>
                    <a:pt x="939" y="634"/>
                  </a:lnTo>
                  <a:lnTo>
                    <a:pt x="683" y="519"/>
                  </a:lnTo>
                  <a:lnTo>
                    <a:pt x="611" y="519"/>
                  </a:lnTo>
                  <a:lnTo>
                    <a:pt x="611" y="488"/>
                  </a:lnTo>
                  <a:lnTo>
                    <a:pt x="588" y="350"/>
                  </a:lnTo>
                  <a:lnTo>
                    <a:pt x="854" y="350"/>
                  </a:lnTo>
                  <a:lnTo>
                    <a:pt x="642" y="255"/>
                  </a:lnTo>
                  <a:lnTo>
                    <a:pt x="573" y="255"/>
                  </a:lnTo>
                  <a:lnTo>
                    <a:pt x="531" y="0"/>
                  </a:lnTo>
                  <a:lnTo>
                    <a:pt x="505" y="0"/>
                  </a:lnTo>
                  <a:lnTo>
                    <a:pt x="463" y="255"/>
                  </a:lnTo>
                  <a:lnTo>
                    <a:pt x="389" y="255"/>
                  </a:lnTo>
                  <a:lnTo>
                    <a:pt x="177" y="350"/>
                  </a:lnTo>
                  <a:lnTo>
                    <a:pt x="448" y="350"/>
                  </a:lnTo>
                  <a:lnTo>
                    <a:pt x="425" y="487"/>
                  </a:lnTo>
                  <a:lnTo>
                    <a:pt x="425" y="519"/>
                  </a:lnTo>
                  <a:lnTo>
                    <a:pt x="344" y="519"/>
                  </a:lnTo>
                  <a:lnTo>
                    <a:pt x="94" y="634"/>
                  </a:lnTo>
                  <a:lnTo>
                    <a:pt x="425" y="634"/>
                  </a:lnTo>
                  <a:lnTo>
                    <a:pt x="425" y="801"/>
                  </a:lnTo>
                  <a:lnTo>
                    <a:pt x="280" y="801"/>
                  </a:lnTo>
                  <a:lnTo>
                    <a:pt x="0" y="940"/>
                  </a:lnTo>
                  <a:lnTo>
                    <a:pt x="403" y="940"/>
                  </a:lnTo>
                  <a:lnTo>
                    <a:pt x="313" y="1483"/>
                  </a:lnTo>
                  <a:lnTo>
                    <a:pt x="339" y="1487"/>
                  </a:lnTo>
                  <a:lnTo>
                    <a:pt x="342" y="1477"/>
                  </a:lnTo>
                  <a:lnTo>
                    <a:pt x="517" y="1418"/>
                  </a:lnTo>
                  <a:lnTo>
                    <a:pt x="695" y="1478"/>
                  </a:lnTo>
                  <a:lnTo>
                    <a:pt x="696" y="1487"/>
                  </a:lnTo>
                  <a:lnTo>
                    <a:pt x="724" y="1483"/>
                  </a:lnTo>
                  <a:lnTo>
                    <a:pt x="633" y="940"/>
                  </a:lnTo>
                  <a:lnTo>
                    <a:pt x="1031" y="940"/>
                  </a:lnTo>
                  <a:close/>
                  <a:moveTo>
                    <a:pt x="618" y="1017"/>
                  </a:moveTo>
                  <a:lnTo>
                    <a:pt x="532" y="981"/>
                  </a:lnTo>
                  <a:lnTo>
                    <a:pt x="607" y="948"/>
                  </a:lnTo>
                  <a:lnTo>
                    <a:pt x="618" y="1017"/>
                  </a:lnTo>
                  <a:close/>
                  <a:moveTo>
                    <a:pt x="429" y="948"/>
                  </a:moveTo>
                  <a:lnTo>
                    <a:pt x="505" y="981"/>
                  </a:lnTo>
                  <a:lnTo>
                    <a:pt x="418" y="1019"/>
                  </a:lnTo>
                  <a:lnTo>
                    <a:pt x="429" y="948"/>
                  </a:lnTo>
                  <a:close/>
                  <a:moveTo>
                    <a:pt x="284" y="839"/>
                  </a:moveTo>
                  <a:lnTo>
                    <a:pt x="335" y="913"/>
                  </a:lnTo>
                  <a:lnTo>
                    <a:pt x="237" y="913"/>
                  </a:lnTo>
                  <a:lnTo>
                    <a:pt x="284" y="839"/>
                  </a:lnTo>
                  <a:close/>
                  <a:moveTo>
                    <a:pt x="227" y="909"/>
                  </a:moveTo>
                  <a:lnTo>
                    <a:pt x="195" y="874"/>
                  </a:lnTo>
                  <a:lnTo>
                    <a:pt x="275" y="835"/>
                  </a:lnTo>
                  <a:lnTo>
                    <a:pt x="227" y="909"/>
                  </a:lnTo>
                  <a:close/>
                  <a:moveTo>
                    <a:pt x="290" y="828"/>
                  </a:moveTo>
                  <a:lnTo>
                    <a:pt x="416" y="828"/>
                  </a:lnTo>
                  <a:lnTo>
                    <a:pt x="344" y="909"/>
                  </a:lnTo>
                  <a:lnTo>
                    <a:pt x="290" y="828"/>
                  </a:lnTo>
                  <a:close/>
                  <a:moveTo>
                    <a:pt x="575" y="828"/>
                  </a:moveTo>
                  <a:lnTo>
                    <a:pt x="580" y="832"/>
                  </a:lnTo>
                  <a:lnTo>
                    <a:pt x="518" y="875"/>
                  </a:lnTo>
                  <a:lnTo>
                    <a:pt x="456" y="832"/>
                  </a:lnTo>
                  <a:lnTo>
                    <a:pt x="460" y="828"/>
                  </a:lnTo>
                  <a:lnTo>
                    <a:pt x="575" y="828"/>
                  </a:lnTo>
                  <a:close/>
                  <a:moveTo>
                    <a:pt x="493" y="801"/>
                  </a:moveTo>
                  <a:lnTo>
                    <a:pt x="518" y="780"/>
                  </a:lnTo>
                  <a:lnTo>
                    <a:pt x="543" y="801"/>
                  </a:lnTo>
                  <a:lnTo>
                    <a:pt x="493" y="801"/>
                  </a:lnTo>
                  <a:close/>
                  <a:moveTo>
                    <a:pt x="760" y="836"/>
                  </a:moveTo>
                  <a:lnTo>
                    <a:pt x="839" y="875"/>
                  </a:lnTo>
                  <a:lnTo>
                    <a:pt x="807" y="909"/>
                  </a:lnTo>
                  <a:lnTo>
                    <a:pt x="760" y="836"/>
                  </a:lnTo>
                  <a:close/>
                  <a:moveTo>
                    <a:pt x="797" y="913"/>
                  </a:moveTo>
                  <a:lnTo>
                    <a:pt x="699" y="913"/>
                  </a:lnTo>
                  <a:lnTo>
                    <a:pt x="750" y="839"/>
                  </a:lnTo>
                  <a:lnTo>
                    <a:pt x="797" y="913"/>
                  </a:lnTo>
                  <a:close/>
                  <a:moveTo>
                    <a:pt x="690" y="909"/>
                  </a:moveTo>
                  <a:lnTo>
                    <a:pt x="618" y="828"/>
                  </a:lnTo>
                  <a:lnTo>
                    <a:pt x="744" y="828"/>
                  </a:lnTo>
                  <a:lnTo>
                    <a:pt x="690" y="909"/>
                  </a:lnTo>
                  <a:close/>
                  <a:moveTo>
                    <a:pt x="448" y="840"/>
                  </a:moveTo>
                  <a:lnTo>
                    <a:pt x="509" y="882"/>
                  </a:lnTo>
                  <a:lnTo>
                    <a:pt x="464" y="913"/>
                  </a:lnTo>
                  <a:lnTo>
                    <a:pt x="434" y="913"/>
                  </a:lnTo>
                  <a:lnTo>
                    <a:pt x="448" y="840"/>
                  </a:lnTo>
                  <a:close/>
                  <a:moveTo>
                    <a:pt x="593" y="942"/>
                  </a:moveTo>
                  <a:lnTo>
                    <a:pt x="518" y="974"/>
                  </a:lnTo>
                  <a:lnTo>
                    <a:pt x="442" y="942"/>
                  </a:lnTo>
                  <a:lnTo>
                    <a:pt x="444" y="940"/>
                  </a:lnTo>
                  <a:lnTo>
                    <a:pt x="592" y="940"/>
                  </a:lnTo>
                  <a:lnTo>
                    <a:pt x="593" y="942"/>
                  </a:lnTo>
                  <a:close/>
                  <a:moveTo>
                    <a:pt x="483" y="913"/>
                  </a:moveTo>
                  <a:lnTo>
                    <a:pt x="518" y="889"/>
                  </a:lnTo>
                  <a:lnTo>
                    <a:pt x="552" y="913"/>
                  </a:lnTo>
                  <a:lnTo>
                    <a:pt x="483" y="913"/>
                  </a:lnTo>
                  <a:close/>
                  <a:moveTo>
                    <a:pt x="518" y="986"/>
                  </a:moveTo>
                  <a:lnTo>
                    <a:pt x="612" y="1027"/>
                  </a:lnTo>
                  <a:lnTo>
                    <a:pt x="518" y="1086"/>
                  </a:lnTo>
                  <a:lnTo>
                    <a:pt x="426" y="1027"/>
                  </a:lnTo>
                  <a:lnTo>
                    <a:pt x="518" y="986"/>
                  </a:lnTo>
                  <a:close/>
                  <a:moveTo>
                    <a:pt x="509" y="1092"/>
                  </a:moveTo>
                  <a:lnTo>
                    <a:pt x="393" y="1165"/>
                  </a:lnTo>
                  <a:lnTo>
                    <a:pt x="415" y="1032"/>
                  </a:lnTo>
                  <a:lnTo>
                    <a:pt x="509" y="1092"/>
                  </a:lnTo>
                  <a:close/>
                  <a:moveTo>
                    <a:pt x="518" y="1099"/>
                  </a:moveTo>
                  <a:lnTo>
                    <a:pt x="637" y="1175"/>
                  </a:lnTo>
                  <a:lnTo>
                    <a:pt x="518" y="1252"/>
                  </a:lnTo>
                  <a:lnTo>
                    <a:pt x="400" y="1175"/>
                  </a:lnTo>
                  <a:lnTo>
                    <a:pt x="518" y="1099"/>
                  </a:lnTo>
                  <a:close/>
                  <a:moveTo>
                    <a:pt x="507" y="1258"/>
                  </a:moveTo>
                  <a:lnTo>
                    <a:pt x="362" y="1355"/>
                  </a:lnTo>
                  <a:lnTo>
                    <a:pt x="391" y="1181"/>
                  </a:lnTo>
                  <a:lnTo>
                    <a:pt x="507" y="1258"/>
                  </a:lnTo>
                  <a:close/>
                  <a:moveTo>
                    <a:pt x="518" y="1265"/>
                  </a:moveTo>
                  <a:lnTo>
                    <a:pt x="660" y="1359"/>
                  </a:lnTo>
                  <a:lnTo>
                    <a:pt x="517" y="1406"/>
                  </a:lnTo>
                  <a:lnTo>
                    <a:pt x="376" y="1359"/>
                  </a:lnTo>
                  <a:lnTo>
                    <a:pt x="518" y="1265"/>
                  </a:lnTo>
                  <a:close/>
                  <a:moveTo>
                    <a:pt x="528" y="1258"/>
                  </a:moveTo>
                  <a:lnTo>
                    <a:pt x="645" y="1181"/>
                  </a:lnTo>
                  <a:lnTo>
                    <a:pt x="675" y="1355"/>
                  </a:lnTo>
                  <a:lnTo>
                    <a:pt x="528" y="1258"/>
                  </a:lnTo>
                  <a:close/>
                  <a:moveTo>
                    <a:pt x="528" y="1092"/>
                  </a:moveTo>
                  <a:lnTo>
                    <a:pt x="620" y="1034"/>
                  </a:lnTo>
                  <a:lnTo>
                    <a:pt x="642" y="1165"/>
                  </a:lnTo>
                  <a:lnTo>
                    <a:pt x="528" y="1092"/>
                  </a:lnTo>
                  <a:close/>
                  <a:moveTo>
                    <a:pt x="571" y="913"/>
                  </a:moveTo>
                  <a:lnTo>
                    <a:pt x="528" y="882"/>
                  </a:lnTo>
                  <a:lnTo>
                    <a:pt x="589" y="840"/>
                  </a:lnTo>
                  <a:lnTo>
                    <a:pt x="601" y="913"/>
                  </a:lnTo>
                  <a:lnTo>
                    <a:pt x="571" y="913"/>
                  </a:lnTo>
                  <a:close/>
                  <a:moveTo>
                    <a:pt x="616" y="844"/>
                  </a:moveTo>
                  <a:lnTo>
                    <a:pt x="679" y="913"/>
                  </a:lnTo>
                  <a:lnTo>
                    <a:pt x="629" y="913"/>
                  </a:lnTo>
                  <a:lnTo>
                    <a:pt x="616" y="844"/>
                  </a:lnTo>
                  <a:close/>
                  <a:moveTo>
                    <a:pt x="818" y="913"/>
                  </a:moveTo>
                  <a:lnTo>
                    <a:pt x="850" y="881"/>
                  </a:lnTo>
                  <a:lnTo>
                    <a:pt x="917" y="913"/>
                  </a:lnTo>
                  <a:lnTo>
                    <a:pt x="818" y="913"/>
                  </a:lnTo>
                  <a:close/>
                  <a:moveTo>
                    <a:pt x="559" y="801"/>
                  </a:moveTo>
                  <a:lnTo>
                    <a:pt x="527" y="774"/>
                  </a:lnTo>
                  <a:lnTo>
                    <a:pt x="584" y="726"/>
                  </a:lnTo>
                  <a:lnTo>
                    <a:pt x="584" y="801"/>
                  </a:lnTo>
                  <a:lnTo>
                    <a:pt x="559" y="801"/>
                  </a:lnTo>
                  <a:close/>
                  <a:moveTo>
                    <a:pt x="535" y="189"/>
                  </a:moveTo>
                  <a:lnTo>
                    <a:pt x="535" y="193"/>
                  </a:lnTo>
                  <a:lnTo>
                    <a:pt x="517" y="209"/>
                  </a:lnTo>
                  <a:lnTo>
                    <a:pt x="501" y="193"/>
                  </a:lnTo>
                  <a:lnTo>
                    <a:pt x="502" y="187"/>
                  </a:lnTo>
                  <a:lnTo>
                    <a:pt x="517" y="179"/>
                  </a:lnTo>
                  <a:lnTo>
                    <a:pt x="535" y="189"/>
                  </a:lnTo>
                  <a:close/>
                  <a:moveTo>
                    <a:pt x="528" y="172"/>
                  </a:moveTo>
                  <a:lnTo>
                    <a:pt x="532" y="171"/>
                  </a:lnTo>
                  <a:lnTo>
                    <a:pt x="532" y="175"/>
                  </a:lnTo>
                  <a:lnTo>
                    <a:pt x="528" y="172"/>
                  </a:lnTo>
                  <a:close/>
                  <a:moveTo>
                    <a:pt x="537" y="205"/>
                  </a:moveTo>
                  <a:lnTo>
                    <a:pt x="541" y="231"/>
                  </a:lnTo>
                  <a:lnTo>
                    <a:pt x="525" y="216"/>
                  </a:lnTo>
                  <a:lnTo>
                    <a:pt x="537" y="205"/>
                  </a:lnTo>
                  <a:close/>
                  <a:moveTo>
                    <a:pt x="503" y="174"/>
                  </a:moveTo>
                  <a:lnTo>
                    <a:pt x="503" y="171"/>
                  </a:lnTo>
                  <a:lnTo>
                    <a:pt x="506" y="172"/>
                  </a:lnTo>
                  <a:lnTo>
                    <a:pt x="503" y="174"/>
                  </a:lnTo>
                  <a:close/>
                  <a:moveTo>
                    <a:pt x="509" y="216"/>
                  </a:moveTo>
                  <a:lnTo>
                    <a:pt x="494" y="229"/>
                  </a:lnTo>
                  <a:lnTo>
                    <a:pt x="498" y="206"/>
                  </a:lnTo>
                  <a:lnTo>
                    <a:pt x="509" y="216"/>
                  </a:lnTo>
                  <a:close/>
                  <a:moveTo>
                    <a:pt x="517" y="224"/>
                  </a:moveTo>
                  <a:lnTo>
                    <a:pt x="544" y="248"/>
                  </a:lnTo>
                  <a:lnTo>
                    <a:pt x="546" y="255"/>
                  </a:lnTo>
                  <a:lnTo>
                    <a:pt x="490" y="255"/>
                  </a:lnTo>
                  <a:lnTo>
                    <a:pt x="491" y="247"/>
                  </a:lnTo>
                  <a:lnTo>
                    <a:pt x="517" y="224"/>
                  </a:lnTo>
                  <a:close/>
                  <a:moveTo>
                    <a:pt x="584" y="489"/>
                  </a:moveTo>
                  <a:lnTo>
                    <a:pt x="584" y="514"/>
                  </a:lnTo>
                  <a:lnTo>
                    <a:pt x="527" y="466"/>
                  </a:lnTo>
                  <a:lnTo>
                    <a:pt x="574" y="428"/>
                  </a:lnTo>
                  <a:lnTo>
                    <a:pt x="584" y="489"/>
                  </a:lnTo>
                  <a:close/>
                  <a:moveTo>
                    <a:pt x="584" y="636"/>
                  </a:moveTo>
                  <a:lnTo>
                    <a:pt x="584" y="703"/>
                  </a:lnTo>
                  <a:lnTo>
                    <a:pt x="528" y="669"/>
                  </a:lnTo>
                  <a:lnTo>
                    <a:pt x="584" y="636"/>
                  </a:lnTo>
                  <a:close/>
                  <a:moveTo>
                    <a:pt x="518" y="663"/>
                  </a:moveTo>
                  <a:lnTo>
                    <a:pt x="471" y="634"/>
                  </a:lnTo>
                  <a:lnTo>
                    <a:pt x="565" y="634"/>
                  </a:lnTo>
                  <a:lnTo>
                    <a:pt x="518" y="663"/>
                  </a:lnTo>
                  <a:close/>
                  <a:moveTo>
                    <a:pt x="529" y="576"/>
                  </a:moveTo>
                  <a:lnTo>
                    <a:pt x="584" y="546"/>
                  </a:lnTo>
                  <a:lnTo>
                    <a:pt x="584" y="607"/>
                  </a:lnTo>
                  <a:lnTo>
                    <a:pt x="529" y="576"/>
                  </a:lnTo>
                  <a:close/>
                  <a:moveTo>
                    <a:pt x="562" y="607"/>
                  </a:moveTo>
                  <a:lnTo>
                    <a:pt x="475" y="607"/>
                  </a:lnTo>
                  <a:lnTo>
                    <a:pt x="518" y="583"/>
                  </a:lnTo>
                  <a:lnTo>
                    <a:pt x="562" y="607"/>
                  </a:lnTo>
                  <a:close/>
                  <a:moveTo>
                    <a:pt x="562" y="546"/>
                  </a:moveTo>
                  <a:lnTo>
                    <a:pt x="518" y="571"/>
                  </a:lnTo>
                  <a:lnTo>
                    <a:pt x="473" y="546"/>
                  </a:lnTo>
                  <a:lnTo>
                    <a:pt x="562" y="546"/>
                  </a:lnTo>
                  <a:close/>
                  <a:moveTo>
                    <a:pt x="464" y="519"/>
                  </a:moveTo>
                  <a:lnTo>
                    <a:pt x="518" y="474"/>
                  </a:lnTo>
                  <a:lnTo>
                    <a:pt x="573" y="519"/>
                  </a:lnTo>
                  <a:lnTo>
                    <a:pt x="464" y="519"/>
                  </a:lnTo>
                  <a:close/>
                  <a:moveTo>
                    <a:pt x="518" y="459"/>
                  </a:moveTo>
                  <a:lnTo>
                    <a:pt x="464" y="415"/>
                  </a:lnTo>
                  <a:lnTo>
                    <a:pt x="465" y="409"/>
                  </a:lnTo>
                  <a:lnTo>
                    <a:pt x="518" y="377"/>
                  </a:lnTo>
                  <a:lnTo>
                    <a:pt x="570" y="409"/>
                  </a:lnTo>
                  <a:lnTo>
                    <a:pt x="571" y="415"/>
                  </a:lnTo>
                  <a:lnTo>
                    <a:pt x="518" y="459"/>
                  </a:lnTo>
                  <a:close/>
                  <a:moveTo>
                    <a:pt x="528" y="370"/>
                  </a:moveTo>
                  <a:lnTo>
                    <a:pt x="561" y="350"/>
                  </a:lnTo>
                  <a:lnTo>
                    <a:pt x="569" y="394"/>
                  </a:lnTo>
                  <a:lnTo>
                    <a:pt x="528" y="370"/>
                  </a:lnTo>
                  <a:close/>
                  <a:moveTo>
                    <a:pt x="518" y="363"/>
                  </a:moveTo>
                  <a:lnTo>
                    <a:pt x="495" y="350"/>
                  </a:lnTo>
                  <a:lnTo>
                    <a:pt x="540" y="350"/>
                  </a:lnTo>
                  <a:lnTo>
                    <a:pt x="518" y="363"/>
                  </a:lnTo>
                  <a:close/>
                  <a:moveTo>
                    <a:pt x="518" y="298"/>
                  </a:moveTo>
                  <a:lnTo>
                    <a:pt x="490" y="282"/>
                  </a:lnTo>
                  <a:lnTo>
                    <a:pt x="547" y="282"/>
                  </a:lnTo>
                  <a:lnTo>
                    <a:pt x="518" y="298"/>
                  </a:lnTo>
                  <a:close/>
                  <a:moveTo>
                    <a:pt x="551" y="292"/>
                  </a:moveTo>
                  <a:lnTo>
                    <a:pt x="556" y="320"/>
                  </a:lnTo>
                  <a:lnTo>
                    <a:pt x="529" y="305"/>
                  </a:lnTo>
                  <a:lnTo>
                    <a:pt x="551" y="292"/>
                  </a:lnTo>
                  <a:close/>
                  <a:moveTo>
                    <a:pt x="507" y="305"/>
                  </a:moveTo>
                  <a:lnTo>
                    <a:pt x="479" y="320"/>
                  </a:lnTo>
                  <a:lnTo>
                    <a:pt x="484" y="292"/>
                  </a:lnTo>
                  <a:lnTo>
                    <a:pt x="507" y="305"/>
                  </a:lnTo>
                  <a:close/>
                  <a:moveTo>
                    <a:pt x="518" y="311"/>
                  </a:moveTo>
                  <a:lnTo>
                    <a:pt x="537" y="323"/>
                  </a:lnTo>
                  <a:lnTo>
                    <a:pt x="498" y="323"/>
                  </a:lnTo>
                  <a:lnTo>
                    <a:pt x="518" y="311"/>
                  </a:lnTo>
                  <a:close/>
                  <a:moveTo>
                    <a:pt x="507" y="370"/>
                  </a:moveTo>
                  <a:lnTo>
                    <a:pt x="467" y="396"/>
                  </a:lnTo>
                  <a:lnTo>
                    <a:pt x="475" y="350"/>
                  </a:lnTo>
                  <a:lnTo>
                    <a:pt x="507" y="370"/>
                  </a:lnTo>
                  <a:close/>
                  <a:moveTo>
                    <a:pt x="463" y="427"/>
                  </a:moveTo>
                  <a:lnTo>
                    <a:pt x="509" y="466"/>
                  </a:lnTo>
                  <a:lnTo>
                    <a:pt x="452" y="514"/>
                  </a:lnTo>
                  <a:lnTo>
                    <a:pt x="452" y="489"/>
                  </a:lnTo>
                  <a:lnTo>
                    <a:pt x="463" y="427"/>
                  </a:lnTo>
                  <a:close/>
                  <a:moveTo>
                    <a:pt x="506" y="576"/>
                  </a:moveTo>
                  <a:lnTo>
                    <a:pt x="452" y="607"/>
                  </a:lnTo>
                  <a:lnTo>
                    <a:pt x="452" y="546"/>
                  </a:lnTo>
                  <a:lnTo>
                    <a:pt x="506" y="576"/>
                  </a:lnTo>
                  <a:close/>
                  <a:moveTo>
                    <a:pt x="507" y="669"/>
                  </a:moveTo>
                  <a:lnTo>
                    <a:pt x="452" y="703"/>
                  </a:lnTo>
                  <a:lnTo>
                    <a:pt x="452" y="636"/>
                  </a:lnTo>
                  <a:lnTo>
                    <a:pt x="507" y="669"/>
                  </a:lnTo>
                  <a:close/>
                  <a:moveTo>
                    <a:pt x="518" y="676"/>
                  </a:moveTo>
                  <a:lnTo>
                    <a:pt x="581" y="714"/>
                  </a:lnTo>
                  <a:lnTo>
                    <a:pt x="518" y="767"/>
                  </a:lnTo>
                  <a:lnTo>
                    <a:pt x="454" y="714"/>
                  </a:lnTo>
                  <a:lnTo>
                    <a:pt x="518" y="676"/>
                  </a:lnTo>
                  <a:close/>
                  <a:moveTo>
                    <a:pt x="611" y="571"/>
                  </a:moveTo>
                  <a:lnTo>
                    <a:pt x="639" y="607"/>
                  </a:lnTo>
                  <a:lnTo>
                    <a:pt x="611" y="607"/>
                  </a:lnTo>
                  <a:lnTo>
                    <a:pt x="611" y="571"/>
                  </a:lnTo>
                  <a:close/>
                  <a:moveTo>
                    <a:pt x="684" y="549"/>
                  </a:moveTo>
                  <a:lnTo>
                    <a:pt x="692" y="553"/>
                  </a:lnTo>
                  <a:lnTo>
                    <a:pt x="735" y="607"/>
                  </a:lnTo>
                  <a:lnTo>
                    <a:pt x="667" y="607"/>
                  </a:lnTo>
                  <a:lnTo>
                    <a:pt x="684" y="549"/>
                  </a:lnTo>
                  <a:close/>
                  <a:moveTo>
                    <a:pt x="748" y="607"/>
                  </a:moveTo>
                  <a:lnTo>
                    <a:pt x="714" y="562"/>
                  </a:lnTo>
                  <a:lnTo>
                    <a:pt x="812" y="607"/>
                  </a:lnTo>
                  <a:lnTo>
                    <a:pt x="748" y="607"/>
                  </a:lnTo>
                  <a:close/>
                  <a:moveTo>
                    <a:pt x="673" y="546"/>
                  </a:moveTo>
                  <a:lnTo>
                    <a:pt x="654" y="607"/>
                  </a:lnTo>
                  <a:lnTo>
                    <a:pt x="653" y="607"/>
                  </a:lnTo>
                  <a:lnTo>
                    <a:pt x="611" y="553"/>
                  </a:lnTo>
                  <a:lnTo>
                    <a:pt x="611" y="546"/>
                  </a:lnTo>
                  <a:lnTo>
                    <a:pt x="673" y="546"/>
                  </a:lnTo>
                  <a:close/>
                  <a:moveTo>
                    <a:pt x="578" y="289"/>
                  </a:moveTo>
                  <a:lnTo>
                    <a:pt x="608" y="323"/>
                  </a:lnTo>
                  <a:lnTo>
                    <a:pt x="584" y="323"/>
                  </a:lnTo>
                  <a:lnTo>
                    <a:pt x="578" y="289"/>
                  </a:lnTo>
                  <a:close/>
                  <a:moveTo>
                    <a:pt x="588" y="282"/>
                  </a:moveTo>
                  <a:lnTo>
                    <a:pt x="629" y="282"/>
                  </a:lnTo>
                  <a:lnTo>
                    <a:pt x="616" y="316"/>
                  </a:lnTo>
                  <a:lnTo>
                    <a:pt x="588" y="282"/>
                  </a:lnTo>
                  <a:close/>
                  <a:moveTo>
                    <a:pt x="726" y="323"/>
                  </a:moveTo>
                  <a:lnTo>
                    <a:pt x="624" y="323"/>
                  </a:lnTo>
                  <a:lnTo>
                    <a:pt x="639" y="283"/>
                  </a:lnTo>
                  <a:lnTo>
                    <a:pt x="726" y="323"/>
                  </a:lnTo>
                  <a:close/>
                  <a:moveTo>
                    <a:pt x="529" y="159"/>
                  </a:moveTo>
                  <a:lnTo>
                    <a:pt x="517" y="166"/>
                  </a:lnTo>
                  <a:lnTo>
                    <a:pt x="506" y="160"/>
                  </a:lnTo>
                  <a:lnTo>
                    <a:pt x="518" y="87"/>
                  </a:lnTo>
                  <a:lnTo>
                    <a:pt x="529" y="159"/>
                  </a:lnTo>
                  <a:close/>
                  <a:moveTo>
                    <a:pt x="448" y="282"/>
                  </a:moveTo>
                  <a:lnTo>
                    <a:pt x="418" y="315"/>
                  </a:lnTo>
                  <a:lnTo>
                    <a:pt x="406" y="282"/>
                  </a:lnTo>
                  <a:lnTo>
                    <a:pt x="448" y="282"/>
                  </a:lnTo>
                  <a:close/>
                  <a:moveTo>
                    <a:pt x="395" y="283"/>
                  </a:moveTo>
                  <a:lnTo>
                    <a:pt x="410" y="323"/>
                  </a:lnTo>
                  <a:lnTo>
                    <a:pt x="305" y="323"/>
                  </a:lnTo>
                  <a:lnTo>
                    <a:pt x="395" y="283"/>
                  </a:lnTo>
                  <a:close/>
                  <a:moveTo>
                    <a:pt x="426" y="323"/>
                  </a:moveTo>
                  <a:lnTo>
                    <a:pt x="457" y="288"/>
                  </a:lnTo>
                  <a:lnTo>
                    <a:pt x="452" y="323"/>
                  </a:lnTo>
                  <a:lnTo>
                    <a:pt x="426" y="323"/>
                  </a:lnTo>
                  <a:close/>
                  <a:moveTo>
                    <a:pt x="425" y="552"/>
                  </a:moveTo>
                  <a:lnTo>
                    <a:pt x="382" y="607"/>
                  </a:lnTo>
                  <a:lnTo>
                    <a:pt x="380" y="607"/>
                  </a:lnTo>
                  <a:lnTo>
                    <a:pt x="361" y="546"/>
                  </a:lnTo>
                  <a:lnTo>
                    <a:pt x="425" y="546"/>
                  </a:lnTo>
                  <a:lnTo>
                    <a:pt x="425" y="552"/>
                  </a:lnTo>
                  <a:close/>
                  <a:moveTo>
                    <a:pt x="350" y="546"/>
                  </a:moveTo>
                  <a:lnTo>
                    <a:pt x="369" y="607"/>
                  </a:lnTo>
                  <a:lnTo>
                    <a:pt x="299" y="607"/>
                  </a:lnTo>
                  <a:lnTo>
                    <a:pt x="346" y="548"/>
                  </a:lnTo>
                  <a:lnTo>
                    <a:pt x="350" y="546"/>
                  </a:lnTo>
                  <a:close/>
                  <a:moveTo>
                    <a:pt x="324" y="558"/>
                  </a:moveTo>
                  <a:lnTo>
                    <a:pt x="286" y="607"/>
                  </a:lnTo>
                  <a:lnTo>
                    <a:pt x="218" y="607"/>
                  </a:lnTo>
                  <a:lnTo>
                    <a:pt x="324" y="558"/>
                  </a:lnTo>
                  <a:close/>
                  <a:moveTo>
                    <a:pt x="396" y="607"/>
                  </a:moveTo>
                  <a:lnTo>
                    <a:pt x="425" y="569"/>
                  </a:lnTo>
                  <a:lnTo>
                    <a:pt x="425" y="607"/>
                  </a:lnTo>
                  <a:lnTo>
                    <a:pt x="396" y="607"/>
                  </a:lnTo>
                  <a:close/>
                  <a:moveTo>
                    <a:pt x="452" y="726"/>
                  </a:moveTo>
                  <a:lnTo>
                    <a:pt x="509" y="774"/>
                  </a:lnTo>
                  <a:lnTo>
                    <a:pt x="476" y="801"/>
                  </a:lnTo>
                  <a:lnTo>
                    <a:pt x="452" y="801"/>
                  </a:lnTo>
                  <a:lnTo>
                    <a:pt x="452" y="726"/>
                  </a:lnTo>
                  <a:close/>
                  <a:moveTo>
                    <a:pt x="184" y="879"/>
                  </a:moveTo>
                  <a:lnTo>
                    <a:pt x="218" y="913"/>
                  </a:lnTo>
                  <a:lnTo>
                    <a:pt x="116" y="913"/>
                  </a:lnTo>
                  <a:lnTo>
                    <a:pt x="184" y="879"/>
                  </a:lnTo>
                  <a:close/>
                  <a:moveTo>
                    <a:pt x="355" y="913"/>
                  </a:moveTo>
                  <a:lnTo>
                    <a:pt x="419" y="841"/>
                  </a:lnTo>
                  <a:lnTo>
                    <a:pt x="407" y="913"/>
                  </a:lnTo>
                  <a:lnTo>
                    <a:pt x="355" y="913"/>
                  </a:lnTo>
                  <a:close/>
                  <a:moveTo>
                    <a:pt x="343" y="1464"/>
                  </a:moveTo>
                  <a:lnTo>
                    <a:pt x="359" y="1364"/>
                  </a:lnTo>
                  <a:lnTo>
                    <a:pt x="501" y="1412"/>
                  </a:lnTo>
                  <a:lnTo>
                    <a:pt x="343" y="1464"/>
                  </a:lnTo>
                  <a:close/>
                  <a:moveTo>
                    <a:pt x="535" y="1412"/>
                  </a:moveTo>
                  <a:lnTo>
                    <a:pt x="676" y="1364"/>
                  </a:lnTo>
                  <a:lnTo>
                    <a:pt x="692" y="1466"/>
                  </a:lnTo>
                  <a:lnTo>
                    <a:pt x="535" y="14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255F59FF-F645-4436-9C7D-D4A44E1843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5255" y="2493720"/>
              <a:ext cx="850002" cy="1225946"/>
            </a:xfrm>
            <a:custGeom>
              <a:avLst/>
              <a:gdLst>
                <a:gd name="T0" fmla="*/ 683 w 1031"/>
                <a:gd name="T1" fmla="*/ 519 h 1487"/>
                <a:gd name="T2" fmla="*/ 573 w 1031"/>
                <a:gd name="T3" fmla="*/ 255 h 1487"/>
                <a:gd name="T4" fmla="*/ 448 w 1031"/>
                <a:gd name="T5" fmla="*/ 350 h 1487"/>
                <a:gd name="T6" fmla="*/ 425 w 1031"/>
                <a:gd name="T7" fmla="*/ 801 h 1487"/>
                <a:gd name="T8" fmla="*/ 342 w 1031"/>
                <a:gd name="T9" fmla="*/ 1477 h 1487"/>
                <a:gd name="T10" fmla="*/ 1031 w 1031"/>
                <a:gd name="T11" fmla="*/ 940 h 1487"/>
                <a:gd name="T12" fmla="*/ 505 w 1031"/>
                <a:gd name="T13" fmla="*/ 981 h 1487"/>
                <a:gd name="T14" fmla="*/ 284 w 1031"/>
                <a:gd name="T15" fmla="*/ 839 h 1487"/>
                <a:gd name="T16" fmla="*/ 416 w 1031"/>
                <a:gd name="T17" fmla="*/ 828 h 1487"/>
                <a:gd name="T18" fmla="*/ 456 w 1031"/>
                <a:gd name="T19" fmla="*/ 832 h 1487"/>
                <a:gd name="T20" fmla="*/ 493 w 1031"/>
                <a:gd name="T21" fmla="*/ 801 h 1487"/>
                <a:gd name="T22" fmla="*/ 699 w 1031"/>
                <a:gd name="T23" fmla="*/ 913 h 1487"/>
                <a:gd name="T24" fmla="*/ 690 w 1031"/>
                <a:gd name="T25" fmla="*/ 909 h 1487"/>
                <a:gd name="T26" fmla="*/ 593 w 1031"/>
                <a:gd name="T27" fmla="*/ 942 h 1487"/>
                <a:gd name="T28" fmla="*/ 483 w 1031"/>
                <a:gd name="T29" fmla="*/ 913 h 1487"/>
                <a:gd name="T30" fmla="*/ 518 w 1031"/>
                <a:gd name="T31" fmla="*/ 1086 h 1487"/>
                <a:gd name="T32" fmla="*/ 509 w 1031"/>
                <a:gd name="T33" fmla="*/ 1092 h 1487"/>
                <a:gd name="T34" fmla="*/ 507 w 1031"/>
                <a:gd name="T35" fmla="*/ 1258 h 1487"/>
                <a:gd name="T36" fmla="*/ 517 w 1031"/>
                <a:gd name="T37" fmla="*/ 1406 h 1487"/>
                <a:gd name="T38" fmla="*/ 528 w 1031"/>
                <a:gd name="T39" fmla="*/ 1258 h 1487"/>
                <a:gd name="T40" fmla="*/ 528 w 1031"/>
                <a:gd name="T41" fmla="*/ 882 h 1487"/>
                <a:gd name="T42" fmla="*/ 629 w 1031"/>
                <a:gd name="T43" fmla="*/ 913 h 1487"/>
                <a:gd name="T44" fmla="*/ 559 w 1031"/>
                <a:gd name="T45" fmla="*/ 801 h 1487"/>
                <a:gd name="T46" fmla="*/ 535 w 1031"/>
                <a:gd name="T47" fmla="*/ 193 h 1487"/>
                <a:gd name="T48" fmla="*/ 528 w 1031"/>
                <a:gd name="T49" fmla="*/ 172 h 1487"/>
                <a:gd name="T50" fmla="*/ 525 w 1031"/>
                <a:gd name="T51" fmla="*/ 216 h 1487"/>
                <a:gd name="T52" fmla="*/ 509 w 1031"/>
                <a:gd name="T53" fmla="*/ 216 h 1487"/>
                <a:gd name="T54" fmla="*/ 546 w 1031"/>
                <a:gd name="T55" fmla="*/ 255 h 1487"/>
                <a:gd name="T56" fmla="*/ 527 w 1031"/>
                <a:gd name="T57" fmla="*/ 466 h 1487"/>
                <a:gd name="T58" fmla="*/ 584 w 1031"/>
                <a:gd name="T59" fmla="*/ 636 h 1487"/>
                <a:gd name="T60" fmla="*/ 584 w 1031"/>
                <a:gd name="T61" fmla="*/ 546 h 1487"/>
                <a:gd name="T62" fmla="*/ 562 w 1031"/>
                <a:gd name="T63" fmla="*/ 607 h 1487"/>
                <a:gd name="T64" fmla="*/ 518 w 1031"/>
                <a:gd name="T65" fmla="*/ 474 h 1487"/>
                <a:gd name="T66" fmla="*/ 518 w 1031"/>
                <a:gd name="T67" fmla="*/ 377 h 1487"/>
                <a:gd name="T68" fmla="*/ 569 w 1031"/>
                <a:gd name="T69" fmla="*/ 394 h 1487"/>
                <a:gd name="T70" fmla="*/ 518 w 1031"/>
                <a:gd name="T71" fmla="*/ 298 h 1487"/>
                <a:gd name="T72" fmla="*/ 529 w 1031"/>
                <a:gd name="T73" fmla="*/ 305 h 1487"/>
                <a:gd name="T74" fmla="*/ 518 w 1031"/>
                <a:gd name="T75" fmla="*/ 311 h 1487"/>
                <a:gd name="T76" fmla="*/ 475 w 1031"/>
                <a:gd name="T77" fmla="*/ 350 h 1487"/>
                <a:gd name="T78" fmla="*/ 463 w 1031"/>
                <a:gd name="T79" fmla="*/ 427 h 1487"/>
                <a:gd name="T80" fmla="*/ 452 w 1031"/>
                <a:gd name="T81" fmla="*/ 703 h 1487"/>
                <a:gd name="T82" fmla="*/ 454 w 1031"/>
                <a:gd name="T83" fmla="*/ 714 h 1487"/>
                <a:gd name="T84" fmla="*/ 684 w 1031"/>
                <a:gd name="T85" fmla="*/ 549 h 1487"/>
                <a:gd name="T86" fmla="*/ 714 w 1031"/>
                <a:gd name="T87" fmla="*/ 562 h 1487"/>
                <a:gd name="T88" fmla="*/ 611 w 1031"/>
                <a:gd name="T89" fmla="*/ 553 h 1487"/>
                <a:gd name="T90" fmla="*/ 578 w 1031"/>
                <a:gd name="T91" fmla="*/ 289 h 1487"/>
                <a:gd name="T92" fmla="*/ 624 w 1031"/>
                <a:gd name="T93" fmla="*/ 323 h 1487"/>
                <a:gd name="T94" fmla="*/ 518 w 1031"/>
                <a:gd name="T95" fmla="*/ 87 h 1487"/>
                <a:gd name="T96" fmla="*/ 395 w 1031"/>
                <a:gd name="T97" fmla="*/ 283 h 1487"/>
                <a:gd name="T98" fmla="*/ 452 w 1031"/>
                <a:gd name="T99" fmla="*/ 323 h 1487"/>
                <a:gd name="T100" fmla="*/ 425 w 1031"/>
                <a:gd name="T101" fmla="*/ 546 h 1487"/>
                <a:gd name="T102" fmla="*/ 350 w 1031"/>
                <a:gd name="T103" fmla="*/ 546 h 1487"/>
                <a:gd name="T104" fmla="*/ 425 w 1031"/>
                <a:gd name="T105" fmla="*/ 569 h 1487"/>
                <a:gd name="T106" fmla="*/ 452 w 1031"/>
                <a:gd name="T107" fmla="*/ 801 h 1487"/>
                <a:gd name="T108" fmla="*/ 355 w 1031"/>
                <a:gd name="T109" fmla="*/ 913 h 1487"/>
                <a:gd name="T110" fmla="*/ 501 w 1031"/>
                <a:gd name="T111" fmla="*/ 1412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31" h="1487">
                  <a:moveTo>
                    <a:pt x="1031" y="940"/>
                  </a:moveTo>
                  <a:lnTo>
                    <a:pt x="752" y="801"/>
                  </a:lnTo>
                  <a:lnTo>
                    <a:pt x="611" y="801"/>
                  </a:lnTo>
                  <a:lnTo>
                    <a:pt x="611" y="634"/>
                  </a:lnTo>
                  <a:lnTo>
                    <a:pt x="939" y="634"/>
                  </a:lnTo>
                  <a:lnTo>
                    <a:pt x="683" y="519"/>
                  </a:lnTo>
                  <a:lnTo>
                    <a:pt x="611" y="519"/>
                  </a:lnTo>
                  <a:lnTo>
                    <a:pt x="611" y="488"/>
                  </a:lnTo>
                  <a:lnTo>
                    <a:pt x="588" y="350"/>
                  </a:lnTo>
                  <a:lnTo>
                    <a:pt x="854" y="350"/>
                  </a:lnTo>
                  <a:lnTo>
                    <a:pt x="642" y="255"/>
                  </a:lnTo>
                  <a:lnTo>
                    <a:pt x="573" y="255"/>
                  </a:lnTo>
                  <a:lnTo>
                    <a:pt x="531" y="0"/>
                  </a:lnTo>
                  <a:lnTo>
                    <a:pt x="505" y="0"/>
                  </a:lnTo>
                  <a:lnTo>
                    <a:pt x="463" y="255"/>
                  </a:lnTo>
                  <a:lnTo>
                    <a:pt x="389" y="255"/>
                  </a:lnTo>
                  <a:lnTo>
                    <a:pt x="177" y="350"/>
                  </a:lnTo>
                  <a:lnTo>
                    <a:pt x="448" y="350"/>
                  </a:lnTo>
                  <a:lnTo>
                    <a:pt x="425" y="487"/>
                  </a:lnTo>
                  <a:lnTo>
                    <a:pt x="425" y="519"/>
                  </a:lnTo>
                  <a:lnTo>
                    <a:pt x="344" y="519"/>
                  </a:lnTo>
                  <a:lnTo>
                    <a:pt x="94" y="634"/>
                  </a:lnTo>
                  <a:lnTo>
                    <a:pt x="425" y="634"/>
                  </a:lnTo>
                  <a:lnTo>
                    <a:pt x="425" y="801"/>
                  </a:lnTo>
                  <a:lnTo>
                    <a:pt x="280" y="801"/>
                  </a:lnTo>
                  <a:lnTo>
                    <a:pt x="0" y="940"/>
                  </a:lnTo>
                  <a:lnTo>
                    <a:pt x="403" y="940"/>
                  </a:lnTo>
                  <a:lnTo>
                    <a:pt x="313" y="1483"/>
                  </a:lnTo>
                  <a:lnTo>
                    <a:pt x="339" y="1487"/>
                  </a:lnTo>
                  <a:lnTo>
                    <a:pt x="342" y="1477"/>
                  </a:lnTo>
                  <a:lnTo>
                    <a:pt x="517" y="1418"/>
                  </a:lnTo>
                  <a:lnTo>
                    <a:pt x="695" y="1478"/>
                  </a:lnTo>
                  <a:lnTo>
                    <a:pt x="696" y="1487"/>
                  </a:lnTo>
                  <a:lnTo>
                    <a:pt x="724" y="1483"/>
                  </a:lnTo>
                  <a:lnTo>
                    <a:pt x="633" y="940"/>
                  </a:lnTo>
                  <a:lnTo>
                    <a:pt x="1031" y="940"/>
                  </a:lnTo>
                  <a:close/>
                  <a:moveTo>
                    <a:pt x="618" y="1017"/>
                  </a:moveTo>
                  <a:lnTo>
                    <a:pt x="532" y="981"/>
                  </a:lnTo>
                  <a:lnTo>
                    <a:pt x="607" y="948"/>
                  </a:lnTo>
                  <a:lnTo>
                    <a:pt x="618" y="1017"/>
                  </a:lnTo>
                  <a:close/>
                  <a:moveTo>
                    <a:pt x="429" y="948"/>
                  </a:moveTo>
                  <a:lnTo>
                    <a:pt x="505" y="981"/>
                  </a:lnTo>
                  <a:lnTo>
                    <a:pt x="418" y="1019"/>
                  </a:lnTo>
                  <a:lnTo>
                    <a:pt x="429" y="948"/>
                  </a:lnTo>
                  <a:close/>
                  <a:moveTo>
                    <a:pt x="284" y="839"/>
                  </a:moveTo>
                  <a:lnTo>
                    <a:pt x="335" y="913"/>
                  </a:lnTo>
                  <a:lnTo>
                    <a:pt x="237" y="913"/>
                  </a:lnTo>
                  <a:lnTo>
                    <a:pt x="284" y="839"/>
                  </a:lnTo>
                  <a:close/>
                  <a:moveTo>
                    <a:pt x="227" y="909"/>
                  </a:moveTo>
                  <a:lnTo>
                    <a:pt x="195" y="874"/>
                  </a:lnTo>
                  <a:lnTo>
                    <a:pt x="275" y="835"/>
                  </a:lnTo>
                  <a:lnTo>
                    <a:pt x="227" y="909"/>
                  </a:lnTo>
                  <a:close/>
                  <a:moveTo>
                    <a:pt x="290" y="828"/>
                  </a:moveTo>
                  <a:lnTo>
                    <a:pt x="416" y="828"/>
                  </a:lnTo>
                  <a:lnTo>
                    <a:pt x="344" y="909"/>
                  </a:lnTo>
                  <a:lnTo>
                    <a:pt x="290" y="828"/>
                  </a:lnTo>
                  <a:close/>
                  <a:moveTo>
                    <a:pt x="575" y="828"/>
                  </a:moveTo>
                  <a:lnTo>
                    <a:pt x="580" y="832"/>
                  </a:lnTo>
                  <a:lnTo>
                    <a:pt x="518" y="875"/>
                  </a:lnTo>
                  <a:lnTo>
                    <a:pt x="456" y="832"/>
                  </a:lnTo>
                  <a:lnTo>
                    <a:pt x="460" y="828"/>
                  </a:lnTo>
                  <a:lnTo>
                    <a:pt x="575" y="828"/>
                  </a:lnTo>
                  <a:close/>
                  <a:moveTo>
                    <a:pt x="493" y="801"/>
                  </a:moveTo>
                  <a:lnTo>
                    <a:pt x="518" y="780"/>
                  </a:lnTo>
                  <a:lnTo>
                    <a:pt x="543" y="801"/>
                  </a:lnTo>
                  <a:lnTo>
                    <a:pt x="493" y="801"/>
                  </a:lnTo>
                  <a:close/>
                  <a:moveTo>
                    <a:pt x="760" y="836"/>
                  </a:moveTo>
                  <a:lnTo>
                    <a:pt x="839" y="875"/>
                  </a:lnTo>
                  <a:lnTo>
                    <a:pt x="807" y="909"/>
                  </a:lnTo>
                  <a:lnTo>
                    <a:pt x="760" y="836"/>
                  </a:lnTo>
                  <a:close/>
                  <a:moveTo>
                    <a:pt x="797" y="913"/>
                  </a:moveTo>
                  <a:lnTo>
                    <a:pt x="699" y="913"/>
                  </a:lnTo>
                  <a:lnTo>
                    <a:pt x="750" y="839"/>
                  </a:lnTo>
                  <a:lnTo>
                    <a:pt x="797" y="913"/>
                  </a:lnTo>
                  <a:close/>
                  <a:moveTo>
                    <a:pt x="690" y="909"/>
                  </a:moveTo>
                  <a:lnTo>
                    <a:pt x="618" y="828"/>
                  </a:lnTo>
                  <a:lnTo>
                    <a:pt x="744" y="828"/>
                  </a:lnTo>
                  <a:lnTo>
                    <a:pt x="690" y="909"/>
                  </a:lnTo>
                  <a:close/>
                  <a:moveTo>
                    <a:pt x="448" y="840"/>
                  </a:moveTo>
                  <a:lnTo>
                    <a:pt x="509" y="882"/>
                  </a:lnTo>
                  <a:lnTo>
                    <a:pt x="464" y="913"/>
                  </a:lnTo>
                  <a:lnTo>
                    <a:pt x="434" y="913"/>
                  </a:lnTo>
                  <a:lnTo>
                    <a:pt x="448" y="840"/>
                  </a:lnTo>
                  <a:close/>
                  <a:moveTo>
                    <a:pt x="593" y="942"/>
                  </a:moveTo>
                  <a:lnTo>
                    <a:pt x="518" y="974"/>
                  </a:lnTo>
                  <a:lnTo>
                    <a:pt x="442" y="942"/>
                  </a:lnTo>
                  <a:lnTo>
                    <a:pt x="444" y="940"/>
                  </a:lnTo>
                  <a:lnTo>
                    <a:pt x="592" y="940"/>
                  </a:lnTo>
                  <a:lnTo>
                    <a:pt x="593" y="942"/>
                  </a:lnTo>
                  <a:close/>
                  <a:moveTo>
                    <a:pt x="483" y="913"/>
                  </a:moveTo>
                  <a:lnTo>
                    <a:pt x="518" y="889"/>
                  </a:lnTo>
                  <a:lnTo>
                    <a:pt x="552" y="913"/>
                  </a:lnTo>
                  <a:lnTo>
                    <a:pt x="483" y="913"/>
                  </a:lnTo>
                  <a:close/>
                  <a:moveTo>
                    <a:pt x="518" y="986"/>
                  </a:moveTo>
                  <a:lnTo>
                    <a:pt x="612" y="1027"/>
                  </a:lnTo>
                  <a:lnTo>
                    <a:pt x="518" y="1086"/>
                  </a:lnTo>
                  <a:lnTo>
                    <a:pt x="426" y="1027"/>
                  </a:lnTo>
                  <a:lnTo>
                    <a:pt x="518" y="986"/>
                  </a:lnTo>
                  <a:close/>
                  <a:moveTo>
                    <a:pt x="509" y="1092"/>
                  </a:moveTo>
                  <a:lnTo>
                    <a:pt x="393" y="1165"/>
                  </a:lnTo>
                  <a:lnTo>
                    <a:pt x="415" y="1032"/>
                  </a:lnTo>
                  <a:lnTo>
                    <a:pt x="509" y="1092"/>
                  </a:lnTo>
                  <a:close/>
                  <a:moveTo>
                    <a:pt x="518" y="1099"/>
                  </a:moveTo>
                  <a:lnTo>
                    <a:pt x="637" y="1175"/>
                  </a:lnTo>
                  <a:lnTo>
                    <a:pt x="518" y="1252"/>
                  </a:lnTo>
                  <a:lnTo>
                    <a:pt x="400" y="1175"/>
                  </a:lnTo>
                  <a:lnTo>
                    <a:pt x="518" y="1099"/>
                  </a:lnTo>
                  <a:close/>
                  <a:moveTo>
                    <a:pt x="507" y="1258"/>
                  </a:moveTo>
                  <a:lnTo>
                    <a:pt x="362" y="1355"/>
                  </a:lnTo>
                  <a:lnTo>
                    <a:pt x="391" y="1181"/>
                  </a:lnTo>
                  <a:lnTo>
                    <a:pt x="507" y="1258"/>
                  </a:lnTo>
                  <a:close/>
                  <a:moveTo>
                    <a:pt x="518" y="1265"/>
                  </a:moveTo>
                  <a:lnTo>
                    <a:pt x="660" y="1359"/>
                  </a:lnTo>
                  <a:lnTo>
                    <a:pt x="517" y="1406"/>
                  </a:lnTo>
                  <a:lnTo>
                    <a:pt x="376" y="1359"/>
                  </a:lnTo>
                  <a:lnTo>
                    <a:pt x="518" y="1265"/>
                  </a:lnTo>
                  <a:close/>
                  <a:moveTo>
                    <a:pt x="528" y="1258"/>
                  </a:moveTo>
                  <a:lnTo>
                    <a:pt x="645" y="1181"/>
                  </a:lnTo>
                  <a:lnTo>
                    <a:pt x="675" y="1355"/>
                  </a:lnTo>
                  <a:lnTo>
                    <a:pt x="528" y="1258"/>
                  </a:lnTo>
                  <a:close/>
                  <a:moveTo>
                    <a:pt x="528" y="1092"/>
                  </a:moveTo>
                  <a:lnTo>
                    <a:pt x="620" y="1034"/>
                  </a:lnTo>
                  <a:lnTo>
                    <a:pt x="642" y="1165"/>
                  </a:lnTo>
                  <a:lnTo>
                    <a:pt x="528" y="1092"/>
                  </a:lnTo>
                  <a:close/>
                  <a:moveTo>
                    <a:pt x="571" y="913"/>
                  </a:moveTo>
                  <a:lnTo>
                    <a:pt x="528" y="882"/>
                  </a:lnTo>
                  <a:lnTo>
                    <a:pt x="589" y="840"/>
                  </a:lnTo>
                  <a:lnTo>
                    <a:pt x="601" y="913"/>
                  </a:lnTo>
                  <a:lnTo>
                    <a:pt x="571" y="913"/>
                  </a:lnTo>
                  <a:close/>
                  <a:moveTo>
                    <a:pt x="616" y="844"/>
                  </a:moveTo>
                  <a:lnTo>
                    <a:pt x="679" y="913"/>
                  </a:lnTo>
                  <a:lnTo>
                    <a:pt x="629" y="913"/>
                  </a:lnTo>
                  <a:lnTo>
                    <a:pt x="616" y="844"/>
                  </a:lnTo>
                  <a:close/>
                  <a:moveTo>
                    <a:pt x="818" y="913"/>
                  </a:moveTo>
                  <a:lnTo>
                    <a:pt x="850" y="881"/>
                  </a:lnTo>
                  <a:lnTo>
                    <a:pt x="917" y="913"/>
                  </a:lnTo>
                  <a:lnTo>
                    <a:pt x="818" y="913"/>
                  </a:lnTo>
                  <a:close/>
                  <a:moveTo>
                    <a:pt x="559" y="801"/>
                  </a:moveTo>
                  <a:lnTo>
                    <a:pt x="527" y="774"/>
                  </a:lnTo>
                  <a:lnTo>
                    <a:pt x="584" y="726"/>
                  </a:lnTo>
                  <a:lnTo>
                    <a:pt x="584" y="801"/>
                  </a:lnTo>
                  <a:lnTo>
                    <a:pt x="559" y="801"/>
                  </a:lnTo>
                  <a:close/>
                  <a:moveTo>
                    <a:pt x="535" y="189"/>
                  </a:moveTo>
                  <a:lnTo>
                    <a:pt x="535" y="193"/>
                  </a:lnTo>
                  <a:lnTo>
                    <a:pt x="517" y="209"/>
                  </a:lnTo>
                  <a:lnTo>
                    <a:pt x="501" y="193"/>
                  </a:lnTo>
                  <a:lnTo>
                    <a:pt x="502" y="187"/>
                  </a:lnTo>
                  <a:lnTo>
                    <a:pt x="517" y="179"/>
                  </a:lnTo>
                  <a:lnTo>
                    <a:pt x="535" y="189"/>
                  </a:lnTo>
                  <a:close/>
                  <a:moveTo>
                    <a:pt x="528" y="172"/>
                  </a:moveTo>
                  <a:lnTo>
                    <a:pt x="532" y="171"/>
                  </a:lnTo>
                  <a:lnTo>
                    <a:pt x="532" y="175"/>
                  </a:lnTo>
                  <a:lnTo>
                    <a:pt x="528" y="172"/>
                  </a:lnTo>
                  <a:close/>
                  <a:moveTo>
                    <a:pt x="537" y="205"/>
                  </a:moveTo>
                  <a:lnTo>
                    <a:pt x="541" y="231"/>
                  </a:lnTo>
                  <a:lnTo>
                    <a:pt x="525" y="216"/>
                  </a:lnTo>
                  <a:lnTo>
                    <a:pt x="537" y="205"/>
                  </a:lnTo>
                  <a:close/>
                  <a:moveTo>
                    <a:pt x="503" y="174"/>
                  </a:moveTo>
                  <a:lnTo>
                    <a:pt x="503" y="171"/>
                  </a:lnTo>
                  <a:lnTo>
                    <a:pt x="506" y="172"/>
                  </a:lnTo>
                  <a:lnTo>
                    <a:pt x="503" y="174"/>
                  </a:lnTo>
                  <a:close/>
                  <a:moveTo>
                    <a:pt x="509" y="216"/>
                  </a:moveTo>
                  <a:lnTo>
                    <a:pt x="494" y="229"/>
                  </a:lnTo>
                  <a:lnTo>
                    <a:pt x="498" y="206"/>
                  </a:lnTo>
                  <a:lnTo>
                    <a:pt x="509" y="216"/>
                  </a:lnTo>
                  <a:close/>
                  <a:moveTo>
                    <a:pt x="517" y="224"/>
                  </a:moveTo>
                  <a:lnTo>
                    <a:pt x="544" y="248"/>
                  </a:lnTo>
                  <a:lnTo>
                    <a:pt x="546" y="255"/>
                  </a:lnTo>
                  <a:lnTo>
                    <a:pt x="490" y="255"/>
                  </a:lnTo>
                  <a:lnTo>
                    <a:pt x="491" y="247"/>
                  </a:lnTo>
                  <a:lnTo>
                    <a:pt x="517" y="224"/>
                  </a:lnTo>
                  <a:close/>
                  <a:moveTo>
                    <a:pt x="584" y="489"/>
                  </a:moveTo>
                  <a:lnTo>
                    <a:pt x="584" y="514"/>
                  </a:lnTo>
                  <a:lnTo>
                    <a:pt x="527" y="466"/>
                  </a:lnTo>
                  <a:lnTo>
                    <a:pt x="574" y="428"/>
                  </a:lnTo>
                  <a:lnTo>
                    <a:pt x="584" y="489"/>
                  </a:lnTo>
                  <a:close/>
                  <a:moveTo>
                    <a:pt x="584" y="636"/>
                  </a:moveTo>
                  <a:lnTo>
                    <a:pt x="584" y="703"/>
                  </a:lnTo>
                  <a:lnTo>
                    <a:pt x="528" y="669"/>
                  </a:lnTo>
                  <a:lnTo>
                    <a:pt x="584" y="636"/>
                  </a:lnTo>
                  <a:close/>
                  <a:moveTo>
                    <a:pt x="518" y="663"/>
                  </a:moveTo>
                  <a:lnTo>
                    <a:pt x="471" y="634"/>
                  </a:lnTo>
                  <a:lnTo>
                    <a:pt x="565" y="634"/>
                  </a:lnTo>
                  <a:lnTo>
                    <a:pt x="518" y="663"/>
                  </a:lnTo>
                  <a:close/>
                  <a:moveTo>
                    <a:pt x="529" y="576"/>
                  </a:moveTo>
                  <a:lnTo>
                    <a:pt x="584" y="546"/>
                  </a:lnTo>
                  <a:lnTo>
                    <a:pt x="584" y="607"/>
                  </a:lnTo>
                  <a:lnTo>
                    <a:pt x="529" y="576"/>
                  </a:lnTo>
                  <a:close/>
                  <a:moveTo>
                    <a:pt x="562" y="607"/>
                  </a:moveTo>
                  <a:lnTo>
                    <a:pt x="475" y="607"/>
                  </a:lnTo>
                  <a:lnTo>
                    <a:pt x="518" y="583"/>
                  </a:lnTo>
                  <a:lnTo>
                    <a:pt x="562" y="607"/>
                  </a:lnTo>
                  <a:close/>
                  <a:moveTo>
                    <a:pt x="562" y="546"/>
                  </a:moveTo>
                  <a:lnTo>
                    <a:pt x="518" y="571"/>
                  </a:lnTo>
                  <a:lnTo>
                    <a:pt x="473" y="546"/>
                  </a:lnTo>
                  <a:lnTo>
                    <a:pt x="562" y="546"/>
                  </a:lnTo>
                  <a:close/>
                  <a:moveTo>
                    <a:pt x="464" y="519"/>
                  </a:moveTo>
                  <a:lnTo>
                    <a:pt x="518" y="474"/>
                  </a:lnTo>
                  <a:lnTo>
                    <a:pt x="573" y="519"/>
                  </a:lnTo>
                  <a:lnTo>
                    <a:pt x="464" y="519"/>
                  </a:lnTo>
                  <a:close/>
                  <a:moveTo>
                    <a:pt x="518" y="459"/>
                  </a:moveTo>
                  <a:lnTo>
                    <a:pt x="464" y="415"/>
                  </a:lnTo>
                  <a:lnTo>
                    <a:pt x="465" y="409"/>
                  </a:lnTo>
                  <a:lnTo>
                    <a:pt x="518" y="377"/>
                  </a:lnTo>
                  <a:lnTo>
                    <a:pt x="570" y="409"/>
                  </a:lnTo>
                  <a:lnTo>
                    <a:pt x="571" y="415"/>
                  </a:lnTo>
                  <a:lnTo>
                    <a:pt x="518" y="459"/>
                  </a:lnTo>
                  <a:close/>
                  <a:moveTo>
                    <a:pt x="528" y="370"/>
                  </a:moveTo>
                  <a:lnTo>
                    <a:pt x="561" y="350"/>
                  </a:lnTo>
                  <a:lnTo>
                    <a:pt x="569" y="394"/>
                  </a:lnTo>
                  <a:lnTo>
                    <a:pt x="528" y="370"/>
                  </a:lnTo>
                  <a:close/>
                  <a:moveTo>
                    <a:pt x="518" y="363"/>
                  </a:moveTo>
                  <a:lnTo>
                    <a:pt x="495" y="350"/>
                  </a:lnTo>
                  <a:lnTo>
                    <a:pt x="540" y="350"/>
                  </a:lnTo>
                  <a:lnTo>
                    <a:pt x="518" y="363"/>
                  </a:lnTo>
                  <a:close/>
                  <a:moveTo>
                    <a:pt x="518" y="298"/>
                  </a:moveTo>
                  <a:lnTo>
                    <a:pt x="490" y="282"/>
                  </a:lnTo>
                  <a:lnTo>
                    <a:pt x="547" y="282"/>
                  </a:lnTo>
                  <a:lnTo>
                    <a:pt x="518" y="298"/>
                  </a:lnTo>
                  <a:close/>
                  <a:moveTo>
                    <a:pt x="551" y="292"/>
                  </a:moveTo>
                  <a:lnTo>
                    <a:pt x="556" y="320"/>
                  </a:lnTo>
                  <a:lnTo>
                    <a:pt x="529" y="305"/>
                  </a:lnTo>
                  <a:lnTo>
                    <a:pt x="551" y="292"/>
                  </a:lnTo>
                  <a:close/>
                  <a:moveTo>
                    <a:pt x="507" y="305"/>
                  </a:moveTo>
                  <a:lnTo>
                    <a:pt x="479" y="320"/>
                  </a:lnTo>
                  <a:lnTo>
                    <a:pt x="484" y="292"/>
                  </a:lnTo>
                  <a:lnTo>
                    <a:pt x="507" y="305"/>
                  </a:lnTo>
                  <a:close/>
                  <a:moveTo>
                    <a:pt x="518" y="311"/>
                  </a:moveTo>
                  <a:lnTo>
                    <a:pt x="537" y="323"/>
                  </a:lnTo>
                  <a:lnTo>
                    <a:pt x="498" y="323"/>
                  </a:lnTo>
                  <a:lnTo>
                    <a:pt x="518" y="311"/>
                  </a:lnTo>
                  <a:close/>
                  <a:moveTo>
                    <a:pt x="507" y="370"/>
                  </a:moveTo>
                  <a:lnTo>
                    <a:pt x="467" y="396"/>
                  </a:lnTo>
                  <a:lnTo>
                    <a:pt x="475" y="350"/>
                  </a:lnTo>
                  <a:lnTo>
                    <a:pt x="507" y="370"/>
                  </a:lnTo>
                  <a:close/>
                  <a:moveTo>
                    <a:pt x="463" y="427"/>
                  </a:moveTo>
                  <a:lnTo>
                    <a:pt x="509" y="466"/>
                  </a:lnTo>
                  <a:lnTo>
                    <a:pt x="452" y="514"/>
                  </a:lnTo>
                  <a:lnTo>
                    <a:pt x="452" y="489"/>
                  </a:lnTo>
                  <a:lnTo>
                    <a:pt x="463" y="427"/>
                  </a:lnTo>
                  <a:close/>
                  <a:moveTo>
                    <a:pt x="506" y="576"/>
                  </a:moveTo>
                  <a:lnTo>
                    <a:pt x="452" y="607"/>
                  </a:lnTo>
                  <a:lnTo>
                    <a:pt x="452" y="546"/>
                  </a:lnTo>
                  <a:lnTo>
                    <a:pt x="506" y="576"/>
                  </a:lnTo>
                  <a:close/>
                  <a:moveTo>
                    <a:pt x="507" y="669"/>
                  </a:moveTo>
                  <a:lnTo>
                    <a:pt x="452" y="703"/>
                  </a:lnTo>
                  <a:lnTo>
                    <a:pt x="452" y="636"/>
                  </a:lnTo>
                  <a:lnTo>
                    <a:pt x="507" y="669"/>
                  </a:lnTo>
                  <a:close/>
                  <a:moveTo>
                    <a:pt x="518" y="676"/>
                  </a:moveTo>
                  <a:lnTo>
                    <a:pt x="581" y="714"/>
                  </a:lnTo>
                  <a:lnTo>
                    <a:pt x="518" y="767"/>
                  </a:lnTo>
                  <a:lnTo>
                    <a:pt x="454" y="714"/>
                  </a:lnTo>
                  <a:lnTo>
                    <a:pt x="518" y="676"/>
                  </a:lnTo>
                  <a:close/>
                  <a:moveTo>
                    <a:pt x="611" y="571"/>
                  </a:moveTo>
                  <a:lnTo>
                    <a:pt x="639" y="607"/>
                  </a:lnTo>
                  <a:lnTo>
                    <a:pt x="611" y="607"/>
                  </a:lnTo>
                  <a:lnTo>
                    <a:pt x="611" y="571"/>
                  </a:lnTo>
                  <a:close/>
                  <a:moveTo>
                    <a:pt x="684" y="549"/>
                  </a:moveTo>
                  <a:lnTo>
                    <a:pt x="692" y="553"/>
                  </a:lnTo>
                  <a:lnTo>
                    <a:pt x="735" y="607"/>
                  </a:lnTo>
                  <a:lnTo>
                    <a:pt x="667" y="607"/>
                  </a:lnTo>
                  <a:lnTo>
                    <a:pt x="684" y="549"/>
                  </a:lnTo>
                  <a:close/>
                  <a:moveTo>
                    <a:pt x="748" y="607"/>
                  </a:moveTo>
                  <a:lnTo>
                    <a:pt x="714" y="562"/>
                  </a:lnTo>
                  <a:lnTo>
                    <a:pt x="812" y="607"/>
                  </a:lnTo>
                  <a:lnTo>
                    <a:pt x="748" y="607"/>
                  </a:lnTo>
                  <a:close/>
                  <a:moveTo>
                    <a:pt x="673" y="546"/>
                  </a:moveTo>
                  <a:lnTo>
                    <a:pt x="654" y="607"/>
                  </a:lnTo>
                  <a:lnTo>
                    <a:pt x="653" y="607"/>
                  </a:lnTo>
                  <a:lnTo>
                    <a:pt x="611" y="553"/>
                  </a:lnTo>
                  <a:lnTo>
                    <a:pt x="611" y="546"/>
                  </a:lnTo>
                  <a:lnTo>
                    <a:pt x="673" y="546"/>
                  </a:lnTo>
                  <a:close/>
                  <a:moveTo>
                    <a:pt x="578" y="289"/>
                  </a:moveTo>
                  <a:lnTo>
                    <a:pt x="608" y="323"/>
                  </a:lnTo>
                  <a:lnTo>
                    <a:pt x="584" y="323"/>
                  </a:lnTo>
                  <a:lnTo>
                    <a:pt x="578" y="289"/>
                  </a:lnTo>
                  <a:close/>
                  <a:moveTo>
                    <a:pt x="588" y="282"/>
                  </a:moveTo>
                  <a:lnTo>
                    <a:pt x="629" y="282"/>
                  </a:lnTo>
                  <a:lnTo>
                    <a:pt x="616" y="316"/>
                  </a:lnTo>
                  <a:lnTo>
                    <a:pt x="588" y="282"/>
                  </a:lnTo>
                  <a:close/>
                  <a:moveTo>
                    <a:pt x="726" y="323"/>
                  </a:moveTo>
                  <a:lnTo>
                    <a:pt x="624" y="323"/>
                  </a:lnTo>
                  <a:lnTo>
                    <a:pt x="639" y="283"/>
                  </a:lnTo>
                  <a:lnTo>
                    <a:pt x="726" y="323"/>
                  </a:lnTo>
                  <a:close/>
                  <a:moveTo>
                    <a:pt x="529" y="159"/>
                  </a:moveTo>
                  <a:lnTo>
                    <a:pt x="517" y="166"/>
                  </a:lnTo>
                  <a:lnTo>
                    <a:pt x="506" y="160"/>
                  </a:lnTo>
                  <a:lnTo>
                    <a:pt x="518" y="87"/>
                  </a:lnTo>
                  <a:lnTo>
                    <a:pt x="529" y="159"/>
                  </a:lnTo>
                  <a:close/>
                  <a:moveTo>
                    <a:pt x="448" y="282"/>
                  </a:moveTo>
                  <a:lnTo>
                    <a:pt x="418" y="315"/>
                  </a:lnTo>
                  <a:lnTo>
                    <a:pt x="406" y="282"/>
                  </a:lnTo>
                  <a:lnTo>
                    <a:pt x="448" y="282"/>
                  </a:lnTo>
                  <a:close/>
                  <a:moveTo>
                    <a:pt x="395" y="283"/>
                  </a:moveTo>
                  <a:lnTo>
                    <a:pt x="410" y="323"/>
                  </a:lnTo>
                  <a:lnTo>
                    <a:pt x="305" y="323"/>
                  </a:lnTo>
                  <a:lnTo>
                    <a:pt x="395" y="283"/>
                  </a:lnTo>
                  <a:close/>
                  <a:moveTo>
                    <a:pt x="426" y="323"/>
                  </a:moveTo>
                  <a:lnTo>
                    <a:pt x="457" y="288"/>
                  </a:lnTo>
                  <a:lnTo>
                    <a:pt x="452" y="323"/>
                  </a:lnTo>
                  <a:lnTo>
                    <a:pt x="426" y="323"/>
                  </a:lnTo>
                  <a:close/>
                  <a:moveTo>
                    <a:pt x="425" y="552"/>
                  </a:moveTo>
                  <a:lnTo>
                    <a:pt x="382" y="607"/>
                  </a:lnTo>
                  <a:lnTo>
                    <a:pt x="380" y="607"/>
                  </a:lnTo>
                  <a:lnTo>
                    <a:pt x="361" y="546"/>
                  </a:lnTo>
                  <a:lnTo>
                    <a:pt x="425" y="546"/>
                  </a:lnTo>
                  <a:lnTo>
                    <a:pt x="425" y="552"/>
                  </a:lnTo>
                  <a:close/>
                  <a:moveTo>
                    <a:pt x="350" y="546"/>
                  </a:moveTo>
                  <a:lnTo>
                    <a:pt x="369" y="607"/>
                  </a:lnTo>
                  <a:lnTo>
                    <a:pt x="299" y="607"/>
                  </a:lnTo>
                  <a:lnTo>
                    <a:pt x="346" y="548"/>
                  </a:lnTo>
                  <a:lnTo>
                    <a:pt x="350" y="546"/>
                  </a:lnTo>
                  <a:close/>
                  <a:moveTo>
                    <a:pt x="324" y="558"/>
                  </a:moveTo>
                  <a:lnTo>
                    <a:pt x="286" y="607"/>
                  </a:lnTo>
                  <a:lnTo>
                    <a:pt x="218" y="607"/>
                  </a:lnTo>
                  <a:lnTo>
                    <a:pt x="324" y="558"/>
                  </a:lnTo>
                  <a:close/>
                  <a:moveTo>
                    <a:pt x="396" y="607"/>
                  </a:moveTo>
                  <a:lnTo>
                    <a:pt x="425" y="569"/>
                  </a:lnTo>
                  <a:lnTo>
                    <a:pt x="425" y="607"/>
                  </a:lnTo>
                  <a:lnTo>
                    <a:pt x="396" y="607"/>
                  </a:lnTo>
                  <a:close/>
                  <a:moveTo>
                    <a:pt x="452" y="726"/>
                  </a:moveTo>
                  <a:lnTo>
                    <a:pt x="509" y="774"/>
                  </a:lnTo>
                  <a:lnTo>
                    <a:pt x="476" y="801"/>
                  </a:lnTo>
                  <a:lnTo>
                    <a:pt x="452" y="801"/>
                  </a:lnTo>
                  <a:lnTo>
                    <a:pt x="452" y="726"/>
                  </a:lnTo>
                  <a:close/>
                  <a:moveTo>
                    <a:pt x="184" y="879"/>
                  </a:moveTo>
                  <a:lnTo>
                    <a:pt x="218" y="913"/>
                  </a:lnTo>
                  <a:lnTo>
                    <a:pt x="116" y="913"/>
                  </a:lnTo>
                  <a:lnTo>
                    <a:pt x="184" y="879"/>
                  </a:lnTo>
                  <a:close/>
                  <a:moveTo>
                    <a:pt x="355" y="913"/>
                  </a:moveTo>
                  <a:lnTo>
                    <a:pt x="419" y="841"/>
                  </a:lnTo>
                  <a:lnTo>
                    <a:pt x="407" y="913"/>
                  </a:lnTo>
                  <a:lnTo>
                    <a:pt x="355" y="913"/>
                  </a:lnTo>
                  <a:close/>
                  <a:moveTo>
                    <a:pt x="343" y="1464"/>
                  </a:moveTo>
                  <a:lnTo>
                    <a:pt x="359" y="1364"/>
                  </a:lnTo>
                  <a:lnTo>
                    <a:pt x="501" y="1412"/>
                  </a:lnTo>
                  <a:lnTo>
                    <a:pt x="343" y="1464"/>
                  </a:lnTo>
                  <a:close/>
                  <a:moveTo>
                    <a:pt x="535" y="1412"/>
                  </a:moveTo>
                  <a:lnTo>
                    <a:pt x="676" y="1364"/>
                  </a:lnTo>
                  <a:lnTo>
                    <a:pt x="692" y="1466"/>
                  </a:lnTo>
                  <a:lnTo>
                    <a:pt x="535" y="14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25" name="Gruppieren 5">
            <a:extLst>
              <a:ext uri="{FF2B5EF4-FFF2-40B4-BE49-F238E27FC236}">
                <a16:creationId xmlns:a16="http://schemas.microsoft.com/office/drawing/2014/main" id="{BE6249BC-3EBF-4B47-964E-6B238B3DB596}"/>
              </a:ext>
            </a:extLst>
          </p:cNvPr>
          <p:cNvGrpSpPr/>
          <p:nvPr/>
        </p:nvGrpSpPr>
        <p:grpSpPr>
          <a:xfrm>
            <a:off x="7147552" y="2311239"/>
            <a:ext cx="463290" cy="436784"/>
            <a:chOff x="5091114" y="4133850"/>
            <a:chExt cx="873123" cy="1198532"/>
          </a:xfrm>
          <a:solidFill>
            <a:schemeClr val="accent1"/>
          </a:solidFill>
        </p:grpSpPr>
        <p:sp>
          <p:nvSpPr>
            <p:cNvPr id="26" name="Freeform 556">
              <a:extLst>
                <a:ext uri="{FF2B5EF4-FFF2-40B4-BE49-F238E27FC236}">
                  <a16:creationId xmlns:a16="http://schemas.microsoft.com/office/drawing/2014/main" id="{D81852D5-841F-44B7-BFD6-28D2FC8A21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9751" y="4879947"/>
              <a:ext cx="66675" cy="377823"/>
            </a:xfrm>
            <a:custGeom>
              <a:avLst/>
              <a:gdLst>
                <a:gd name="T0" fmla="*/ 0 w 42"/>
                <a:gd name="T1" fmla="*/ 113 h 238"/>
                <a:gd name="T2" fmla="*/ 7 w 42"/>
                <a:gd name="T3" fmla="*/ 113 h 238"/>
                <a:gd name="T4" fmla="*/ 7 w 42"/>
                <a:gd name="T5" fmla="*/ 130 h 238"/>
                <a:gd name="T6" fmla="*/ 0 w 42"/>
                <a:gd name="T7" fmla="*/ 130 h 238"/>
                <a:gd name="T8" fmla="*/ 0 w 42"/>
                <a:gd name="T9" fmla="*/ 198 h 238"/>
                <a:gd name="T10" fmla="*/ 42 w 42"/>
                <a:gd name="T11" fmla="*/ 238 h 238"/>
                <a:gd name="T12" fmla="*/ 42 w 42"/>
                <a:gd name="T13" fmla="*/ 23 h 238"/>
                <a:gd name="T14" fmla="*/ 0 w 42"/>
                <a:gd name="T15" fmla="*/ 0 h 238"/>
                <a:gd name="T16" fmla="*/ 0 w 42"/>
                <a:gd name="T17" fmla="*/ 113 h 238"/>
                <a:gd name="T18" fmla="*/ 12 w 42"/>
                <a:gd name="T19" fmla="*/ 113 h 238"/>
                <a:gd name="T20" fmla="*/ 40 w 42"/>
                <a:gd name="T21" fmla="*/ 113 h 238"/>
                <a:gd name="T22" fmla="*/ 40 w 42"/>
                <a:gd name="T23" fmla="*/ 130 h 238"/>
                <a:gd name="T24" fmla="*/ 12 w 42"/>
                <a:gd name="T25" fmla="*/ 130 h 238"/>
                <a:gd name="T26" fmla="*/ 12 w 42"/>
                <a:gd name="T27" fmla="*/ 113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238">
                  <a:moveTo>
                    <a:pt x="0" y="113"/>
                  </a:moveTo>
                  <a:lnTo>
                    <a:pt x="7" y="113"/>
                  </a:lnTo>
                  <a:lnTo>
                    <a:pt x="7" y="130"/>
                  </a:lnTo>
                  <a:lnTo>
                    <a:pt x="0" y="130"/>
                  </a:lnTo>
                  <a:lnTo>
                    <a:pt x="0" y="198"/>
                  </a:lnTo>
                  <a:lnTo>
                    <a:pt x="42" y="238"/>
                  </a:lnTo>
                  <a:lnTo>
                    <a:pt x="42" y="23"/>
                  </a:lnTo>
                  <a:lnTo>
                    <a:pt x="0" y="0"/>
                  </a:lnTo>
                  <a:lnTo>
                    <a:pt x="0" y="113"/>
                  </a:lnTo>
                  <a:close/>
                  <a:moveTo>
                    <a:pt x="12" y="113"/>
                  </a:moveTo>
                  <a:lnTo>
                    <a:pt x="40" y="113"/>
                  </a:lnTo>
                  <a:lnTo>
                    <a:pt x="40" y="130"/>
                  </a:lnTo>
                  <a:lnTo>
                    <a:pt x="12" y="130"/>
                  </a:lnTo>
                  <a:lnTo>
                    <a:pt x="12" y="11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557">
              <a:extLst>
                <a:ext uri="{FF2B5EF4-FFF2-40B4-BE49-F238E27FC236}">
                  <a16:creationId xmlns:a16="http://schemas.microsoft.com/office/drawing/2014/main" id="{C21D2DB8-1720-4F5C-A14D-68F976D3B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751" y="4876772"/>
              <a:ext cx="206375" cy="39688"/>
            </a:xfrm>
            <a:custGeom>
              <a:avLst/>
              <a:gdLst>
                <a:gd name="T0" fmla="*/ 130 w 130"/>
                <a:gd name="T1" fmla="*/ 22 h 25"/>
                <a:gd name="T2" fmla="*/ 90 w 130"/>
                <a:gd name="T3" fmla="*/ 0 h 25"/>
                <a:gd name="T4" fmla="*/ 0 w 130"/>
                <a:gd name="T5" fmla="*/ 2 h 25"/>
                <a:gd name="T6" fmla="*/ 42 w 130"/>
                <a:gd name="T7" fmla="*/ 25 h 25"/>
                <a:gd name="T8" fmla="*/ 130 w 130"/>
                <a:gd name="T9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25">
                  <a:moveTo>
                    <a:pt x="130" y="22"/>
                  </a:moveTo>
                  <a:lnTo>
                    <a:pt x="90" y="0"/>
                  </a:lnTo>
                  <a:lnTo>
                    <a:pt x="0" y="2"/>
                  </a:lnTo>
                  <a:lnTo>
                    <a:pt x="42" y="25"/>
                  </a:lnTo>
                  <a:lnTo>
                    <a:pt x="130" y="2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558">
              <a:extLst>
                <a:ext uri="{FF2B5EF4-FFF2-40B4-BE49-F238E27FC236}">
                  <a16:creationId xmlns:a16="http://schemas.microsoft.com/office/drawing/2014/main" id="{DA206778-9AF6-4BEF-82A4-314A7C19D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5314" y="4371950"/>
              <a:ext cx="95250" cy="536572"/>
            </a:xfrm>
            <a:custGeom>
              <a:avLst/>
              <a:gdLst>
                <a:gd name="T0" fmla="*/ 20 w 24"/>
                <a:gd name="T1" fmla="*/ 0 h 135"/>
                <a:gd name="T2" fmla="*/ 4 w 24"/>
                <a:gd name="T3" fmla="*/ 0 h 135"/>
                <a:gd name="T4" fmla="*/ 0 w 24"/>
                <a:gd name="T5" fmla="*/ 132 h 135"/>
                <a:gd name="T6" fmla="*/ 12 w 24"/>
                <a:gd name="T7" fmla="*/ 135 h 135"/>
                <a:gd name="T8" fmla="*/ 24 w 24"/>
                <a:gd name="T9" fmla="*/ 132 h 135"/>
                <a:gd name="T10" fmla="*/ 20 w 24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35">
                  <a:moveTo>
                    <a:pt x="2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34"/>
                    <a:pt x="5" y="135"/>
                    <a:pt x="12" y="135"/>
                  </a:cubicBezTo>
                  <a:cubicBezTo>
                    <a:pt x="19" y="135"/>
                    <a:pt x="24" y="134"/>
                    <a:pt x="24" y="132"/>
                  </a:cubicBezTo>
                  <a:lnTo>
                    <a:pt x="2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Oval 559">
              <a:extLst>
                <a:ext uri="{FF2B5EF4-FFF2-40B4-BE49-F238E27FC236}">
                  <a16:creationId xmlns:a16="http://schemas.microsoft.com/office/drawing/2014/main" id="{25615B28-7DD6-463E-9767-F301A1CB9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1188" y="4360838"/>
              <a:ext cx="63500" cy="19050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560">
              <a:extLst>
                <a:ext uri="{FF2B5EF4-FFF2-40B4-BE49-F238E27FC236}">
                  <a16:creationId xmlns:a16="http://schemas.microsoft.com/office/drawing/2014/main" id="{401218B5-7445-400F-845F-1924C2CBD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86426" y="4911697"/>
              <a:ext cx="142875" cy="346073"/>
            </a:xfrm>
            <a:custGeom>
              <a:avLst/>
              <a:gdLst>
                <a:gd name="T0" fmla="*/ 70 w 90"/>
                <a:gd name="T1" fmla="*/ 110 h 218"/>
                <a:gd name="T2" fmla="*/ 70 w 90"/>
                <a:gd name="T3" fmla="*/ 93 h 218"/>
                <a:gd name="T4" fmla="*/ 88 w 90"/>
                <a:gd name="T5" fmla="*/ 93 h 218"/>
                <a:gd name="T6" fmla="*/ 88 w 90"/>
                <a:gd name="T7" fmla="*/ 0 h 218"/>
                <a:gd name="T8" fmla="*/ 0 w 90"/>
                <a:gd name="T9" fmla="*/ 3 h 218"/>
                <a:gd name="T10" fmla="*/ 0 w 90"/>
                <a:gd name="T11" fmla="*/ 3 h 218"/>
                <a:gd name="T12" fmla="*/ 0 w 90"/>
                <a:gd name="T13" fmla="*/ 218 h 218"/>
                <a:gd name="T14" fmla="*/ 90 w 90"/>
                <a:gd name="T15" fmla="*/ 218 h 218"/>
                <a:gd name="T16" fmla="*/ 88 w 90"/>
                <a:gd name="T17" fmla="*/ 110 h 218"/>
                <a:gd name="T18" fmla="*/ 70 w 90"/>
                <a:gd name="T19" fmla="*/ 110 h 218"/>
                <a:gd name="T20" fmla="*/ 30 w 90"/>
                <a:gd name="T21" fmla="*/ 110 h 218"/>
                <a:gd name="T22" fmla="*/ 3 w 90"/>
                <a:gd name="T23" fmla="*/ 110 h 218"/>
                <a:gd name="T24" fmla="*/ 3 w 90"/>
                <a:gd name="T25" fmla="*/ 93 h 218"/>
                <a:gd name="T26" fmla="*/ 30 w 90"/>
                <a:gd name="T27" fmla="*/ 93 h 218"/>
                <a:gd name="T28" fmla="*/ 30 w 90"/>
                <a:gd name="T29" fmla="*/ 110 h 218"/>
                <a:gd name="T30" fmla="*/ 65 w 90"/>
                <a:gd name="T31" fmla="*/ 110 h 218"/>
                <a:gd name="T32" fmla="*/ 38 w 90"/>
                <a:gd name="T33" fmla="*/ 110 h 218"/>
                <a:gd name="T34" fmla="*/ 38 w 90"/>
                <a:gd name="T35" fmla="*/ 93 h 218"/>
                <a:gd name="T36" fmla="*/ 65 w 90"/>
                <a:gd name="T37" fmla="*/ 93 h 218"/>
                <a:gd name="T38" fmla="*/ 65 w 90"/>
                <a:gd name="T39" fmla="*/ 11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218">
                  <a:moveTo>
                    <a:pt x="70" y="110"/>
                  </a:moveTo>
                  <a:lnTo>
                    <a:pt x="70" y="93"/>
                  </a:lnTo>
                  <a:lnTo>
                    <a:pt x="88" y="93"/>
                  </a:lnTo>
                  <a:lnTo>
                    <a:pt x="88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18"/>
                  </a:lnTo>
                  <a:lnTo>
                    <a:pt x="90" y="218"/>
                  </a:lnTo>
                  <a:lnTo>
                    <a:pt x="88" y="110"/>
                  </a:lnTo>
                  <a:lnTo>
                    <a:pt x="70" y="110"/>
                  </a:lnTo>
                  <a:close/>
                  <a:moveTo>
                    <a:pt x="30" y="110"/>
                  </a:moveTo>
                  <a:lnTo>
                    <a:pt x="3" y="110"/>
                  </a:lnTo>
                  <a:lnTo>
                    <a:pt x="3" y="93"/>
                  </a:lnTo>
                  <a:lnTo>
                    <a:pt x="30" y="93"/>
                  </a:lnTo>
                  <a:lnTo>
                    <a:pt x="30" y="110"/>
                  </a:lnTo>
                  <a:close/>
                  <a:moveTo>
                    <a:pt x="65" y="110"/>
                  </a:moveTo>
                  <a:lnTo>
                    <a:pt x="38" y="110"/>
                  </a:lnTo>
                  <a:lnTo>
                    <a:pt x="38" y="93"/>
                  </a:lnTo>
                  <a:lnTo>
                    <a:pt x="65" y="93"/>
                  </a:lnTo>
                  <a:lnTo>
                    <a:pt x="65" y="11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561">
              <a:extLst>
                <a:ext uri="{FF2B5EF4-FFF2-40B4-BE49-F238E27FC236}">
                  <a16:creationId xmlns:a16="http://schemas.microsoft.com/office/drawing/2014/main" id="{5BF702DA-7984-4B54-B18C-06F4328A1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1114" y="4879947"/>
              <a:ext cx="66675" cy="377823"/>
            </a:xfrm>
            <a:custGeom>
              <a:avLst/>
              <a:gdLst>
                <a:gd name="T0" fmla="*/ 0 w 42"/>
                <a:gd name="T1" fmla="*/ 198 h 238"/>
                <a:gd name="T2" fmla="*/ 42 w 42"/>
                <a:gd name="T3" fmla="*/ 238 h 238"/>
                <a:gd name="T4" fmla="*/ 42 w 42"/>
                <a:gd name="T5" fmla="*/ 23 h 238"/>
                <a:gd name="T6" fmla="*/ 0 w 42"/>
                <a:gd name="T7" fmla="*/ 0 h 238"/>
                <a:gd name="T8" fmla="*/ 0 w 42"/>
                <a:gd name="T9" fmla="*/ 19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238">
                  <a:moveTo>
                    <a:pt x="0" y="198"/>
                  </a:moveTo>
                  <a:lnTo>
                    <a:pt x="42" y="238"/>
                  </a:lnTo>
                  <a:lnTo>
                    <a:pt x="42" y="23"/>
                  </a:lnTo>
                  <a:lnTo>
                    <a:pt x="0" y="0"/>
                  </a:lnTo>
                  <a:lnTo>
                    <a:pt x="0" y="19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562">
              <a:extLst>
                <a:ext uri="{FF2B5EF4-FFF2-40B4-BE49-F238E27FC236}">
                  <a16:creationId xmlns:a16="http://schemas.microsoft.com/office/drawing/2014/main" id="{D67131E4-FD5D-420A-B0DF-35821B259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1114" y="4876772"/>
              <a:ext cx="209550" cy="39688"/>
            </a:xfrm>
            <a:custGeom>
              <a:avLst/>
              <a:gdLst>
                <a:gd name="T0" fmla="*/ 132 w 132"/>
                <a:gd name="T1" fmla="*/ 22 h 25"/>
                <a:gd name="T2" fmla="*/ 90 w 132"/>
                <a:gd name="T3" fmla="*/ 0 h 25"/>
                <a:gd name="T4" fmla="*/ 0 w 132"/>
                <a:gd name="T5" fmla="*/ 2 h 25"/>
                <a:gd name="T6" fmla="*/ 42 w 132"/>
                <a:gd name="T7" fmla="*/ 25 h 25"/>
                <a:gd name="T8" fmla="*/ 132 w 132"/>
                <a:gd name="T9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25">
                  <a:moveTo>
                    <a:pt x="132" y="22"/>
                  </a:moveTo>
                  <a:lnTo>
                    <a:pt x="90" y="0"/>
                  </a:lnTo>
                  <a:lnTo>
                    <a:pt x="0" y="2"/>
                  </a:lnTo>
                  <a:lnTo>
                    <a:pt x="42" y="25"/>
                  </a:lnTo>
                  <a:lnTo>
                    <a:pt x="132" y="2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563">
              <a:extLst>
                <a:ext uri="{FF2B5EF4-FFF2-40B4-BE49-F238E27FC236}">
                  <a16:creationId xmlns:a16="http://schemas.microsoft.com/office/drawing/2014/main" id="{C724FF70-E912-48A2-8410-CE5AEC390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676" y="4371950"/>
              <a:ext cx="98425" cy="536572"/>
            </a:xfrm>
            <a:custGeom>
              <a:avLst/>
              <a:gdLst>
                <a:gd name="T0" fmla="*/ 20 w 25"/>
                <a:gd name="T1" fmla="*/ 0 h 135"/>
                <a:gd name="T2" fmla="*/ 4 w 25"/>
                <a:gd name="T3" fmla="*/ 0 h 135"/>
                <a:gd name="T4" fmla="*/ 0 w 25"/>
                <a:gd name="T5" fmla="*/ 132 h 135"/>
                <a:gd name="T6" fmla="*/ 12 w 25"/>
                <a:gd name="T7" fmla="*/ 135 h 135"/>
                <a:gd name="T8" fmla="*/ 25 w 25"/>
                <a:gd name="T9" fmla="*/ 132 h 135"/>
                <a:gd name="T10" fmla="*/ 20 w 2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35">
                  <a:moveTo>
                    <a:pt x="2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34"/>
                    <a:pt x="6" y="135"/>
                    <a:pt x="12" y="135"/>
                  </a:cubicBezTo>
                  <a:cubicBezTo>
                    <a:pt x="19" y="135"/>
                    <a:pt x="25" y="134"/>
                    <a:pt x="25" y="132"/>
                  </a:cubicBezTo>
                  <a:lnTo>
                    <a:pt x="2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Oval 564">
              <a:extLst>
                <a:ext uri="{FF2B5EF4-FFF2-40B4-BE49-F238E27FC236}">
                  <a16:creationId xmlns:a16="http://schemas.microsoft.com/office/drawing/2014/main" id="{DCD2FE5C-2707-4C89-90E3-7B69E05AA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2551" y="4360838"/>
              <a:ext cx="63500" cy="19050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565">
              <a:extLst>
                <a:ext uri="{FF2B5EF4-FFF2-40B4-BE49-F238E27FC236}">
                  <a16:creationId xmlns:a16="http://schemas.microsoft.com/office/drawing/2014/main" id="{958CF2EB-992C-47BE-A9B9-E0E39E42E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226" y="4876772"/>
              <a:ext cx="207963" cy="39688"/>
            </a:xfrm>
            <a:custGeom>
              <a:avLst/>
              <a:gdLst>
                <a:gd name="T0" fmla="*/ 131 w 131"/>
                <a:gd name="T1" fmla="*/ 22 h 25"/>
                <a:gd name="T2" fmla="*/ 88 w 131"/>
                <a:gd name="T3" fmla="*/ 0 h 25"/>
                <a:gd name="T4" fmla="*/ 0 w 131"/>
                <a:gd name="T5" fmla="*/ 2 h 25"/>
                <a:gd name="T6" fmla="*/ 40 w 131"/>
                <a:gd name="T7" fmla="*/ 25 h 25"/>
                <a:gd name="T8" fmla="*/ 131 w 131"/>
                <a:gd name="T9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5">
                  <a:moveTo>
                    <a:pt x="131" y="22"/>
                  </a:moveTo>
                  <a:lnTo>
                    <a:pt x="88" y="0"/>
                  </a:lnTo>
                  <a:lnTo>
                    <a:pt x="0" y="2"/>
                  </a:lnTo>
                  <a:lnTo>
                    <a:pt x="40" y="25"/>
                  </a:lnTo>
                  <a:lnTo>
                    <a:pt x="131" y="2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566">
              <a:extLst>
                <a:ext uri="{FF2B5EF4-FFF2-40B4-BE49-F238E27FC236}">
                  <a16:creationId xmlns:a16="http://schemas.microsoft.com/office/drawing/2014/main" id="{59B536ED-E42B-40C6-AE05-2DBAF3B39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8614" y="4371950"/>
              <a:ext cx="100013" cy="536572"/>
            </a:xfrm>
            <a:custGeom>
              <a:avLst/>
              <a:gdLst>
                <a:gd name="T0" fmla="*/ 21 w 25"/>
                <a:gd name="T1" fmla="*/ 0 h 135"/>
                <a:gd name="T2" fmla="*/ 5 w 25"/>
                <a:gd name="T3" fmla="*/ 0 h 135"/>
                <a:gd name="T4" fmla="*/ 0 w 25"/>
                <a:gd name="T5" fmla="*/ 132 h 135"/>
                <a:gd name="T6" fmla="*/ 13 w 25"/>
                <a:gd name="T7" fmla="*/ 135 h 135"/>
                <a:gd name="T8" fmla="*/ 25 w 25"/>
                <a:gd name="T9" fmla="*/ 132 h 135"/>
                <a:gd name="T10" fmla="*/ 21 w 2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35">
                  <a:moveTo>
                    <a:pt x="21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34"/>
                    <a:pt x="6" y="135"/>
                    <a:pt x="13" y="135"/>
                  </a:cubicBezTo>
                  <a:cubicBezTo>
                    <a:pt x="19" y="135"/>
                    <a:pt x="25" y="134"/>
                    <a:pt x="25" y="132"/>
                  </a:cubicBezTo>
                  <a:lnTo>
                    <a:pt x="21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Oval 567">
              <a:extLst>
                <a:ext uri="{FF2B5EF4-FFF2-40B4-BE49-F238E27FC236}">
                  <a16:creationId xmlns:a16="http://schemas.microsoft.com/office/drawing/2014/main" id="{3C285EDF-CBA7-46D4-A5BE-7DA2F1574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7664" y="4360838"/>
              <a:ext cx="65088" cy="19050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568">
              <a:extLst>
                <a:ext uri="{FF2B5EF4-FFF2-40B4-BE49-F238E27FC236}">
                  <a16:creationId xmlns:a16="http://schemas.microsoft.com/office/drawing/2014/main" id="{F2E1824D-F0DE-490A-A07C-74D858E83F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19726" y="4911697"/>
              <a:ext cx="144463" cy="346073"/>
            </a:xfrm>
            <a:custGeom>
              <a:avLst/>
              <a:gdLst>
                <a:gd name="T0" fmla="*/ 71 w 91"/>
                <a:gd name="T1" fmla="*/ 110 h 218"/>
                <a:gd name="T2" fmla="*/ 71 w 91"/>
                <a:gd name="T3" fmla="*/ 93 h 218"/>
                <a:gd name="T4" fmla="*/ 91 w 91"/>
                <a:gd name="T5" fmla="*/ 93 h 218"/>
                <a:gd name="T6" fmla="*/ 91 w 91"/>
                <a:gd name="T7" fmla="*/ 0 h 218"/>
                <a:gd name="T8" fmla="*/ 0 w 91"/>
                <a:gd name="T9" fmla="*/ 3 h 218"/>
                <a:gd name="T10" fmla="*/ 0 w 91"/>
                <a:gd name="T11" fmla="*/ 3 h 218"/>
                <a:gd name="T12" fmla="*/ 0 w 91"/>
                <a:gd name="T13" fmla="*/ 218 h 218"/>
                <a:gd name="T14" fmla="*/ 91 w 91"/>
                <a:gd name="T15" fmla="*/ 218 h 218"/>
                <a:gd name="T16" fmla="*/ 91 w 91"/>
                <a:gd name="T17" fmla="*/ 110 h 218"/>
                <a:gd name="T18" fmla="*/ 71 w 91"/>
                <a:gd name="T19" fmla="*/ 110 h 218"/>
                <a:gd name="T20" fmla="*/ 31 w 91"/>
                <a:gd name="T21" fmla="*/ 110 h 218"/>
                <a:gd name="T22" fmla="*/ 3 w 91"/>
                <a:gd name="T23" fmla="*/ 110 h 218"/>
                <a:gd name="T24" fmla="*/ 3 w 91"/>
                <a:gd name="T25" fmla="*/ 93 h 218"/>
                <a:gd name="T26" fmla="*/ 31 w 91"/>
                <a:gd name="T27" fmla="*/ 93 h 218"/>
                <a:gd name="T28" fmla="*/ 31 w 91"/>
                <a:gd name="T29" fmla="*/ 110 h 218"/>
                <a:gd name="T30" fmla="*/ 66 w 91"/>
                <a:gd name="T31" fmla="*/ 110 h 218"/>
                <a:gd name="T32" fmla="*/ 38 w 91"/>
                <a:gd name="T33" fmla="*/ 110 h 218"/>
                <a:gd name="T34" fmla="*/ 38 w 91"/>
                <a:gd name="T35" fmla="*/ 93 h 218"/>
                <a:gd name="T36" fmla="*/ 66 w 91"/>
                <a:gd name="T37" fmla="*/ 93 h 218"/>
                <a:gd name="T38" fmla="*/ 66 w 91"/>
                <a:gd name="T39" fmla="*/ 11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218">
                  <a:moveTo>
                    <a:pt x="71" y="110"/>
                  </a:moveTo>
                  <a:lnTo>
                    <a:pt x="71" y="93"/>
                  </a:lnTo>
                  <a:lnTo>
                    <a:pt x="91" y="93"/>
                  </a:lnTo>
                  <a:lnTo>
                    <a:pt x="91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18"/>
                  </a:lnTo>
                  <a:lnTo>
                    <a:pt x="91" y="218"/>
                  </a:lnTo>
                  <a:lnTo>
                    <a:pt x="91" y="110"/>
                  </a:lnTo>
                  <a:lnTo>
                    <a:pt x="71" y="110"/>
                  </a:lnTo>
                  <a:close/>
                  <a:moveTo>
                    <a:pt x="31" y="110"/>
                  </a:moveTo>
                  <a:lnTo>
                    <a:pt x="3" y="110"/>
                  </a:lnTo>
                  <a:lnTo>
                    <a:pt x="3" y="93"/>
                  </a:lnTo>
                  <a:lnTo>
                    <a:pt x="31" y="93"/>
                  </a:lnTo>
                  <a:lnTo>
                    <a:pt x="31" y="110"/>
                  </a:lnTo>
                  <a:close/>
                  <a:moveTo>
                    <a:pt x="66" y="110"/>
                  </a:moveTo>
                  <a:lnTo>
                    <a:pt x="38" y="110"/>
                  </a:lnTo>
                  <a:lnTo>
                    <a:pt x="38" y="93"/>
                  </a:lnTo>
                  <a:lnTo>
                    <a:pt x="66" y="93"/>
                  </a:lnTo>
                  <a:lnTo>
                    <a:pt x="66" y="11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569">
              <a:extLst>
                <a:ext uri="{FF2B5EF4-FFF2-40B4-BE49-F238E27FC236}">
                  <a16:creationId xmlns:a16="http://schemas.microsoft.com/office/drawing/2014/main" id="{F05B1535-44C6-4B3F-90A5-55D4A2C7C4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56226" y="4879947"/>
              <a:ext cx="63500" cy="377823"/>
            </a:xfrm>
            <a:custGeom>
              <a:avLst/>
              <a:gdLst>
                <a:gd name="T0" fmla="*/ 0 w 40"/>
                <a:gd name="T1" fmla="*/ 113 h 238"/>
                <a:gd name="T2" fmla="*/ 3 w 40"/>
                <a:gd name="T3" fmla="*/ 113 h 238"/>
                <a:gd name="T4" fmla="*/ 3 w 40"/>
                <a:gd name="T5" fmla="*/ 130 h 238"/>
                <a:gd name="T6" fmla="*/ 0 w 40"/>
                <a:gd name="T7" fmla="*/ 130 h 238"/>
                <a:gd name="T8" fmla="*/ 0 w 40"/>
                <a:gd name="T9" fmla="*/ 198 h 238"/>
                <a:gd name="T10" fmla="*/ 40 w 40"/>
                <a:gd name="T11" fmla="*/ 238 h 238"/>
                <a:gd name="T12" fmla="*/ 40 w 40"/>
                <a:gd name="T13" fmla="*/ 23 h 238"/>
                <a:gd name="T14" fmla="*/ 0 w 40"/>
                <a:gd name="T15" fmla="*/ 0 h 238"/>
                <a:gd name="T16" fmla="*/ 0 w 40"/>
                <a:gd name="T17" fmla="*/ 113 h 238"/>
                <a:gd name="T18" fmla="*/ 10 w 40"/>
                <a:gd name="T19" fmla="*/ 113 h 238"/>
                <a:gd name="T20" fmla="*/ 38 w 40"/>
                <a:gd name="T21" fmla="*/ 113 h 238"/>
                <a:gd name="T22" fmla="*/ 38 w 40"/>
                <a:gd name="T23" fmla="*/ 130 h 238"/>
                <a:gd name="T24" fmla="*/ 10 w 40"/>
                <a:gd name="T25" fmla="*/ 130 h 238"/>
                <a:gd name="T26" fmla="*/ 10 w 40"/>
                <a:gd name="T27" fmla="*/ 113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238">
                  <a:moveTo>
                    <a:pt x="0" y="113"/>
                  </a:moveTo>
                  <a:lnTo>
                    <a:pt x="3" y="113"/>
                  </a:lnTo>
                  <a:lnTo>
                    <a:pt x="3" y="130"/>
                  </a:lnTo>
                  <a:lnTo>
                    <a:pt x="0" y="130"/>
                  </a:lnTo>
                  <a:lnTo>
                    <a:pt x="0" y="198"/>
                  </a:lnTo>
                  <a:lnTo>
                    <a:pt x="40" y="238"/>
                  </a:lnTo>
                  <a:lnTo>
                    <a:pt x="40" y="23"/>
                  </a:lnTo>
                  <a:lnTo>
                    <a:pt x="0" y="0"/>
                  </a:lnTo>
                  <a:lnTo>
                    <a:pt x="0" y="113"/>
                  </a:lnTo>
                  <a:close/>
                  <a:moveTo>
                    <a:pt x="10" y="113"/>
                  </a:moveTo>
                  <a:lnTo>
                    <a:pt x="38" y="113"/>
                  </a:lnTo>
                  <a:lnTo>
                    <a:pt x="38" y="130"/>
                  </a:lnTo>
                  <a:lnTo>
                    <a:pt x="10" y="130"/>
                  </a:lnTo>
                  <a:lnTo>
                    <a:pt x="10" y="11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570">
              <a:extLst>
                <a:ext uri="{FF2B5EF4-FFF2-40B4-BE49-F238E27FC236}">
                  <a16:creationId xmlns:a16="http://schemas.microsoft.com/office/drawing/2014/main" id="{38264021-9290-4C54-A4A3-BCAA109AE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789" y="4911697"/>
              <a:ext cx="142875" cy="346073"/>
            </a:xfrm>
            <a:custGeom>
              <a:avLst/>
              <a:gdLst>
                <a:gd name="T0" fmla="*/ 68 w 90"/>
                <a:gd name="T1" fmla="*/ 110 h 218"/>
                <a:gd name="T2" fmla="*/ 68 w 90"/>
                <a:gd name="T3" fmla="*/ 93 h 218"/>
                <a:gd name="T4" fmla="*/ 90 w 90"/>
                <a:gd name="T5" fmla="*/ 93 h 218"/>
                <a:gd name="T6" fmla="*/ 90 w 90"/>
                <a:gd name="T7" fmla="*/ 0 h 218"/>
                <a:gd name="T8" fmla="*/ 0 w 90"/>
                <a:gd name="T9" fmla="*/ 3 h 218"/>
                <a:gd name="T10" fmla="*/ 0 w 90"/>
                <a:gd name="T11" fmla="*/ 3 h 218"/>
                <a:gd name="T12" fmla="*/ 0 w 90"/>
                <a:gd name="T13" fmla="*/ 218 h 218"/>
                <a:gd name="T14" fmla="*/ 90 w 90"/>
                <a:gd name="T15" fmla="*/ 218 h 218"/>
                <a:gd name="T16" fmla="*/ 90 w 90"/>
                <a:gd name="T17" fmla="*/ 110 h 218"/>
                <a:gd name="T18" fmla="*/ 68 w 90"/>
                <a:gd name="T19" fmla="*/ 11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218">
                  <a:moveTo>
                    <a:pt x="68" y="110"/>
                  </a:moveTo>
                  <a:lnTo>
                    <a:pt x="68" y="93"/>
                  </a:lnTo>
                  <a:lnTo>
                    <a:pt x="90" y="93"/>
                  </a:lnTo>
                  <a:lnTo>
                    <a:pt x="90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18"/>
                  </a:lnTo>
                  <a:lnTo>
                    <a:pt x="90" y="218"/>
                  </a:lnTo>
                  <a:lnTo>
                    <a:pt x="90" y="110"/>
                  </a:lnTo>
                  <a:lnTo>
                    <a:pt x="68" y="11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571">
              <a:extLst>
                <a:ext uri="{FF2B5EF4-FFF2-40B4-BE49-F238E27FC236}">
                  <a16:creationId xmlns:a16="http://schemas.microsoft.com/office/drawing/2014/main" id="{B352646C-595D-4AB4-B737-C2E20238F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601" y="5011709"/>
              <a:ext cx="63500" cy="320673"/>
            </a:xfrm>
            <a:custGeom>
              <a:avLst/>
              <a:gdLst>
                <a:gd name="T0" fmla="*/ 0 w 40"/>
                <a:gd name="T1" fmla="*/ 162 h 202"/>
                <a:gd name="T2" fmla="*/ 40 w 40"/>
                <a:gd name="T3" fmla="*/ 202 h 202"/>
                <a:gd name="T4" fmla="*/ 40 w 40"/>
                <a:gd name="T5" fmla="*/ 22 h 202"/>
                <a:gd name="T6" fmla="*/ 0 w 40"/>
                <a:gd name="T7" fmla="*/ 0 h 202"/>
                <a:gd name="T8" fmla="*/ 0 w 40"/>
                <a:gd name="T9" fmla="*/ 16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202">
                  <a:moveTo>
                    <a:pt x="0" y="162"/>
                  </a:moveTo>
                  <a:lnTo>
                    <a:pt x="40" y="202"/>
                  </a:lnTo>
                  <a:lnTo>
                    <a:pt x="40" y="22"/>
                  </a:lnTo>
                  <a:lnTo>
                    <a:pt x="0" y="0"/>
                  </a:lnTo>
                  <a:lnTo>
                    <a:pt x="0" y="16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572">
              <a:extLst>
                <a:ext uri="{FF2B5EF4-FFF2-40B4-BE49-F238E27FC236}">
                  <a16:creationId xmlns:a16="http://schemas.microsoft.com/office/drawing/2014/main" id="{5A0839D2-D359-4DEA-B0CF-230E43911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601" y="5006946"/>
              <a:ext cx="731838" cy="39688"/>
            </a:xfrm>
            <a:custGeom>
              <a:avLst/>
              <a:gdLst>
                <a:gd name="T0" fmla="*/ 461 w 461"/>
                <a:gd name="T1" fmla="*/ 23 h 25"/>
                <a:gd name="T2" fmla="*/ 418 w 461"/>
                <a:gd name="T3" fmla="*/ 0 h 25"/>
                <a:gd name="T4" fmla="*/ 0 w 461"/>
                <a:gd name="T5" fmla="*/ 3 h 25"/>
                <a:gd name="T6" fmla="*/ 40 w 461"/>
                <a:gd name="T7" fmla="*/ 25 h 25"/>
                <a:gd name="T8" fmla="*/ 461 w 461"/>
                <a:gd name="T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1" h="25">
                  <a:moveTo>
                    <a:pt x="461" y="23"/>
                  </a:moveTo>
                  <a:lnTo>
                    <a:pt x="418" y="0"/>
                  </a:lnTo>
                  <a:lnTo>
                    <a:pt x="0" y="3"/>
                  </a:lnTo>
                  <a:lnTo>
                    <a:pt x="40" y="25"/>
                  </a:lnTo>
                  <a:lnTo>
                    <a:pt x="461" y="2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573">
              <a:extLst>
                <a:ext uri="{FF2B5EF4-FFF2-40B4-BE49-F238E27FC236}">
                  <a16:creationId xmlns:a16="http://schemas.microsoft.com/office/drawing/2014/main" id="{3FAA63D5-1C06-402C-A071-34D95E0DAE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45101" y="5043459"/>
              <a:ext cx="668338" cy="288923"/>
            </a:xfrm>
            <a:custGeom>
              <a:avLst/>
              <a:gdLst>
                <a:gd name="T0" fmla="*/ 0 w 421"/>
                <a:gd name="T1" fmla="*/ 2 h 182"/>
                <a:gd name="T2" fmla="*/ 0 w 421"/>
                <a:gd name="T3" fmla="*/ 182 h 182"/>
                <a:gd name="T4" fmla="*/ 421 w 421"/>
                <a:gd name="T5" fmla="*/ 182 h 182"/>
                <a:gd name="T6" fmla="*/ 40 w 421"/>
                <a:gd name="T7" fmla="*/ 25 h 182"/>
                <a:gd name="T8" fmla="*/ 13 w 421"/>
                <a:gd name="T9" fmla="*/ 7 h 182"/>
                <a:gd name="T10" fmla="*/ 40 w 421"/>
                <a:gd name="T11" fmla="*/ 25 h 182"/>
                <a:gd name="T12" fmla="*/ 45 w 421"/>
                <a:gd name="T13" fmla="*/ 25 h 182"/>
                <a:gd name="T14" fmla="*/ 73 w 421"/>
                <a:gd name="T15" fmla="*/ 7 h 182"/>
                <a:gd name="T16" fmla="*/ 108 w 421"/>
                <a:gd name="T17" fmla="*/ 25 h 182"/>
                <a:gd name="T18" fmla="*/ 80 w 421"/>
                <a:gd name="T19" fmla="*/ 7 h 182"/>
                <a:gd name="T20" fmla="*/ 108 w 421"/>
                <a:gd name="T21" fmla="*/ 25 h 182"/>
                <a:gd name="T22" fmla="*/ 113 w 421"/>
                <a:gd name="T23" fmla="*/ 25 h 182"/>
                <a:gd name="T24" fmla="*/ 141 w 421"/>
                <a:gd name="T25" fmla="*/ 7 h 182"/>
                <a:gd name="T26" fmla="*/ 176 w 421"/>
                <a:gd name="T27" fmla="*/ 25 h 182"/>
                <a:gd name="T28" fmla="*/ 148 w 421"/>
                <a:gd name="T29" fmla="*/ 7 h 182"/>
                <a:gd name="T30" fmla="*/ 176 w 421"/>
                <a:gd name="T31" fmla="*/ 25 h 182"/>
                <a:gd name="T32" fmla="*/ 181 w 421"/>
                <a:gd name="T33" fmla="*/ 25 h 182"/>
                <a:gd name="T34" fmla="*/ 208 w 421"/>
                <a:gd name="T35" fmla="*/ 7 h 182"/>
                <a:gd name="T36" fmla="*/ 243 w 421"/>
                <a:gd name="T37" fmla="*/ 25 h 182"/>
                <a:gd name="T38" fmla="*/ 216 w 421"/>
                <a:gd name="T39" fmla="*/ 7 h 182"/>
                <a:gd name="T40" fmla="*/ 243 w 421"/>
                <a:gd name="T41" fmla="*/ 25 h 182"/>
                <a:gd name="T42" fmla="*/ 248 w 421"/>
                <a:gd name="T43" fmla="*/ 25 h 182"/>
                <a:gd name="T44" fmla="*/ 276 w 421"/>
                <a:gd name="T45" fmla="*/ 7 h 182"/>
                <a:gd name="T46" fmla="*/ 308 w 421"/>
                <a:gd name="T47" fmla="*/ 25 h 182"/>
                <a:gd name="T48" fmla="*/ 281 w 421"/>
                <a:gd name="T49" fmla="*/ 7 h 182"/>
                <a:gd name="T50" fmla="*/ 308 w 421"/>
                <a:gd name="T51" fmla="*/ 25 h 182"/>
                <a:gd name="T52" fmla="*/ 316 w 421"/>
                <a:gd name="T53" fmla="*/ 25 h 182"/>
                <a:gd name="T54" fmla="*/ 343 w 421"/>
                <a:gd name="T55" fmla="*/ 7 h 182"/>
                <a:gd name="T56" fmla="*/ 376 w 421"/>
                <a:gd name="T57" fmla="*/ 25 h 182"/>
                <a:gd name="T58" fmla="*/ 348 w 421"/>
                <a:gd name="T59" fmla="*/ 7 h 182"/>
                <a:gd name="T60" fmla="*/ 376 w 421"/>
                <a:gd name="T61" fmla="*/ 25 h 182"/>
                <a:gd name="T62" fmla="*/ 383 w 421"/>
                <a:gd name="T63" fmla="*/ 25 h 182"/>
                <a:gd name="T64" fmla="*/ 411 w 421"/>
                <a:gd name="T65" fmla="*/ 7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1" h="182">
                  <a:moveTo>
                    <a:pt x="42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182"/>
                  </a:lnTo>
                  <a:lnTo>
                    <a:pt x="80" y="182"/>
                  </a:lnTo>
                  <a:lnTo>
                    <a:pt x="421" y="182"/>
                  </a:lnTo>
                  <a:lnTo>
                    <a:pt x="421" y="0"/>
                  </a:lnTo>
                  <a:close/>
                  <a:moveTo>
                    <a:pt x="40" y="25"/>
                  </a:moveTo>
                  <a:lnTo>
                    <a:pt x="13" y="25"/>
                  </a:lnTo>
                  <a:lnTo>
                    <a:pt x="13" y="7"/>
                  </a:lnTo>
                  <a:lnTo>
                    <a:pt x="40" y="7"/>
                  </a:lnTo>
                  <a:lnTo>
                    <a:pt x="40" y="25"/>
                  </a:lnTo>
                  <a:close/>
                  <a:moveTo>
                    <a:pt x="73" y="25"/>
                  </a:moveTo>
                  <a:lnTo>
                    <a:pt x="45" y="25"/>
                  </a:lnTo>
                  <a:lnTo>
                    <a:pt x="45" y="7"/>
                  </a:lnTo>
                  <a:lnTo>
                    <a:pt x="73" y="7"/>
                  </a:lnTo>
                  <a:lnTo>
                    <a:pt x="73" y="25"/>
                  </a:lnTo>
                  <a:close/>
                  <a:moveTo>
                    <a:pt x="108" y="25"/>
                  </a:moveTo>
                  <a:lnTo>
                    <a:pt x="80" y="25"/>
                  </a:lnTo>
                  <a:lnTo>
                    <a:pt x="80" y="7"/>
                  </a:lnTo>
                  <a:lnTo>
                    <a:pt x="108" y="7"/>
                  </a:lnTo>
                  <a:lnTo>
                    <a:pt x="108" y="25"/>
                  </a:lnTo>
                  <a:close/>
                  <a:moveTo>
                    <a:pt x="141" y="25"/>
                  </a:moveTo>
                  <a:lnTo>
                    <a:pt x="113" y="25"/>
                  </a:lnTo>
                  <a:lnTo>
                    <a:pt x="113" y="7"/>
                  </a:lnTo>
                  <a:lnTo>
                    <a:pt x="141" y="7"/>
                  </a:lnTo>
                  <a:lnTo>
                    <a:pt x="141" y="25"/>
                  </a:lnTo>
                  <a:close/>
                  <a:moveTo>
                    <a:pt x="176" y="25"/>
                  </a:moveTo>
                  <a:lnTo>
                    <a:pt x="148" y="25"/>
                  </a:lnTo>
                  <a:lnTo>
                    <a:pt x="148" y="7"/>
                  </a:lnTo>
                  <a:lnTo>
                    <a:pt x="176" y="7"/>
                  </a:lnTo>
                  <a:lnTo>
                    <a:pt x="176" y="25"/>
                  </a:lnTo>
                  <a:close/>
                  <a:moveTo>
                    <a:pt x="208" y="25"/>
                  </a:moveTo>
                  <a:lnTo>
                    <a:pt x="181" y="25"/>
                  </a:lnTo>
                  <a:lnTo>
                    <a:pt x="181" y="7"/>
                  </a:lnTo>
                  <a:lnTo>
                    <a:pt x="208" y="7"/>
                  </a:lnTo>
                  <a:lnTo>
                    <a:pt x="208" y="25"/>
                  </a:lnTo>
                  <a:close/>
                  <a:moveTo>
                    <a:pt x="243" y="25"/>
                  </a:moveTo>
                  <a:lnTo>
                    <a:pt x="216" y="25"/>
                  </a:lnTo>
                  <a:lnTo>
                    <a:pt x="216" y="7"/>
                  </a:lnTo>
                  <a:lnTo>
                    <a:pt x="243" y="7"/>
                  </a:lnTo>
                  <a:lnTo>
                    <a:pt x="243" y="25"/>
                  </a:lnTo>
                  <a:close/>
                  <a:moveTo>
                    <a:pt x="276" y="25"/>
                  </a:moveTo>
                  <a:lnTo>
                    <a:pt x="248" y="25"/>
                  </a:lnTo>
                  <a:lnTo>
                    <a:pt x="248" y="7"/>
                  </a:lnTo>
                  <a:lnTo>
                    <a:pt x="276" y="7"/>
                  </a:lnTo>
                  <a:lnTo>
                    <a:pt x="276" y="25"/>
                  </a:lnTo>
                  <a:close/>
                  <a:moveTo>
                    <a:pt x="308" y="25"/>
                  </a:moveTo>
                  <a:lnTo>
                    <a:pt x="281" y="25"/>
                  </a:lnTo>
                  <a:lnTo>
                    <a:pt x="281" y="7"/>
                  </a:lnTo>
                  <a:lnTo>
                    <a:pt x="308" y="7"/>
                  </a:lnTo>
                  <a:lnTo>
                    <a:pt x="308" y="25"/>
                  </a:lnTo>
                  <a:close/>
                  <a:moveTo>
                    <a:pt x="343" y="25"/>
                  </a:moveTo>
                  <a:lnTo>
                    <a:pt x="316" y="25"/>
                  </a:lnTo>
                  <a:lnTo>
                    <a:pt x="316" y="7"/>
                  </a:lnTo>
                  <a:lnTo>
                    <a:pt x="343" y="7"/>
                  </a:lnTo>
                  <a:lnTo>
                    <a:pt x="343" y="25"/>
                  </a:lnTo>
                  <a:close/>
                  <a:moveTo>
                    <a:pt x="376" y="25"/>
                  </a:moveTo>
                  <a:lnTo>
                    <a:pt x="348" y="25"/>
                  </a:lnTo>
                  <a:lnTo>
                    <a:pt x="348" y="7"/>
                  </a:lnTo>
                  <a:lnTo>
                    <a:pt x="376" y="7"/>
                  </a:lnTo>
                  <a:lnTo>
                    <a:pt x="376" y="25"/>
                  </a:lnTo>
                  <a:close/>
                  <a:moveTo>
                    <a:pt x="411" y="25"/>
                  </a:moveTo>
                  <a:lnTo>
                    <a:pt x="383" y="25"/>
                  </a:lnTo>
                  <a:lnTo>
                    <a:pt x="383" y="7"/>
                  </a:lnTo>
                  <a:lnTo>
                    <a:pt x="411" y="7"/>
                  </a:lnTo>
                  <a:lnTo>
                    <a:pt x="411" y="2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574">
              <a:extLst>
                <a:ext uri="{FF2B5EF4-FFF2-40B4-BE49-F238E27FC236}">
                  <a16:creationId xmlns:a16="http://schemas.microsoft.com/office/drawing/2014/main" id="{927913FF-3152-4330-82FA-792F9453E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739" y="4149702"/>
              <a:ext cx="265113" cy="187324"/>
            </a:xfrm>
            <a:custGeom>
              <a:avLst/>
              <a:gdLst>
                <a:gd name="T0" fmla="*/ 54 w 67"/>
                <a:gd name="T1" fmla="*/ 0 h 47"/>
                <a:gd name="T2" fmla="*/ 44 w 67"/>
                <a:gd name="T3" fmla="*/ 2 h 47"/>
                <a:gd name="T4" fmla="*/ 37 w 67"/>
                <a:gd name="T5" fmla="*/ 2 h 47"/>
                <a:gd name="T6" fmla="*/ 17 w 67"/>
                <a:gd name="T7" fmla="*/ 16 h 47"/>
                <a:gd name="T8" fmla="*/ 17 w 67"/>
                <a:gd name="T9" fmla="*/ 18 h 47"/>
                <a:gd name="T10" fmla="*/ 10 w 67"/>
                <a:gd name="T11" fmla="*/ 24 h 47"/>
                <a:gd name="T12" fmla="*/ 0 w 67"/>
                <a:gd name="T13" fmla="*/ 34 h 47"/>
                <a:gd name="T14" fmla="*/ 4 w 67"/>
                <a:gd name="T15" fmla="*/ 41 h 47"/>
                <a:gd name="T16" fmla="*/ 4 w 67"/>
                <a:gd name="T17" fmla="*/ 42 h 47"/>
                <a:gd name="T18" fmla="*/ 12 w 67"/>
                <a:gd name="T19" fmla="*/ 47 h 47"/>
                <a:gd name="T20" fmla="*/ 16 w 67"/>
                <a:gd name="T21" fmla="*/ 47 h 47"/>
                <a:gd name="T22" fmla="*/ 20 w 67"/>
                <a:gd name="T23" fmla="*/ 47 h 47"/>
                <a:gd name="T24" fmla="*/ 32 w 67"/>
                <a:gd name="T25" fmla="*/ 39 h 47"/>
                <a:gd name="T26" fmla="*/ 32 w 67"/>
                <a:gd name="T27" fmla="*/ 37 h 47"/>
                <a:gd name="T28" fmla="*/ 44 w 67"/>
                <a:gd name="T29" fmla="*/ 31 h 47"/>
                <a:gd name="T30" fmla="*/ 43 w 67"/>
                <a:gd name="T31" fmla="*/ 30 h 47"/>
                <a:gd name="T32" fmla="*/ 57 w 67"/>
                <a:gd name="T33" fmla="*/ 18 h 47"/>
                <a:gd name="T34" fmla="*/ 67 w 67"/>
                <a:gd name="T35" fmla="*/ 9 h 47"/>
                <a:gd name="T36" fmla="*/ 54 w 67"/>
                <a:gd name="T3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7" h="47">
                  <a:moveTo>
                    <a:pt x="54" y="0"/>
                  </a:moveTo>
                  <a:cubicBezTo>
                    <a:pt x="50" y="0"/>
                    <a:pt x="47" y="1"/>
                    <a:pt x="44" y="2"/>
                  </a:cubicBezTo>
                  <a:cubicBezTo>
                    <a:pt x="42" y="2"/>
                    <a:pt x="40" y="2"/>
                    <a:pt x="37" y="2"/>
                  </a:cubicBezTo>
                  <a:cubicBezTo>
                    <a:pt x="26" y="2"/>
                    <a:pt x="17" y="8"/>
                    <a:pt x="17" y="16"/>
                  </a:cubicBezTo>
                  <a:cubicBezTo>
                    <a:pt x="17" y="17"/>
                    <a:pt x="17" y="18"/>
                    <a:pt x="17" y="18"/>
                  </a:cubicBezTo>
                  <a:cubicBezTo>
                    <a:pt x="13" y="19"/>
                    <a:pt x="10" y="22"/>
                    <a:pt x="10" y="24"/>
                  </a:cubicBezTo>
                  <a:cubicBezTo>
                    <a:pt x="4" y="25"/>
                    <a:pt x="0" y="29"/>
                    <a:pt x="0" y="34"/>
                  </a:cubicBezTo>
                  <a:cubicBezTo>
                    <a:pt x="0" y="37"/>
                    <a:pt x="1" y="39"/>
                    <a:pt x="4" y="41"/>
                  </a:cubicBezTo>
                  <a:cubicBezTo>
                    <a:pt x="4" y="41"/>
                    <a:pt x="4" y="42"/>
                    <a:pt x="4" y="42"/>
                  </a:cubicBezTo>
                  <a:cubicBezTo>
                    <a:pt x="4" y="45"/>
                    <a:pt x="7" y="47"/>
                    <a:pt x="12" y="47"/>
                  </a:cubicBezTo>
                  <a:cubicBezTo>
                    <a:pt x="13" y="47"/>
                    <a:pt x="15" y="47"/>
                    <a:pt x="16" y="47"/>
                  </a:cubicBezTo>
                  <a:cubicBezTo>
                    <a:pt x="17" y="47"/>
                    <a:pt x="19" y="47"/>
                    <a:pt x="20" y="47"/>
                  </a:cubicBezTo>
                  <a:cubicBezTo>
                    <a:pt x="27" y="47"/>
                    <a:pt x="32" y="43"/>
                    <a:pt x="32" y="39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9" y="37"/>
                    <a:pt x="44" y="34"/>
                    <a:pt x="44" y="31"/>
                  </a:cubicBezTo>
                  <a:cubicBezTo>
                    <a:pt x="44" y="30"/>
                    <a:pt x="44" y="30"/>
                    <a:pt x="43" y="30"/>
                  </a:cubicBezTo>
                  <a:cubicBezTo>
                    <a:pt x="51" y="28"/>
                    <a:pt x="56" y="23"/>
                    <a:pt x="57" y="18"/>
                  </a:cubicBezTo>
                  <a:cubicBezTo>
                    <a:pt x="63" y="17"/>
                    <a:pt x="67" y="13"/>
                    <a:pt x="67" y="9"/>
                  </a:cubicBezTo>
                  <a:cubicBezTo>
                    <a:pt x="67" y="4"/>
                    <a:pt x="61" y="0"/>
                    <a:pt x="54" y="0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Oval 575">
              <a:extLst>
                <a:ext uri="{FF2B5EF4-FFF2-40B4-BE49-F238E27FC236}">
                  <a16:creationId xmlns:a16="http://schemas.microsoft.com/office/drawing/2014/main" id="{931E737B-0F2E-41D0-A4CC-CCCA39910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0364" y="4144940"/>
              <a:ext cx="55563" cy="31750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Oval 576">
              <a:extLst>
                <a:ext uri="{FF2B5EF4-FFF2-40B4-BE49-F238E27FC236}">
                  <a16:creationId xmlns:a16="http://schemas.microsoft.com/office/drawing/2014/main" id="{902B96A1-CCCF-4367-9FCA-D6AC09BF1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1188" y="4157639"/>
              <a:ext cx="34925" cy="26988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Oval 577">
              <a:extLst>
                <a:ext uri="{FF2B5EF4-FFF2-40B4-BE49-F238E27FC236}">
                  <a16:creationId xmlns:a16="http://schemas.microsoft.com/office/drawing/2014/main" id="{33708884-51EF-4D89-9803-51A5C530B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1374" y="4165576"/>
              <a:ext cx="42863" cy="111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578">
              <a:extLst>
                <a:ext uri="{FF2B5EF4-FFF2-40B4-BE49-F238E27FC236}">
                  <a16:creationId xmlns:a16="http://schemas.microsoft.com/office/drawing/2014/main" id="{ECCCB9E0-2AC1-49B7-888B-2C7D99024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1786" y="4197326"/>
              <a:ext cx="187325" cy="150812"/>
            </a:xfrm>
            <a:custGeom>
              <a:avLst/>
              <a:gdLst>
                <a:gd name="T0" fmla="*/ 41 w 47"/>
                <a:gd name="T1" fmla="*/ 0 h 38"/>
                <a:gd name="T2" fmla="*/ 36 w 47"/>
                <a:gd name="T3" fmla="*/ 2 h 38"/>
                <a:gd name="T4" fmla="*/ 31 w 47"/>
                <a:gd name="T5" fmla="*/ 0 h 38"/>
                <a:gd name="T6" fmla="*/ 22 w 47"/>
                <a:gd name="T7" fmla="*/ 10 h 38"/>
                <a:gd name="T8" fmla="*/ 18 w 47"/>
                <a:gd name="T9" fmla="*/ 9 h 38"/>
                <a:gd name="T10" fmla="*/ 8 w 47"/>
                <a:gd name="T11" fmla="*/ 18 h 38"/>
                <a:gd name="T12" fmla="*/ 9 w 47"/>
                <a:gd name="T13" fmla="*/ 20 h 38"/>
                <a:gd name="T14" fmla="*/ 2 w 47"/>
                <a:gd name="T15" fmla="*/ 25 h 38"/>
                <a:gd name="T16" fmla="*/ 2 w 47"/>
                <a:gd name="T17" fmla="*/ 27 h 38"/>
                <a:gd name="T18" fmla="*/ 0 w 47"/>
                <a:gd name="T19" fmla="*/ 30 h 38"/>
                <a:gd name="T20" fmla="*/ 8 w 47"/>
                <a:gd name="T21" fmla="*/ 35 h 38"/>
                <a:gd name="T22" fmla="*/ 14 w 47"/>
                <a:gd name="T23" fmla="*/ 34 h 38"/>
                <a:gd name="T24" fmla="*/ 19 w 47"/>
                <a:gd name="T25" fmla="*/ 38 h 38"/>
                <a:gd name="T26" fmla="*/ 25 w 47"/>
                <a:gd name="T27" fmla="*/ 31 h 38"/>
                <a:gd name="T28" fmla="*/ 25 w 47"/>
                <a:gd name="T29" fmla="*/ 30 h 38"/>
                <a:gd name="T30" fmla="*/ 28 w 47"/>
                <a:gd name="T31" fmla="*/ 31 h 38"/>
                <a:gd name="T32" fmla="*/ 35 w 47"/>
                <a:gd name="T33" fmla="*/ 24 h 38"/>
                <a:gd name="T34" fmla="*/ 35 w 47"/>
                <a:gd name="T35" fmla="*/ 23 h 38"/>
                <a:gd name="T36" fmla="*/ 39 w 47"/>
                <a:gd name="T37" fmla="*/ 12 h 38"/>
                <a:gd name="T38" fmla="*/ 39 w 47"/>
                <a:gd name="T39" fmla="*/ 10 h 38"/>
                <a:gd name="T40" fmla="*/ 41 w 47"/>
                <a:gd name="T41" fmla="*/ 11 h 38"/>
                <a:gd name="T42" fmla="*/ 47 w 47"/>
                <a:gd name="T43" fmla="*/ 5 h 38"/>
                <a:gd name="T44" fmla="*/ 41 w 47"/>
                <a:gd name="T4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38">
                  <a:moveTo>
                    <a:pt x="41" y="0"/>
                  </a:moveTo>
                  <a:cubicBezTo>
                    <a:pt x="39" y="0"/>
                    <a:pt x="37" y="1"/>
                    <a:pt x="36" y="2"/>
                  </a:cubicBezTo>
                  <a:cubicBezTo>
                    <a:pt x="35" y="1"/>
                    <a:pt x="33" y="0"/>
                    <a:pt x="31" y="0"/>
                  </a:cubicBezTo>
                  <a:cubicBezTo>
                    <a:pt x="26" y="0"/>
                    <a:pt x="23" y="4"/>
                    <a:pt x="22" y="10"/>
                  </a:cubicBezTo>
                  <a:cubicBezTo>
                    <a:pt x="21" y="9"/>
                    <a:pt x="20" y="9"/>
                    <a:pt x="18" y="9"/>
                  </a:cubicBezTo>
                  <a:cubicBezTo>
                    <a:pt x="13" y="9"/>
                    <a:pt x="8" y="13"/>
                    <a:pt x="8" y="18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5" y="21"/>
                    <a:pt x="2" y="23"/>
                    <a:pt x="2" y="25"/>
                  </a:cubicBezTo>
                  <a:cubicBezTo>
                    <a:pt x="2" y="26"/>
                    <a:pt x="2" y="26"/>
                    <a:pt x="2" y="27"/>
                  </a:cubicBezTo>
                  <a:cubicBezTo>
                    <a:pt x="1" y="28"/>
                    <a:pt x="0" y="29"/>
                    <a:pt x="0" y="30"/>
                  </a:cubicBezTo>
                  <a:cubicBezTo>
                    <a:pt x="0" y="33"/>
                    <a:pt x="4" y="35"/>
                    <a:pt x="8" y="35"/>
                  </a:cubicBezTo>
                  <a:cubicBezTo>
                    <a:pt x="10" y="35"/>
                    <a:pt x="12" y="35"/>
                    <a:pt x="14" y="34"/>
                  </a:cubicBezTo>
                  <a:cubicBezTo>
                    <a:pt x="15" y="36"/>
                    <a:pt x="17" y="38"/>
                    <a:pt x="19" y="38"/>
                  </a:cubicBezTo>
                  <a:cubicBezTo>
                    <a:pt x="23" y="38"/>
                    <a:pt x="25" y="35"/>
                    <a:pt x="25" y="31"/>
                  </a:cubicBezTo>
                  <a:cubicBezTo>
                    <a:pt x="25" y="31"/>
                    <a:pt x="25" y="31"/>
                    <a:pt x="25" y="30"/>
                  </a:cubicBezTo>
                  <a:cubicBezTo>
                    <a:pt x="26" y="31"/>
                    <a:pt x="27" y="31"/>
                    <a:pt x="28" y="31"/>
                  </a:cubicBezTo>
                  <a:cubicBezTo>
                    <a:pt x="32" y="31"/>
                    <a:pt x="35" y="28"/>
                    <a:pt x="35" y="24"/>
                  </a:cubicBezTo>
                  <a:cubicBezTo>
                    <a:pt x="35" y="24"/>
                    <a:pt x="35" y="23"/>
                    <a:pt x="35" y="23"/>
                  </a:cubicBezTo>
                  <a:cubicBezTo>
                    <a:pt x="38" y="21"/>
                    <a:pt x="39" y="17"/>
                    <a:pt x="39" y="12"/>
                  </a:cubicBezTo>
                  <a:cubicBezTo>
                    <a:pt x="39" y="11"/>
                    <a:pt x="39" y="11"/>
                    <a:pt x="39" y="10"/>
                  </a:cubicBezTo>
                  <a:cubicBezTo>
                    <a:pt x="40" y="11"/>
                    <a:pt x="41" y="11"/>
                    <a:pt x="41" y="11"/>
                  </a:cubicBezTo>
                  <a:cubicBezTo>
                    <a:pt x="45" y="11"/>
                    <a:pt x="47" y="8"/>
                    <a:pt x="47" y="5"/>
                  </a:cubicBezTo>
                  <a:cubicBezTo>
                    <a:pt x="47" y="2"/>
                    <a:pt x="45" y="0"/>
                    <a:pt x="41" y="0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Oval 579">
              <a:extLst>
                <a:ext uri="{FF2B5EF4-FFF2-40B4-BE49-F238E27FC236}">
                  <a16:creationId xmlns:a16="http://schemas.microsoft.com/office/drawing/2014/main" id="{A8F74356-85A0-43D1-8079-CAB2D44F9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7049" y="4165576"/>
              <a:ext cx="52388" cy="39688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580">
              <a:extLst>
                <a:ext uri="{FF2B5EF4-FFF2-40B4-BE49-F238E27FC236}">
                  <a16:creationId xmlns:a16="http://schemas.microsoft.com/office/drawing/2014/main" id="{591527A5-5989-40CA-B3A6-DCDFB3D476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312" y="4176689"/>
              <a:ext cx="158750" cy="171449"/>
            </a:xfrm>
            <a:custGeom>
              <a:avLst/>
              <a:gdLst>
                <a:gd name="T0" fmla="*/ 32 w 40"/>
                <a:gd name="T1" fmla="*/ 0 h 43"/>
                <a:gd name="T2" fmla="*/ 24 w 40"/>
                <a:gd name="T3" fmla="*/ 7 h 43"/>
                <a:gd name="T4" fmla="*/ 19 w 40"/>
                <a:gd name="T5" fmla="*/ 10 h 43"/>
                <a:gd name="T6" fmla="*/ 14 w 40"/>
                <a:gd name="T7" fmla="*/ 8 h 43"/>
                <a:gd name="T8" fmla="*/ 5 w 40"/>
                <a:gd name="T9" fmla="*/ 16 h 43"/>
                <a:gd name="T10" fmla="*/ 9 w 40"/>
                <a:gd name="T11" fmla="*/ 22 h 43"/>
                <a:gd name="T12" fmla="*/ 8 w 40"/>
                <a:gd name="T13" fmla="*/ 22 h 43"/>
                <a:gd name="T14" fmla="*/ 0 w 40"/>
                <a:gd name="T15" fmla="*/ 28 h 43"/>
                <a:gd name="T16" fmla="*/ 2 w 40"/>
                <a:gd name="T17" fmla="*/ 31 h 43"/>
                <a:gd name="T18" fmla="*/ 0 w 40"/>
                <a:gd name="T19" fmla="*/ 35 h 43"/>
                <a:gd name="T20" fmla="*/ 9 w 40"/>
                <a:gd name="T21" fmla="*/ 40 h 43"/>
                <a:gd name="T22" fmla="*/ 13 w 40"/>
                <a:gd name="T23" fmla="*/ 40 h 43"/>
                <a:gd name="T24" fmla="*/ 20 w 40"/>
                <a:gd name="T25" fmla="*/ 43 h 43"/>
                <a:gd name="T26" fmla="*/ 28 w 40"/>
                <a:gd name="T27" fmla="*/ 38 h 43"/>
                <a:gd name="T28" fmla="*/ 29 w 40"/>
                <a:gd name="T29" fmla="*/ 38 h 43"/>
                <a:gd name="T30" fmla="*/ 38 w 40"/>
                <a:gd name="T31" fmla="*/ 32 h 43"/>
                <a:gd name="T32" fmla="*/ 34 w 40"/>
                <a:gd name="T33" fmla="*/ 26 h 43"/>
                <a:gd name="T34" fmla="*/ 36 w 40"/>
                <a:gd name="T35" fmla="*/ 21 h 43"/>
                <a:gd name="T36" fmla="*/ 35 w 40"/>
                <a:gd name="T37" fmla="*/ 17 h 43"/>
                <a:gd name="T38" fmla="*/ 37 w 40"/>
                <a:gd name="T39" fmla="*/ 14 h 43"/>
                <a:gd name="T40" fmla="*/ 36 w 40"/>
                <a:gd name="T41" fmla="*/ 12 h 43"/>
                <a:gd name="T42" fmla="*/ 40 w 40"/>
                <a:gd name="T43" fmla="*/ 7 h 43"/>
                <a:gd name="T44" fmla="*/ 32 w 40"/>
                <a:gd name="T45" fmla="*/ 0 h 43"/>
                <a:gd name="T46" fmla="*/ 21 w 40"/>
                <a:gd name="T47" fmla="*/ 19 h 43"/>
                <a:gd name="T48" fmla="*/ 21 w 40"/>
                <a:gd name="T49" fmla="*/ 19 h 43"/>
                <a:gd name="T50" fmla="*/ 21 w 40"/>
                <a:gd name="T51" fmla="*/ 19 h 43"/>
                <a:gd name="T52" fmla="*/ 21 w 40"/>
                <a:gd name="T53" fmla="*/ 19 h 43"/>
                <a:gd name="T54" fmla="*/ 21 w 40"/>
                <a:gd name="T55" fmla="*/ 19 h 43"/>
                <a:gd name="T56" fmla="*/ 23 w 40"/>
                <a:gd name="T57" fmla="*/ 27 h 43"/>
                <a:gd name="T58" fmla="*/ 23 w 40"/>
                <a:gd name="T59" fmla="*/ 27 h 43"/>
                <a:gd name="T60" fmla="*/ 24 w 40"/>
                <a:gd name="T61" fmla="*/ 27 h 43"/>
                <a:gd name="T62" fmla="*/ 23 w 40"/>
                <a:gd name="T63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" h="43">
                  <a:moveTo>
                    <a:pt x="32" y="0"/>
                  </a:moveTo>
                  <a:cubicBezTo>
                    <a:pt x="27" y="0"/>
                    <a:pt x="24" y="3"/>
                    <a:pt x="24" y="7"/>
                  </a:cubicBezTo>
                  <a:cubicBezTo>
                    <a:pt x="21" y="7"/>
                    <a:pt x="20" y="8"/>
                    <a:pt x="19" y="10"/>
                  </a:cubicBezTo>
                  <a:cubicBezTo>
                    <a:pt x="17" y="9"/>
                    <a:pt x="16" y="8"/>
                    <a:pt x="14" y="8"/>
                  </a:cubicBezTo>
                  <a:cubicBezTo>
                    <a:pt x="9" y="8"/>
                    <a:pt x="5" y="12"/>
                    <a:pt x="5" y="16"/>
                  </a:cubicBezTo>
                  <a:cubicBezTo>
                    <a:pt x="5" y="18"/>
                    <a:pt x="7" y="20"/>
                    <a:pt x="9" y="22"/>
                  </a:cubicBezTo>
                  <a:cubicBezTo>
                    <a:pt x="9" y="22"/>
                    <a:pt x="8" y="22"/>
                    <a:pt x="8" y="22"/>
                  </a:cubicBezTo>
                  <a:cubicBezTo>
                    <a:pt x="3" y="22"/>
                    <a:pt x="0" y="24"/>
                    <a:pt x="0" y="28"/>
                  </a:cubicBezTo>
                  <a:cubicBezTo>
                    <a:pt x="0" y="29"/>
                    <a:pt x="0" y="30"/>
                    <a:pt x="2" y="31"/>
                  </a:cubicBezTo>
                  <a:cubicBezTo>
                    <a:pt x="0" y="32"/>
                    <a:pt x="0" y="33"/>
                    <a:pt x="0" y="35"/>
                  </a:cubicBezTo>
                  <a:cubicBezTo>
                    <a:pt x="0" y="38"/>
                    <a:pt x="4" y="40"/>
                    <a:pt x="9" y="40"/>
                  </a:cubicBezTo>
                  <a:cubicBezTo>
                    <a:pt x="11" y="40"/>
                    <a:pt x="12" y="40"/>
                    <a:pt x="13" y="40"/>
                  </a:cubicBezTo>
                  <a:cubicBezTo>
                    <a:pt x="14" y="42"/>
                    <a:pt x="17" y="43"/>
                    <a:pt x="20" y="43"/>
                  </a:cubicBezTo>
                  <a:cubicBezTo>
                    <a:pt x="23" y="43"/>
                    <a:pt x="26" y="41"/>
                    <a:pt x="28" y="38"/>
                  </a:cubicBezTo>
                  <a:cubicBezTo>
                    <a:pt x="28" y="38"/>
                    <a:pt x="29" y="38"/>
                    <a:pt x="29" y="38"/>
                  </a:cubicBezTo>
                  <a:cubicBezTo>
                    <a:pt x="34" y="38"/>
                    <a:pt x="38" y="35"/>
                    <a:pt x="38" y="32"/>
                  </a:cubicBezTo>
                  <a:cubicBezTo>
                    <a:pt x="38" y="29"/>
                    <a:pt x="36" y="27"/>
                    <a:pt x="34" y="26"/>
                  </a:cubicBezTo>
                  <a:cubicBezTo>
                    <a:pt x="35" y="25"/>
                    <a:pt x="36" y="23"/>
                    <a:pt x="36" y="21"/>
                  </a:cubicBezTo>
                  <a:cubicBezTo>
                    <a:pt x="36" y="19"/>
                    <a:pt x="35" y="18"/>
                    <a:pt x="35" y="17"/>
                  </a:cubicBezTo>
                  <a:cubicBezTo>
                    <a:pt x="36" y="16"/>
                    <a:pt x="37" y="15"/>
                    <a:pt x="37" y="14"/>
                  </a:cubicBezTo>
                  <a:cubicBezTo>
                    <a:pt x="37" y="13"/>
                    <a:pt x="37" y="12"/>
                    <a:pt x="36" y="12"/>
                  </a:cubicBezTo>
                  <a:cubicBezTo>
                    <a:pt x="38" y="11"/>
                    <a:pt x="40" y="9"/>
                    <a:pt x="40" y="7"/>
                  </a:cubicBezTo>
                  <a:cubicBezTo>
                    <a:pt x="40" y="3"/>
                    <a:pt x="36" y="0"/>
                    <a:pt x="32" y="0"/>
                  </a:cubicBezTo>
                  <a:close/>
                  <a:moveTo>
                    <a:pt x="21" y="19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lose/>
                  <a:moveTo>
                    <a:pt x="23" y="27"/>
                  </a:moveTo>
                  <a:cubicBezTo>
                    <a:pt x="23" y="27"/>
                    <a:pt x="23" y="27"/>
                    <a:pt x="23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3" y="27"/>
                    <a:pt x="23" y="27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Oval 581">
              <a:extLst>
                <a:ext uri="{FF2B5EF4-FFF2-40B4-BE49-F238E27FC236}">
                  <a16:creationId xmlns:a16="http://schemas.microsoft.com/office/drawing/2014/main" id="{47F4958B-8DC1-42F0-BFE2-A95C60DB5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5811" y="4205260"/>
              <a:ext cx="34925" cy="238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582">
              <a:extLst>
                <a:ext uri="{FF2B5EF4-FFF2-40B4-BE49-F238E27FC236}">
                  <a16:creationId xmlns:a16="http://schemas.microsoft.com/office/drawing/2014/main" id="{876BA2C2-584C-48AD-A982-4C327A631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3109" y="4157643"/>
              <a:ext cx="63500" cy="39688"/>
            </a:xfrm>
            <a:custGeom>
              <a:avLst/>
              <a:gdLst>
                <a:gd name="T0" fmla="*/ 12 w 16"/>
                <a:gd name="T1" fmla="*/ 0 h 10"/>
                <a:gd name="T2" fmla="*/ 9 w 16"/>
                <a:gd name="T3" fmla="*/ 2 h 10"/>
                <a:gd name="T4" fmla="*/ 6 w 16"/>
                <a:gd name="T5" fmla="*/ 2 h 10"/>
                <a:gd name="T6" fmla="*/ 0 w 16"/>
                <a:gd name="T7" fmla="*/ 6 h 10"/>
                <a:gd name="T8" fmla="*/ 6 w 16"/>
                <a:gd name="T9" fmla="*/ 10 h 10"/>
                <a:gd name="T10" fmla="*/ 12 w 16"/>
                <a:gd name="T11" fmla="*/ 7 h 10"/>
                <a:gd name="T12" fmla="*/ 12 w 16"/>
                <a:gd name="T13" fmla="*/ 7 h 10"/>
                <a:gd name="T14" fmla="*/ 16 w 16"/>
                <a:gd name="T15" fmla="*/ 3 h 10"/>
                <a:gd name="T16" fmla="*/ 12 w 1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0">
                  <a:moveTo>
                    <a:pt x="12" y="0"/>
                  </a:moveTo>
                  <a:cubicBezTo>
                    <a:pt x="11" y="0"/>
                    <a:pt x="10" y="1"/>
                    <a:pt x="9" y="2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3" y="2"/>
                    <a:pt x="0" y="4"/>
                    <a:pt x="0" y="6"/>
                  </a:cubicBezTo>
                  <a:cubicBezTo>
                    <a:pt x="0" y="8"/>
                    <a:pt x="3" y="10"/>
                    <a:pt x="6" y="10"/>
                  </a:cubicBezTo>
                  <a:cubicBezTo>
                    <a:pt x="9" y="10"/>
                    <a:pt x="12" y="8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4" y="7"/>
                    <a:pt x="16" y="5"/>
                    <a:pt x="16" y="3"/>
                  </a:cubicBezTo>
                  <a:cubicBezTo>
                    <a:pt x="16" y="2"/>
                    <a:pt x="14" y="0"/>
                    <a:pt x="12" y="0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Oval 583">
              <a:extLst>
                <a:ext uri="{FF2B5EF4-FFF2-40B4-BE49-F238E27FC236}">
                  <a16:creationId xmlns:a16="http://schemas.microsoft.com/office/drawing/2014/main" id="{69FD0517-10C5-4BDF-8E12-2D22299EB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26" y="4133850"/>
              <a:ext cx="39688" cy="111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54" name="Gruppieren 1">
            <a:extLst>
              <a:ext uri="{FF2B5EF4-FFF2-40B4-BE49-F238E27FC236}">
                <a16:creationId xmlns:a16="http://schemas.microsoft.com/office/drawing/2014/main" id="{70A51842-04C9-4191-96BF-278A4DF74CA1}"/>
              </a:ext>
            </a:extLst>
          </p:cNvPr>
          <p:cNvGrpSpPr/>
          <p:nvPr/>
        </p:nvGrpSpPr>
        <p:grpSpPr>
          <a:xfrm>
            <a:off x="8408884" y="3160145"/>
            <a:ext cx="829209" cy="409572"/>
            <a:chOff x="1979712" y="2132859"/>
            <a:chExt cx="5378301" cy="3486275"/>
          </a:xfrm>
          <a:solidFill>
            <a:schemeClr val="accent1"/>
          </a:solidFill>
        </p:grpSpPr>
        <p:sp>
          <p:nvSpPr>
            <p:cNvPr id="55" name="Freeform 584">
              <a:extLst>
                <a:ext uri="{FF2B5EF4-FFF2-40B4-BE49-F238E27FC236}">
                  <a16:creationId xmlns:a16="http://schemas.microsoft.com/office/drawing/2014/main" id="{2C250A08-6457-4DE5-9C39-D28F909B4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912" y="3954818"/>
              <a:ext cx="324102" cy="788350"/>
            </a:xfrm>
            <a:custGeom>
              <a:avLst/>
              <a:gdLst>
                <a:gd name="T0" fmla="*/ 15 w 15"/>
                <a:gd name="T1" fmla="*/ 32 h 36"/>
                <a:gd name="T2" fmla="*/ 15 w 15"/>
                <a:gd name="T3" fmla="*/ 35 h 36"/>
                <a:gd name="T4" fmla="*/ 12 w 15"/>
                <a:gd name="T5" fmla="*/ 36 h 36"/>
                <a:gd name="T6" fmla="*/ 9 w 15"/>
                <a:gd name="T7" fmla="*/ 36 h 36"/>
                <a:gd name="T8" fmla="*/ 6 w 15"/>
                <a:gd name="T9" fmla="*/ 36 h 36"/>
                <a:gd name="T10" fmla="*/ 2 w 15"/>
                <a:gd name="T11" fmla="*/ 36 h 36"/>
                <a:gd name="T12" fmla="*/ 1 w 15"/>
                <a:gd name="T13" fmla="*/ 36 h 36"/>
                <a:gd name="T14" fmla="*/ 0 w 15"/>
                <a:gd name="T15" fmla="*/ 36 h 36"/>
                <a:gd name="T16" fmla="*/ 0 w 15"/>
                <a:gd name="T17" fmla="*/ 35 h 36"/>
                <a:gd name="T18" fmla="*/ 0 w 15"/>
                <a:gd name="T19" fmla="*/ 32 h 36"/>
                <a:gd name="T20" fmla="*/ 1 w 15"/>
                <a:gd name="T21" fmla="*/ 28 h 36"/>
                <a:gd name="T22" fmla="*/ 1 w 15"/>
                <a:gd name="T23" fmla="*/ 20 h 36"/>
                <a:gd name="T24" fmla="*/ 1 w 15"/>
                <a:gd name="T25" fmla="*/ 16 h 36"/>
                <a:gd name="T26" fmla="*/ 1 w 15"/>
                <a:gd name="T27" fmla="*/ 12 h 36"/>
                <a:gd name="T28" fmla="*/ 1 w 15"/>
                <a:gd name="T29" fmla="*/ 3 h 36"/>
                <a:gd name="T30" fmla="*/ 1 w 15"/>
                <a:gd name="T31" fmla="*/ 3 h 36"/>
                <a:gd name="T32" fmla="*/ 1 w 15"/>
                <a:gd name="T33" fmla="*/ 2 h 36"/>
                <a:gd name="T34" fmla="*/ 4 w 15"/>
                <a:gd name="T35" fmla="*/ 1 h 36"/>
                <a:gd name="T36" fmla="*/ 7 w 15"/>
                <a:gd name="T37" fmla="*/ 0 h 36"/>
                <a:gd name="T38" fmla="*/ 9 w 15"/>
                <a:gd name="T39" fmla="*/ 0 h 36"/>
                <a:gd name="T40" fmla="*/ 12 w 15"/>
                <a:gd name="T41" fmla="*/ 1 h 36"/>
                <a:gd name="T42" fmla="*/ 13 w 15"/>
                <a:gd name="T43" fmla="*/ 2 h 36"/>
                <a:gd name="T44" fmla="*/ 13 w 15"/>
                <a:gd name="T45" fmla="*/ 13 h 36"/>
                <a:gd name="T46" fmla="*/ 14 w 15"/>
                <a:gd name="T47" fmla="*/ 18 h 36"/>
                <a:gd name="T48" fmla="*/ 14 w 15"/>
                <a:gd name="T49" fmla="*/ 23 h 36"/>
                <a:gd name="T50" fmla="*/ 14 w 15"/>
                <a:gd name="T51" fmla="*/ 28 h 36"/>
                <a:gd name="T52" fmla="*/ 15 w 15"/>
                <a:gd name="T53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" h="36">
                  <a:moveTo>
                    <a:pt x="15" y="32"/>
                  </a:moveTo>
                  <a:cubicBezTo>
                    <a:pt x="15" y="33"/>
                    <a:pt x="15" y="34"/>
                    <a:pt x="15" y="35"/>
                  </a:cubicBezTo>
                  <a:cubicBezTo>
                    <a:pt x="14" y="35"/>
                    <a:pt x="13" y="35"/>
                    <a:pt x="12" y="36"/>
                  </a:cubicBezTo>
                  <a:cubicBezTo>
                    <a:pt x="11" y="36"/>
                    <a:pt x="10" y="36"/>
                    <a:pt x="9" y="36"/>
                  </a:cubicBezTo>
                  <a:cubicBezTo>
                    <a:pt x="8" y="36"/>
                    <a:pt x="7" y="36"/>
                    <a:pt x="6" y="36"/>
                  </a:cubicBezTo>
                  <a:cubicBezTo>
                    <a:pt x="5" y="36"/>
                    <a:pt x="4" y="36"/>
                    <a:pt x="2" y="36"/>
                  </a:cubicBezTo>
                  <a:cubicBezTo>
                    <a:pt x="2" y="36"/>
                    <a:pt x="2" y="35"/>
                    <a:pt x="1" y="36"/>
                  </a:cubicBezTo>
                  <a:cubicBezTo>
                    <a:pt x="1" y="36"/>
                    <a:pt x="0" y="36"/>
                    <a:pt x="0" y="36"/>
                  </a:cubicBezTo>
                  <a:cubicBezTo>
                    <a:pt x="0" y="36"/>
                    <a:pt x="0" y="35"/>
                    <a:pt x="0" y="35"/>
                  </a:cubicBezTo>
                  <a:cubicBezTo>
                    <a:pt x="0" y="34"/>
                    <a:pt x="0" y="33"/>
                    <a:pt x="0" y="32"/>
                  </a:cubicBezTo>
                  <a:cubicBezTo>
                    <a:pt x="1" y="31"/>
                    <a:pt x="1" y="29"/>
                    <a:pt x="1" y="28"/>
                  </a:cubicBezTo>
                  <a:cubicBezTo>
                    <a:pt x="1" y="25"/>
                    <a:pt x="1" y="22"/>
                    <a:pt x="1" y="20"/>
                  </a:cubicBezTo>
                  <a:cubicBezTo>
                    <a:pt x="1" y="18"/>
                    <a:pt x="1" y="17"/>
                    <a:pt x="1" y="16"/>
                  </a:cubicBezTo>
                  <a:cubicBezTo>
                    <a:pt x="1" y="14"/>
                    <a:pt x="1" y="13"/>
                    <a:pt x="1" y="12"/>
                  </a:cubicBezTo>
                  <a:cubicBezTo>
                    <a:pt x="1" y="9"/>
                    <a:pt x="1" y="6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1"/>
                    <a:pt x="7" y="0"/>
                  </a:cubicBezTo>
                  <a:cubicBezTo>
                    <a:pt x="8" y="0"/>
                    <a:pt x="9" y="0"/>
                    <a:pt x="9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3" y="1"/>
                    <a:pt x="13" y="1"/>
                    <a:pt x="13" y="2"/>
                  </a:cubicBezTo>
                  <a:cubicBezTo>
                    <a:pt x="13" y="6"/>
                    <a:pt x="13" y="9"/>
                    <a:pt x="13" y="13"/>
                  </a:cubicBezTo>
                  <a:cubicBezTo>
                    <a:pt x="13" y="15"/>
                    <a:pt x="13" y="16"/>
                    <a:pt x="14" y="18"/>
                  </a:cubicBezTo>
                  <a:cubicBezTo>
                    <a:pt x="14" y="20"/>
                    <a:pt x="14" y="21"/>
                    <a:pt x="14" y="23"/>
                  </a:cubicBezTo>
                  <a:cubicBezTo>
                    <a:pt x="14" y="24"/>
                    <a:pt x="14" y="26"/>
                    <a:pt x="14" y="28"/>
                  </a:cubicBezTo>
                  <a:cubicBezTo>
                    <a:pt x="15" y="29"/>
                    <a:pt x="15" y="31"/>
                    <a:pt x="15" y="3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585">
              <a:extLst>
                <a:ext uri="{FF2B5EF4-FFF2-40B4-BE49-F238E27FC236}">
                  <a16:creationId xmlns:a16="http://schemas.microsoft.com/office/drawing/2014/main" id="{1C0386FA-3295-4233-BA52-C0CF43A4F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912" y="3954818"/>
              <a:ext cx="324102" cy="788350"/>
            </a:xfrm>
            <a:custGeom>
              <a:avLst/>
              <a:gdLst>
                <a:gd name="T0" fmla="*/ 15 w 15"/>
                <a:gd name="T1" fmla="*/ 32 h 36"/>
                <a:gd name="T2" fmla="*/ 15 w 15"/>
                <a:gd name="T3" fmla="*/ 35 h 36"/>
                <a:gd name="T4" fmla="*/ 12 w 15"/>
                <a:gd name="T5" fmla="*/ 36 h 36"/>
                <a:gd name="T6" fmla="*/ 9 w 15"/>
                <a:gd name="T7" fmla="*/ 36 h 36"/>
                <a:gd name="T8" fmla="*/ 6 w 15"/>
                <a:gd name="T9" fmla="*/ 36 h 36"/>
                <a:gd name="T10" fmla="*/ 2 w 15"/>
                <a:gd name="T11" fmla="*/ 36 h 36"/>
                <a:gd name="T12" fmla="*/ 1 w 15"/>
                <a:gd name="T13" fmla="*/ 36 h 36"/>
                <a:gd name="T14" fmla="*/ 0 w 15"/>
                <a:gd name="T15" fmla="*/ 36 h 36"/>
                <a:gd name="T16" fmla="*/ 0 w 15"/>
                <a:gd name="T17" fmla="*/ 35 h 36"/>
                <a:gd name="T18" fmla="*/ 0 w 15"/>
                <a:gd name="T19" fmla="*/ 32 h 36"/>
                <a:gd name="T20" fmla="*/ 1 w 15"/>
                <a:gd name="T21" fmla="*/ 28 h 36"/>
                <a:gd name="T22" fmla="*/ 1 w 15"/>
                <a:gd name="T23" fmla="*/ 20 h 36"/>
                <a:gd name="T24" fmla="*/ 1 w 15"/>
                <a:gd name="T25" fmla="*/ 16 h 36"/>
                <a:gd name="T26" fmla="*/ 1 w 15"/>
                <a:gd name="T27" fmla="*/ 12 h 36"/>
                <a:gd name="T28" fmla="*/ 1 w 15"/>
                <a:gd name="T29" fmla="*/ 3 h 36"/>
                <a:gd name="T30" fmla="*/ 1 w 15"/>
                <a:gd name="T31" fmla="*/ 3 h 36"/>
                <a:gd name="T32" fmla="*/ 1 w 15"/>
                <a:gd name="T33" fmla="*/ 2 h 36"/>
                <a:gd name="T34" fmla="*/ 4 w 15"/>
                <a:gd name="T35" fmla="*/ 1 h 36"/>
                <a:gd name="T36" fmla="*/ 7 w 15"/>
                <a:gd name="T37" fmla="*/ 0 h 36"/>
                <a:gd name="T38" fmla="*/ 9 w 15"/>
                <a:gd name="T39" fmla="*/ 0 h 36"/>
                <a:gd name="T40" fmla="*/ 12 w 15"/>
                <a:gd name="T41" fmla="*/ 1 h 36"/>
                <a:gd name="T42" fmla="*/ 13 w 15"/>
                <a:gd name="T43" fmla="*/ 2 h 36"/>
                <a:gd name="T44" fmla="*/ 13 w 15"/>
                <a:gd name="T45" fmla="*/ 13 h 36"/>
                <a:gd name="T46" fmla="*/ 14 w 15"/>
                <a:gd name="T47" fmla="*/ 18 h 36"/>
                <a:gd name="T48" fmla="*/ 14 w 15"/>
                <a:gd name="T49" fmla="*/ 23 h 36"/>
                <a:gd name="T50" fmla="*/ 14 w 15"/>
                <a:gd name="T51" fmla="*/ 28 h 36"/>
                <a:gd name="T52" fmla="*/ 15 w 15"/>
                <a:gd name="T53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" h="36">
                  <a:moveTo>
                    <a:pt x="15" y="32"/>
                  </a:moveTo>
                  <a:cubicBezTo>
                    <a:pt x="15" y="33"/>
                    <a:pt x="15" y="34"/>
                    <a:pt x="15" y="35"/>
                  </a:cubicBezTo>
                  <a:cubicBezTo>
                    <a:pt x="14" y="35"/>
                    <a:pt x="13" y="35"/>
                    <a:pt x="12" y="36"/>
                  </a:cubicBezTo>
                  <a:cubicBezTo>
                    <a:pt x="11" y="36"/>
                    <a:pt x="10" y="36"/>
                    <a:pt x="9" y="36"/>
                  </a:cubicBezTo>
                  <a:cubicBezTo>
                    <a:pt x="8" y="36"/>
                    <a:pt x="7" y="36"/>
                    <a:pt x="6" y="36"/>
                  </a:cubicBezTo>
                  <a:cubicBezTo>
                    <a:pt x="5" y="36"/>
                    <a:pt x="4" y="36"/>
                    <a:pt x="2" y="36"/>
                  </a:cubicBezTo>
                  <a:cubicBezTo>
                    <a:pt x="2" y="36"/>
                    <a:pt x="2" y="35"/>
                    <a:pt x="1" y="36"/>
                  </a:cubicBezTo>
                  <a:cubicBezTo>
                    <a:pt x="1" y="36"/>
                    <a:pt x="0" y="36"/>
                    <a:pt x="0" y="36"/>
                  </a:cubicBezTo>
                  <a:cubicBezTo>
                    <a:pt x="0" y="36"/>
                    <a:pt x="0" y="35"/>
                    <a:pt x="0" y="35"/>
                  </a:cubicBezTo>
                  <a:cubicBezTo>
                    <a:pt x="0" y="34"/>
                    <a:pt x="0" y="33"/>
                    <a:pt x="0" y="32"/>
                  </a:cubicBezTo>
                  <a:cubicBezTo>
                    <a:pt x="1" y="31"/>
                    <a:pt x="1" y="29"/>
                    <a:pt x="1" y="28"/>
                  </a:cubicBezTo>
                  <a:cubicBezTo>
                    <a:pt x="1" y="25"/>
                    <a:pt x="1" y="22"/>
                    <a:pt x="1" y="20"/>
                  </a:cubicBezTo>
                  <a:cubicBezTo>
                    <a:pt x="1" y="18"/>
                    <a:pt x="1" y="17"/>
                    <a:pt x="1" y="16"/>
                  </a:cubicBezTo>
                  <a:cubicBezTo>
                    <a:pt x="1" y="14"/>
                    <a:pt x="1" y="13"/>
                    <a:pt x="1" y="12"/>
                  </a:cubicBezTo>
                  <a:cubicBezTo>
                    <a:pt x="1" y="9"/>
                    <a:pt x="1" y="6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1"/>
                    <a:pt x="7" y="0"/>
                  </a:cubicBezTo>
                  <a:cubicBezTo>
                    <a:pt x="8" y="0"/>
                    <a:pt x="9" y="0"/>
                    <a:pt x="9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3" y="1"/>
                    <a:pt x="13" y="1"/>
                    <a:pt x="13" y="2"/>
                  </a:cubicBezTo>
                  <a:cubicBezTo>
                    <a:pt x="13" y="6"/>
                    <a:pt x="13" y="9"/>
                    <a:pt x="13" y="13"/>
                  </a:cubicBezTo>
                  <a:cubicBezTo>
                    <a:pt x="13" y="15"/>
                    <a:pt x="13" y="16"/>
                    <a:pt x="14" y="18"/>
                  </a:cubicBezTo>
                  <a:cubicBezTo>
                    <a:pt x="14" y="20"/>
                    <a:pt x="14" y="21"/>
                    <a:pt x="14" y="23"/>
                  </a:cubicBezTo>
                  <a:cubicBezTo>
                    <a:pt x="14" y="24"/>
                    <a:pt x="14" y="26"/>
                    <a:pt x="14" y="28"/>
                  </a:cubicBezTo>
                  <a:cubicBezTo>
                    <a:pt x="15" y="29"/>
                    <a:pt x="15" y="31"/>
                    <a:pt x="15" y="3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586">
              <a:extLst>
                <a:ext uri="{FF2B5EF4-FFF2-40B4-BE49-F238E27FC236}">
                  <a16:creationId xmlns:a16="http://schemas.microsoft.com/office/drawing/2014/main" id="{277E302A-E8A5-45BC-BB1B-9F4A058BA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005" y="2132859"/>
              <a:ext cx="2040952" cy="2014672"/>
            </a:xfrm>
            <a:custGeom>
              <a:avLst/>
              <a:gdLst>
                <a:gd name="T0" fmla="*/ 92 w 93"/>
                <a:gd name="T1" fmla="*/ 64 h 92"/>
                <a:gd name="T2" fmla="*/ 92 w 93"/>
                <a:gd name="T3" fmla="*/ 70 h 92"/>
                <a:gd name="T4" fmla="*/ 85 w 93"/>
                <a:gd name="T5" fmla="*/ 79 h 92"/>
                <a:gd name="T6" fmla="*/ 79 w 93"/>
                <a:gd name="T7" fmla="*/ 84 h 92"/>
                <a:gd name="T8" fmla="*/ 76 w 93"/>
                <a:gd name="T9" fmla="*/ 88 h 92"/>
                <a:gd name="T10" fmla="*/ 71 w 93"/>
                <a:gd name="T11" fmla="*/ 90 h 92"/>
                <a:gd name="T12" fmla="*/ 65 w 93"/>
                <a:gd name="T13" fmla="*/ 91 h 92"/>
                <a:gd name="T14" fmla="*/ 61 w 93"/>
                <a:gd name="T15" fmla="*/ 90 h 92"/>
                <a:gd name="T16" fmla="*/ 58 w 93"/>
                <a:gd name="T17" fmla="*/ 90 h 92"/>
                <a:gd name="T18" fmla="*/ 51 w 93"/>
                <a:gd name="T19" fmla="*/ 90 h 92"/>
                <a:gd name="T20" fmla="*/ 37 w 93"/>
                <a:gd name="T21" fmla="*/ 91 h 92"/>
                <a:gd name="T22" fmla="*/ 34 w 93"/>
                <a:gd name="T23" fmla="*/ 90 h 92"/>
                <a:gd name="T24" fmla="*/ 31 w 93"/>
                <a:gd name="T25" fmla="*/ 89 h 92"/>
                <a:gd name="T26" fmla="*/ 24 w 93"/>
                <a:gd name="T27" fmla="*/ 87 h 92"/>
                <a:gd name="T28" fmla="*/ 17 w 93"/>
                <a:gd name="T29" fmla="*/ 87 h 92"/>
                <a:gd name="T30" fmla="*/ 11 w 93"/>
                <a:gd name="T31" fmla="*/ 87 h 92"/>
                <a:gd name="T32" fmla="*/ 4 w 93"/>
                <a:gd name="T33" fmla="*/ 85 h 92"/>
                <a:gd name="T34" fmla="*/ 1 w 93"/>
                <a:gd name="T35" fmla="*/ 81 h 92"/>
                <a:gd name="T36" fmla="*/ 0 w 93"/>
                <a:gd name="T37" fmla="*/ 75 h 92"/>
                <a:gd name="T38" fmla="*/ 2 w 93"/>
                <a:gd name="T39" fmla="*/ 69 h 92"/>
                <a:gd name="T40" fmla="*/ 4 w 93"/>
                <a:gd name="T41" fmla="*/ 62 h 92"/>
                <a:gd name="T42" fmla="*/ 2 w 93"/>
                <a:gd name="T43" fmla="*/ 56 h 92"/>
                <a:gd name="T44" fmla="*/ 1 w 93"/>
                <a:gd name="T45" fmla="*/ 53 h 92"/>
                <a:gd name="T46" fmla="*/ 1 w 93"/>
                <a:gd name="T47" fmla="*/ 50 h 92"/>
                <a:gd name="T48" fmla="*/ 2 w 93"/>
                <a:gd name="T49" fmla="*/ 47 h 92"/>
                <a:gd name="T50" fmla="*/ 1 w 93"/>
                <a:gd name="T51" fmla="*/ 44 h 92"/>
                <a:gd name="T52" fmla="*/ 4 w 93"/>
                <a:gd name="T53" fmla="*/ 37 h 92"/>
                <a:gd name="T54" fmla="*/ 8 w 93"/>
                <a:gd name="T55" fmla="*/ 33 h 92"/>
                <a:gd name="T56" fmla="*/ 11 w 93"/>
                <a:gd name="T57" fmla="*/ 31 h 92"/>
                <a:gd name="T58" fmla="*/ 12 w 93"/>
                <a:gd name="T59" fmla="*/ 27 h 92"/>
                <a:gd name="T60" fmla="*/ 13 w 93"/>
                <a:gd name="T61" fmla="*/ 25 h 92"/>
                <a:gd name="T62" fmla="*/ 15 w 93"/>
                <a:gd name="T63" fmla="*/ 23 h 92"/>
                <a:gd name="T64" fmla="*/ 15 w 93"/>
                <a:gd name="T65" fmla="*/ 19 h 92"/>
                <a:gd name="T66" fmla="*/ 16 w 93"/>
                <a:gd name="T67" fmla="*/ 17 h 92"/>
                <a:gd name="T68" fmla="*/ 20 w 93"/>
                <a:gd name="T69" fmla="*/ 12 h 92"/>
                <a:gd name="T70" fmla="*/ 23 w 93"/>
                <a:gd name="T71" fmla="*/ 10 h 92"/>
                <a:gd name="T72" fmla="*/ 25 w 93"/>
                <a:gd name="T73" fmla="*/ 8 h 92"/>
                <a:gd name="T74" fmla="*/ 27 w 93"/>
                <a:gd name="T75" fmla="*/ 5 h 92"/>
                <a:gd name="T76" fmla="*/ 28 w 93"/>
                <a:gd name="T77" fmla="*/ 3 h 92"/>
                <a:gd name="T78" fmla="*/ 34 w 93"/>
                <a:gd name="T79" fmla="*/ 1 h 92"/>
                <a:gd name="T80" fmla="*/ 38 w 93"/>
                <a:gd name="T81" fmla="*/ 0 h 92"/>
                <a:gd name="T82" fmla="*/ 45 w 93"/>
                <a:gd name="T83" fmla="*/ 1 h 92"/>
                <a:gd name="T84" fmla="*/ 49 w 93"/>
                <a:gd name="T85" fmla="*/ 4 h 92"/>
                <a:gd name="T86" fmla="*/ 55 w 93"/>
                <a:gd name="T87" fmla="*/ 8 h 92"/>
                <a:gd name="T88" fmla="*/ 60 w 93"/>
                <a:gd name="T89" fmla="*/ 10 h 92"/>
                <a:gd name="T90" fmla="*/ 68 w 93"/>
                <a:gd name="T91" fmla="*/ 18 h 92"/>
                <a:gd name="T92" fmla="*/ 78 w 93"/>
                <a:gd name="T93" fmla="*/ 27 h 92"/>
                <a:gd name="T94" fmla="*/ 87 w 93"/>
                <a:gd name="T95" fmla="*/ 34 h 92"/>
                <a:gd name="T96" fmla="*/ 89 w 93"/>
                <a:gd name="T97" fmla="*/ 39 h 92"/>
                <a:gd name="T98" fmla="*/ 91 w 93"/>
                <a:gd name="T99" fmla="*/ 45 h 92"/>
                <a:gd name="T100" fmla="*/ 92 w 93"/>
                <a:gd name="T101" fmla="*/ 58 h 92"/>
                <a:gd name="T102" fmla="*/ 92 w 93"/>
                <a:gd name="T103" fmla="*/ 6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" h="92">
                  <a:moveTo>
                    <a:pt x="92" y="64"/>
                  </a:moveTo>
                  <a:cubicBezTo>
                    <a:pt x="93" y="66"/>
                    <a:pt x="93" y="68"/>
                    <a:pt x="92" y="70"/>
                  </a:cubicBezTo>
                  <a:cubicBezTo>
                    <a:pt x="91" y="74"/>
                    <a:pt x="88" y="77"/>
                    <a:pt x="85" y="79"/>
                  </a:cubicBezTo>
                  <a:cubicBezTo>
                    <a:pt x="83" y="81"/>
                    <a:pt x="81" y="82"/>
                    <a:pt x="79" y="84"/>
                  </a:cubicBezTo>
                  <a:cubicBezTo>
                    <a:pt x="78" y="86"/>
                    <a:pt x="77" y="87"/>
                    <a:pt x="76" y="88"/>
                  </a:cubicBezTo>
                  <a:cubicBezTo>
                    <a:pt x="74" y="89"/>
                    <a:pt x="72" y="90"/>
                    <a:pt x="71" y="90"/>
                  </a:cubicBezTo>
                  <a:cubicBezTo>
                    <a:pt x="69" y="90"/>
                    <a:pt x="67" y="91"/>
                    <a:pt x="65" y="91"/>
                  </a:cubicBezTo>
                  <a:cubicBezTo>
                    <a:pt x="63" y="90"/>
                    <a:pt x="62" y="90"/>
                    <a:pt x="61" y="90"/>
                  </a:cubicBezTo>
                  <a:cubicBezTo>
                    <a:pt x="60" y="90"/>
                    <a:pt x="59" y="90"/>
                    <a:pt x="58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46" y="90"/>
                    <a:pt x="42" y="92"/>
                    <a:pt x="37" y="91"/>
                  </a:cubicBezTo>
                  <a:cubicBezTo>
                    <a:pt x="36" y="91"/>
                    <a:pt x="35" y="91"/>
                    <a:pt x="34" y="90"/>
                  </a:cubicBezTo>
                  <a:cubicBezTo>
                    <a:pt x="33" y="90"/>
                    <a:pt x="32" y="89"/>
                    <a:pt x="31" y="89"/>
                  </a:cubicBezTo>
                  <a:cubicBezTo>
                    <a:pt x="29" y="88"/>
                    <a:pt x="27" y="87"/>
                    <a:pt x="24" y="87"/>
                  </a:cubicBezTo>
                  <a:cubicBezTo>
                    <a:pt x="22" y="87"/>
                    <a:pt x="19" y="87"/>
                    <a:pt x="17" y="87"/>
                  </a:cubicBezTo>
                  <a:cubicBezTo>
                    <a:pt x="15" y="87"/>
                    <a:pt x="13" y="88"/>
                    <a:pt x="11" y="87"/>
                  </a:cubicBezTo>
                  <a:cubicBezTo>
                    <a:pt x="9" y="86"/>
                    <a:pt x="6" y="86"/>
                    <a:pt x="4" y="85"/>
                  </a:cubicBezTo>
                  <a:cubicBezTo>
                    <a:pt x="3" y="84"/>
                    <a:pt x="2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0" y="73"/>
                    <a:pt x="1" y="71"/>
                    <a:pt x="2" y="69"/>
                  </a:cubicBezTo>
                  <a:cubicBezTo>
                    <a:pt x="2" y="66"/>
                    <a:pt x="4" y="65"/>
                    <a:pt x="4" y="62"/>
                  </a:cubicBezTo>
                  <a:cubicBezTo>
                    <a:pt x="4" y="60"/>
                    <a:pt x="3" y="58"/>
                    <a:pt x="2" y="56"/>
                  </a:cubicBezTo>
                  <a:cubicBezTo>
                    <a:pt x="2" y="55"/>
                    <a:pt x="2" y="54"/>
                    <a:pt x="1" y="53"/>
                  </a:cubicBezTo>
                  <a:cubicBezTo>
                    <a:pt x="1" y="52"/>
                    <a:pt x="1" y="51"/>
                    <a:pt x="1" y="50"/>
                  </a:cubicBezTo>
                  <a:cubicBezTo>
                    <a:pt x="1" y="49"/>
                    <a:pt x="2" y="48"/>
                    <a:pt x="2" y="47"/>
                  </a:cubicBezTo>
                  <a:cubicBezTo>
                    <a:pt x="2" y="46"/>
                    <a:pt x="1" y="45"/>
                    <a:pt x="1" y="44"/>
                  </a:cubicBezTo>
                  <a:cubicBezTo>
                    <a:pt x="2" y="41"/>
                    <a:pt x="2" y="39"/>
                    <a:pt x="4" y="37"/>
                  </a:cubicBezTo>
                  <a:cubicBezTo>
                    <a:pt x="5" y="36"/>
                    <a:pt x="7" y="35"/>
                    <a:pt x="8" y="33"/>
                  </a:cubicBezTo>
                  <a:cubicBezTo>
                    <a:pt x="9" y="33"/>
                    <a:pt x="10" y="32"/>
                    <a:pt x="11" y="31"/>
                  </a:cubicBezTo>
                  <a:cubicBezTo>
                    <a:pt x="12" y="30"/>
                    <a:pt x="12" y="29"/>
                    <a:pt x="12" y="27"/>
                  </a:cubicBezTo>
                  <a:cubicBezTo>
                    <a:pt x="12" y="26"/>
                    <a:pt x="13" y="26"/>
                    <a:pt x="13" y="25"/>
                  </a:cubicBezTo>
                  <a:cubicBezTo>
                    <a:pt x="14" y="24"/>
                    <a:pt x="14" y="23"/>
                    <a:pt x="15" y="23"/>
                  </a:cubicBezTo>
                  <a:cubicBezTo>
                    <a:pt x="15" y="21"/>
                    <a:pt x="15" y="20"/>
                    <a:pt x="15" y="19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7" y="15"/>
                    <a:pt x="18" y="13"/>
                    <a:pt x="20" y="12"/>
                  </a:cubicBezTo>
                  <a:cubicBezTo>
                    <a:pt x="21" y="12"/>
                    <a:pt x="22" y="11"/>
                    <a:pt x="23" y="10"/>
                  </a:cubicBezTo>
                  <a:cubicBezTo>
                    <a:pt x="23" y="10"/>
                    <a:pt x="24" y="9"/>
                    <a:pt x="25" y="8"/>
                  </a:cubicBezTo>
                  <a:cubicBezTo>
                    <a:pt x="25" y="7"/>
                    <a:pt x="26" y="6"/>
                    <a:pt x="27" y="5"/>
                  </a:cubicBezTo>
                  <a:cubicBezTo>
                    <a:pt x="27" y="5"/>
                    <a:pt x="28" y="4"/>
                    <a:pt x="28" y="3"/>
                  </a:cubicBezTo>
                  <a:cubicBezTo>
                    <a:pt x="30" y="2"/>
                    <a:pt x="32" y="2"/>
                    <a:pt x="34" y="1"/>
                  </a:cubicBezTo>
                  <a:cubicBezTo>
                    <a:pt x="35" y="1"/>
                    <a:pt x="37" y="1"/>
                    <a:pt x="38" y="0"/>
                  </a:cubicBezTo>
                  <a:cubicBezTo>
                    <a:pt x="38" y="0"/>
                    <a:pt x="43" y="0"/>
                    <a:pt x="45" y="1"/>
                  </a:cubicBezTo>
                  <a:cubicBezTo>
                    <a:pt x="47" y="2"/>
                    <a:pt x="48" y="3"/>
                    <a:pt x="49" y="4"/>
                  </a:cubicBezTo>
                  <a:cubicBezTo>
                    <a:pt x="51" y="6"/>
                    <a:pt x="53" y="7"/>
                    <a:pt x="55" y="8"/>
                  </a:cubicBezTo>
                  <a:cubicBezTo>
                    <a:pt x="57" y="8"/>
                    <a:pt x="59" y="9"/>
                    <a:pt x="60" y="10"/>
                  </a:cubicBezTo>
                  <a:cubicBezTo>
                    <a:pt x="64" y="12"/>
                    <a:pt x="66" y="15"/>
                    <a:pt x="68" y="18"/>
                  </a:cubicBezTo>
                  <a:cubicBezTo>
                    <a:pt x="71" y="22"/>
                    <a:pt x="74" y="25"/>
                    <a:pt x="78" y="27"/>
                  </a:cubicBezTo>
                  <a:cubicBezTo>
                    <a:pt x="81" y="29"/>
                    <a:pt x="85" y="31"/>
                    <a:pt x="87" y="34"/>
                  </a:cubicBezTo>
                  <a:cubicBezTo>
                    <a:pt x="88" y="36"/>
                    <a:pt x="89" y="37"/>
                    <a:pt x="89" y="39"/>
                  </a:cubicBezTo>
                  <a:cubicBezTo>
                    <a:pt x="90" y="41"/>
                    <a:pt x="91" y="43"/>
                    <a:pt x="91" y="45"/>
                  </a:cubicBezTo>
                  <a:cubicBezTo>
                    <a:pt x="92" y="49"/>
                    <a:pt x="92" y="54"/>
                    <a:pt x="92" y="58"/>
                  </a:cubicBezTo>
                  <a:cubicBezTo>
                    <a:pt x="91" y="60"/>
                    <a:pt x="91" y="62"/>
                    <a:pt x="92" y="6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587">
              <a:extLst>
                <a:ext uri="{FF2B5EF4-FFF2-40B4-BE49-F238E27FC236}">
                  <a16:creationId xmlns:a16="http://schemas.microsoft.com/office/drawing/2014/main" id="{52A62209-1D2F-498A-B4E1-762E30869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005" y="2132865"/>
              <a:ext cx="2040952" cy="2014672"/>
            </a:xfrm>
            <a:custGeom>
              <a:avLst/>
              <a:gdLst>
                <a:gd name="T0" fmla="*/ 92 w 93"/>
                <a:gd name="T1" fmla="*/ 64 h 92"/>
                <a:gd name="T2" fmla="*/ 92 w 93"/>
                <a:gd name="T3" fmla="*/ 70 h 92"/>
                <a:gd name="T4" fmla="*/ 85 w 93"/>
                <a:gd name="T5" fmla="*/ 79 h 92"/>
                <a:gd name="T6" fmla="*/ 79 w 93"/>
                <a:gd name="T7" fmla="*/ 84 h 92"/>
                <a:gd name="T8" fmla="*/ 76 w 93"/>
                <a:gd name="T9" fmla="*/ 88 h 92"/>
                <a:gd name="T10" fmla="*/ 71 w 93"/>
                <a:gd name="T11" fmla="*/ 90 h 92"/>
                <a:gd name="T12" fmla="*/ 65 w 93"/>
                <a:gd name="T13" fmla="*/ 91 h 92"/>
                <a:gd name="T14" fmla="*/ 61 w 93"/>
                <a:gd name="T15" fmla="*/ 90 h 92"/>
                <a:gd name="T16" fmla="*/ 58 w 93"/>
                <a:gd name="T17" fmla="*/ 90 h 92"/>
                <a:gd name="T18" fmla="*/ 51 w 93"/>
                <a:gd name="T19" fmla="*/ 90 h 92"/>
                <a:gd name="T20" fmla="*/ 37 w 93"/>
                <a:gd name="T21" fmla="*/ 91 h 92"/>
                <a:gd name="T22" fmla="*/ 34 w 93"/>
                <a:gd name="T23" fmla="*/ 90 h 92"/>
                <a:gd name="T24" fmla="*/ 31 w 93"/>
                <a:gd name="T25" fmla="*/ 89 h 92"/>
                <a:gd name="T26" fmla="*/ 24 w 93"/>
                <a:gd name="T27" fmla="*/ 87 h 92"/>
                <a:gd name="T28" fmla="*/ 17 w 93"/>
                <a:gd name="T29" fmla="*/ 87 h 92"/>
                <a:gd name="T30" fmla="*/ 11 w 93"/>
                <a:gd name="T31" fmla="*/ 87 h 92"/>
                <a:gd name="T32" fmla="*/ 4 w 93"/>
                <a:gd name="T33" fmla="*/ 85 h 92"/>
                <a:gd name="T34" fmla="*/ 1 w 93"/>
                <a:gd name="T35" fmla="*/ 81 h 92"/>
                <a:gd name="T36" fmla="*/ 0 w 93"/>
                <a:gd name="T37" fmla="*/ 75 h 92"/>
                <a:gd name="T38" fmla="*/ 2 w 93"/>
                <a:gd name="T39" fmla="*/ 69 h 92"/>
                <a:gd name="T40" fmla="*/ 4 w 93"/>
                <a:gd name="T41" fmla="*/ 62 h 92"/>
                <a:gd name="T42" fmla="*/ 2 w 93"/>
                <a:gd name="T43" fmla="*/ 56 h 92"/>
                <a:gd name="T44" fmla="*/ 1 w 93"/>
                <a:gd name="T45" fmla="*/ 53 h 92"/>
                <a:gd name="T46" fmla="*/ 1 w 93"/>
                <a:gd name="T47" fmla="*/ 50 h 92"/>
                <a:gd name="T48" fmla="*/ 2 w 93"/>
                <a:gd name="T49" fmla="*/ 47 h 92"/>
                <a:gd name="T50" fmla="*/ 1 w 93"/>
                <a:gd name="T51" fmla="*/ 44 h 92"/>
                <a:gd name="T52" fmla="*/ 4 w 93"/>
                <a:gd name="T53" fmla="*/ 37 h 92"/>
                <a:gd name="T54" fmla="*/ 8 w 93"/>
                <a:gd name="T55" fmla="*/ 33 h 92"/>
                <a:gd name="T56" fmla="*/ 11 w 93"/>
                <a:gd name="T57" fmla="*/ 31 h 92"/>
                <a:gd name="T58" fmla="*/ 12 w 93"/>
                <a:gd name="T59" fmla="*/ 27 h 92"/>
                <a:gd name="T60" fmla="*/ 13 w 93"/>
                <a:gd name="T61" fmla="*/ 25 h 92"/>
                <a:gd name="T62" fmla="*/ 15 w 93"/>
                <a:gd name="T63" fmla="*/ 23 h 92"/>
                <a:gd name="T64" fmla="*/ 15 w 93"/>
                <a:gd name="T65" fmla="*/ 19 h 92"/>
                <a:gd name="T66" fmla="*/ 16 w 93"/>
                <a:gd name="T67" fmla="*/ 17 h 92"/>
                <a:gd name="T68" fmla="*/ 20 w 93"/>
                <a:gd name="T69" fmla="*/ 12 h 92"/>
                <a:gd name="T70" fmla="*/ 23 w 93"/>
                <a:gd name="T71" fmla="*/ 10 h 92"/>
                <a:gd name="T72" fmla="*/ 25 w 93"/>
                <a:gd name="T73" fmla="*/ 8 h 92"/>
                <a:gd name="T74" fmla="*/ 27 w 93"/>
                <a:gd name="T75" fmla="*/ 5 h 92"/>
                <a:gd name="T76" fmla="*/ 28 w 93"/>
                <a:gd name="T77" fmla="*/ 3 h 92"/>
                <a:gd name="T78" fmla="*/ 34 w 93"/>
                <a:gd name="T79" fmla="*/ 1 h 92"/>
                <a:gd name="T80" fmla="*/ 38 w 93"/>
                <a:gd name="T81" fmla="*/ 0 h 92"/>
                <a:gd name="T82" fmla="*/ 45 w 93"/>
                <a:gd name="T83" fmla="*/ 1 h 92"/>
                <a:gd name="T84" fmla="*/ 49 w 93"/>
                <a:gd name="T85" fmla="*/ 4 h 92"/>
                <a:gd name="T86" fmla="*/ 55 w 93"/>
                <a:gd name="T87" fmla="*/ 8 h 92"/>
                <a:gd name="T88" fmla="*/ 60 w 93"/>
                <a:gd name="T89" fmla="*/ 10 h 92"/>
                <a:gd name="T90" fmla="*/ 68 w 93"/>
                <a:gd name="T91" fmla="*/ 18 h 92"/>
                <a:gd name="T92" fmla="*/ 78 w 93"/>
                <a:gd name="T93" fmla="*/ 27 h 92"/>
                <a:gd name="T94" fmla="*/ 87 w 93"/>
                <a:gd name="T95" fmla="*/ 34 h 92"/>
                <a:gd name="T96" fmla="*/ 89 w 93"/>
                <a:gd name="T97" fmla="*/ 39 h 92"/>
                <a:gd name="T98" fmla="*/ 91 w 93"/>
                <a:gd name="T99" fmla="*/ 45 h 92"/>
                <a:gd name="T100" fmla="*/ 92 w 93"/>
                <a:gd name="T101" fmla="*/ 58 h 92"/>
                <a:gd name="T102" fmla="*/ 92 w 93"/>
                <a:gd name="T103" fmla="*/ 6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" h="92">
                  <a:moveTo>
                    <a:pt x="92" y="64"/>
                  </a:moveTo>
                  <a:cubicBezTo>
                    <a:pt x="93" y="66"/>
                    <a:pt x="93" y="68"/>
                    <a:pt x="92" y="70"/>
                  </a:cubicBezTo>
                  <a:cubicBezTo>
                    <a:pt x="91" y="74"/>
                    <a:pt x="88" y="77"/>
                    <a:pt x="85" y="79"/>
                  </a:cubicBezTo>
                  <a:cubicBezTo>
                    <a:pt x="83" y="81"/>
                    <a:pt x="81" y="82"/>
                    <a:pt x="79" y="84"/>
                  </a:cubicBezTo>
                  <a:cubicBezTo>
                    <a:pt x="78" y="86"/>
                    <a:pt x="77" y="87"/>
                    <a:pt x="76" y="88"/>
                  </a:cubicBezTo>
                  <a:cubicBezTo>
                    <a:pt x="74" y="89"/>
                    <a:pt x="72" y="90"/>
                    <a:pt x="71" y="90"/>
                  </a:cubicBezTo>
                  <a:cubicBezTo>
                    <a:pt x="69" y="90"/>
                    <a:pt x="67" y="91"/>
                    <a:pt x="65" y="91"/>
                  </a:cubicBezTo>
                  <a:cubicBezTo>
                    <a:pt x="63" y="90"/>
                    <a:pt x="62" y="90"/>
                    <a:pt x="61" y="90"/>
                  </a:cubicBezTo>
                  <a:cubicBezTo>
                    <a:pt x="60" y="90"/>
                    <a:pt x="59" y="90"/>
                    <a:pt x="58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46" y="90"/>
                    <a:pt x="42" y="92"/>
                    <a:pt x="37" y="91"/>
                  </a:cubicBezTo>
                  <a:cubicBezTo>
                    <a:pt x="36" y="91"/>
                    <a:pt x="35" y="91"/>
                    <a:pt x="34" y="90"/>
                  </a:cubicBezTo>
                  <a:cubicBezTo>
                    <a:pt x="33" y="90"/>
                    <a:pt x="32" y="89"/>
                    <a:pt x="31" y="89"/>
                  </a:cubicBezTo>
                  <a:cubicBezTo>
                    <a:pt x="29" y="88"/>
                    <a:pt x="27" y="87"/>
                    <a:pt x="24" y="87"/>
                  </a:cubicBezTo>
                  <a:cubicBezTo>
                    <a:pt x="22" y="87"/>
                    <a:pt x="19" y="87"/>
                    <a:pt x="17" y="87"/>
                  </a:cubicBezTo>
                  <a:cubicBezTo>
                    <a:pt x="15" y="87"/>
                    <a:pt x="13" y="88"/>
                    <a:pt x="11" y="87"/>
                  </a:cubicBezTo>
                  <a:cubicBezTo>
                    <a:pt x="9" y="86"/>
                    <a:pt x="6" y="86"/>
                    <a:pt x="4" y="85"/>
                  </a:cubicBezTo>
                  <a:cubicBezTo>
                    <a:pt x="3" y="84"/>
                    <a:pt x="2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0" y="73"/>
                    <a:pt x="1" y="71"/>
                    <a:pt x="2" y="69"/>
                  </a:cubicBezTo>
                  <a:cubicBezTo>
                    <a:pt x="2" y="66"/>
                    <a:pt x="4" y="65"/>
                    <a:pt x="4" y="62"/>
                  </a:cubicBezTo>
                  <a:cubicBezTo>
                    <a:pt x="4" y="60"/>
                    <a:pt x="3" y="58"/>
                    <a:pt x="2" y="56"/>
                  </a:cubicBezTo>
                  <a:cubicBezTo>
                    <a:pt x="2" y="55"/>
                    <a:pt x="2" y="54"/>
                    <a:pt x="1" y="53"/>
                  </a:cubicBezTo>
                  <a:cubicBezTo>
                    <a:pt x="1" y="52"/>
                    <a:pt x="1" y="51"/>
                    <a:pt x="1" y="50"/>
                  </a:cubicBezTo>
                  <a:cubicBezTo>
                    <a:pt x="1" y="49"/>
                    <a:pt x="2" y="48"/>
                    <a:pt x="2" y="47"/>
                  </a:cubicBezTo>
                  <a:cubicBezTo>
                    <a:pt x="2" y="46"/>
                    <a:pt x="1" y="45"/>
                    <a:pt x="1" y="44"/>
                  </a:cubicBezTo>
                  <a:cubicBezTo>
                    <a:pt x="2" y="41"/>
                    <a:pt x="2" y="39"/>
                    <a:pt x="4" y="37"/>
                  </a:cubicBezTo>
                  <a:cubicBezTo>
                    <a:pt x="5" y="36"/>
                    <a:pt x="7" y="35"/>
                    <a:pt x="8" y="33"/>
                  </a:cubicBezTo>
                  <a:cubicBezTo>
                    <a:pt x="9" y="33"/>
                    <a:pt x="10" y="32"/>
                    <a:pt x="11" y="31"/>
                  </a:cubicBezTo>
                  <a:cubicBezTo>
                    <a:pt x="12" y="30"/>
                    <a:pt x="12" y="29"/>
                    <a:pt x="12" y="27"/>
                  </a:cubicBezTo>
                  <a:cubicBezTo>
                    <a:pt x="12" y="26"/>
                    <a:pt x="13" y="26"/>
                    <a:pt x="13" y="25"/>
                  </a:cubicBezTo>
                  <a:cubicBezTo>
                    <a:pt x="14" y="24"/>
                    <a:pt x="14" y="23"/>
                    <a:pt x="15" y="23"/>
                  </a:cubicBezTo>
                  <a:cubicBezTo>
                    <a:pt x="15" y="21"/>
                    <a:pt x="15" y="20"/>
                    <a:pt x="15" y="19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7" y="15"/>
                    <a:pt x="18" y="13"/>
                    <a:pt x="20" y="12"/>
                  </a:cubicBezTo>
                  <a:cubicBezTo>
                    <a:pt x="21" y="12"/>
                    <a:pt x="22" y="11"/>
                    <a:pt x="23" y="10"/>
                  </a:cubicBezTo>
                  <a:cubicBezTo>
                    <a:pt x="23" y="10"/>
                    <a:pt x="24" y="9"/>
                    <a:pt x="25" y="8"/>
                  </a:cubicBezTo>
                  <a:cubicBezTo>
                    <a:pt x="25" y="7"/>
                    <a:pt x="26" y="6"/>
                    <a:pt x="27" y="5"/>
                  </a:cubicBezTo>
                  <a:cubicBezTo>
                    <a:pt x="27" y="5"/>
                    <a:pt x="28" y="4"/>
                    <a:pt x="28" y="3"/>
                  </a:cubicBezTo>
                  <a:cubicBezTo>
                    <a:pt x="30" y="2"/>
                    <a:pt x="32" y="2"/>
                    <a:pt x="34" y="1"/>
                  </a:cubicBezTo>
                  <a:cubicBezTo>
                    <a:pt x="35" y="1"/>
                    <a:pt x="37" y="1"/>
                    <a:pt x="38" y="0"/>
                  </a:cubicBezTo>
                  <a:cubicBezTo>
                    <a:pt x="38" y="0"/>
                    <a:pt x="43" y="0"/>
                    <a:pt x="45" y="1"/>
                  </a:cubicBezTo>
                  <a:cubicBezTo>
                    <a:pt x="47" y="2"/>
                    <a:pt x="48" y="3"/>
                    <a:pt x="49" y="4"/>
                  </a:cubicBezTo>
                  <a:cubicBezTo>
                    <a:pt x="51" y="6"/>
                    <a:pt x="53" y="7"/>
                    <a:pt x="55" y="8"/>
                  </a:cubicBezTo>
                  <a:cubicBezTo>
                    <a:pt x="57" y="8"/>
                    <a:pt x="59" y="9"/>
                    <a:pt x="60" y="10"/>
                  </a:cubicBezTo>
                  <a:cubicBezTo>
                    <a:pt x="64" y="12"/>
                    <a:pt x="66" y="15"/>
                    <a:pt x="68" y="18"/>
                  </a:cubicBezTo>
                  <a:cubicBezTo>
                    <a:pt x="71" y="22"/>
                    <a:pt x="74" y="25"/>
                    <a:pt x="78" y="27"/>
                  </a:cubicBezTo>
                  <a:cubicBezTo>
                    <a:pt x="81" y="29"/>
                    <a:pt x="85" y="31"/>
                    <a:pt x="87" y="34"/>
                  </a:cubicBezTo>
                  <a:cubicBezTo>
                    <a:pt x="88" y="36"/>
                    <a:pt x="89" y="37"/>
                    <a:pt x="89" y="39"/>
                  </a:cubicBezTo>
                  <a:cubicBezTo>
                    <a:pt x="90" y="41"/>
                    <a:pt x="91" y="43"/>
                    <a:pt x="91" y="45"/>
                  </a:cubicBezTo>
                  <a:cubicBezTo>
                    <a:pt x="92" y="49"/>
                    <a:pt x="92" y="54"/>
                    <a:pt x="92" y="58"/>
                  </a:cubicBezTo>
                  <a:cubicBezTo>
                    <a:pt x="91" y="60"/>
                    <a:pt x="91" y="62"/>
                    <a:pt x="92" y="6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588">
              <a:extLst>
                <a:ext uri="{FF2B5EF4-FFF2-40B4-BE49-F238E27FC236}">
                  <a16:creationId xmlns:a16="http://schemas.microsoft.com/office/drawing/2014/main" id="{35A1B724-42D0-41F6-97A5-E103F15FA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712" y="3490570"/>
              <a:ext cx="437972" cy="2084748"/>
            </a:xfrm>
            <a:custGeom>
              <a:avLst/>
              <a:gdLst>
                <a:gd name="T0" fmla="*/ 0 w 50"/>
                <a:gd name="T1" fmla="*/ 148 h 238"/>
                <a:gd name="T2" fmla="*/ 50 w 50"/>
                <a:gd name="T3" fmla="*/ 238 h 238"/>
                <a:gd name="T4" fmla="*/ 50 w 50"/>
                <a:gd name="T5" fmla="*/ 88 h 238"/>
                <a:gd name="T6" fmla="*/ 0 w 50"/>
                <a:gd name="T7" fmla="*/ 0 h 238"/>
                <a:gd name="T8" fmla="*/ 0 w 50"/>
                <a:gd name="T9" fmla="*/ 14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238">
                  <a:moveTo>
                    <a:pt x="0" y="148"/>
                  </a:moveTo>
                  <a:lnTo>
                    <a:pt x="50" y="238"/>
                  </a:lnTo>
                  <a:lnTo>
                    <a:pt x="50" y="88"/>
                  </a:lnTo>
                  <a:lnTo>
                    <a:pt x="0" y="0"/>
                  </a:lnTo>
                  <a:lnTo>
                    <a:pt x="0" y="14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589">
              <a:extLst>
                <a:ext uri="{FF2B5EF4-FFF2-40B4-BE49-F238E27FC236}">
                  <a16:creationId xmlns:a16="http://schemas.microsoft.com/office/drawing/2014/main" id="{493B5F6C-94CA-4F48-910E-6A2BACE3F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712" y="3035084"/>
              <a:ext cx="1296397" cy="1226322"/>
            </a:xfrm>
            <a:custGeom>
              <a:avLst/>
              <a:gdLst>
                <a:gd name="T0" fmla="*/ 85 w 148"/>
                <a:gd name="T1" fmla="*/ 0 h 140"/>
                <a:gd name="T2" fmla="*/ 148 w 148"/>
                <a:gd name="T3" fmla="*/ 80 h 140"/>
                <a:gd name="T4" fmla="*/ 50 w 148"/>
                <a:gd name="T5" fmla="*/ 140 h 140"/>
                <a:gd name="T6" fmla="*/ 0 w 148"/>
                <a:gd name="T7" fmla="*/ 52 h 140"/>
                <a:gd name="T8" fmla="*/ 85 w 148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140">
                  <a:moveTo>
                    <a:pt x="85" y="0"/>
                  </a:moveTo>
                  <a:lnTo>
                    <a:pt x="148" y="80"/>
                  </a:lnTo>
                  <a:lnTo>
                    <a:pt x="50" y="140"/>
                  </a:lnTo>
                  <a:lnTo>
                    <a:pt x="0" y="52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590">
              <a:extLst>
                <a:ext uri="{FF2B5EF4-FFF2-40B4-BE49-F238E27FC236}">
                  <a16:creationId xmlns:a16="http://schemas.microsoft.com/office/drawing/2014/main" id="{10C7CC34-879A-4F76-9010-80CA85895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267" y="3035090"/>
              <a:ext cx="1410272" cy="1226322"/>
            </a:xfrm>
            <a:custGeom>
              <a:avLst/>
              <a:gdLst>
                <a:gd name="T0" fmla="*/ 0 w 161"/>
                <a:gd name="T1" fmla="*/ 0 h 140"/>
                <a:gd name="T2" fmla="*/ 63 w 161"/>
                <a:gd name="T3" fmla="*/ 80 h 140"/>
                <a:gd name="T4" fmla="*/ 161 w 161"/>
                <a:gd name="T5" fmla="*/ 140 h 140"/>
                <a:gd name="T6" fmla="*/ 68 w 161"/>
                <a:gd name="T7" fmla="*/ 37 h 140"/>
                <a:gd name="T8" fmla="*/ 0 w 161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40">
                  <a:moveTo>
                    <a:pt x="0" y="0"/>
                  </a:moveTo>
                  <a:lnTo>
                    <a:pt x="63" y="80"/>
                  </a:lnTo>
                  <a:lnTo>
                    <a:pt x="161" y="140"/>
                  </a:lnTo>
                  <a:lnTo>
                    <a:pt x="68" y="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2" name="Freeform 591">
              <a:extLst>
                <a:ext uri="{FF2B5EF4-FFF2-40B4-BE49-F238E27FC236}">
                  <a16:creationId xmlns:a16="http://schemas.microsoft.com/office/drawing/2014/main" id="{09400472-6A95-4314-9816-FC32DB7FB4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7684" y="3735845"/>
              <a:ext cx="1716850" cy="1839483"/>
            </a:xfrm>
            <a:custGeom>
              <a:avLst/>
              <a:gdLst>
                <a:gd name="T0" fmla="*/ 98 w 196"/>
                <a:gd name="T1" fmla="*/ 0 h 210"/>
                <a:gd name="T2" fmla="*/ 0 w 196"/>
                <a:gd name="T3" fmla="*/ 60 h 210"/>
                <a:gd name="T4" fmla="*/ 0 w 196"/>
                <a:gd name="T5" fmla="*/ 210 h 210"/>
                <a:gd name="T6" fmla="*/ 113 w 196"/>
                <a:gd name="T7" fmla="*/ 210 h 210"/>
                <a:gd name="T8" fmla="*/ 113 w 196"/>
                <a:gd name="T9" fmla="*/ 137 h 210"/>
                <a:gd name="T10" fmla="*/ 171 w 196"/>
                <a:gd name="T11" fmla="*/ 137 h 210"/>
                <a:gd name="T12" fmla="*/ 171 w 196"/>
                <a:gd name="T13" fmla="*/ 210 h 210"/>
                <a:gd name="T14" fmla="*/ 196 w 196"/>
                <a:gd name="T15" fmla="*/ 210 h 210"/>
                <a:gd name="T16" fmla="*/ 196 w 196"/>
                <a:gd name="T17" fmla="*/ 60 h 210"/>
                <a:gd name="T18" fmla="*/ 98 w 196"/>
                <a:gd name="T19" fmla="*/ 0 h 210"/>
                <a:gd name="T20" fmla="*/ 95 w 196"/>
                <a:gd name="T21" fmla="*/ 180 h 210"/>
                <a:gd name="T22" fmla="*/ 38 w 196"/>
                <a:gd name="T23" fmla="*/ 180 h 210"/>
                <a:gd name="T24" fmla="*/ 38 w 196"/>
                <a:gd name="T25" fmla="*/ 137 h 210"/>
                <a:gd name="T26" fmla="*/ 95 w 196"/>
                <a:gd name="T27" fmla="*/ 137 h 210"/>
                <a:gd name="T28" fmla="*/ 95 w 196"/>
                <a:gd name="T29" fmla="*/ 180 h 210"/>
                <a:gd name="T30" fmla="*/ 95 w 196"/>
                <a:gd name="T31" fmla="*/ 105 h 210"/>
                <a:gd name="T32" fmla="*/ 38 w 196"/>
                <a:gd name="T33" fmla="*/ 105 h 210"/>
                <a:gd name="T34" fmla="*/ 38 w 196"/>
                <a:gd name="T35" fmla="*/ 62 h 210"/>
                <a:gd name="T36" fmla="*/ 95 w 196"/>
                <a:gd name="T37" fmla="*/ 62 h 210"/>
                <a:gd name="T38" fmla="*/ 95 w 196"/>
                <a:gd name="T39" fmla="*/ 105 h 210"/>
                <a:gd name="T40" fmla="*/ 171 w 196"/>
                <a:gd name="T41" fmla="*/ 105 h 210"/>
                <a:gd name="T42" fmla="*/ 113 w 196"/>
                <a:gd name="T43" fmla="*/ 105 h 210"/>
                <a:gd name="T44" fmla="*/ 113 w 196"/>
                <a:gd name="T45" fmla="*/ 62 h 210"/>
                <a:gd name="T46" fmla="*/ 171 w 196"/>
                <a:gd name="T47" fmla="*/ 62 h 210"/>
                <a:gd name="T48" fmla="*/ 171 w 196"/>
                <a:gd name="T49" fmla="*/ 105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6" h="210">
                  <a:moveTo>
                    <a:pt x="98" y="0"/>
                  </a:moveTo>
                  <a:lnTo>
                    <a:pt x="0" y="60"/>
                  </a:lnTo>
                  <a:lnTo>
                    <a:pt x="0" y="210"/>
                  </a:lnTo>
                  <a:lnTo>
                    <a:pt x="113" y="210"/>
                  </a:lnTo>
                  <a:lnTo>
                    <a:pt x="113" y="137"/>
                  </a:lnTo>
                  <a:lnTo>
                    <a:pt x="171" y="137"/>
                  </a:lnTo>
                  <a:lnTo>
                    <a:pt x="171" y="210"/>
                  </a:lnTo>
                  <a:lnTo>
                    <a:pt x="196" y="210"/>
                  </a:lnTo>
                  <a:lnTo>
                    <a:pt x="196" y="60"/>
                  </a:lnTo>
                  <a:lnTo>
                    <a:pt x="98" y="0"/>
                  </a:lnTo>
                  <a:close/>
                  <a:moveTo>
                    <a:pt x="95" y="180"/>
                  </a:moveTo>
                  <a:lnTo>
                    <a:pt x="38" y="180"/>
                  </a:lnTo>
                  <a:lnTo>
                    <a:pt x="38" y="137"/>
                  </a:lnTo>
                  <a:lnTo>
                    <a:pt x="95" y="137"/>
                  </a:lnTo>
                  <a:lnTo>
                    <a:pt x="95" y="180"/>
                  </a:lnTo>
                  <a:close/>
                  <a:moveTo>
                    <a:pt x="95" y="105"/>
                  </a:moveTo>
                  <a:lnTo>
                    <a:pt x="38" y="105"/>
                  </a:lnTo>
                  <a:lnTo>
                    <a:pt x="38" y="62"/>
                  </a:lnTo>
                  <a:lnTo>
                    <a:pt x="95" y="62"/>
                  </a:lnTo>
                  <a:lnTo>
                    <a:pt x="95" y="105"/>
                  </a:lnTo>
                  <a:close/>
                  <a:moveTo>
                    <a:pt x="171" y="105"/>
                  </a:moveTo>
                  <a:lnTo>
                    <a:pt x="113" y="105"/>
                  </a:lnTo>
                  <a:lnTo>
                    <a:pt x="113" y="62"/>
                  </a:lnTo>
                  <a:lnTo>
                    <a:pt x="171" y="62"/>
                  </a:lnTo>
                  <a:lnTo>
                    <a:pt x="171" y="10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592">
              <a:extLst>
                <a:ext uri="{FF2B5EF4-FFF2-40B4-BE49-F238E27FC236}">
                  <a16:creationId xmlns:a16="http://schemas.microsoft.com/office/drawing/2014/main" id="{4ED1BB11-3B34-4B2F-A77E-79D0E67D7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5667" y="3534381"/>
              <a:ext cx="455491" cy="2084748"/>
            </a:xfrm>
            <a:custGeom>
              <a:avLst/>
              <a:gdLst>
                <a:gd name="T0" fmla="*/ 0 w 52"/>
                <a:gd name="T1" fmla="*/ 148 h 238"/>
                <a:gd name="T2" fmla="*/ 52 w 52"/>
                <a:gd name="T3" fmla="*/ 238 h 238"/>
                <a:gd name="T4" fmla="*/ 52 w 52"/>
                <a:gd name="T5" fmla="*/ 88 h 238"/>
                <a:gd name="T6" fmla="*/ 0 w 52"/>
                <a:gd name="T7" fmla="*/ 0 h 238"/>
                <a:gd name="T8" fmla="*/ 0 w 52"/>
                <a:gd name="T9" fmla="*/ 14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38">
                  <a:moveTo>
                    <a:pt x="0" y="148"/>
                  </a:moveTo>
                  <a:lnTo>
                    <a:pt x="52" y="238"/>
                  </a:lnTo>
                  <a:lnTo>
                    <a:pt x="52" y="88"/>
                  </a:lnTo>
                  <a:lnTo>
                    <a:pt x="0" y="0"/>
                  </a:lnTo>
                  <a:lnTo>
                    <a:pt x="0" y="14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593">
              <a:extLst>
                <a:ext uri="{FF2B5EF4-FFF2-40B4-BE49-F238E27FC236}">
                  <a16:creationId xmlns:a16="http://schemas.microsoft.com/office/drawing/2014/main" id="{372F3860-00DF-4043-9A2B-1D27D4E37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5661" y="3078890"/>
              <a:ext cx="1313916" cy="1226322"/>
            </a:xfrm>
            <a:custGeom>
              <a:avLst/>
              <a:gdLst>
                <a:gd name="T0" fmla="*/ 85 w 150"/>
                <a:gd name="T1" fmla="*/ 0 h 140"/>
                <a:gd name="T2" fmla="*/ 150 w 150"/>
                <a:gd name="T3" fmla="*/ 80 h 140"/>
                <a:gd name="T4" fmla="*/ 52 w 150"/>
                <a:gd name="T5" fmla="*/ 140 h 140"/>
                <a:gd name="T6" fmla="*/ 0 w 150"/>
                <a:gd name="T7" fmla="*/ 52 h 140"/>
                <a:gd name="T8" fmla="*/ 85 w 150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40">
                  <a:moveTo>
                    <a:pt x="85" y="0"/>
                  </a:moveTo>
                  <a:lnTo>
                    <a:pt x="150" y="80"/>
                  </a:lnTo>
                  <a:lnTo>
                    <a:pt x="52" y="140"/>
                  </a:lnTo>
                  <a:lnTo>
                    <a:pt x="0" y="52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5" name="Freeform 594">
              <a:extLst>
                <a:ext uri="{FF2B5EF4-FFF2-40B4-BE49-F238E27FC236}">
                  <a16:creationId xmlns:a16="http://schemas.microsoft.com/office/drawing/2014/main" id="{D196893A-5A38-4F48-BE14-7C3E4A64B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223" y="3078891"/>
              <a:ext cx="1427790" cy="1226323"/>
            </a:xfrm>
            <a:custGeom>
              <a:avLst/>
              <a:gdLst>
                <a:gd name="T0" fmla="*/ 0 w 163"/>
                <a:gd name="T1" fmla="*/ 0 h 140"/>
                <a:gd name="T2" fmla="*/ 65 w 163"/>
                <a:gd name="T3" fmla="*/ 80 h 140"/>
                <a:gd name="T4" fmla="*/ 163 w 163"/>
                <a:gd name="T5" fmla="*/ 140 h 140"/>
                <a:gd name="T6" fmla="*/ 70 w 163"/>
                <a:gd name="T7" fmla="*/ 37 h 140"/>
                <a:gd name="T8" fmla="*/ 0 w 163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40">
                  <a:moveTo>
                    <a:pt x="0" y="0"/>
                  </a:moveTo>
                  <a:lnTo>
                    <a:pt x="65" y="80"/>
                  </a:lnTo>
                  <a:lnTo>
                    <a:pt x="163" y="140"/>
                  </a:lnTo>
                  <a:lnTo>
                    <a:pt x="70" y="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66" name="Freeform 595">
              <a:extLst>
                <a:ext uri="{FF2B5EF4-FFF2-40B4-BE49-F238E27FC236}">
                  <a16:creationId xmlns:a16="http://schemas.microsoft.com/office/drawing/2014/main" id="{6025BBFC-D0D5-4BEC-923A-BAF9D57174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1157" y="3779651"/>
              <a:ext cx="1716850" cy="1839483"/>
            </a:xfrm>
            <a:custGeom>
              <a:avLst/>
              <a:gdLst>
                <a:gd name="T0" fmla="*/ 98 w 196"/>
                <a:gd name="T1" fmla="*/ 0 h 210"/>
                <a:gd name="T2" fmla="*/ 0 w 196"/>
                <a:gd name="T3" fmla="*/ 60 h 210"/>
                <a:gd name="T4" fmla="*/ 0 w 196"/>
                <a:gd name="T5" fmla="*/ 210 h 210"/>
                <a:gd name="T6" fmla="*/ 110 w 196"/>
                <a:gd name="T7" fmla="*/ 210 h 210"/>
                <a:gd name="T8" fmla="*/ 110 w 196"/>
                <a:gd name="T9" fmla="*/ 135 h 210"/>
                <a:gd name="T10" fmla="*/ 168 w 196"/>
                <a:gd name="T11" fmla="*/ 135 h 210"/>
                <a:gd name="T12" fmla="*/ 168 w 196"/>
                <a:gd name="T13" fmla="*/ 210 h 210"/>
                <a:gd name="T14" fmla="*/ 196 w 196"/>
                <a:gd name="T15" fmla="*/ 210 h 210"/>
                <a:gd name="T16" fmla="*/ 196 w 196"/>
                <a:gd name="T17" fmla="*/ 60 h 210"/>
                <a:gd name="T18" fmla="*/ 98 w 196"/>
                <a:gd name="T19" fmla="*/ 0 h 210"/>
                <a:gd name="T20" fmla="*/ 95 w 196"/>
                <a:gd name="T21" fmla="*/ 177 h 210"/>
                <a:gd name="T22" fmla="*/ 38 w 196"/>
                <a:gd name="T23" fmla="*/ 177 h 210"/>
                <a:gd name="T24" fmla="*/ 38 w 196"/>
                <a:gd name="T25" fmla="*/ 135 h 210"/>
                <a:gd name="T26" fmla="*/ 95 w 196"/>
                <a:gd name="T27" fmla="*/ 135 h 210"/>
                <a:gd name="T28" fmla="*/ 95 w 196"/>
                <a:gd name="T29" fmla="*/ 177 h 210"/>
                <a:gd name="T30" fmla="*/ 95 w 196"/>
                <a:gd name="T31" fmla="*/ 105 h 210"/>
                <a:gd name="T32" fmla="*/ 38 w 196"/>
                <a:gd name="T33" fmla="*/ 105 h 210"/>
                <a:gd name="T34" fmla="*/ 38 w 196"/>
                <a:gd name="T35" fmla="*/ 62 h 210"/>
                <a:gd name="T36" fmla="*/ 95 w 196"/>
                <a:gd name="T37" fmla="*/ 62 h 210"/>
                <a:gd name="T38" fmla="*/ 95 w 196"/>
                <a:gd name="T39" fmla="*/ 105 h 210"/>
                <a:gd name="T40" fmla="*/ 168 w 196"/>
                <a:gd name="T41" fmla="*/ 105 h 210"/>
                <a:gd name="T42" fmla="*/ 110 w 196"/>
                <a:gd name="T43" fmla="*/ 105 h 210"/>
                <a:gd name="T44" fmla="*/ 110 w 196"/>
                <a:gd name="T45" fmla="*/ 62 h 210"/>
                <a:gd name="T46" fmla="*/ 168 w 196"/>
                <a:gd name="T47" fmla="*/ 62 h 210"/>
                <a:gd name="T48" fmla="*/ 168 w 196"/>
                <a:gd name="T49" fmla="*/ 105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6" h="210">
                  <a:moveTo>
                    <a:pt x="98" y="0"/>
                  </a:moveTo>
                  <a:lnTo>
                    <a:pt x="0" y="60"/>
                  </a:lnTo>
                  <a:lnTo>
                    <a:pt x="0" y="210"/>
                  </a:lnTo>
                  <a:lnTo>
                    <a:pt x="110" y="210"/>
                  </a:lnTo>
                  <a:lnTo>
                    <a:pt x="110" y="135"/>
                  </a:lnTo>
                  <a:lnTo>
                    <a:pt x="168" y="135"/>
                  </a:lnTo>
                  <a:lnTo>
                    <a:pt x="168" y="210"/>
                  </a:lnTo>
                  <a:lnTo>
                    <a:pt x="196" y="210"/>
                  </a:lnTo>
                  <a:lnTo>
                    <a:pt x="196" y="60"/>
                  </a:lnTo>
                  <a:lnTo>
                    <a:pt x="98" y="0"/>
                  </a:lnTo>
                  <a:close/>
                  <a:moveTo>
                    <a:pt x="95" y="177"/>
                  </a:moveTo>
                  <a:lnTo>
                    <a:pt x="38" y="177"/>
                  </a:lnTo>
                  <a:lnTo>
                    <a:pt x="38" y="135"/>
                  </a:lnTo>
                  <a:lnTo>
                    <a:pt x="95" y="135"/>
                  </a:lnTo>
                  <a:lnTo>
                    <a:pt x="95" y="177"/>
                  </a:lnTo>
                  <a:close/>
                  <a:moveTo>
                    <a:pt x="95" y="105"/>
                  </a:moveTo>
                  <a:lnTo>
                    <a:pt x="38" y="105"/>
                  </a:lnTo>
                  <a:lnTo>
                    <a:pt x="38" y="62"/>
                  </a:lnTo>
                  <a:lnTo>
                    <a:pt x="95" y="62"/>
                  </a:lnTo>
                  <a:lnTo>
                    <a:pt x="95" y="105"/>
                  </a:lnTo>
                  <a:close/>
                  <a:moveTo>
                    <a:pt x="168" y="105"/>
                  </a:moveTo>
                  <a:lnTo>
                    <a:pt x="110" y="105"/>
                  </a:lnTo>
                  <a:lnTo>
                    <a:pt x="110" y="62"/>
                  </a:lnTo>
                  <a:lnTo>
                    <a:pt x="168" y="62"/>
                  </a:lnTo>
                  <a:lnTo>
                    <a:pt x="168" y="10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67" name="Gruppieren 14">
            <a:extLst>
              <a:ext uri="{FF2B5EF4-FFF2-40B4-BE49-F238E27FC236}">
                <a16:creationId xmlns:a16="http://schemas.microsoft.com/office/drawing/2014/main" id="{BE048356-702D-4D83-9881-EDDA89C04E82}"/>
              </a:ext>
            </a:extLst>
          </p:cNvPr>
          <p:cNvGrpSpPr/>
          <p:nvPr/>
        </p:nvGrpSpPr>
        <p:grpSpPr>
          <a:xfrm>
            <a:off x="7537558" y="3095708"/>
            <a:ext cx="651811" cy="499850"/>
            <a:chOff x="4060826" y="5257800"/>
            <a:chExt cx="993776" cy="1055688"/>
          </a:xfrm>
          <a:solidFill>
            <a:schemeClr val="accent1"/>
          </a:solidFill>
        </p:grpSpPr>
        <p:sp>
          <p:nvSpPr>
            <p:cNvPr id="68" name="Freeform 602">
              <a:extLst>
                <a:ext uri="{FF2B5EF4-FFF2-40B4-BE49-F238E27FC236}">
                  <a16:creationId xmlns:a16="http://schemas.microsoft.com/office/drawing/2014/main" id="{B7B71D1B-ACCA-4D19-9BF4-B95569392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3726" y="5257800"/>
              <a:ext cx="150813" cy="1003300"/>
            </a:xfrm>
            <a:custGeom>
              <a:avLst/>
              <a:gdLst>
                <a:gd name="T0" fmla="*/ 0 w 95"/>
                <a:gd name="T1" fmla="*/ 0 h 632"/>
                <a:gd name="T2" fmla="*/ 0 w 95"/>
                <a:gd name="T3" fmla="*/ 270 h 632"/>
                <a:gd name="T4" fmla="*/ 50 w 95"/>
                <a:gd name="T5" fmla="*/ 270 h 632"/>
                <a:gd name="T6" fmla="*/ 50 w 95"/>
                <a:gd name="T7" fmla="*/ 542 h 632"/>
                <a:gd name="T8" fmla="*/ 25 w 95"/>
                <a:gd name="T9" fmla="*/ 542 h 632"/>
                <a:gd name="T10" fmla="*/ 95 w 95"/>
                <a:gd name="T11" fmla="*/ 632 h 632"/>
                <a:gd name="T12" fmla="*/ 95 w 95"/>
                <a:gd name="T13" fmla="*/ 70 h 632"/>
                <a:gd name="T14" fmla="*/ 0 w 95"/>
                <a:gd name="T15" fmla="*/ 0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" h="632">
                  <a:moveTo>
                    <a:pt x="0" y="0"/>
                  </a:moveTo>
                  <a:lnTo>
                    <a:pt x="0" y="270"/>
                  </a:lnTo>
                  <a:lnTo>
                    <a:pt x="50" y="270"/>
                  </a:lnTo>
                  <a:lnTo>
                    <a:pt x="50" y="542"/>
                  </a:lnTo>
                  <a:lnTo>
                    <a:pt x="25" y="542"/>
                  </a:lnTo>
                  <a:lnTo>
                    <a:pt x="95" y="632"/>
                  </a:lnTo>
                  <a:lnTo>
                    <a:pt x="95" y="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603">
              <a:extLst>
                <a:ext uri="{FF2B5EF4-FFF2-40B4-BE49-F238E27FC236}">
                  <a16:creationId xmlns:a16="http://schemas.microsoft.com/office/drawing/2014/main" id="{ABB4E49C-7E6F-45A3-B36D-9390D28A6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4539" y="5368925"/>
              <a:ext cx="449263" cy="892175"/>
            </a:xfrm>
            <a:custGeom>
              <a:avLst/>
              <a:gdLst>
                <a:gd name="T0" fmla="*/ 120 w 283"/>
                <a:gd name="T1" fmla="*/ 562 h 562"/>
                <a:gd name="T2" fmla="*/ 0 w 283"/>
                <a:gd name="T3" fmla="*/ 0 h 562"/>
                <a:gd name="T4" fmla="*/ 17 w 283"/>
                <a:gd name="T5" fmla="*/ 485 h 562"/>
                <a:gd name="T6" fmla="*/ 57 w 283"/>
                <a:gd name="T7" fmla="*/ 475 h 562"/>
                <a:gd name="T8" fmla="*/ 57 w 283"/>
                <a:gd name="T9" fmla="*/ 417 h 562"/>
                <a:gd name="T10" fmla="*/ 17 w 283"/>
                <a:gd name="T11" fmla="*/ 407 h 562"/>
                <a:gd name="T12" fmla="*/ 57 w 283"/>
                <a:gd name="T13" fmla="*/ 407 h 562"/>
                <a:gd name="T14" fmla="*/ 17 w 283"/>
                <a:gd name="T15" fmla="*/ 287 h 562"/>
                <a:gd name="T16" fmla="*/ 57 w 283"/>
                <a:gd name="T17" fmla="*/ 275 h 562"/>
                <a:gd name="T18" fmla="*/ 57 w 283"/>
                <a:gd name="T19" fmla="*/ 220 h 562"/>
                <a:gd name="T20" fmla="*/ 17 w 283"/>
                <a:gd name="T21" fmla="*/ 210 h 562"/>
                <a:gd name="T22" fmla="*/ 57 w 283"/>
                <a:gd name="T23" fmla="*/ 210 h 562"/>
                <a:gd name="T24" fmla="*/ 17 w 283"/>
                <a:gd name="T25" fmla="*/ 87 h 562"/>
                <a:gd name="T26" fmla="*/ 57 w 283"/>
                <a:gd name="T27" fmla="*/ 77 h 562"/>
                <a:gd name="T28" fmla="*/ 57 w 283"/>
                <a:gd name="T29" fmla="*/ 22 h 562"/>
                <a:gd name="T30" fmla="*/ 67 w 283"/>
                <a:gd name="T31" fmla="*/ 540 h 562"/>
                <a:gd name="T32" fmla="*/ 110 w 283"/>
                <a:gd name="T33" fmla="*/ 540 h 562"/>
                <a:gd name="T34" fmla="*/ 67 w 283"/>
                <a:gd name="T35" fmla="*/ 417 h 562"/>
                <a:gd name="T36" fmla="*/ 110 w 283"/>
                <a:gd name="T37" fmla="*/ 407 h 562"/>
                <a:gd name="T38" fmla="*/ 110 w 283"/>
                <a:gd name="T39" fmla="*/ 352 h 562"/>
                <a:gd name="T40" fmla="*/ 67 w 283"/>
                <a:gd name="T41" fmla="*/ 342 h 562"/>
                <a:gd name="T42" fmla="*/ 110 w 283"/>
                <a:gd name="T43" fmla="*/ 342 h 562"/>
                <a:gd name="T44" fmla="*/ 67 w 283"/>
                <a:gd name="T45" fmla="*/ 220 h 562"/>
                <a:gd name="T46" fmla="*/ 110 w 283"/>
                <a:gd name="T47" fmla="*/ 210 h 562"/>
                <a:gd name="T48" fmla="*/ 110 w 283"/>
                <a:gd name="T49" fmla="*/ 155 h 562"/>
                <a:gd name="T50" fmla="*/ 67 w 283"/>
                <a:gd name="T51" fmla="*/ 142 h 562"/>
                <a:gd name="T52" fmla="*/ 110 w 283"/>
                <a:gd name="T53" fmla="*/ 142 h 562"/>
                <a:gd name="T54" fmla="*/ 67 w 283"/>
                <a:gd name="T55" fmla="*/ 22 h 562"/>
                <a:gd name="T56" fmla="*/ 162 w 283"/>
                <a:gd name="T57" fmla="*/ 475 h 562"/>
                <a:gd name="T58" fmla="*/ 162 w 283"/>
                <a:gd name="T59" fmla="*/ 417 h 562"/>
                <a:gd name="T60" fmla="*/ 120 w 283"/>
                <a:gd name="T61" fmla="*/ 407 h 562"/>
                <a:gd name="T62" fmla="*/ 162 w 283"/>
                <a:gd name="T63" fmla="*/ 407 h 562"/>
                <a:gd name="T64" fmla="*/ 120 w 283"/>
                <a:gd name="T65" fmla="*/ 287 h 562"/>
                <a:gd name="T66" fmla="*/ 162 w 283"/>
                <a:gd name="T67" fmla="*/ 275 h 562"/>
                <a:gd name="T68" fmla="*/ 162 w 283"/>
                <a:gd name="T69" fmla="*/ 220 h 562"/>
                <a:gd name="T70" fmla="*/ 120 w 283"/>
                <a:gd name="T71" fmla="*/ 210 h 562"/>
                <a:gd name="T72" fmla="*/ 162 w 283"/>
                <a:gd name="T73" fmla="*/ 210 h 562"/>
                <a:gd name="T74" fmla="*/ 120 w 283"/>
                <a:gd name="T75" fmla="*/ 87 h 562"/>
                <a:gd name="T76" fmla="*/ 162 w 283"/>
                <a:gd name="T77" fmla="*/ 77 h 562"/>
                <a:gd name="T78" fmla="*/ 162 w 283"/>
                <a:gd name="T79" fmla="*/ 22 h 562"/>
                <a:gd name="T80" fmla="*/ 172 w 283"/>
                <a:gd name="T81" fmla="*/ 475 h 562"/>
                <a:gd name="T82" fmla="*/ 215 w 283"/>
                <a:gd name="T83" fmla="*/ 475 h 562"/>
                <a:gd name="T84" fmla="*/ 172 w 283"/>
                <a:gd name="T85" fmla="*/ 352 h 562"/>
                <a:gd name="T86" fmla="*/ 215 w 283"/>
                <a:gd name="T87" fmla="*/ 342 h 562"/>
                <a:gd name="T88" fmla="*/ 215 w 283"/>
                <a:gd name="T89" fmla="*/ 287 h 562"/>
                <a:gd name="T90" fmla="*/ 172 w 283"/>
                <a:gd name="T91" fmla="*/ 275 h 562"/>
                <a:gd name="T92" fmla="*/ 215 w 283"/>
                <a:gd name="T93" fmla="*/ 275 h 562"/>
                <a:gd name="T94" fmla="*/ 172 w 283"/>
                <a:gd name="T95" fmla="*/ 155 h 562"/>
                <a:gd name="T96" fmla="*/ 215 w 283"/>
                <a:gd name="T97" fmla="*/ 142 h 562"/>
                <a:gd name="T98" fmla="*/ 215 w 283"/>
                <a:gd name="T99" fmla="*/ 87 h 562"/>
                <a:gd name="T100" fmla="*/ 172 w 283"/>
                <a:gd name="T101" fmla="*/ 77 h 562"/>
                <a:gd name="T102" fmla="*/ 215 w 283"/>
                <a:gd name="T103" fmla="*/ 77 h 562"/>
                <a:gd name="T104" fmla="*/ 222 w 283"/>
                <a:gd name="T105" fmla="*/ 417 h 562"/>
                <a:gd name="T106" fmla="*/ 265 w 283"/>
                <a:gd name="T107" fmla="*/ 407 h 562"/>
                <a:gd name="T108" fmla="*/ 265 w 283"/>
                <a:gd name="T109" fmla="*/ 352 h 562"/>
                <a:gd name="T110" fmla="*/ 222 w 283"/>
                <a:gd name="T111" fmla="*/ 342 h 562"/>
                <a:gd name="T112" fmla="*/ 265 w 283"/>
                <a:gd name="T113" fmla="*/ 342 h 562"/>
                <a:gd name="T114" fmla="*/ 222 w 283"/>
                <a:gd name="T115" fmla="*/ 220 h 562"/>
                <a:gd name="T116" fmla="*/ 265 w 283"/>
                <a:gd name="T117" fmla="*/ 210 h 562"/>
                <a:gd name="T118" fmla="*/ 265 w 283"/>
                <a:gd name="T119" fmla="*/ 155 h 562"/>
                <a:gd name="T120" fmla="*/ 222 w 283"/>
                <a:gd name="T121" fmla="*/ 142 h 562"/>
                <a:gd name="T122" fmla="*/ 265 w 283"/>
                <a:gd name="T123" fmla="*/ 142 h 562"/>
                <a:gd name="T124" fmla="*/ 222 w 283"/>
                <a:gd name="T125" fmla="*/ 22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3" h="562">
                  <a:moveTo>
                    <a:pt x="0" y="0"/>
                  </a:moveTo>
                  <a:lnTo>
                    <a:pt x="0" y="562"/>
                  </a:lnTo>
                  <a:lnTo>
                    <a:pt x="120" y="562"/>
                  </a:lnTo>
                  <a:lnTo>
                    <a:pt x="283" y="562"/>
                  </a:lnTo>
                  <a:lnTo>
                    <a:pt x="283" y="0"/>
                  </a:lnTo>
                  <a:lnTo>
                    <a:pt x="0" y="0"/>
                  </a:lnTo>
                  <a:close/>
                  <a:moveTo>
                    <a:pt x="57" y="540"/>
                  </a:moveTo>
                  <a:lnTo>
                    <a:pt x="17" y="540"/>
                  </a:lnTo>
                  <a:lnTo>
                    <a:pt x="17" y="485"/>
                  </a:lnTo>
                  <a:lnTo>
                    <a:pt x="57" y="485"/>
                  </a:lnTo>
                  <a:lnTo>
                    <a:pt x="57" y="540"/>
                  </a:lnTo>
                  <a:close/>
                  <a:moveTo>
                    <a:pt x="57" y="475"/>
                  </a:moveTo>
                  <a:lnTo>
                    <a:pt x="17" y="475"/>
                  </a:lnTo>
                  <a:lnTo>
                    <a:pt x="17" y="417"/>
                  </a:lnTo>
                  <a:lnTo>
                    <a:pt x="57" y="417"/>
                  </a:lnTo>
                  <a:lnTo>
                    <a:pt x="57" y="475"/>
                  </a:lnTo>
                  <a:close/>
                  <a:moveTo>
                    <a:pt x="57" y="407"/>
                  </a:moveTo>
                  <a:lnTo>
                    <a:pt x="17" y="407"/>
                  </a:lnTo>
                  <a:lnTo>
                    <a:pt x="17" y="352"/>
                  </a:lnTo>
                  <a:lnTo>
                    <a:pt x="57" y="352"/>
                  </a:lnTo>
                  <a:lnTo>
                    <a:pt x="57" y="407"/>
                  </a:lnTo>
                  <a:close/>
                  <a:moveTo>
                    <a:pt x="57" y="342"/>
                  </a:moveTo>
                  <a:lnTo>
                    <a:pt x="17" y="342"/>
                  </a:lnTo>
                  <a:lnTo>
                    <a:pt x="17" y="287"/>
                  </a:lnTo>
                  <a:lnTo>
                    <a:pt x="57" y="287"/>
                  </a:lnTo>
                  <a:lnTo>
                    <a:pt x="57" y="342"/>
                  </a:lnTo>
                  <a:close/>
                  <a:moveTo>
                    <a:pt x="57" y="275"/>
                  </a:moveTo>
                  <a:lnTo>
                    <a:pt x="17" y="275"/>
                  </a:lnTo>
                  <a:lnTo>
                    <a:pt x="17" y="220"/>
                  </a:lnTo>
                  <a:lnTo>
                    <a:pt x="57" y="220"/>
                  </a:lnTo>
                  <a:lnTo>
                    <a:pt x="57" y="275"/>
                  </a:lnTo>
                  <a:close/>
                  <a:moveTo>
                    <a:pt x="57" y="210"/>
                  </a:moveTo>
                  <a:lnTo>
                    <a:pt x="17" y="210"/>
                  </a:lnTo>
                  <a:lnTo>
                    <a:pt x="17" y="155"/>
                  </a:lnTo>
                  <a:lnTo>
                    <a:pt x="57" y="155"/>
                  </a:lnTo>
                  <a:lnTo>
                    <a:pt x="57" y="210"/>
                  </a:lnTo>
                  <a:close/>
                  <a:moveTo>
                    <a:pt x="57" y="142"/>
                  </a:moveTo>
                  <a:lnTo>
                    <a:pt x="17" y="142"/>
                  </a:lnTo>
                  <a:lnTo>
                    <a:pt x="17" y="87"/>
                  </a:lnTo>
                  <a:lnTo>
                    <a:pt x="57" y="87"/>
                  </a:lnTo>
                  <a:lnTo>
                    <a:pt x="57" y="142"/>
                  </a:lnTo>
                  <a:close/>
                  <a:moveTo>
                    <a:pt x="57" y="77"/>
                  </a:moveTo>
                  <a:lnTo>
                    <a:pt x="17" y="77"/>
                  </a:lnTo>
                  <a:lnTo>
                    <a:pt x="17" y="22"/>
                  </a:lnTo>
                  <a:lnTo>
                    <a:pt x="57" y="22"/>
                  </a:lnTo>
                  <a:lnTo>
                    <a:pt x="57" y="77"/>
                  </a:lnTo>
                  <a:close/>
                  <a:moveTo>
                    <a:pt x="110" y="540"/>
                  </a:moveTo>
                  <a:lnTo>
                    <a:pt x="67" y="540"/>
                  </a:lnTo>
                  <a:lnTo>
                    <a:pt x="67" y="485"/>
                  </a:lnTo>
                  <a:lnTo>
                    <a:pt x="110" y="485"/>
                  </a:lnTo>
                  <a:lnTo>
                    <a:pt x="110" y="540"/>
                  </a:lnTo>
                  <a:close/>
                  <a:moveTo>
                    <a:pt x="110" y="475"/>
                  </a:moveTo>
                  <a:lnTo>
                    <a:pt x="67" y="475"/>
                  </a:lnTo>
                  <a:lnTo>
                    <a:pt x="67" y="417"/>
                  </a:lnTo>
                  <a:lnTo>
                    <a:pt x="110" y="417"/>
                  </a:lnTo>
                  <a:lnTo>
                    <a:pt x="110" y="475"/>
                  </a:lnTo>
                  <a:close/>
                  <a:moveTo>
                    <a:pt x="110" y="407"/>
                  </a:moveTo>
                  <a:lnTo>
                    <a:pt x="67" y="407"/>
                  </a:lnTo>
                  <a:lnTo>
                    <a:pt x="67" y="352"/>
                  </a:lnTo>
                  <a:lnTo>
                    <a:pt x="110" y="352"/>
                  </a:lnTo>
                  <a:lnTo>
                    <a:pt x="110" y="407"/>
                  </a:lnTo>
                  <a:close/>
                  <a:moveTo>
                    <a:pt x="110" y="342"/>
                  </a:moveTo>
                  <a:lnTo>
                    <a:pt x="67" y="342"/>
                  </a:lnTo>
                  <a:lnTo>
                    <a:pt x="67" y="287"/>
                  </a:lnTo>
                  <a:lnTo>
                    <a:pt x="110" y="287"/>
                  </a:lnTo>
                  <a:lnTo>
                    <a:pt x="110" y="342"/>
                  </a:lnTo>
                  <a:close/>
                  <a:moveTo>
                    <a:pt x="110" y="275"/>
                  </a:moveTo>
                  <a:lnTo>
                    <a:pt x="67" y="275"/>
                  </a:lnTo>
                  <a:lnTo>
                    <a:pt x="67" y="220"/>
                  </a:lnTo>
                  <a:lnTo>
                    <a:pt x="110" y="220"/>
                  </a:lnTo>
                  <a:lnTo>
                    <a:pt x="110" y="275"/>
                  </a:lnTo>
                  <a:close/>
                  <a:moveTo>
                    <a:pt x="110" y="210"/>
                  </a:moveTo>
                  <a:lnTo>
                    <a:pt x="67" y="210"/>
                  </a:lnTo>
                  <a:lnTo>
                    <a:pt x="67" y="155"/>
                  </a:lnTo>
                  <a:lnTo>
                    <a:pt x="110" y="155"/>
                  </a:lnTo>
                  <a:lnTo>
                    <a:pt x="110" y="210"/>
                  </a:lnTo>
                  <a:close/>
                  <a:moveTo>
                    <a:pt x="110" y="142"/>
                  </a:moveTo>
                  <a:lnTo>
                    <a:pt x="67" y="142"/>
                  </a:lnTo>
                  <a:lnTo>
                    <a:pt x="67" y="87"/>
                  </a:lnTo>
                  <a:lnTo>
                    <a:pt x="110" y="87"/>
                  </a:lnTo>
                  <a:lnTo>
                    <a:pt x="110" y="142"/>
                  </a:lnTo>
                  <a:close/>
                  <a:moveTo>
                    <a:pt x="110" y="77"/>
                  </a:moveTo>
                  <a:lnTo>
                    <a:pt x="67" y="77"/>
                  </a:lnTo>
                  <a:lnTo>
                    <a:pt x="67" y="22"/>
                  </a:lnTo>
                  <a:lnTo>
                    <a:pt x="110" y="22"/>
                  </a:lnTo>
                  <a:lnTo>
                    <a:pt x="110" y="77"/>
                  </a:lnTo>
                  <a:close/>
                  <a:moveTo>
                    <a:pt x="162" y="475"/>
                  </a:moveTo>
                  <a:lnTo>
                    <a:pt x="120" y="475"/>
                  </a:lnTo>
                  <a:lnTo>
                    <a:pt x="120" y="417"/>
                  </a:lnTo>
                  <a:lnTo>
                    <a:pt x="162" y="417"/>
                  </a:lnTo>
                  <a:lnTo>
                    <a:pt x="162" y="475"/>
                  </a:lnTo>
                  <a:close/>
                  <a:moveTo>
                    <a:pt x="162" y="407"/>
                  </a:moveTo>
                  <a:lnTo>
                    <a:pt x="120" y="407"/>
                  </a:lnTo>
                  <a:lnTo>
                    <a:pt x="120" y="352"/>
                  </a:lnTo>
                  <a:lnTo>
                    <a:pt x="162" y="352"/>
                  </a:lnTo>
                  <a:lnTo>
                    <a:pt x="162" y="407"/>
                  </a:lnTo>
                  <a:close/>
                  <a:moveTo>
                    <a:pt x="162" y="342"/>
                  </a:moveTo>
                  <a:lnTo>
                    <a:pt x="120" y="342"/>
                  </a:lnTo>
                  <a:lnTo>
                    <a:pt x="120" y="287"/>
                  </a:lnTo>
                  <a:lnTo>
                    <a:pt x="162" y="287"/>
                  </a:lnTo>
                  <a:lnTo>
                    <a:pt x="162" y="342"/>
                  </a:lnTo>
                  <a:close/>
                  <a:moveTo>
                    <a:pt x="162" y="275"/>
                  </a:moveTo>
                  <a:lnTo>
                    <a:pt x="120" y="275"/>
                  </a:lnTo>
                  <a:lnTo>
                    <a:pt x="120" y="220"/>
                  </a:lnTo>
                  <a:lnTo>
                    <a:pt x="162" y="220"/>
                  </a:lnTo>
                  <a:lnTo>
                    <a:pt x="162" y="275"/>
                  </a:lnTo>
                  <a:close/>
                  <a:moveTo>
                    <a:pt x="162" y="210"/>
                  </a:moveTo>
                  <a:lnTo>
                    <a:pt x="120" y="210"/>
                  </a:lnTo>
                  <a:lnTo>
                    <a:pt x="120" y="155"/>
                  </a:lnTo>
                  <a:lnTo>
                    <a:pt x="162" y="155"/>
                  </a:lnTo>
                  <a:lnTo>
                    <a:pt x="162" y="210"/>
                  </a:lnTo>
                  <a:close/>
                  <a:moveTo>
                    <a:pt x="162" y="142"/>
                  </a:moveTo>
                  <a:lnTo>
                    <a:pt x="120" y="142"/>
                  </a:lnTo>
                  <a:lnTo>
                    <a:pt x="120" y="87"/>
                  </a:lnTo>
                  <a:lnTo>
                    <a:pt x="162" y="87"/>
                  </a:lnTo>
                  <a:lnTo>
                    <a:pt x="162" y="142"/>
                  </a:lnTo>
                  <a:close/>
                  <a:moveTo>
                    <a:pt x="162" y="77"/>
                  </a:moveTo>
                  <a:lnTo>
                    <a:pt x="120" y="77"/>
                  </a:lnTo>
                  <a:lnTo>
                    <a:pt x="120" y="22"/>
                  </a:lnTo>
                  <a:lnTo>
                    <a:pt x="162" y="22"/>
                  </a:lnTo>
                  <a:lnTo>
                    <a:pt x="162" y="77"/>
                  </a:lnTo>
                  <a:close/>
                  <a:moveTo>
                    <a:pt x="215" y="475"/>
                  </a:moveTo>
                  <a:lnTo>
                    <a:pt x="172" y="475"/>
                  </a:lnTo>
                  <a:lnTo>
                    <a:pt x="172" y="417"/>
                  </a:lnTo>
                  <a:lnTo>
                    <a:pt x="215" y="417"/>
                  </a:lnTo>
                  <a:lnTo>
                    <a:pt x="215" y="475"/>
                  </a:lnTo>
                  <a:close/>
                  <a:moveTo>
                    <a:pt x="215" y="407"/>
                  </a:moveTo>
                  <a:lnTo>
                    <a:pt x="172" y="407"/>
                  </a:lnTo>
                  <a:lnTo>
                    <a:pt x="172" y="352"/>
                  </a:lnTo>
                  <a:lnTo>
                    <a:pt x="215" y="352"/>
                  </a:lnTo>
                  <a:lnTo>
                    <a:pt x="215" y="407"/>
                  </a:lnTo>
                  <a:close/>
                  <a:moveTo>
                    <a:pt x="215" y="342"/>
                  </a:moveTo>
                  <a:lnTo>
                    <a:pt x="172" y="342"/>
                  </a:lnTo>
                  <a:lnTo>
                    <a:pt x="172" y="287"/>
                  </a:lnTo>
                  <a:lnTo>
                    <a:pt x="215" y="287"/>
                  </a:lnTo>
                  <a:lnTo>
                    <a:pt x="215" y="342"/>
                  </a:lnTo>
                  <a:close/>
                  <a:moveTo>
                    <a:pt x="215" y="275"/>
                  </a:moveTo>
                  <a:lnTo>
                    <a:pt x="172" y="275"/>
                  </a:lnTo>
                  <a:lnTo>
                    <a:pt x="172" y="220"/>
                  </a:lnTo>
                  <a:lnTo>
                    <a:pt x="215" y="220"/>
                  </a:lnTo>
                  <a:lnTo>
                    <a:pt x="215" y="275"/>
                  </a:lnTo>
                  <a:close/>
                  <a:moveTo>
                    <a:pt x="215" y="210"/>
                  </a:moveTo>
                  <a:lnTo>
                    <a:pt x="172" y="210"/>
                  </a:lnTo>
                  <a:lnTo>
                    <a:pt x="172" y="155"/>
                  </a:lnTo>
                  <a:lnTo>
                    <a:pt x="215" y="155"/>
                  </a:lnTo>
                  <a:lnTo>
                    <a:pt x="215" y="210"/>
                  </a:lnTo>
                  <a:close/>
                  <a:moveTo>
                    <a:pt x="215" y="142"/>
                  </a:moveTo>
                  <a:lnTo>
                    <a:pt x="172" y="142"/>
                  </a:lnTo>
                  <a:lnTo>
                    <a:pt x="172" y="87"/>
                  </a:lnTo>
                  <a:lnTo>
                    <a:pt x="215" y="87"/>
                  </a:lnTo>
                  <a:lnTo>
                    <a:pt x="215" y="142"/>
                  </a:lnTo>
                  <a:close/>
                  <a:moveTo>
                    <a:pt x="215" y="77"/>
                  </a:moveTo>
                  <a:lnTo>
                    <a:pt x="172" y="77"/>
                  </a:lnTo>
                  <a:lnTo>
                    <a:pt x="172" y="22"/>
                  </a:lnTo>
                  <a:lnTo>
                    <a:pt x="215" y="22"/>
                  </a:lnTo>
                  <a:lnTo>
                    <a:pt x="215" y="77"/>
                  </a:lnTo>
                  <a:close/>
                  <a:moveTo>
                    <a:pt x="265" y="475"/>
                  </a:moveTo>
                  <a:lnTo>
                    <a:pt x="222" y="475"/>
                  </a:lnTo>
                  <a:lnTo>
                    <a:pt x="222" y="417"/>
                  </a:lnTo>
                  <a:lnTo>
                    <a:pt x="265" y="417"/>
                  </a:lnTo>
                  <a:lnTo>
                    <a:pt x="265" y="475"/>
                  </a:lnTo>
                  <a:close/>
                  <a:moveTo>
                    <a:pt x="265" y="407"/>
                  </a:moveTo>
                  <a:lnTo>
                    <a:pt x="222" y="407"/>
                  </a:lnTo>
                  <a:lnTo>
                    <a:pt x="222" y="352"/>
                  </a:lnTo>
                  <a:lnTo>
                    <a:pt x="265" y="352"/>
                  </a:lnTo>
                  <a:lnTo>
                    <a:pt x="265" y="407"/>
                  </a:lnTo>
                  <a:close/>
                  <a:moveTo>
                    <a:pt x="265" y="342"/>
                  </a:moveTo>
                  <a:lnTo>
                    <a:pt x="222" y="342"/>
                  </a:lnTo>
                  <a:lnTo>
                    <a:pt x="222" y="287"/>
                  </a:lnTo>
                  <a:lnTo>
                    <a:pt x="265" y="287"/>
                  </a:lnTo>
                  <a:lnTo>
                    <a:pt x="265" y="342"/>
                  </a:lnTo>
                  <a:close/>
                  <a:moveTo>
                    <a:pt x="265" y="275"/>
                  </a:moveTo>
                  <a:lnTo>
                    <a:pt x="222" y="275"/>
                  </a:lnTo>
                  <a:lnTo>
                    <a:pt x="222" y="220"/>
                  </a:lnTo>
                  <a:lnTo>
                    <a:pt x="265" y="220"/>
                  </a:lnTo>
                  <a:lnTo>
                    <a:pt x="265" y="275"/>
                  </a:lnTo>
                  <a:close/>
                  <a:moveTo>
                    <a:pt x="265" y="210"/>
                  </a:moveTo>
                  <a:lnTo>
                    <a:pt x="222" y="210"/>
                  </a:lnTo>
                  <a:lnTo>
                    <a:pt x="222" y="155"/>
                  </a:lnTo>
                  <a:lnTo>
                    <a:pt x="265" y="155"/>
                  </a:lnTo>
                  <a:lnTo>
                    <a:pt x="265" y="210"/>
                  </a:lnTo>
                  <a:close/>
                  <a:moveTo>
                    <a:pt x="265" y="142"/>
                  </a:moveTo>
                  <a:lnTo>
                    <a:pt x="222" y="142"/>
                  </a:lnTo>
                  <a:lnTo>
                    <a:pt x="222" y="87"/>
                  </a:lnTo>
                  <a:lnTo>
                    <a:pt x="265" y="87"/>
                  </a:lnTo>
                  <a:lnTo>
                    <a:pt x="265" y="142"/>
                  </a:lnTo>
                  <a:close/>
                  <a:moveTo>
                    <a:pt x="265" y="77"/>
                  </a:moveTo>
                  <a:lnTo>
                    <a:pt x="222" y="77"/>
                  </a:lnTo>
                  <a:lnTo>
                    <a:pt x="222" y="22"/>
                  </a:lnTo>
                  <a:lnTo>
                    <a:pt x="265" y="22"/>
                  </a:lnTo>
                  <a:lnTo>
                    <a:pt x="265" y="7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604">
              <a:extLst>
                <a:ext uri="{FF2B5EF4-FFF2-40B4-BE49-F238E27FC236}">
                  <a16:creationId xmlns:a16="http://schemas.microsoft.com/office/drawing/2014/main" id="{4E2EA4A6-190E-404F-988F-920EC8A2A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4" y="6138863"/>
              <a:ext cx="44450" cy="174625"/>
            </a:xfrm>
            <a:custGeom>
              <a:avLst/>
              <a:gdLst>
                <a:gd name="T0" fmla="*/ 0 w 28"/>
                <a:gd name="T1" fmla="*/ 77 h 110"/>
                <a:gd name="T2" fmla="*/ 28 w 28"/>
                <a:gd name="T3" fmla="*/ 110 h 110"/>
                <a:gd name="T4" fmla="*/ 25 w 28"/>
                <a:gd name="T5" fmla="*/ 32 h 110"/>
                <a:gd name="T6" fmla="*/ 0 w 28"/>
                <a:gd name="T7" fmla="*/ 0 h 110"/>
                <a:gd name="T8" fmla="*/ 0 w 28"/>
                <a:gd name="T9" fmla="*/ 77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10">
                  <a:moveTo>
                    <a:pt x="0" y="77"/>
                  </a:moveTo>
                  <a:lnTo>
                    <a:pt x="28" y="110"/>
                  </a:lnTo>
                  <a:lnTo>
                    <a:pt x="25" y="32"/>
                  </a:lnTo>
                  <a:lnTo>
                    <a:pt x="0" y="0"/>
                  </a:lnTo>
                  <a:lnTo>
                    <a:pt x="0" y="7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Rectangle 605">
              <a:extLst>
                <a:ext uri="{FF2B5EF4-FFF2-40B4-BE49-F238E27FC236}">
                  <a16:creationId xmlns:a16="http://schemas.microsoft.com/office/drawing/2014/main" id="{FC2F319A-2EE6-42EE-85A4-4EA2EC2A3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164" y="6189663"/>
              <a:ext cx="198438" cy="123825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Freeform 606">
              <a:extLst>
                <a:ext uri="{FF2B5EF4-FFF2-40B4-BE49-F238E27FC236}">
                  <a16:creationId xmlns:a16="http://schemas.microsoft.com/office/drawing/2014/main" id="{9F34D38D-FCB9-44F0-A90F-5F97D58D2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4" y="6138863"/>
              <a:ext cx="242888" cy="50800"/>
            </a:xfrm>
            <a:custGeom>
              <a:avLst/>
              <a:gdLst>
                <a:gd name="T0" fmla="*/ 121 w 153"/>
                <a:gd name="T1" fmla="*/ 0 h 32"/>
                <a:gd name="T2" fmla="*/ 153 w 153"/>
                <a:gd name="T3" fmla="*/ 32 h 32"/>
                <a:gd name="T4" fmla="*/ 25 w 153"/>
                <a:gd name="T5" fmla="*/ 32 h 32"/>
                <a:gd name="T6" fmla="*/ 0 w 153"/>
                <a:gd name="T7" fmla="*/ 0 h 32"/>
                <a:gd name="T8" fmla="*/ 121 w 153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2">
                  <a:moveTo>
                    <a:pt x="121" y="0"/>
                  </a:moveTo>
                  <a:lnTo>
                    <a:pt x="153" y="32"/>
                  </a:lnTo>
                  <a:lnTo>
                    <a:pt x="25" y="32"/>
                  </a:lnTo>
                  <a:lnTo>
                    <a:pt x="0" y="0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608">
              <a:extLst>
                <a:ext uri="{FF2B5EF4-FFF2-40B4-BE49-F238E27FC236}">
                  <a16:creationId xmlns:a16="http://schemas.microsoft.com/office/drawing/2014/main" id="{896727D8-15E8-4950-B24F-743EA20D8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3726" y="5257800"/>
              <a:ext cx="600075" cy="111125"/>
            </a:xfrm>
            <a:custGeom>
              <a:avLst/>
              <a:gdLst>
                <a:gd name="T0" fmla="*/ 260 w 378"/>
                <a:gd name="T1" fmla="*/ 0 h 70"/>
                <a:gd name="T2" fmla="*/ 378 w 378"/>
                <a:gd name="T3" fmla="*/ 70 h 70"/>
                <a:gd name="T4" fmla="*/ 95 w 378"/>
                <a:gd name="T5" fmla="*/ 70 h 70"/>
                <a:gd name="T6" fmla="*/ 0 w 378"/>
                <a:gd name="T7" fmla="*/ 0 h 70"/>
                <a:gd name="T8" fmla="*/ 260 w 378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70">
                  <a:moveTo>
                    <a:pt x="260" y="0"/>
                  </a:moveTo>
                  <a:lnTo>
                    <a:pt x="378" y="70"/>
                  </a:lnTo>
                  <a:lnTo>
                    <a:pt x="95" y="70"/>
                  </a:lnTo>
                  <a:lnTo>
                    <a:pt x="0" y="0"/>
                  </a:lnTo>
                  <a:lnTo>
                    <a:pt x="26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609">
              <a:extLst>
                <a:ext uri="{FF2B5EF4-FFF2-40B4-BE49-F238E27FC236}">
                  <a16:creationId xmlns:a16="http://schemas.microsoft.com/office/drawing/2014/main" id="{5DD07DC8-BEEF-4789-8700-B185D7042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826" y="5514975"/>
              <a:ext cx="115888" cy="746125"/>
            </a:xfrm>
            <a:custGeom>
              <a:avLst/>
              <a:gdLst>
                <a:gd name="T0" fmla="*/ 0 w 73"/>
                <a:gd name="T1" fmla="*/ 355 h 470"/>
                <a:gd name="T2" fmla="*/ 73 w 73"/>
                <a:gd name="T3" fmla="*/ 470 h 470"/>
                <a:gd name="T4" fmla="*/ 73 w 73"/>
                <a:gd name="T5" fmla="*/ 90 h 470"/>
                <a:gd name="T6" fmla="*/ 0 w 73"/>
                <a:gd name="T7" fmla="*/ 0 h 470"/>
                <a:gd name="T8" fmla="*/ 0 w 73"/>
                <a:gd name="T9" fmla="*/ 355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470">
                  <a:moveTo>
                    <a:pt x="0" y="355"/>
                  </a:moveTo>
                  <a:lnTo>
                    <a:pt x="73" y="470"/>
                  </a:lnTo>
                  <a:lnTo>
                    <a:pt x="73" y="90"/>
                  </a:lnTo>
                  <a:lnTo>
                    <a:pt x="0" y="0"/>
                  </a:lnTo>
                  <a:lnTo>
                    <a:pt x="0" y="35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610">
              <a:extLst>
                <a:ext uri="{FF2B5EF4-FFF2-40B4-BE49-F238E27FC236}">
                  <a16:creationId xmlns:a16="http://schemas.microsoft.com/office/drawing/2014/main" id="{9D682EB7-AF70-4AAA-8BF2-E83DE65F8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826" y="5514975"/>
              <a:ext cx="446088" cy="142875"/>
            </a:xfrm>
            <a:custGeom>
              <a:avLst/>
              <a:gdLst>
                <a:gd name="T0" fmla="*/ 188 w 281"/>
                <a:gd name="T1" fmla="*/ 0 h 90"/>
                <a:gd name="T2" fmla="*/ 281 w 281"/>
                <a:gd name="T3" fmla="*/ 90 h 90"/>
                <a:gd name="T4" fmla="*/ 73 w 281"/>
                <a:gd name="T5" fmla="*/ 90 h 90"/>
                <a:gd name="T6" fmla="*/ 0 w 281"/>
                <a:gd name="T7" fmla="*/ 0 h 90"/>
                <a:gd name="T8" fmla="*/ 188 w 281"/>
                <a:gd name="T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1" h="90">
                  <a:moveTo>
                    <a:pt x="188" y="0"/>
                  </a:moveTo>
                  <a:lnTo>
                    <a:pt x="281" y="90"/>
                  </a:lnTo>
                  <a:lnTo>
                    <a:pt x="73" y="90"/>
                  </a:lnTo>
                  <a:lnTo>
                    <a:pt x="0" y="0"/>
                  </a:lnTo>
                  <a:lnTo>
                    <a:pt x="188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611">
              <a:extLst>
                <a:ext uri="{FF2B5EF4-FFF2-40B4-BE49-F238E27FC236}">
                  <a16:creationId xmlns:a16="http://schemas.microsoft.com/office/drawing/2014/main" id="{C05DB2CC-7AA2-4496-9D3E-D7AC0757EA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76713" y="5657850"/>
              <a:ext cx="330200" cy="603250"/>
            </a:xfrm>
            <a:custGeom>
              <a:avLst/>
              <a:gdLst>
                <a:gd name="T0" fmla="*/ 0 w 208"/>
                <a:gd name="T1" fmla="*/ 0 h 380"/>
                <a:gd name="T2" fmla="*/ 0 w 208"/>
                <a:gd name="T3" fmla="*/ 380 h 380"/>
                <a:gd name="T4" fmla="*/ 208 w 208"/>
                <a:gd name="T5" fmla="*/ 380 h 380"/>
                <a:gd name="T6" fmla="*/ 208 w 208"/>
                <a:gd name="T7" fmla="*/ 0 h 380"/>
                <a:gd name="T8" fmla="*/ 0 w 208"/>
                <a:gd name="T9" fmla="*/ 0 h 380"/>
                <a:gd name="T10" fmla="*/ 70 w 208"/>
                <a:gd name="T11" fmla="*/ 340 h 380"/>
                <a:gd name="T12" fmla="*/ 20 w 208"/>
                <a:gd name="T13" fmla="*/ 340 h 380"/>
                <a:gd name="T14" fmla="*/ 20 w 208"/>
                <a:gd name="T15" fmla="*/ 285 h 380"/>
                <a:gd name="T16" fmla="*/ 70 w 208"/>
                <a:gd name="T17" fmla="*/ 285 h 380"/>
                <a:gd name="T18" fmla="*/ 70 w 208"/>
                <a:gd name="T19" fmla="*/ 340 h 380"/>
                <a:gd name="T20" fmla="*/ 70 w 208"/>
                <a:gd name="T21" fmla="*/ 275 h 380"/>
                <a:gd name="T22" fmla="*/ 20 w 208"/>
                <a:gd name="T23" fmla="*/ 275 h 380"/>
                <a:gd name="T24" fmla="*/ 20 w 208"/>
                <a:gd name="T25" fmla="*/ 220 h 380"/>
                <a:gd name="T26" fmla="*/ 70 w 208"/>
                <a:gd name="T27" fmla="*/ 220 h 380"/>
                <a:gd name="T28" fmla="*/ 70 w 208"/>
                <a:gd name="T29" fmla="*/ 275 h 380"/>
                <a:gd name="T30" fmla="*/ 70 w 208"/>
                <a:gd name="T31" fmla="*/ 210 h 380"/>
                <a:gd name="T32" fmla="*/ 20 w 208"/>
                <a:gd name="T33" fmla="*/ 210 h 380"/>
                <a:gd name="T34" fmla="*/ 20 w 208"/>
                <a:gd name="T35" fmla="*/ 155 h 380"/>
                <a:gd name="T36" fmla="*/ 70 w 208"/>
                <a:gd name="T37" fmla="*/ 155 h 380"/>
                <a:gd name="T38" fmla="*/ 70 w 208"/>
                <a:gd name="T39" fmla="*/ 210 h 380"/>
                <a:gd name="T40" fmla="*/ 70 w 208"/>
                <a:gd name="T41" fmla="*/ 140 h 380"/>
                <a:gd name="T42" fmla="*/ 20 w 208"/>
                <a:gd name="T43" fmla="*/ 140 h 380"/>
                <a:gd name="T44" fmla="*/ 20 w 208"/>
                <a:gd name="T45" fmla="*/ 85 h 380"/>
                <a:gd name="T46" fmla="*/ 70 w 208"/>
                <a:gd name="T47" fmla="*/ 85 h 380"/>
                <a:gd name="T48" fmla="*/ 70 w 208"/>
                <a:gd name="T49" fmla="*/ 140 h 380"/>
                <a:gd name="T50" fmla="*/ 70 w 208"/>
                <a:gd name="T51" fmla="*/ 73 h 380"/>
                <a:gd name="T52" fmla="*/ 20 w 208"/>
                <a:gd name="T53" fmla="*/ 73 h 380"/>
                <a:gd name="T54" fmla="*/ 20 w 208"/>
                <a:gd name="T55" fmla="*/ 18 h 380"/>
                <a:gd name="T56" fmla="*/ 70 w 208"/>
                <a:gd name="T57" fmla="*/ 18 h 380"/>
                <a:gd name="T58" fmla="*/ 70 w 208"/>
                <a:gd name="T59" fmla="*/ 73 h 380"/>
                <a:gd name="T60" fmla="*/ 130 w 208"/>
                <a:gd name="T61" fmla="*/ 340 h 380"/>
                <a:gd name="T62" fmla="*/ 80 w 208"/>
                <a:gd name="T63" fmla="*/ 340 h 380"/>
                <a:gd name="T64" fmla="*/ 80 w 208"/>
                <a:gd name="T65" fmla="*/ 285 h 380"/>
                <a:gd name="T66" fmla="*/ 130 w 208"/>
                <a:gd name="T67" fmla="*/ 285 h 380"/>
                <a:gd name="T68" fmla="*/ 130 w 208"/>
                <a:gd name="T69" fmla="*/ 340 h 380"/>
                <a:gd name="T70" fmla="*/ 130 w 208"/>
                <a:gd name="T71" fmla="*/ 275 h 380"/>
                <a:gd name="T72" fmla="*/ 80 w 208"/>
                <a:gd name="T73" fmla="*/ 275 h 380"/>
                <a:gd name="T74" fmla="*/ 80 w 208"/>
                <a:gd name="T75" fmla="*/ 220 h 380"/>
                <a:gd name="T76" fmla="*/ 130 w 208"/>
                <a:gd name="T77" fmla="*/ 220 h 380"/>
                <a:gd name="T78" fmla="*/ 130 w 208"/>
                <a:gd name="T79" fmla="*/ 275 h 380"/>
                <a:gd name="T80" fmla="*/ 130 w 208"/>
                <a:gd name="T81" fmla="*/ 210 h 380"/>
                <a:gd name="T82" fmla="*/ 80 w 208"/>
                <a:gd name="T83" fmla="*/ 210 h 380"/>
                <a:gd name="T84" fmla="*/ 80 w 208"/>
                <a:gd name="T85" fmla="*/ 155 h 380"/>
                <a:gd name="T86" fmla="*/ 130 w 208"/>
                <a:gd name="T87" fmla="*/ 155 h 380"/>
                <a:gd name="T88" fmla="*/ 130 w 208"/>
                <a:gd name="T89" fmla="*/ 210 h 380"/>
                <a:gd name="T90" fmla="*/ 130 w 208"/>
                <a:gd name="T91" fmla="*/ 140 h 380"/>
                <a:gd name="T92" fmla="*/ 80 w 208"/>
                <a:gd name="T93" fmla="*/ 140 h 380"/>
                <a:gd name="T94" fmla="*/ 80 w 208"/>
                <a:gd name="T95" fmla="*/ 85 h 380"/>
                <a:gd name="T96" fmla="*/ 130 w 208"/>
                <a:gd name="T97" fmla="*/ 85 h 380"/>
                <a:gd name="T98" fmla="*/ 130 w 208"/>
                <a:gd name="T99" fmla="*/ 140 h 380"/>
                <a:gd name="T100" fmla="*/ 130 w 208"/>
                <a:gd name="T101" fmla="*/ 73 h 380"/>
                <a:gd name="T102" fmla="*/ 80 w 208"/>
                <a:gd name="T103" fmla="*/ 73 h 380"/>
                <a:gd name="T104" fmla="*/ 80 w 208"/>
                <a:gd name="T105" fmla="*/ 18 h 380"/>
                <a:gd name="T106" fmla="*/ 130 w 208"/>
                <a:gd name="T107" fmla="*/ 18 h 380"/>
                <a:gd name="T108" fmla="*/ 130 w 208"/>
                <a:gd name="T109" fmla="*/ 73 h 380"/>
                <a:gd name="T110" fmla="*/ 193 w 208"/>
                <a:gd name="T111" fmla="*/ 293 h 380"/>
                <a:gd name="T112" fmla="*/ 143 w 208"/>
                <a:gd name="T113" fmla="*/ 293 h 380"/>
                <a:gd name="T114" fmla="*/ 143 w 208"/>
                <a:gd name="T115" fmla="*/ 18 h 380"/>
                <a:gd name="T116" fmla="*/ 193 w 208"/>
                <a:gd name="T117" fmla="*/ 18 h 380"/>
                <a:gd name="T118" fmla="*/ 193 w 208"/>
                <a:gd name="T119" fmla="*/ 293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8" h="380">
                  <a:moveTo>
                    <a:pt x="0" y="0"/>
                  </a:moveTo>
                  <a:lnTo>
                    <a:pt x="0" y="380"/>
                  </a:lnTo>
                  <a:lnTo>
                    <a:pt x="208" y="380"/>
                  </a:lnTo>
                  <a:lnTo>
                    <a:pt x="208" y="0"/>
                  </a:lnTo>
                  <a:lnTo>
                    <a:pt x="0" y="0"/>
                  </a:lnTo>
                  <a:close/>
                  <a:moveTo>
                    <a:pt x="70" y="340"/>
                  </a:moveTo>
                  <a:lnTo>
                    <a:pt x="20" y="340"/>
                  </a:lnTo>
                  <a:lnTo>
                    <a:pt x="20" y="285"/>
                  </a:lnTo>
                  <a:lnTo>
                    <a:pt x="70" y="285"/>
                  </a:lnTo>
                  <a:lnTo>
                    <a:pt x="70" y="340"/>
                  </a:lnTo>
                  <a:close/>
                  <a:moveTo>
                    <a:pt x="70" y="275"/>
                  </a:moveTo>
                  <a:lnTo>
                    <a:pt x="20" y="275"/>
                  </a:lnTo>
                  <a:lnTo>
                    <a:pt x="20" y="220"/>
                  </a:lnTo>
                  <a:lnTo>
                    <a:pt x="70" y="220"/>
                  </a:lnTo>
                  <a:lnTo>
                    <a:pt x="70" y="275"/>
                  </a:lnTo>
                  <a:close/>
                  <a:moveTo>
                    <a:pt x="70" y="210"/>
                  </a:moveTo>
                  <a:lnTo>
                    <a:pt x="20" y="210"/>
                  </a:lnTo>
                  <a:lnTo>
                    <a:pt x="20" y="155"/>
                  </a:lnTo>
                  <a:lnTo>
                    <a:pt x="70" y="155"/>
                  </a:lnTo>
                  <a:lnTo>
                    <a:pt x="70" y="210"/>
                  </a:lnTo>
                  <a:close/>
                  <a:moveTo>
                    <a:pt x="70" y="140"/>
                  </a:moveTo>
                  <a:lnTo>
                    <a:pt x="20" y="140"/>
                  </a:lnTo>
                  <a:lnTo>
                    <a:pt x="20" y="85"/>
                  </a:lnTo>
                  <a:lnTo>
                    <a:pt x="70" y="85"/>
                  </a:lnTo>
                  <a:lnTo>
                    <a:pt x="70" y="140"/>
                  </a:lnTo>
                  <a:close/>
                  <a:moveTo>
                    <a:pt x="70" y="73"/>
                  </a:moveTo>
                  <a:lnTo>
                    <a:pt x="20" y="73"/>
                  </a:lnTo>
                  <a:lnTo>
                    <a:pt x="20" y="18"/>
                  </a:lnTo>
                  <a:lnTo>
                    <a:pt x="70" y="18"/>
                  </a:lnTo>
                  <a:lnTo>
                    <a:pt x="70" y="73"/>
                  </a:lnTo>
                  <a:close/>
                  <a:moveTo>
                    <a:pt x="130" y="340"/>
                  </a:moveTo>
                  <a:lnTo>
                    <a:pt x="80" y="340"/>
                  </a:lnTo>
                  <a:lnTo>
                    <a:pt x="80" y="285"/>
                  </a:lnTo>
                  <a:lnTo>
                    <a:pt x="130" y="285"/>
                  </a:lnTo>
                  <a:lnTo>
                    <a:pt x="130" y="340"/>
                  </a:lnTo>
                  <a:close/>
                  <a:moveTo>
                    <a:pt x="130" y="275"/>
                  </a:moveTo>
                  <a:lnTo>
                    <a:pt x="80" y="275"/>
                  </a:lnTo>
                  <a:lnTo>
                    <a:pt x="80" y="220"/>
                  </a:lnTo>
                  <a:lnTo>
                    <a:pt x="130" y="220"/>
                  </a:lnTo>
                  <a:lnTo>
                    <a:pt x="130" y="275"/>
                  </a:lnTo>
                  <a:close/>
                  <a:moveTo>
                    <a:pt x="130" y="210"/>
                  </a:moveTo>
                  <a:lnTo>
                    <a:pt x="80" y="210"/>
                  </a:lnTo>
                  <a:lnTo>
                    <a:pt x="80" y="155"/>
                  </a:lnTo>
                  <a:lnTo>
                    <a:pt x="130" y="155"/>
                  </a:lnTo>
                  <a:lnTo>
                    <a:pt x="130" y="210"/>
                  </a:lnTo>
                  <a:close/>
                  <a:moveTo>
                    <a:pt x="130" y="140"/>
                  </a:moveTo>
                  <a:lnTo>
                    <a:pt x="80" y="140"/>
                  </a:lnTo>
                  <a:lnTo>
                    <a:pt x="80" y="85"/>
                  </a:lnTo>
                  <a:lnTo>
                    <a:pt x="130" y="85"/>
                  </a:lnTo>
                  <a:lnTo>
                    <a:pt x="130" y="140"/>
                  </a:lnTo>
                  <a:close/>
                  <a:moveTo>
                    <a:pt x="130" y="73"/>
                  </a:moveTo>
                  <a:lnTo>
                    <a:pt x="80" y="73"/>
                  </a:lnTo>
                  <a:lnTo>
                    <a:pt x="80" y="18"/>
                  </a:lnTo>
                  <a:lnTo>
                    <a:pt x="130" y="18"/>
                  </a:lnTo>
                  <a:lnTo>
                    <a:pt x="130" y="73"/>
                  </a:lnTo>
                  <a:close/>
                  <a:moveTo>
                    <a:pt x="193" y="293"/>
                  </a:moveTo>
                  <a:lnTo>
                    <a:pt x="143" y="293"/>
                  </a:lnTo>
                  <a:lnTo>
                    <a:pt x="143" y="18"/>
                  </a:lnTo>
                  <a:lnTo>
                    <a:pt x="193" y="18"/>
                  </a:lnTo>
                  <a:lnTo>
                    <a:pt x="193" y="29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77" name="Gruppieren 2">
            <a:extLst>
              <a:ext uri="{FF2B5EF4-FFF2-40B4-BE49-F238E27FC236}">
                <a16:creationId xmlns:a16="http://schemas.microsoft.com/office/drawing/2014/main" id="{977061BD-A46A-4798-B5BB-A984EF522835}"/>
              </a:ext>
            </a:extLst>
          </p:cNvPr>
          <p:cNvGrpSpPr/>
          <p:nvPr/>
        </p:nvGrpSpPr>
        <p:grpSpPr>
          <a:xfrm>
            <a:off x="8795128" y="2414457"/>
            <a:ext cx="683204" cy="342516"/>
            <a:chOff x="1421865" y="2901974"/>
            <a:chExt cx="5614389" cy="2654299"/>
          </a:xfrm>
          <a:solidFill>
            <a:schemeClr val="accent1"/>
          </a:solidFill>
        </p:grpSpPr>
        <p:sp>
          <p:nvSpPr>
            <p:cNvPr id="78" name="Freeform 770">
              <a:extLst>
                <a:ext uri="{FF2B5EF4-FFF2-40B4-BE49-F238E27FC236}">
                  <a16:creationId xmlns:a16="http://schemas.microsoft.com/office/drawing/2014/main" id="{9731C517-F3A8-4B57-A002-2A9A777DA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128" y="5096426"/>
              <a:ext cx="1312126" cy="307273"/>
            </a:xfrm>
            <a:custGeom>
              <a:avLst/>
              <a:gdLst>
                <a:gd name="T0" fmla="*/ 98 w 158"/>
                <a:gd name="T1" fmla="*/ 37 h 37"/>
                <a:gd name="T2" fmla="*/ 158 w 158"/>
                <a:gd name="T3" fmla="*/ 37 h 37"/>
                <a:gd name="T4" fmla="*/ 52 w 158"/>
                <a:gd name="T5" fmla="*/ 0 h 37"/>
                <a:gd name="T6" fmla="*/ 0 w 158"/>
                <a:gd name="T7" fmla="*/ 0 h 37"/>
                <a:gd name="T8" fmla="*/ 98 w 158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37">
                  <a:moveTo>
                    <a:pt x="98" y="37"/>
                  </a:moveTo>
                  <a:lnTo>
                    <a:pt x="158" y="37"/>
                  </a:lnTo>
                  <a:lnTo>
                    <a:pt x="52" y="0"/>
                  </a:lnTo>
                  <a:lnTo>
                    <a:pt x="0" y="0"/>
                  </a:lnTo>
                  <a:lnTo>
                    <a:pt x="98" y="3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Rectangle 771">
              <a:extLst>
                <a:ext uri="{FF2B5EF4-FFF2-40B4-BE49-F238E27FC236}">
                  <a16:creationId xmlns:a16="http://schemas.microsoft.com/office/drawing/2014/main" id="{9F75595A-91E2-40EC-A8AF-EE2F602D2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7978" y="5403698"/>
              <a:ext cx="498276" cy="41526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772">
              <a:extLst>
                <a:ext uri="{FF2B5EF4-FFF2-40B4-BE49-F238E27FC236}">
                  <a16:creationId xmlns:a16="http://schemas.microsoft.com/office/drawing/2014/main" id="{7069F72A-5006-4E0F-AD95-23CCDFF44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128" y="5096426"/>
              <a:ext cx="813850" cy="348793"/>
            </a:xfrm>
            <a:custGeom>
              <a:avLst/>
              <a:gdLst>
                <a:gd name="T0" fmla="*/ 98 w 98"/>
                <a:gd name="T1" fmla="*/ 37 h 42"/>
                <a:gd name="T2" fmla="*/ 0 w 98"/>
                <a:gd name="T3" fmla="*/ 0 h 42"/>
                <a:gd name="T4" fmla="*/ 0 w 98"/>
                <a:gd name="T5" fmla="*/ 5 h 42"/>
                <a:gd name="T6" fmla="*/ 98 w 98"/>
                <a:gd name="T7" fmla="*/ 42 h 42"/>
                <a:gd name="T8" fmla="*/ 98 w 98"/>
                <a:gd name="T9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42">
                  <a:moveTo>
                    <a:pt x="98" y="37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98" y="42"/>
                  </a:lnTo>
                  <a:lnTo>
                    <a:pt x="98" y="3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750">
              <a:extLst>
                <a:ext uri="{FF2B5EF4-FFF2-40B4-BE49-F238E27FC236}">
                  <a16:creationId xmlns:a16="http://schemas.microsoft.com/office/drawing/2014/main" id="{CB6011F1-73E3-412B-BA17-E2179C473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788" y="5086080"/>
              <a:ext cx="1245689" cy="307273"/>
            </a:xfrm>
            <a:custGeom>
              <a:avLst/>
              <a:gdLst>
                <a:gd name="T0" fmla="*/ 90 w 150"/>
                <a:gd name="T1" fmla="*/ 37 h 37"/>
                <a:gd name="T2" fmla="*/ 150 w 150"/>
                <a:gd name="T3" fmla="*/ 37 h 37"/>
                <a:gd name="T4" fmla="*/ 45 w 150"/>
                <a:gd name="T5" fmla="*/ 0 h 37"/>
                <a:gd name="T6" fmla="*/ 0 w 150"/>
                <a:gd name="T7" fmla="*/ 0 h 37"/>
                <a:gd name="T8" fmla="*/ 90 w 150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37">
                  <a:moveTo>
                    <a:pt x="90" y="37"/>
                  </a:moveTo>
                  <a:lnTo>
                    <a:pt x="150" y="37"/>
                  </a:lnTo>
                  <a:lnTo>
                    <a:pt x="45" y="0"/>
                  </a:lnTo>
                  <a:lnTo>
                    <a:pt x="0" y="0"/>
                  </a:lnTo>
                  <a:lnTo>
                    <a:pt x="90" y="3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Rectangle 751">
              <a:extLst>
                <a:ext uri="{FF2B5EF4-FFF2-40B4-BE49-F238E27FC236}">
                  <a16:creationId xmlns:a16="http://schemas.microsoft.com/office/drawing/2014/main" id="{3ACB7064-C0D0-40AF-9BD6-660E43662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0202" y="5393352"/>
              <a:ext cx="498276" cy="41526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752">
              <a:extLst>
                <a:ext uri="{FF2B5EF4-FFF2-40B4-BE49-F238E27FC236}">
                  <a16:creationId xmlns:a16="http://schemas.microsoft.com/office/drawing/2014/main" id="{C2D4490F-B9AE-428D-BA7D-78C7B2051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788" y="5086080"/>
              <a:ext cx="747414" cy="348793"/>
            </a:xfrm>
            <a:custGeom>
              <a:avLst/>
              <a:gdLst>
                <a:gd name="T0" fmla="*/ 90 w 90"/>
                <a:gd name="T1" fmla="*/ 37 h 42"/>
                <a:gd name="T2" fmla="*/ 0 w 90"/>
                <a:gd name="T3" fmla="*/ 0 h 42"/>
                <a:gd name="T4" fmla="*/ 0 w 90"/>
                <a:gd name="T5" fmla="*/ 5 h 42"/>
                <a:gd name="T6" fmla="*/ 90 w 90"/>
                <a:gd name="T7" fmla="*/ 42 h 42"/>
                <a:gd name="T8" fmla="*/ 90 w 90"/>
                <a:gd name="T9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2">
                  <a:moveTo>
                    <a:pt x="90" y="37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90" y="42"/>
                  </a:lnTo>
                  <a:lnTo>
                    <a:pt x="90" y="3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Rectangle 753">
              <a:extLst>
                <a:ext uri="{FF2B5EF4-FFF2-40B4-BE49-F238E27FC236}">
                  <a16:creationId xmlns:a16="http://schemas.microsoft.com/office/drawing/2014/main" id="{F270E346-A483-47B0-BE51-E0D2666F1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3791" y="2985020"/>
              <a:ext cx="224227" cy="2184111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Rectangle 754">
              <a:extLst>
                <a:ext uri="{FF2B5EF4-FFF2-40B4-BE49-F238E27FC236}">
                  <a16:creationId xmlns:a16="http://schemas.microsoft.com/office/drawing/2014/main" id="{A9956064-851A-4201-9A3D-D6F5846DE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3791" y="2985020"/>
              <a:ext cx="224227" cy="2184111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6" name="Freeform 755">
              <a:extLst>
                <a:ext uri="{FF2B5EF4-FFF2-40B4-BE49-F238E27FC236}">
                  <a16:creationId xmlns:a16="http://schemas.microsoft.com/office/drawing/2014/main" id="{A5B597FD-1E45-4316-A090-B76EA0A36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7354" y="2985020"/>
              <a:ext cx="66437" cy="2184111"/>
            </a:xfrm>
            <a:custGeom>
              <a:avLst/>
              <a:gdLst>
                <a:gd name="T0" fmla="*/ 8 w 8"/>
                <a:gd name="T1" fmla="*/ 263 h 263"/>
                <a:gd name="T2" fmla="*/ 0 w 8"/>
                <a:gd name="T3" fmla="*/ 260 h 263"/>
                <a:gd name="T4" fmla="*/ 0 w 8"/>
                <a:gd name="T5" fmla="*/ 0 h 263"/>
                <a:gd name="T6" fmla="*/ 8 w 8"/>
                <a:gd name="T7" fmla="*/ 0 h 263"/>
                <a:gd name="T8" fmla="*/ 8 w 8"/>
                <a:gd name="T9" fmla="*/ 26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63">
                  <a:moveTo>
                    <a:pt x="8" y="263"/>
                  </a:moveTo>
                  <a:lnTo>
                    <a:pt x="0" y="260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26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7" name="Rectangle 756">
              <a:extLst>
                <a:ext uri="{FF2B5EF4-FFF2-40B4-BE49-F238E27FC236}">
                  <a16:creationId xmlns:a16="http://schemas.microsoft.com/office/drawing/2014/main" id="{1AE9C4DD-6E47-426E-A440-114B919A3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1063" y="4380192"/>
              <a:ext cx="232529" cy="888594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8" name="Freeform 757">
              <a:extLst>
                <a:ext uri="{FF2B5EF4-FFF2-40B4-BE49-F238E27FC236}">
                  <a16:creationId xmlns:a16="http://schemas.microsoft.com/office/drawing/2014/main" id="{82F3A568-AB3D-49C1-AD70-AC050C137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3446" y="4313755"/>
              <a:ext cx="207618" cy="955031"/>
            </a:xfrm>
            <a:custGeom>
              <a:avLst/>
              <a:gdLst>
                <a:gd name="T0" fmla="*/ 25 w 25"/>
                <a:gd name="T1" fmla="*/ 115 h 115"/>
                <a:gd name="T2" fmla="*/ 0 w 25"/>
                <a:gd name="T3" fmla="*/ 108 h 115"/>
                <a:gd name="T4" fmla="*/ 0 w 25"/>
                <a:gd name="T5" fmla="*/ 0 h 115"/>
                <a:gd name="T6" fmla="*/ 25 w 25"/>
                <a:gd name="T7" fmla="*/ 8 h 115"/>
                <a:gd name="T8" fmla="*/ 25 w 25"/>
                <a:gd name="T9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15">
                  <a:moveTo>
                    <a:pt x="25" y="115"/>
                  </a:moveTo>
                  <a:lnTo>
                    <a:pt x="0" y="108"/>
                  </a:lnTo>
                  <a:lnTo>
                    <a:pt x="0" y="0"/>
                  </a:lnTo>
                  <a:lnTo>
                    <a:pt x="25" y="8"/>
                  </a:lnTo>
                  <a:lnTo>
                    <a:pt x="25" y="11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9" name="Freeform 758">
              <a:extLst>
                <a:ext uri="{FF2B5EF4-FFF2-40B4-BE49-F238E27FC236}">
                  <a16:creationId xmlns:a16="http://schemas.microsoft.com/office/drawing/2014/main" id="{647E67B3-E087-40CF-887F-F3CF9219B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3446" y="4313755"/>
              <a:ext cx="481667" cy="66437"/>
            </a:xfrm>
            <a:custGeom>
              <a:avLst/>
              <a:gdLst>
                <a:gd name="T0" fmla="*/ 58 w 58"/>
                <a:gd name="T1" fmla="*/ 8 h 8"/>
                <a:gd name="T2" fmla="*/ 33 w 58"/>
                <a:gd name="T3" fmla="*/ 0 h 8"/>
                <a:gd name="T4" fmla="*/ 0 w 58"/>
                <a:gd name="T5" fmla="*/ 0 h 8"/>
                <a:gd name="T6" fmla="*/ 25 w 58"/>
                <a:gd name="T7" fmla="*/ 8 h 8"/>
                <a:gd name="T8" fmla="*/ 58 w 58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8">
                  <a:moveTo>
                    <a:pt x="58" y="8"/>
                  </a:moveTo>
                  <a:lnTo>
                    <a:pt x="33" y="0"/>
                  </a:lnTo>
                  <a:lnTo>
                    <a:pt x="0" y="0"/>
                  </a:lnTo>
                  <a:lnTo>
                    <a:pt x="25" y="8"/>
                  </a:lnTo>
                  <a:lnTo>
                    <a:pt x="58" y="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0" name="Rectangle 759">
              <a:extLst>
                <a:ext uri="{FF2B5EF4-FFF2-40B4-BE49-F238E27FC236}">
                  <a16:creationId xmlns:a16="http://schemas.microsoft.com/office/drawing/2014/main" id="{C2D09885-F261-4B7A-A810-FBCEFAC3E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2066" y="3151111"/>
              <a:ext cx="224227" cy="2200721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1" name="Freeform 760">
              <a:extLst>
                <a:ext uri="{FF2B5EF4-FFF2-40B4-BE49-F238E27FC236}">
                  <a16:creationId xmlns:a16="http://schemas.microsoft.com/office/drawing/2014/main" id="{3ADD95EF-DD62-4DA6-AAF3-F1F7B24DF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9020" y="3151111"/>
              <a:ext cx="83046" cy="2200721"/>
            </a:xfrm>
            <a:custGeom>
              <a:avLst/>
              <a:gdLst>
                <a:gd name="T0" fmla="*/ 10 w 10"/>
                <a:gd name="T1" fmla="*/ 265 h 265"/>
                <a:gd name="T2" fmla="*/ 0 w 10"/>
                <a:gd name="T3" fmla="*/ 260 h 265"/>
                <a:gd name="T4" fmla="*/ 0 w 10"/>
                <a:gd name="T5" fmla="*/ 0 h 265"/>
                <a:gd name="T6" fmla="*/ 10 w 10"/>
                <a:gd name="T7" fmla="*/ 0 h 265"/>
                <a:gd name="T8" fmla="*/ 10 w 10"/>
                <a:gd name="T9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265">
                  <a:moveTo>
                    <a:pt x="10" y="265"/>
                  </a:moveTo>
                  <a:lnTo>
                    <a:pt x="0" y="260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26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2" name="Freeform 761">
              <a:extLst>
                <a:ext uri="{FF2B5EF4-FFF2-40B4-BE49-F238E27FC236}">
                  <a16:creationId xmlns:a16="http://schemas.microsoft.com/office/drawing/2014/main" id="{FA7755EF-2CE4-4D33-B755-99F8369A7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4971" y="4355275"/>
              <a:ext cx="124572" cy="207618"/>
            </a:xfrm>
            <a:custGeom>
              <a:avLst/>
              <a:gdLst>
                <a:gd name="T0" fmla="*/ 0 w 15"/>
                <a:gd name="T1" fmla="*/ 20 h 25"/>
                <a:gd name="T2" fmla="*/ 15 w 15"/>
                <a:gd name="T3" fmla="*/ 25 h 25"/>
                <a:gd name="T4" fmla="*/ 15 w 15"/>
                <a:gd name="T5" fmla="*/ 5 h 25"/>
                <a:gd name="T6" fmla="*/ 0 w 15"/>
                <a:gd name="T7" fmla="*/ 0 h 25"/>
                <a:gd name="T8" fmla="*/ 0 w 15"/>
                <a:gd name="T9" fmla="*/ 2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5">
                  <a:moveTo>
                    <a:pt x="0" y="20"/>
                  </a:moveTo>
                  <a:lnTo>
                    <a:pt x="15" y="25"/>
                  </a:lnTo>
                  <a:lnTo>
                    <a:pt x="15" y="5"/>
                  </a:lnTo>
                  <a:lnTo>
                    <a:pt x="0" y="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3" name="Rectangle 762">
              <a:extLst>
                <a:ext uri="{FF2B5EF4-FFF2-40B4-BE49-F238E27FC236}">
                  <a16:creationId xmlns:a16="http://schemas.microsoft.com/office/drawing/2014/main" id="{40CD5A68-4FD7-405E-A5B1-02F24B84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1926" y="2985020"/>
              <a:ext cx="249138" cy="2159195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4" name="Freeform 763">
              <a:extLst>
                <a:ext uri="{FF2B5EF4-FFF2-40B4-BE49-F238E27FC236}">
                  <a16:creationId xmlns:a16="http://schemas.microsoft.com/office/drawing/2014/main" id="{338E5390-1945-4067-9795-6D4B85481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791" y="2985020"/>
              <a:ext cx="58135" cy="2159195"/>
            </a:xfrm>
            <a:custGeom>
              <a:avLst/>
              <a:gdLst>
                <a:gd name="T0" fmla="*/ 7 w 7"/>
                <a:gd name="T1" fmla="*/ 260 h 260"/>
                <a:gd name="T2" fmla="*/ 0 w 7"/>
                <a:gd name="T3" fmla="*/ 255 h 260"/>
                <a:gd name="T4" fmla="*/ 0 w 7"/>
                <a:gd name="T5" fmla="*/ 0 h 260"/>
                <a:gd name="T6" fmla="*/ 7 w 7"/>
                <a:gd name="T7" fmla="*/ 0 h 260"/>
                <a:gd name="T8" fmla="*/ 7 w 7"/>
                <a:gd name="T9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60">
                  <a:moveTo>
                    <a:pt x="7" y="260"/>
                  </a:moveTo>
                  <a:lnTo>
                    <a:pt x="0" y="255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26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5" name="Rectangle 764">
              <a:extLst>
                <a:ext uri="{FF2B5EF4-FFF2-40B4-BE49-F238E27FC236}">
                  <a16:creationId xmlns:a16="http://schemas.microsoft.com/office/drawing/2014/main" id="{C22219C4-369E-4362-86FC-7FD0D32CE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7501" y="4380192"/>
              <a:ext cx="224227" cy="888594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6" name="Freeform 765">
              <a:extLst>
                <a:ext uri="{FF2B5EF4-FFF2-40B4-BE49-F238E27FC236}">
                  <a16:creationId xmlns:a16="http://schemas.microsoft.com/office/drawing/2014/main" id="{D447F44C-B26A-48A5-808B-1EC6BCAAE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883" y="4313755"/>
              <a:ext cx="207618" cy="955031"/>
            </a:xfrm>
            <a:custGeom>
              <a:avLst/>
              <a:gdLst>
                <a:gd name="T0" fmla="*/ 25 w 25"/>
                <a:gd name="T1" fmla="*/ 115 h 115"/>
                <a:gd name="T2" fmla="*/ 0 w 25"/>
                <a:gd name="T3" fmla="*/ 105 h 115"/>
                <a:gd name="T4" fmla="*/ 0 w 25"/>
                <a:gd name="T5" fmla="*/ 0 h 115"/>
                <a:gd name="T6" fmla="*/ 25 w 25"/>
                <a:gd name="T7" fmla="*/ 8 h 115"/>
                <a:gd name="T8" fmla="*/ 25 w 25"/>
                <a:gd name="T9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15">
                  <a:moveTo>
                    <a:pt x="25" y="115"/>
                  </a:moveTo>
                  <a:lnTo>
                    <a:pt x="0" y="105"/>
                  </a:lnTo>
                  <a:lnTo>
                    <a:pt x="0" y="0"/>
                  </a:lnTo>
                  <a:lnTo>
                    <a:pt x="25" y="8"/>
                  </a:lnTo>
                  <a:lnTo>
                    <a:pt x="25" y="11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7" name="Freeform 766">
              <a:extLst>
                <a:ext uri="{FF2B5EF4-FFF2-40B4-BE49-F238E27FC236}">
                  <a16:creationId xmlns:a16="http://schemas.microsoft.com/office/drawing/2014/main" id="{B0F2CFE5-62D6-4DA4-A882-90144FAB3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883" y="4313755"/>
              <a:ext cx="498276" cy="66437"/>
            </a:xfrm>
            <a:custGeom>
              <a:avLst/>
              <a:gdLst>
                <a:gd name="T0" fmla="*/ 60 w 60"/>
                <a:gd name="T1" fmla="*/ 8 h 8"/>
                <a:gd name="T2" fmla="*/ 32 w 60"/>
                <a:gd name="T3" fmla="*/ 0 h 8"/>
                <a:gd name="T4" fmla="*/ 0 w 60"/>
                <a:gd name="T5" fmla="*/ 0 h 8"/>
                <a:gd name="T6" fmla="*/ 25 w 60"/>
                <a:gd name="T7" fmla="*/ 8 h 8"/>
                <a:gd name="T8" fmla="*/ 60 w 6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lnTo>
                    <a:pt x="32" y="0"/>
                  </a:lnTo>
                  <a:lnTo>
                    <a:pt x="0" y="0"/>
                  </a:lnTo>
                  <a:lnTo>
                    <a:pt x="25" y="8"/>
                  </a:lnTo>
                  <a:lnTo>
                    <a:pt x="60" y="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8" name="Rectangle 767">
              <a:extLst>
                <a:ext uri="{FF2B5EF4-FFF2-40B4-BE49-F238E27FC236}">
                  <a16:creationId xmlns:a16="http://schemas.microsoft.com/office/drawing/2014/main" id="{578A4313-B4FE-4D27-B445-9098718C5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0202" y="3151111"/>
              <a:ext cx="232529" cy="2200721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9" name="Freeform 768">
              <a:extLst>
                <a:ext uri="{FF2B5EF4-FFF2-40B4-BE49-F238E27FC236}">
                  <a16:creationId xmlns:a16="http://schemas.microsoft.com/office/drawing/2014/main" id="{82B3E3E6-A7D4-4C12-B8B3-6299FFE46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067" y="3151111"/>
              <a:ext cx="58135" cy="2200721"/>
            </a:xfrm>
            <a:custGeom>
              <a:avLst/>
              <a:gdLst>
                <a:gd name="T0" fmla="*/ 7 w 7"/>
                <a:gd name="T1" fmla="*/ 265 h 265"/>
                <a:gd name="T2" fmla="*/ 0 w 7"/>
                <a:gd name="T3" fmla="*/ 260 h 265"/>
                <a:gd name="T4" fmla="*/ 0 w 7"/>
                <a:gd name="T5" fmla="*/ 0 h 265"/>
                <a:gd name="T6" fmla="*/ 7 w 7"/>
                <a:gd name="T7" fmla="*/ 0 h 265"/>
                <a:gd name="T8" fmla="*/ 7 w 7"/>
                <a:gd name="T9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65">
                  <a:moveTo>
                    <a:pt x="7" y="265"/>
                  </a:moveTo>
                  <a:lnTo>
                    <a:pt x="0" y="260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26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0" name="Freeform 769">
              <a:extLst>
                <a:ext uri="{FF2B5EF4-FFF2-40B4-BE49-F238E27FC236}">
                  <a16:creationId xmlns:a16="http://schemas.microsoft.com/office/drawing/2014/main" id="{17685D1F-874B-4ED5-9F7A-D348162AD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409" y="4355275"/>
              <a:ext cx="124572" cy="207618"/>
            </a:xfrm>
            <a:custGeom>
              <a:avLst/>
              <a:gdLst>
                <a:gd name="T0" fmla="*/ 0 w 15"/>
                <a:gd name="T1" fmla="*/ 18 h 25"/>
                <a:gd name="T2" fmla="*/ 15 w 15"/>
                <a:gd name="T3" fmla="*/ 25 h 25"/>
                <a:gd name="T4" fmla="*/ 15 w 15"/>
                <a:gd name="T5" fmla="*/ 5 h 25"/>
                <a:gd name="T6" fmla="*/ 0 w 15"/>
                <a:gd name="T7" fmla="*/ 0 h 25"/>
                <a:gd name="T8" fmla="*/ 0 w 15"/>
                <a:gd name="T9" fmla="*/ 1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5">
                  <a:moveTo>
                    <a:pt x="0" y="18"/>
                  </a:moveTo>
                  <a:lnTo>
                    <a:pt x="15" y="25"/>
                  </a:lnTo>
                  <a:lnTo>
                    <a:pt x="15" y="5"/>
                  </a:ln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1" name="Freeform 770">
              <a:extLst>
                <a:ext uri="{FF2B5EF4-FFF2-40B4-BE49-F238E27FC236}">
                  <a16:creationId xmlns:a16="http://schemas.microsoft.com/office/drawing/2014/main" id="{7316E432-BC60-4B22-BF6E-0B74C0521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435" y="5086080"/>
              <a:ext cx="1312126" cy="307273"/>
            </a:xfrm>
            <a:custGeom>
              <a:avLst/>
              <a:gdLst>
                <a:gd name="T0" fmla="*/ 98 w 158"/>
                <a:gd name="T1" fmla="*/ 37 h 37"/>
                <a:gd name="T2" fmla="*/ 158 w 158"/>
                <a:gd name="T3" fmla="*/ 37 h 37"/>
                <a:gd name="T4" fmla="*/ 52 w 158"/>
                <a:gd name="T5" fmla="*/ 0 h 37"/>
                <a:gd name="T6" fmla="*/ 0 w 158"/>
                <a:gd name="T7" fmla="*/ 0 h 37"/>
                <a:gd name="T8" fmla="*/ 98 w 158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37">
                  <a:moveTo>
                    <a:pt x="98" y="37"/>
                  </a:moveTo>
                  <a:lnTo>
                    <a:pt x="158" y="37"/>
                  </a:lnTo>
                  <a:lnTo>
                    <a:pt x="52" y="0"/>
                  </a:lnTo>
                  <a:lnTo>
                    <a:pt x="0" y="0"/>
                  </a:lnTo>
                  <a:lnTo>
                    <a:pt x="98" y="3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" name="Rectangle 771">
              <a:extLst>
                <a:ext uri="{FF2B5EF4-FFF2-40B4-BE49-F238E27FC236}">
                  <a16:creationId xmlns:a16="http://schemas.microsoft.com/office/drawing/2014/main" id="{9696F660-2B02-4095-AA69-8B9F427F8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0285" y="5393352"/>
              <a:ext cx="498276" cy="41526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3" name="Freeform 772">
              <a:extLst>
                <a:ext uri="{FF2B5EF4-FFF2-40B4-BE49-F238E27FC236}">
                  <a16:creationId xmlns:a16="http://schemas.microsoft.com/office/drawing/2014/main" id="{C9036B88-295E-4B80-998B-7110E1261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435" y="5086080"/>
              <a:ext cx="813850" cy="348793"/>
            </a:xfrm>
            <a:custGeom>
              <a:avLst/>
              <a:gdLst>
                <a:gd name="T0" fmla="*/ 98 w 98"/>
                <a:gd name="T1" fmla="*/ 37 h 42"/>
                <a:gd name="T2" fmla="*/ 0 w 98"/>
                <a:gd name="T3" fmla="*/ 0 h 42"/>
                <a:gd name="T4" fmla="*/ 0 w 98"/>
                <a:gd name="T5" fmla="*/ 5 h 42"/>
                <a:gd name="T6" fmla="*/ 98 w 98"/>
                <a:gd name="T7" fmla="*/ 42 h 42"/>
                <a:gd name="T8" fmla="*/ 98 w 98"/>
                <a:gd name="T9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42">
                  <a:moveTo>
                    <a:pt x="98" y="37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98" y="42"/>
                  </a:lnTo>
                  <a:lnTo>
                    <a:pt x="98" y="3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4" name="Rectangle 773">
              <a:extLst>
                <a:ext uri="{FF2B5EF4-FFF2-40B4-BE49-F238E27FC236}">
                  <a16:creationId xmlns:a16="http://schemas.microsoft.com/office/drawing/2014/main" id="{0D5A5027-EB2F-439D-95AD-17840AB16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618" y="2985020"/>
              <a:ext cx="249138" cy="2184111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5" name="Freeform 774">
              <a:extLst>
                <a:ext uri="{FF2B5EF4-FFF2-40B4-BE49-F238E27FC236}">
                  <a16:creationId xmlns:a16="http://schemas.microsoft.com/office/drawing/2014/main" id="{9FB068FC-4A29-4F3B-BCAE-36924814E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82" y="2985020"/>
              <a:ext cx="66437" cy="2184111"/>
            </a:xfrm>
            <a:custGeom>
              <a:avLst/>
              <a:gdLst>
                <a:gd name="T0" fmla="*/ 8 w 8"/>
                <a:gd name="T1" fmla="*/ 263 h 263"/>
                <a:gd name="T2" fmla="*/ 0 w 8"/>
                <a:gd name="T3" fmla="*/ 260 h 263"/>
                <a:gd name="T4" fmla="*/ 0 w 8"/>
                <a:gd name="T5" fmla="*/ 0 h 263"/>
                <a:gd name="T6" fmla="*/ 8 w 8"/>
                <a:gd name="T7" fmla="*/ 0 h 263"/>
                <a:gd name="T8" fmla="*/ 8 w 8"/>
                <a:gd name="T9" fmla="*/ 26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63">
                  <a:moveTo>
                    <a:pt x="8" y="263"/>
                  </a:moveTo>
                  <a:lnTo>
                    <a:pt x="0" y="260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26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6" name="Rectangle 775">
              <a:extLst>
                <a:ext uri="{FF2B5EF4-FFF2-40B4-BE49-F238E27FC236}">
                  <a16:creationId xmlns:a16="http://schemas.microsoft.com/office/drawing/2014/main" id="{ACBD1724-3A87-4C28-B6DD-D7DB3905C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4193" y="4380192"/>
              <a:ext cx="224227" cy="888594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7" name="Freeform 776">
              <a:extLst>
                <a:ext uri="{FF2B5EF4-FFF2-40B4-BE49-F238E27FC236}">
                  <a16:creationId xmlns:a16="http://schemas.microsoft.com/office/drawing/2014/main" id="{5A14AE70-31E2-4C76-AD2B-C47B98B9C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274" y="4313755"/>
              <a:ext cx="215920" cy="955031"/>
            </a:xfrm>
            <a:custGeom>
              <a:avLst/>
              <a:gdLst>
                <a:gd name="T0" fmla="*/ 26 w 26"/>
                <a:gd name="T1" fmla="*/ 115 h 115"/>
                <a:gd name="T2" fmla="*/ 0 w 26"/>
                <a:gd name="T3" fmla="*/ 108 h 115"/>
                <a:gd name="T4" fmla="*/ 0 w 26"/>
                <a:gd name="T5" fmla="*/ 0 h 115"/>
                <a:gd name="T6" fmla="*/ 26 w 26"/>
                <a:gd name="T7" fmla="*/ 8 h 115"/>
                <a:gd name="T8" fmla="*/ 26 w 26"/>
                <a:gd name="T9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15">
                  <a:moveTo>
                    <a:pt x="26" y="115"/>
                  </a:moveTo>
                  <a:lnTo>
                    <a:pt x="0" y="108"/>
                  </a:lnTo>
                  <a:lnTo>
                    <a:pt x="0" y="0"/>
                  </a:lnTo>
                  <a:lnTo>
                    <a:pt x="26" y="8"/>
                  </a:lnTo>
                  <a:lnTo>
                    <a:pt x="26" y="11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8" name="Freeform 777">
              <a:extLst>
                <a:ext uri="{FF2B5EF4-FFF2-40B4-BE49-F238E27FC236}">
                  <a16:creationId xmlns:a16="http://schemas.microsoft.com/office/drawing/2014/main" id="{787F5E99-DA32-45A7-AB02-B498F005F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274" y="4313755"/>
              <a:ext cx="481667" cy="66437"/>
            </a:xfrm>
            <a:custGeom>
              <a:avLst/>
              <a:gdLst>
                <a:gd name="T0" fmla="*/ 58 w 58"/>
                <a:gd name="T1" fmla="*/ 8 h 8"/>
                <a:gd name="T2" fmla="*/ 36 w 58"/>
                <a:gd name="T3" fmla="*/ 0 h 8"/>
                <a:gd name="T4" fmla="*/ 0 w 58"/>
                <a:gd name="T5" fmla="*/ 0 h 8"/>
                <a:gd name="T6" fmla="*/ 26 w 58"/>
                <a:gd name="T7" fmla="*/ 8 h 8"/>
                <a:gd name="T8" fmla="*/ 58 w 58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8">
                  <a:moveTo>
                    <a:pt x="58" y="8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26" y="8"/>
                  </a:lnTo>
                  <a:lnTo>
                    <a:pt x="58" y="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9" name="Rectangle 778">
              <a:extLst>
                <a:ext uri="{FF2B5EF4-FFF2-40B4-BE49-F238E27FC236}">
                  <a16:creationId xmlns:a16="http://schemas.microsoft.com/office/drawing/2014/main" id="{846A0747-C16E-487F-BC88-811D71DC4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6894" y="3151111"/>
              <a:ext cx="232529" cy="2200721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0" name="Freeform 779">
              <a:extLst>
                <a:ext uri="{FF2B5EF4-FFF2-40B4-BE49-F238E27FC236}">
                  <a16:creationId xmlns:a16="http://schemas.microsoft.com/office/drawing/2014/main" id="{B2E3E9EC-EBE0-483B-A2FD-4C786AD4C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765" y="3151111"/>
              <a:ext cx="58135" cy="2200721"/>
            </a:xfrm>
            <a:custGeom>
              <a:avLst/>
              <a:gdLst>
                <a:gd name="T0" fmla="*/ 7 w 7"/>
                <a:gd name="T1" fmla="*/ 265 h 265"/>
                <a:gd name="T2" fmla="*/ 0 w 7"/>
                <a:gd name="T3" fmla="*/ 260 h 265"/>
                <a:gd name="T4" fmla="*/ 0 w 7"/>
                <a:gd name="T5" fmla="*/ 0 h 265"/>
                <a:gd name="T6" fmla="*/ 7 w 7"/>
                <a:gd name="T7" fmla="*/ 0 h 265"/>
                <a:gd name="T8" fmla="*/ 7 w 7"/>
                <a:gd name="T9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65">
                  <a:moveTo>
                    <a:pt x="7" y="265"/>
                  </a:moveTo>
                  <a:lnTo>
                    <a:pt x="0" y="260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26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1" name="Freeform 780">
              <a:extLst>
                <a:ext uri="{FF2B5EF4-FFF2-40B4-BE49-F238E27FC236}">
                  <a16:creationId xmlns:a16="http://schemas.microsoft.com/office/drawing/2014/main" id="{A614FDCA-F256-4DD9-88ED-D755F7FEE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8101" y="4355275"/>
              <a:ext cx="124572" cy="207618"/>
            </a:xfrm>
            <a:custGeom>
              <a:avLst/>
              <a:gdLst>
                <a:gd name="T0" fmla="*/ 0 w 15"/>
                <a:gd name="T1" fmla="*/ 20 h 25"/>
                <a:gd name="T2" fmla="*/ 15 w 15"/>
                <a:gd name="T3" fmla="*/ 25 h 25"/>
                <a:gd name="T4" fmla="*/ 15 w 15"/>
                <a:gd name="T5" fmla="*/ 5 h 25"/>
                <a:gd name="T6" fmla="*/ 0 w 15"/>
                <a:gd name="T7" fmla="*/ 0 h 25"/>
                <a:gd name="T8" fmla="*/ 0 w 15"/>
                <a:gd name="T9" fmla="*/ 2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5">
                  <a:moveTo>
                    <a:pt x="0" y="20"/>
                  </a:moveTo>
                  <a:lnTo>
                    <a:pt x="15" y="25"/>
                  </a:lnTo>
                  <a:lnTo>
                    <a:pt x="15" y="5"/>
                  </a:lnTo>
                  <a:lnTo>
                    <a:pt x="0" y="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2" name="Freeform 782">
              <a:extLst>
                <a:ext uri="{FF2B5EF4-FFF2-40B4-BE49-F238E27FC236}">
                  <a16:creationId xmlns:a16="http://schemas.microsoft.com/office/drawing/2014/main" id="{C75D7A1C-260B-4B04-BE12-BD52973E8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834" y="2901974"/>
              <a:ext cx="523192" cy="249138"/>
            </a:xfrm>
            <a:custGeom>
              <a:avLst/>
              <a:gdLst>
                <a:gd name="T0" fmla="*/ 63 w 63"/>
                <a:gd name="T1" fmla="*/ 30 h 30"/>
                <a:gd name="T2" fmla="*/ 0 w 63"/>
                <a:gd name="T3" fmla="*/ 10 h 30"/>
                <a:gd name="T4" fmla="*/ 0 w 63"/>
                <a:gd name="T5" fmla="*/ 0 h 30"/>
                <a:gd name="T6" fmla="*/ 63 w 63"/>
                <a:gd name="T7" fmla="*/ 20 h 30"/>
                <a:gd name="T8" fmla="*/ 63 w 63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30">
                  <a:moveTo>
                    <a:pt x="63" y="3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63" y="20"/>
                  </a:lnTo>
                  <a:lnTo>
                    <a:pt x="63" y="3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3" name="Freeform 783">
              <a:extLst>
                <a:ext uri="{FF2B5EF4-FFF2-40B4-BE49-F238E27FC236}">
                  <a16:creationId xmlns:a16="http://schemas.microsoft.com/office/drawing/2014/main" id="{DF3AA6C1-67CB-4A9D-863F-8B36D8AA5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834" y="2901974"/>
              <a:ext cx="523192" cy="191008"/>
            </a:xfrm>
            <a:custGeom>
              <a:avLst/>
              <a:gdLst>
                <a:gd name="T0" fmla="*/ 63 w 63"/>
                <a:gd name="T1" fmla="*/ 23 h 23"/>
                <a:gd name="T2" fmla="*/ 0 w 63"/>
                <a:gd name="T3" fmla="*/ 3 h 23"/>
                <a:gd name="T4" fmla="*/ 0 w 63"/>
                <a:gd name="T5" fmla="*/ 0 h 23"/>
                <a:gd name="T6" fmla="*/ 63 w 63"/>
                <a:gd name="T7" fmla="*/ 20 h 23"/>
                <a:gd name="T8" fmla="*/ 63 w 63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3">
                  <a:moveTo>
                    <a:pt x="63" y="23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63" y="20"/>
                  </a:lnTo>
                  <a:lnTo>
                    <a:pt x="63" y="2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4" name="Rectangle 784">
              <a:extLst>
                <a:ext uri="{FF2B5EF4-FFF2-40B4-BE49-F238E27FC236}">
                  <a16:creationId xmlns:a16="http://schemas.microsoft.com/office/drawing/2014/main" id="{A4416B5E-902B-4D08-960B-7D071C0F3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021" y="3068065"/>
              <a:ext cx="3263709" cy="83046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5" name="Rectangle 785">
              <a:extLst>
                <a:ext uri="{FF2B5EF4-FFF2-40B4-BE49-F238E27FC236}">
                  <a16:creationId xmlns:a16="http://schemas.microsoft.com/office/drawing/2014/main" id="{BC5E6225-7860-4031-832B-5728FF028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021" y="3068065"/>
              <a:ext cx="3263709" cy="24916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6" name="Freeform 786">
              <a:extLst>
                <a:ext uri="{FF2B5EF4-FFF2-40B4-BE49-F238E27FC236}">
                  <a16:creationId xmlns:a16="http://schemas.microsoft.com/office/drawing/2014/main" id="{6B31B080-8468-4DEC-B384-0E58ABE54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834" y="2901974"/>
              <a:ext cx="3786896" cy="166092"/>
            </a:xfrm>
            <a:custGeom>
              <a:avLst/>
              <a:gdLst>
                <a:gd name="T0" fmla="*/ 0 w 456"/>
                <a:gd name="T1" fmla="*/ 0 h 20"/>
                <a:gd name="T2" fmla="*/ 368 w 456"/>
                <a:gd name="T3" fmla="*/ 3 h 20"/>
                <a:gd name="T4" fmla="*/ 456 w 456"/>
                <a:gd name="T5" fmla="*/ 20 h 20"/>
                <a:gd name="T6" fmla="*/ 63 w 456"/>
                <a:gd name="T7" fmla="*/ 20 h 20"/>
                <a:gd name="T8" fmla="*/ 0 w 456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6" h="20">
                  <a:moveTo>
                    <a:pt x="0" y="0"/>
                  </a:moveTo>
                  <a:lnTo>
                    <a:pt x="368" y="3"/>
                  </a:lnTo>
                  <a:lnTo>
                    <a:pt x="456" y="20"/>
                  </a:lnTo>
                  <a:lnTo>
                    <a:pt x="63" y="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grpSp>
          <p:nvGrpSpPr>
            <p:cNvPr id="117" name="Gruppieren 1">
              <a:extLst>
                <a:ext uri="{FF2B5EF4-FFF2-40B4-BE49-F238E27FC236}">
                  <a16:creationId xmlns:a16="http://schemas.microsoft.com/office/drawing/2014/main" id="{07ADD049-599D-4542-B0B4-B377DD30EF2B}"/>
                </a:ext>
              </a:extLst>
            </p:cNvPr>
            <p:cNvGrpSpPr/>
            <p:nvPr/>
          </p:nvGrpSpPr>
          <p:grpSpPr>
            <a:xfrm>
              <a:off x="1421865" y="4148384"/>
              <a:ext cx="1853329" cy="1407889"/>
              <a:chOff x="535467" y="3622350"/>
              <a:chExt cx="2453549" cy="1863849"/>
            </a:xfrm>
            <a:grpFill/>
          </p:grpSpPr>
          <p:sp>
            <p:nvSpPr>
              <p:cNvPr id="118" name="Freeform 632">
                <a:extLst>
                  <a:ext uri="{FF2B5EF4-FFF2-40B4-BE49-F238E27FC236}">
                    <a16:creationId xmlns:a16="http://schemas.microsoft.com/office/drawing/2014/main" id="{84B853E1-C015-471D-82DE-006611CEB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5152" y="4675374"/>
                <a:ext cx="336968" cy="737117"/>
              </a:xfrm>
              <a:custGeom>
                <a:avLst/>
                <a:gdLst>
                  <a:gd name="T0" fmla="*/ 13 w 13"/>
                  <a:gd name="T1" fmla="*/ 19 h 28"/>
                  <a:gd name="T2" fmla="*/ 10 w 13"/>
                  <a:gd name="T3" fmla="*/ 28 h 28"/>
                  <a:gd name="T4" fmla="*/ 4 w 13"/>
                  <a:gd name="T5" fmla="*/ 28 h 28"/>
                  <a:gd name="T6" fmla="*/ 0 w 13"/>
                  <a:gd name="T7" fmla="*/ 14 h 28"/>
                  <a:gd name="T8" fmla="*/ 1 w 13"/>
                  <a:gd name="T9" fmla="*/ 1 h 28"/>
                  <a:gd name="T10" fmla="*/ 3 w 13"/>
                  <a:gd name="T11" fmla="*/ 1 h 28"/>
                  <a:gd name="T12" fmla="*/ 13 w 13"/>
                  <a:gd name="T13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8">
                    <a:moveTo>
                      <a:pt x="13" y="19"/>
                    </a:moveTo>
                    <a:cubicBezTo>
                      <a:pt x="13" y="21"/>
                      <a:pt x="12" y="26"/>
                      <a:pt x="10" y="28"/>
                    </a:cubicBezTo>
                    <a:cubicBezTo>
                      <a:pt x="10" y="28"/>
                      <a:pt x="4" y="28"/>
                      <a:pt x="4" y="28"/>
                    </a:cubicBezTo>
                    <a:cubicBezTo>
                      <a:pt x="4" y="28"/>
                      <a:pt x="0" y="21"/>
                      <a:pt x="0" y="14"/>
                    </a:cubicBezTo>
                    <a:cubicBezTo>
                      <a:pt x="0" y="9"/>
                      <a:pt x="1" y="1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6" y="0"/>
                      <a:pt x="13" y="19"/>
                      <a:pt x="13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19" name="Freeform 633">
                <a:extLst>
                  <a:ext uri="{FF2B5EF4-FFF2-40B4-BE49-F238E27FC236}">
                    <a16:creationId xmlns:a16="http://schemas.microsoft.com/office/drawing/2014/main" id="{EB4721D4-4BDA-4857-8D0D-A1443550B5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5152" y="4675374"/>
                <a:ext cx="336968" cy="737117"/>
              </a:xfrm>
              <a:custGeom>
                <a:avLst/>
                <a:gdLst>
                  <a:gd name="T0" fmla="*/ 13 w 13"/>
                  <a:gd name="T1" fmla="*/ 19 h 28"/>
                  <a:gd name="T2" fmla="*/ 10 w 13"/>
                  <a:gd name="T3" fmla="*/ 28 h 28"/>
                  <a:gd name="T4" fmla="*/ 4 w 13"/>
                  <a:gd name="T5" fmla="*/ 28 h 28"/>
                  <a:gd name="T6" fmla="*/ 0 w 13"/>
                  <a:gd name="T7" fmla="*/ 14 h 28"/>
                  <a:gd name="T8" fmla="*/ 1 w 13"/>
                  <a:gd name="T9" fmla="*/ 1 h 28"/>
                  <a:gd name="T10" fmla="*/ 3 w 13"/>
                  <a:gd name="T11" fmla="*/ 1 h 28"/>
                  <a:gd name="T12" fmla="*/ 13 w 13"/>
                  <a:gd name="T13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8">
                    <a:moveTo>
                      <a:pt x="13" y="19"/>
                    </a:moveTo>
                    <a:cubicBezTo>
                      <a:pt x="13" y="21"/>
                      <a:pt x="12" y="26"/>
                      <a:pt x="10" y="28"/>
                    </a:cubicBezTo>
                    <a:cubicBezTo>
                      <a:pt x="10" y="28"/>
                      <a:pt x="4" y="28"/>
                      <a:pt x="4" y="28"/>
                    </a:cubicBezTo>
                    <a:cubicBezTo>
                      <a:pt x="4" y="28"/>
                      <a:pt x="0" y="21"/>
                      <a:pt x="0" y="14"/>
                    </a:cubicBezTo>
                    <a:cubicBezTo>
                      <a:pt x="0" y="9"/>
                      <a:pt x="1" y="1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6" y="0"/>
                      <a:pt x="13" y="19"/>
                      <a:pt x="13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20" name="Freeform 634">
                <a:extLst>
                  <a:ext uri="{FF2B5EF4-FFF2-40B4-BE49-F238E27FC236}">
                    <a16:creationId xmlns:a16="http://schemas.microsoft.com/office/drawing/2014/main" id="{88FE6912-AAD4-4370-904A-096C74F132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9849" y="4696434"/>
                <a:ext cx="336968" cy="737117"/>
              </a:xfrm>
              <a:custGeom>
                <a:avLst/>
                <a:gdLst>
                  <a:gd name="T0" fmla="*/ 13 w 13"/>
                  <a:gd name="T1" fmla="*/ 13 h 28"/>
                  <a:gd name="T2" fmla="*/ 8 w 13"/>
                  <a:gd name="T3" fmla="*/ 27 h 28"/>
                  <a:gd name="T4" fmla="*/ 1 w 13"/>
                  <a:gd name="T5" fmla="*/ 14 h 28"/>
                  <a:gd name="T6" fmla="*/ 6 w 13"/>
                  <a:gd name="T7" fmla="*/ 0 h 28"/>
                  <a:gd name="T8" fmla="*/ 13 w 13"/>
                  <a:gd name="T9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8">
                    <a:moveTo>
                      <a:pt x="13" y="13"/>
                    </a:moveTo>
                    <a:cubicBezTo>
                      <a:pt x="13" y="21"/>
                      <a:pt x="11" y="27"/>
                      <a:pt x="8" y="27"/>
                    </a:cubicBezTo>
                    <a:cubicBezTo>
                      <a:pt x="5" y="28"/>
                      <a:pt x="2" y="22"/>
                      <a:pt x="1" y="14"/>
                    </a:cubicBezTo>
                    <a:cubicBezTo>
                      <a:pt x="0" y="7"/>
                      <a:pt x="3" y="1"/>
                      <a:pt x="6" y="0"/>
                    </a:cubicBezTo>
                    <a:cubicBezTo>
                      <a:pt x="9" y="0"/>
                      <a:pt x="12" y="6"/>
                      <a:pt x="13" y="1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21" name="Freeform 635">
                <a:extLst>
                  <a:ext uri="{FF2B5EF4-FFF2-40B4-BE49-F238E27FC236}">
                    <a16:creationId xmlns:a16="http://schemas.microsoft.com/office/drawing/2014/main" id="{749529A4-DB82-4D56-AD5B-FA1A14EAC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9849" y="4696434"/>
                <a:ext cx="336968" cy="737117"/>
              </a:xfrm>
              <a:custGeom>
                <a:avLst/>
                <a:gdLst>
                  <a:gd name="T0" fmla="*/ 13 w 13"/>
                  <a:gd name="T1" fmla="*/ 13 h 28"/>
                  <a:gd name="T2" fmla="*/ 8 w 13"/>
                  <a:gd name="T3" fmla="*/ 27 h 28"/>
                  <a:gd name="T4" fmla="*/ 1 w 13"/>
                  <a:gd name="T5" fmla="*/ 14 h 28"/>
                  <a:gd name="T6" fmla="*/ 6 w 13"/>
                  <a:gd name="T7" fmla="*/ 0 h 28"/>
                  <a:gd name="T8" fmla="*/ 13 w 13"/>
                  <a:gd name="T9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8">
                    <a:moveTo>
                      <a:pt x="13" y="13"/>
                    </a:moveTo>
                    <a:cubicBezTo>
                      <a:pt x="13" y="21"/>
                      <a:pt x="11" y="27"/>
                      <a:pt x="8" y="27"/>
                    </a:cubicBezTo>
                    <a:cubicBezTo>
                      <a:pt x="5" y="28"/>
                      <a:pt x="2" y="22"/>
                      <a:pt x="1" y="14"/>
                    </a:cubicBezTo>
                    <a:cubicBezTo>
                      <a:pt x="0" y="7"/>
                      <a:pt x="3" y="1"/>
                      <a:pt x="6" y="0"/>
                    </a:cubicBezTo>
                    <a:cubicBezTo>
                      <a:pt x="9" y="0"/>
                      <a:pt x="12" y="6"/>
                      <a:pt x="13" y="1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22" name="Freeform 636">
                <a:extLst>
                  <a:ext uri="{FF2B5EF4-FFF2-40B4-BE49-F238E27FC236}">
                    <a16:creationId xmlns:a16="http://schemas.microsoft.com/office/drawing/2014/main" id="{EE3FB378-FCC2-485C-8B21-62C2B3DF86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1515" y="4591132"/>
                <a:ext cx="347501" cy="768711"/>
              </a:xfrm>
              <a:custGeom>
                <a:avLst/>
                <a:gdLst>
                  <a:gd name="T0" fmla="*/ 8 w 13"/>
                  <a:gd name="T1" fmla="*/ 28 h 29"/>
                  <a:gd name="T2" fmla="*/ 6 w 13"/>
                  <a:gd name="T3" fmla="*/ 3 h 29"/>
                  <a:gd name="T4" fmla="*/ 4 w 13"/>
                  <a:gd name="T5" fmla="*/ 4 h 29"/>
                  <a:gd name="T6" fmla="*/ 1 w 13"/>
                  <a:gd name="T7" fmla="*/ 28 h 29"/>
                  <a:gd name="T8" fmla="*/ 1 w 13"/>
                  <a:gd name="T9" fmla="*/ 29 h 29"/>
                  <a:gd name="T10" fmla="*/ 7 w 13"/>
                  <a:gd name="T11" fmla="*/ 28 h 29"/>
                  <a:gd name="T12" fmla="*/ 8 w 13"/>
                  <a:gd name="T13" fmla="*/ 28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9">
                    <a:moveTo>
                      <a:pt x="8" y="28"/>
                    </a:moveTo>
                    <a:cubicBezTo>
                      <a:pt x="8" y="28"/>
                      <a:pt x="13" y="13"/>
                      <a:pt x="6" y="3"/>
                    </a:cubicBezTo>
                    <a:cubicBezTo>
                      <a:pt x="6" y="3"/>
                      <a:pt x="5" y="0"/>
                      <a:pt x="4" y="4"/>
                    </a:cubicBezTo>
                    <a:cubicBezTo>
                      <a:pt x="4" y="4"/>
                      <a:pt x="7" y="9"/>
                      <a:pt x="1" y="28"/>
                    </a:cubicBezTo>
                    <a:cubicBezTo>
                      <a:pt x="1" y="28"/>
                      <a:pt x="0" y="29"/>
                      <a:pt x="1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8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23" name="Freeform 637">
                <a:extLst>
                  <a:ext uri="{FF2B5EF4-FFF2-40B4-BE49-F238E27FC236}">
                    <a16:creationId xmlns:a16="http://schemas.microsoft.com/office/drawing/2014/main" id="{D8C8C297-2831-4FBB-8DF6-58287E2205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1515" y="4591132"/>
                <a:ext cx="347501" cy="768711"/>
              </a:xfrm>
              <a:custGeom>
                <a:avLst/>
                <a:gdLst>
                  <a:gd name="T0" fmla="*/ 8 w 13"/>
                  <a:gd name="T1" fmla="*/ 28 h 29"/>
                  <a:gd name="T2" fmla="*/ 6 w 13"/>
                  <a:gd name="T3" fmla="*/ 3 h 29"/>
                  <a:gd name="T4" fmla="*/ 4 w 13"/>
                  <a:gd name="T5" fmla="*/ 4 h 29"/>
                  <a:gd name="T6" fmla="*/ 1 w 13"/>
                  <a:gd name="T7" fmla="*/ 28 h 29"/>
                  <a:gd name="T8" fmla="*/ 1 w 13"/>
                  <a:gd name="T9" fmla="*/ 29 h 29"/>
                  <a:gd name="T10" fmla="*/ 7 w 13"/>
                  <a:gd name="T11" fmla="*/ 28 h 29"/>
                  <a:gd name="T12" fmla="*/ 8 w 13"/>
                  <a:gd name="T13" fmla="*/ 28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9">
                    <a:moveTo>
                      <a:pt x="8" y="28"/>
                    </a:moveTo>
                    <a:cubicBezTo>
                      <a:pt x="8" y="28"/>
                      <a:pt x="13" y="13"/>
                      <a:pt x="6" y="3"/>
                    </a:cubicBezTo>
                    <a:cubicBezTo>
                      <a:pt x="6" y="3"/>
                      <a:pt x="5" y="0"/>
                      <a:pt x="4" y="4"/>
                    </a:cubicBezTo>
                    <a:cubicBezTo>
                      <a:pt x="4" y="4"/>
                      <a:pt x="7" y="9"/>
                      <a:pt x="1" y="28"/>
                    </a:cubicBezTo>
                    <a:cubicBezTo>
                      <a:pt x="1" y="28"/>
                      <a:pt x="0" y="29"/>
                      <a:pt x="1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8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24" name="Freeform 638">
                <a:extLst>
                  <a:ext uri="{FF2B5EF4-FFF2-40B4-BE49-F238E27FC236}">
                    <a16:creationId xmlns:a16="http://schemas.microsoft.com/office/drawing/2014/main" id="{0C3CADAD-8DC1-41AC-8EB0-A52609E0B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175" y="3622350"/>
                <a:ext cx="2190290" cy="1737493"/>
              </a:xfrm>
              <a:custGeom>
                <a:avLst/>
                <a:gdLst>
                  <a:gd name="T0" fmla="*/ 76 w 83"/>
                  <a:gd name="T1" fmla="*/ 27 h 66"/>
                  <a:gd name="T2" fmla="*/ 83 w 83"/>
                  <a:gd name="T3" fmla="*/ 39 h 66"/>
                  <a:gd name="T4" fmla="*/ 81 w 83"/>
                  <a:gd name="T5" fmla="*/ 55 h 66"/>
                  <a:gd name="T6" fmla="*/ 79 w 83"/>
                  <a:gd name="T7" fmla="*/ 61 h 66"/>
                  <a:gd name="T8" fmla="*/ 33 w 83"/>
                  <a:gd name="T9" fmla="*/ 65 h 66"/>
                  <a:gd name="T10" fmla="*/ 24 w 83"/>
                  <a:gd name="T11" fmla="*/ 44 h 66"/>
                  <a:gd name="T12" fmla="*/ 19 w 83"/>
                  <a:gd name="T13" fmla="*/ 60 h 66"/>
                  <a:gd name="T14" fmla="*/ 7 w 83"/>
                  <a:gd name="T15" fmla="*/ 54 h 66"/>
                  <a:gd name="T16" fmla="*/ 1 w 83"/>
                  <a:gd name="T17" fmla="*/ 36 h 66"/>
                  <a:gd name="T18" fmla="*/ 3 w 83"/>
                  <a:gd name="T19" fmla="*/ 21 h 66"/>
                  <a:gd name="T20" fmla="*/ 11 w 83"/>
                  <a:gd name="T21" fmla="*/ 5 h 66"/>
                  <a:gd name="T22" fmla="*/ 17 w 83"/>
                  <a:gd name="T23" fmla="*/ 4 h 66"/>
                  <a:gd name="T24" fmla="*/ 52 w 83"/>
                  <a:gd name="T25" fmla="*/ 3 h 66"/>
                  <a:gd name="T26" fmla="*/ 62 w 83"/>
                  <a:gd name="T27" fmla="*/ 8 h 66"/>
                  <a:gd name="T28" fmla="*/ 76 w 83"/>
                  <a:gd name="T29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66">
                    <a:moveTo>
                      <a:pt x="76" y="27"/>
                    </a:moveTo>
                    <a:cubicBezTo>
                      <a:pt x="76" y="27"/>
                      <a:pt x="81" y="29"/>
                      <a:pt x="83" y="39"/>
                    </a:cubicBezTo>
                    <a:cubicBezTo>
                      <a:pt x="83" y="39"/>
                      <a:pt x="83" y="45"/>
                      <a:pt x="81" y="55"/>
                    </a:cubicBezTo>
                    <a:cubicBezTo>
                      <a:pt x="81" y="57"/>
                      <a:pt x="79" y="61"/>
                      <a:pt x="79" y="61"/>
                    </a:cubicBezTo>
                    <a:cubicBezTo>
                      <a:pt x="79" y="61"/>
                      <a:pt x="52" y="66"/>
                      <a:pt x="33" y="65"/>
                    </a:cubicBezTo>
                    <a:cubicBezTo>
                      <a:pt x="33" y="65"/>
                      <a:pt x="30" y="46"/>
                      <a:pt x="24" y="44"/>
                    </a:cubicBezTo>
                    <a:cubicBezTo>
                      <a:pt x="18" y="42"/>
                      <a:pt x="19" y="56"/>
                      <a:pt x="19" y="60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7" y="54"/>
                      <a:pt x="3" y="37"/>
                      <a:pt x="1" y="36"/>
                    </a:cubicBezTo>
                    <a:cubicBezTo>
                      <a:pt x="1" y="36"/>
                      <a:pt x="0" y="25"/>
                      <a:pt x="3" y="21"/>
                    </a:cubicBezTo>
                    <a:cubicBezTo>
                      <a:pt x="3" y="21"/>
                      <a:pt x="7" y="6"/>
                      <a:pt x="11" y="5"/>
                    </a:cubicBezTo>
                    <a:cubicBezTo>
                      <a:pt x="15" y="3"/>
                      <a:pt x="17" y="4"/>
                      <a:pt x="17" y="4"/>
                    </a:cubicBezTo>
                    <a:cubicBezTo>
                      <a:pt x="17" y="4"/>
                      <a:pt x="27" y="0"/>
                      <a:pt x="52" y="3"/>
                    </a:cubicBezTo>
                    <a:cubicBezTo>
                      <a:pt x="52" y="3"/>
                      <a:pt x="58" y="3"/>
                      <a:pt x="62" y="8"/>
                    </a:cubicBezTo>
                    <a:cubicBezTo>
                      <a:pt x="62" y="8"/>
                      <a:pt x="74" y="21"/>
                      <a:pt x="76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25" name="Freeform 639">
                <a:extLst>
                  <a:ext uri="{FF2B5EF4-FFF2-40B4-BE49-F238E27FC236}">
                    <a16:creationId xmlns:a16="http://schemas.microsoft.com/office/drawing/2014/main" id="{1DDCF1F7-5F27-428F-BF21-6399C43F0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175" y="3622350"/>
                <a:ext cx="2190290" cy="1737493"/>
              </a:xfrm>
              <a:custGeom>
                <a:avLst/>
                <a:gdLst>
                  <a:gd name="T0" fmla="*/ 76 w 83"/>
                  <a:gd name="T1" fmla="*/ 27 h 66"/>
                  <a:gd name="T2" fmla="*/ 83 w 83"/>
                  <a:gd name="T3" fmla="*/ 39 h 66"/>
                  <a:gd name="T4" fmla="*/ 81 w 83"/>
                  <a:gd name="T5" fmla="*/ 55 h 66"/>
                  <a:gd name="T6" fmla="*/ 79 w 83"/>
                  <a:gd name="T7" fmla="*/ 61 h 66"/>
                  <a:gd name="T8" fmla="*/ 33 w 83"/>
                  <a:gd name="T9" fmla="*/ 65 h 66"/>
                  <a:gd name="T10" fmla="*/ 24 w 83"/>
                  <a:gd name="T11" fmla="*/ 44 h 66"/>
                  <a:gd name="T12" fmla="*/ 19 w 83"/>
                  <a:gd name="T13" fmla="*/ 60 h 66"/>
                  <a:gd name="T14" fmla="*/ 7 w 83"/>
                  <a:gd name="T15" fmla="*/ 54 h 66"/>
                  <a:gd name="T16" fmla="*/ 1 w 83"/>
                  <a:gd name="T17" fmla="*/ 36 h 66"/>
                  <a:gd name="T18" fmla="*/ 3 w 83"/>
                  <a:gd name="T19" fmla="*/ 21 h 66"/>
                  <a:gd name="T20" fmla="*/ 11 w 83"/>
                  <a:gd name="T21" fmla="*/ 5 h 66"/>
                  <a:gd name="T22" fmla="*/ 17 w 83"/>
                  <a:gd name="T23" fmla="*/ 4 h 66"/>
                  <a:gd name="T24" fmla="*/ 52 w 83"/>
                  <a:gd name="T25" fmla="*/ 3 h 66"/>
                  <a:gd name="T26" fmla="*/ 62 w 83"/>
                  <a:gd name="T27" fmla="*/ 8 h 66"/>
                  <a:gd name="T28" fmla="*/ 76 w 83"/>
                  <a:gd name="T29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66">
                    <a:moveTo>
                      <a:pt x="76" y="27"/>
                    </a:moveTo>
                    <a:cubicBezTo>
                      <a:pt x="76" y="27"/>
                      <a:pt x="81" y="29"/>
                      <a:pt x="83" y="39"/>
                    </a:cubicBezTo>
                    <a:cubicBezTo>
                      <a:pt x="83" y="39"/>
                      <a:pt x="83" y="45"/>
                      <a:pt x="81" y="55"/>
                    </a:cubicBezTo>
                    <a:cubicBezTo>
                      <a:pt x="81" y="57"/>
                      <a:pt x="79" y="61"/>
                      <a:pt x="79" y="61"/>
                    </a:cubicBezTo>
                    <a:cubicBezTo>
                      <a:pt x="79" y="61"/>
                      <a:pt x="52" y="66"/>
                      <a:pt x="33" y="65"/>
                    </a:cubicBezTo>
                    <a:cubicBezTo>
                      <a:pt x="33" y="65"/>
                      <a:pt x="30" y="46"/>
                      <a:pt x="24" y="44"/>
                    </a:cubicBezTo>
                    <a:cubicBezTo>
                      <a:pt x="18" y="42"/>
                      <a:pt x="19" y="56"/>
                      <a:pt x="19" y="60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7" y="54"/>
                      <a:pt x="3" y="37"/>
                      <a:pt x="1" y="36"/>
                    </a:cubicBezTo>
                    <a:cubicBezTo>
                      <a:pt x="1" y="36"/>
                      <a:pt x="0" y="25"/>
                      <a:pt x="3" y="21"/>
                    </a:cubicBezTo>
                    <a:cubicBezTo>
                      <a:pt x="3" y="21"/>
                      <a:pt x="7" y="6"/>
                      <a:pt x="11" y="5"/>
                    </a:cubicBezTo>
                    <a:cubicBezTo>
                      <a:pt x="15" y="3"/>
                      <a:pt x="17" y="4"/>
                      <a:pt x="17" y="4"/>
                    </a:cubicBezTo>
                    <a:cubicBezTo>
                      <a:pt x="17" y="4"/>
                      <a:pt x="27" y="0"/>
                      <a:pt x="52" y="3"/>
                    </a:cubicBezTo>
                    <a:cubicBezTo>
                      <a:pt x="52" y="3"/>
                      <a:pt x="58" y="3"/>
                      <a:pt x="62" y="8"/>
                    </a:cubicBezTo>
                    <a:cubicBezTo>
                      <a:pt x="62" y="8"/>
                      <a:pt x="74" y="21"/>
                      <a:pt x="76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26" name="Freeform 640">
                <a:extLst>
                  <a:ext uri="{FF2B5EF4-FFF2-40B4-BE49-F238E27FC236}">
                    <a16:creationId xmlns:a16="http://schemas.microsoft.com/office/drawing/2014/main" id="{6EBF3D09-4237-42D3-AAA7-2184A67930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8341" y="3748713"/>
                <a:ext cx="1432113" cy="716056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27" name="Freeform 641">
                <a:extLst>
                  <a:ext uri="{FF2B5EF4-FFF2-40B4-BE49-F238E27FC236}">
                    <a16:creationId xmlns:a16="http://schemas.microsoft.com/office/drawing/2014/main" id="{A0837E4D-BA84-41E9-9567-5D6117B740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8341" y="3748713"/>
                <a:ext cx="1432113" cy="716056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28" name="Freeform 642">
                <a:extLst>
                  <a:ext uri="{FF2B5EF4-FFF2-40B4-BE49-F238E27FC236}">
                    <a16:creationId xmlns:a16="http://schemas.microsoft.com/office/drawing/2014/main" id="{24241C83-393D-4D50-B6A6-E54E14DF91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8341" y="3748713"/>
                <a:ext cx="1432113" cy="716056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29" name="Freeform 643">
                <a:extLst>
                  <a:ext uri="{FF2B5EF4-FFF2-40B4-BE49-F238E27FC236}">
                    <a16:creationId xmlns:a16="http://schemas.microsoft.com/office/drawing/2014/main" id="{C1BCA158-457C-48EC-99FF-A8351D29B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132" y="3780300"/>
                <a:ext cx="421210" cy="526512"/>
              </a:xfrm>
              <a:custGeom>
                <a:avLst/>
                <a:gdLst>
                  <a:gd name="T0" fmla="*/ 16 w 16"/>
                  <a:gd name="T1" fmla="*/ 20 h 20"/>
                  <a:gd name="T2" fmla="*/ 13 w 16"/>
                  <a:gd name="T3" fmla="*/ 5 h 20"/>
                  <a:gd name="T4" fmla="*/ 8 w 16"/>
                  <a:gd name="T5" fmla="*/ 0 h 20"/>
                  <a:gd name="T6" fmla="*/ 0 w 16"/>
                  <a:gd name="T7" fmla="*/ 13 h 20"/>
                  <a:gd name="T8" fmla="*/ 16 w 16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6" y="20"/>
                    </a:move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0"/>
                      <a:pt x="8" y="0"/>
                    </a:cubicBezTo>
                    <a:cubicBezTo>
                      <a:pt x="8" y="0"/>
                      <a:pt x="5" y="0"/>
                      <a:pt x="0" y="13"/>
                    </a:cubicBezTo>
                    <a:cubicBezTo>
                      <a:pt x="16" y="20"/>
                      <a:pt x="16" y="20"/>
                      <a:pt x="16" y="2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30" name="Freeform 644">
                <a:extLst>
                  <a:ext uri="{FF2B5EF4-FFF2-40B4-BE49-F238E27FC236}">
                    <a16:creationId xmlns:a16="http://schemas.microsoft.com/office/drawing/2014/main" id="{C4B3D00C-84B7-4131-81F0-EF6FACE4D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132" y="3780300"/>
                <a:ext cx="421210" cy="526512"/>
              </a:xfrm>
              <a:custGeom>
                <a:avLst/>
                <a:gdLst>
                  <a:gd name="T0" fmla="*/ 16 w 16"/>
                  <a:gd name="T1" fmla="*/ 20 h 20"/>
                  <a:gd name="T2" fmla="*/ 13 w 16"/>
                  <a:gd name="T3" fmla="*/ 5 h 20"/>
                  <a:gd name="T4" fmla="*/ 8 w 16"/>
                  <a:gd name="T5" fmla="*/ 0 h 20"/>
                  <a:gd name="T6" fmla="*/ 0 w 16"/>
                  <a:gd name="T7" fmla="*/ 13 h 20"/>
                  <a:gd name="T8" fmla="*/ 16 w 16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6" y="20"/>
                    </a:move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0"/>
                      <a:pt x="8" y="0"/>
                    </a:cubicBezTo>
                    <a:cubicBezTo>
                      <a:pt x="8" y="0"/>
                      <a:pt x="5" y="0"/>
                      <a:pt x="0" y="13"/>
                    </a:cubicBezTo>
                    <a:cubicBezTo>
                      <a:pt x="16" y="20"/>
                      <a:pt x="16" y="20"/>
                      <a:pt x="16" y="2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31" name="Freeform 645">
                <a:extLst>
                  <a:ext uri="{FF2B5EF4-FFF2-40B4-BE49-F238E27FC236}">
                    <a16:creationId xmlns:a16="http://schemas.microsoft.com/office/drawing/2014/main" id="{4B1194B1-9958-4110-921D-BF59C4811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3039" y="4306812"/>
                <a:ext cx="52655" cy="916134"/>
              </a:xfrm>
              <a:custGeom>
                <a:avLst/>
                <a:gdLst>
                  <a:gd name="T0" fmla="*/ 1 w 2"/>
                  <a:gd name="T1" fmla="*/ 35 h 35"/>
                  <a:gd name="T2" fmla="*/ 0 w 2"/>
                  <a:gd name="T3" fmla="*/ 10 h 35"/>
                  <a:gd name="T4" fmla="*/ 2 w 2"/>
                  <a:gd name="T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5">
                    <a:moveTo>
                      <a:pt x="1" y="35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4"/>
                      <a:pt x="2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32" name="Freeform 646">
                <a:extLst>
                  <a:ext uri="{FF2B5EF4-FFF2-40B4-BE49-F238E27FC236}">
                    <a16:creationId xmlns:a16="http://schemas.microsoft.com/office/drawing/2014/main" id="{FF308502-A8AE-41F1-BE02-6780D8D22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3039" y="4306812"/>
                <a:ext cx="52655" cy="916134"/>
              </a:xfrm>
              <a:custGeom>
                <a:avLst/>
                <a:gdLst>
                  <a:gd name="T0" fmla="*/ 1 w 2"/>
                  <a:gd name="T1" fmla="*/ 35 h 35"/>
                  <a:gd name="T2" fmla="*/ 0 w 2"/>
                  <a:gd name="T3" fmla="*/ 10 h 35"/>
                  <a:gd name="T4" fmla="*/ 2 w 2"/>
                  <a:gd name="T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5">
                    <a:moveTo>
                      <a:pt x="1" y="35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4"/>
                      <a:pt x="2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33" name="Freeform 647">
                <a:extLst>
                  <a:ext uri="{FF2B5EF4-FFF2-40B4-BE49-F238E27FC236}">
                    <a16:creationId xmlns:a16="http://schemas.microsoft.com/office/drawing/2014/main" id="{8A5D6BAD-EB4B-4658-A9D3-EA15077A0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175" y="4117268"/>
                <a:ext cx="210605" cy="842419"/>
              </a:xfrm>
              <a:custGeom>
                <a:avLst/>
                <a:gdLst>
                  <a:gd name="T0" fmla="*/ 6 w 8"/>
                  <a:gd name="T1" fmla="*/ 0 h 32"/>
                  <a:gd name="T2" fmla="*/ 8 w 8"/>
                  <a:gd name="T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" h="32">
                    <a:moveTo>
                      <a:pt x="6" y="0"/>
                    </a:moveTo>
                    <a:cubicBezTo>
                      <a:pt x="6" y="0"/>
                      <a:pt x="0" y="9"/>
                      <a:pt x="8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34" name="Freeform 648">
                <a:extLst>
                  <a:ext uri="{FF2B5EF4-FFF2-40B4-BE49-F238E27FC236}">
                    <a16:creationId xmlns:a16="http://schemas.microsoft.com/office/drawing/2014/main" id="{04ADE29C-3D40-4DA1-BBAC-AB5D5FB9D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175" y="4117268"/>
                <a:ext cx="210605" cy="842419"/>
              </a:xfrm>
              <a:custGeom>
                <a:avLst/>
                <a:gdLst>
                  <a:gd name="T0" fmla="*/ 6 w 8"/>
                  <a:gd name="T1" fmla="*/ 0 h 32"/>
                  <a:gd name="T2" fmla="*/ 8 w 8"/>
                  <a:gd name="T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" h="32">
                    <a:moveTo>
                      <a:pt x="6" y="0"/>
                    </a:moveTo>
                    <a:cubicBezTo>
                      <a:pt x="6" y="0"/>
                      <a:pt x="0" y="9"/>
                      <a:pt x="8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35" name="Freeform 649">
                <a:extLst>
                  <a:ext uri="{FF2B5EF4-FFF2-40B4-BE49-F238E27FC236}">
                    <a16:creationId xmlns:a16="http://schemas.microsoft.com/office/drawing/2014/main" id="{AEEF64F2-BFEB-453E-B07B-4A359AE14B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979" y="4675374"/>
                <a:ext cx="263259" cy="579167"/>
              </a:xfrm>
              <a:custGeom>
                <a:avLst/>
                <a:gdLst>
                  <a:gd name="T0" fmla="*/ 2 w 10"/>
                  <a:gd name="T1" fmla="*/ 20 h 22"/>
                  <a:gd name="T2" fmla="*/ 6 w 10"/>
                  <a:gd name="T3" fmla="*/ 22 h 22"/>
                  <a:gd name="T4" fmla="*/ 10 w 10"/>
                  <a:gd name="T5" fmla="*/ 7 h 22"/>
                  <a:gd name="T6" fmla="*/ 2 w 10"/>
                  <a:gd name="T7" fmla="*/ 6 h 22"/>
                  <a:gd name="T8" fmla="*/ 2 w 10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2">
                    <a:moveTo>
                      <a:pt x="2" y="20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5" y="0"/>
                      <a:pt x="2" y="6"/>
                    </a:cubicBezTo>
                    <a:cubicBezTo>
                      <a:pt x="0" y="12"/>
                      <a:pt x="2" y="20"/>
                      <a:pt x="2" y="2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36" name="Freeform 650">
                <a:extLst>
                  <a:ext uri="{FF2B5EF4-FFF2-40B4-BE49-F238E27FC236}">
                    <a16:creationId xmlns:a16="http://schemas.microsoft.com/office/drawing/2014/main" id="{23B4A7B8-DC18-466D-B1E3-F4117AAB4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979" y="4675374"/>
                <a:ext cx="263259" cy="579167"/>
              </a:xfrm>
              <a:custGeom>
                <a:avLst/>
                <a:gdLst>
                  <a:gd name="T0" fmla="*/ 2 w 10"/>
                  <a:gd name="T1" fmla="*/ 20 h 22"/>
                  <a:gd name="T2" fmla="*/ 6 w 10"/>
                  <a:gd name="T3" fmla="*/ 22 h 22"/>
                  <a:gd name="T4" fmla="*/ 10 w 10"/>
                  <a:gd name="T5" fmla="*/ 7 h 22"/>
                  <a:gd name="T6" fmla="*/ 2 w 10"/>
                  <a:gd name="T7" fmla="*/ 6 h 22"/>
                  <a:gd name="T8" fmla="*/ 2 w 10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2">
                    <a:moveTo>
                      <a:pt x="2" y="20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5" y="0"/>
                      <a:pt x="2" y="6"/>
                    </a:cubicBezTo>
                    <a:cubicBezTo>
                      <a:pt x="0" y="12"/>
                      <a:pt x="2" y="20"/>
                      <a:pt x="2" y="2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37" name="Freeform 651">
                <a:extLst>
                  <a:ext uri="{FF2B5EF4-FFF2-40B4-BE49-F238E27FC236}">
                    <a16:creationId xmlns:a16="http://schemas.microsoft.com/office/drawing/2014/main" id="{779E3973-A3D8-44E5-A6AE-51E88A333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8341" y="4854385"/>
                <a:ext cx="315907" cy="631814"/>
              </a:xfrm>
              <a:custGeom>
                <a:avLst/>
                <a:gdLst>
                  <a:gd name="T0" fmla="*/ 11 w 12"/>
                  <a:gd name="T1" fmla="*/ 16 h 24"/>
                  <a:gd name="T2" fmla="*/ 9 w 12"/>
                  <a:gd name="T3" fmla="*/ 24 h 24"/>
                  <a:gd name="T4" fmla="*/ 4 w 12"/>
                  <a:gd name="T5" fmla="*/ 24 h 24"/>
                  <a:gd name="T6" fmla="*/ 0 w 12"/>
                  <a:gd name="T7" fmla="*/ 11 h 24"/>
                  <a:gd name="T8" fmla="*/ 1 w 12"/>
                  <a:gd name="T9" fmla="*/ 0 h 24"/>
                  <a:gd name="T10" fmla="*/ 3 w 12"/>
                  <a:gd name="T11" fmla="*/ 0 h 24"/>
                  <a:gd name="T12" fmla="*/ 11 w 12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11" y="16"/>
                    </a:moveTo>
                    <a:cubicBezTo>
                      <a:pt x="12" y="17"/>
                      <a:pt x="11" y="22"/>
                      <a:pt x="9" y="24"/>
                    </a:cubicBezTo>
                    <a:cubicBezTo>
                      <a:pt x="9" y="24"/>
                      <a:pt x="4" y="24"/>
                      <a:pt x="4" y="24"/>
                    </a:cubicBezTo>
                    <a:cubicBezTo>
                      <a:pt x="4" y="24"/>
                      <a:pt x="1" y="17"/>
                      <a:pt x="0" y="11"/>
                    </a:cubicBezTo>
                    <a:cubicBezTo>
                      <a:pt x="0" y="7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6" y="0"/>
                      <a:pt x="11" y="16"/>
                      <a:pt x="11" y="1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38" name="Freeform 652">
                <a:extLst>
                  <a:ext uri="{FF2B5EF4-FFF2-40B4-BE49-F238E27FC236}">
                    <a16:creationId xmlns:a16="http://schemas.microsoft.com/office/drawing/2014/main" id="{8C34BCD3-22A4-45D0-B5D4-1A7B4A607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8341" y="4854385"/>
                <a:ext cx="315907" cy="631814"/>
              </a:xfrm>
              <a:custGeom>
                <a:avLst/>
                <a:gdLst>
                  <a:gd name="T0" fmla="*/ 11 w 12"/>
                  <a:gd name="T1" fmla="*/ 16 h 24"/>
                  <a:gd name="T2" fmla="*/ 9 w 12"/>
                  <a:gd name="T3" fmla="*/ 24 h 24"/>
                  <a:gd name="T4" fmla="*/ 4 w 12"/>
                  <a:gd name="T5" fmla="*/ 24 h 24"/>
                  <a:gd name="T6" fmla="*/ 0 w 12"/>
                  <a:gd name="T7" fmla="*/ 11 h 24"/>
                  <a:gd name="T8" fmla="*/ 1 w 12"/>
                  <a:gd name="T9" fmla="*/ 0 h 24"/>
                  <a:gd name="T10" fmla="*/ 3 w 12"/>
                  <a:gd name="T11" fmla="*/ 0 h 24"/>
                  <a:gd name="T12" fmla="*/ 11 w 12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11" y="16"/>
                    </a:moveTo>
                    <a:cubicBezTo>
                      <a:pt x="12" y="17"/>
                      <a:pt x="11" y="22"/>
                      <a:pt x="9" y="24"/>
                    </a:cubicBezTo>
                    <a:cubicBezTo>
                      <a:pt x="9" y="24"/>
                      <a:pt x="4" y="24"/>
                      <a:pt x="4" y="24"/>
                    </a:cubicBezTo>
                    <a:cubicBezTo>
                      <a:pt x="4" y="24"/>
                      <a:pt x="1" y="17"/>
                      <a:pt x="0" y="11"/>
                    </a:cubicBezTo>
                    <a:cubicBezTo>
                      <a:pt x="0" y="7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6" y="0"/>
                      <a:pt x="11" y="16"/>
                      <a:pt x="11" y="1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39" name="Freeform 653">
                <a:extLst>
                  <a:ext uri="{FF2B5EF4-FFF2-40B4-BE49-F238E27FC236}">
                    <a16:creationId xmlns:a16="http://schemas.microsoft.com/office/drawing/2014/main" id="{CBA30690-CE47-4791-9BB2-32E71CC7E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626" y="4854385"/>
                <a:ext cx="284320" cy="631814"/>
              </a:xfrm>
              <a:custGeom>
                <a:avLst/>
                <a:gdLst>
                  <a:gd name="T0" fmla="*/ 11 w 11"/>
                  <a:gd name="T1" fmla="*/ 12 h 24"/>
                  <a:gd name="T2" fmla="*/ 7 w 11"/>
                  <a:gd name="T3" fmla="*/ 24 h 24"/>
                  <a:gd name="T4" fmla="*/ 1 w 11"/>
                  <a:gd name="T5" fmla="*/ 12 h 24"/>
                  <a:gd name="T6" fmla="*/ 5 w 11"/>
                  <a:gd name="T7" fmla="*/ 0 h 24"/>
                  <a:gd name="T8" fmla="*/ 11 w 11"/>
                  <a:gd name="T9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4">
                    <a:moveTo>
                      <a:pt x="11" y="12"/>
                    </a:moveTo>
                    <a:cubicBezTo>
                      <a:pt x="11" y="18"/>
                      <a:pt x="10" y="24"/>
                      <a:pt x="7" y="24"/>
                    </a:cubicBezTo>
                    <a:cubicBezTo>
                      <a:pt x="4" y="24"/>
                      <a:pt x="1" y="19"/>
                      <a:pt x="1" y="12"/>
                    </a:cubicBezTo>
                    <a:cubicBezTo>
                      <a:pt x="0" y="6"/>
                      <a:pt x="2" y="0"/>
                      <a:pt x="5" y="0"/>
                    </a:cubicBezTo>
                    <a:cubicBezTo>
                      <a:pt x="8" y="0"/>
                      <a:pt x="10" y="5"/>
                      <a:pt x="11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40" name="Freeform 654">
                <a:extLst>
                  <a:ext uri="{FF2B5EF4-FFF2-40B4-BE49-F238E27FC236}">
                    <a16:creationId xmlns:a16="http://schemas.microsoft.com/office/drawing/2014/main" id="{445535FB-F011-4349-ACE2-3ED77C851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626" y="4854385"/>
                <a:ext cx="284320" cy="631814"/>
              </a:xfrm>
              <a:custGeom>
                <a:avLst/>
                <a:gdLst>
                  <a:gd name="T0" fmla="*/ 11 w 11"/>
                  <a:gd name="T1" fmla="*/ 12 h 24"/>
                  <a:gd name="T2" fmla="*/ 7 w 11"/>
                  <a:gd name="T3" fmla="*/ 24 h 24"/>
                  <a:gd name="T4" fmla="*/ 1 w 11"/>
                  <a:gd name="T5" fmla="*/ 12 h 24"/>
                  <a:gd name="T6" fmla="*/ 5 w 11"/>
                  <a:gd name="T7" fmla="*/ 0 h 24"/>
                  <a:gd name="T8" fmla="*/ 11 w 11"/>
                  <a:gd name="T9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4">
                    <a:moveTo>
                      <a:pt x="11" y="12"/>
                    </a:moveTo>
                    <a:cubicBezTo>
                      <a:pt x="11" y="18"/>
                      <a:pt x="10" y="24"/>
                      <a:pt x="7" y="24"/>
                    </a:cubicBezTo>
                    <a:cubicBezTo>
                      <a:pt x="4" y="24"/>
                      <a:pt x="1" y="19"/>
                      <a:pt x="1" y="12"/>
                    </a:cubicBezTo>
                    <a:cubicBezTo>
                      <a:pt x="0" y="6"/>
                      <a:pt x="2" y="0"/>
                      <a:pt x="5" y="0"/>
                    </a:cubicBezTo>
                    <a:cubicBezTo>
                      <a:pt x="8" y="0"/>
                      <a:pt x="10" y="5"/>
                      <a:pt x="11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41" name="Freeform 655">
                <a:extLst>
                  <a:ext uri="{FF2B5EF4-FFF2-40B4-BE49-F238E27FC236}">
                    <a16:creationId xmlns:a16="http://schemas.microsoft.com/office/drawing/2014/main" id="{84E1DBE0-E47E-4E67-B96C-6744036612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5687" y="4938626"/>
                <a:ext cx="210605" cy="494925"/>
              </a:xfrm>
              <a:custGeom>
                <a:avLst/>
                <a:gdLst>
                  <a:gd name="T0" fmla="*/ 5 w 8"/>
                  <a:gd name="T1" fmla="*/ 17 h 19"/>
                  <a:gd name="T2" fmla="*/ 5 w 8"/>
                  <a:gd name="T3" fmla="*/ 17 h 19"/>
                  <a:gd name="T4" fmla="*/ 4 w 8"/>
                  <a:gd name="T5" fmla="*/ 17 h 19"/>
                  <a:gd name="T6" fmla="*/ 2 w 8"/>
                  <a:gd name="T7" fmla="*/ 14 h 19"/>
                  <a:gd name="T8" fmla="*/ 4 w 8"/>
                  <a:gd name="T9" fmla="*/ 11 h 19"/>
                  <a:gd name="T10" fmla="*/ 5 w 8"/>
                  <a:gd name="T11" fmla="*/ 17 h 19"/>
                  <a:gd name="T12" fmla="*/ 5 w 8"/>
                  <a:gd name="T13" fmla="*/ 17 h 19"/>
                  <a:gd name="T14" fmla="*/ 7 w 8"/>
                  <a:gd name="T15" fmla="*/ 13 h 19"/>
                  <a:gd name="T16" fmla="*/ 5 w 8"/>
                  <a:gd name="T17" fmla="*/ 17 h 19"/>
                  <a:gd name="T18" fmla="*/ 5 w 8"/>
                  <a:gd name="T19" fmla="*/ 11 h 19"/>
                  <a:gd name="T20" fmla="*/ 7 w 8"/>
                  <a:gd name="T21" fmla="*/ 11 h 19"/>
                  <a:gd name="T22" fmla="*/ 7 w 8"/>
                  <a:gd name="T23" fmla="*/ 13 h 19"/>
                  <a:gd name="T24" fmla="*/ 2 w 8"/>
                  <a:gd name="T25" fmla="*/ 13 h 19"/>
                  <a:gd name="T26" fmla="*/ 2 w 8"/>
                  <a:gd name="T27" fmla="*/ 12 h 19"/>
                  <a:gd name="T28" fmla="*/ 1 w 8"/>
                  <a:gd name="T29" fmla="*/ 6 h 19"/>
                  <a:gd name="T30" fmla="*/ 2 w 8"/>
                  <a:gd name="T31" fmla="*/ 5 h 19"/>
                  <a:gd name="T32" fmla="*/ 4 w 8"/>
                  <a:gd name="T33" fmla="*/ 10 h 19"/>
                  <a:gd name="T34" fmla="*/ 2 w 8"/>
                  <a:gd name="T35" fmla="*/ 13 h 19"/>
                  <a:gd name="T36" fmla="*/ 7 w 8"/>
                  <a:gd name="T37" fmla="*/ 7 h 19"/>
                  <a:gd name="T38" fmla="*/ 7 w 8"/>
                  <a:gd name="T39" fmla="*/ 10 h 19"/>
                  <a:gd name="T40" fmla="*/ 5 w 8"/>
                  <a:gd name="T41" fmla="*/ 9 h 19"/>
                  <a:gd name="T42" fmla="*/ 5 w 8"/>
                  <a:gd name="T43" fmla="*/ 2 h 19"/>
                  <a:gd name="T44" fmla="*/ 7 w 8"/>
                  <a:gd name="T45" fmla="*/ 7 h 19"/>
                  <a:gd name="T46" fmla="*/ 4 w 8"/>
                  <a:gd name="T47" fmla="*/ 8 h 19"/>
                  <a:gd name="T48" fmla="*/ 2 w 8"/>
                  <a:gd name="T49" fmla="*/ 4 h 19"/>
                  <a:gd name="T50" fmla="*/ 4 w 8"/>
                  <a:gd name="T51" fmla="*/ 2 h 19"/>
                  <a:gd name="T52" fmla="*/ 5 w 8"/>
                  <a:gd name="T53" fmla="*/ 2 h 19"/>
                  <a:gd name="T54" fmla="*/ 4 w 8"/>
                  <a:gd name="T55" fmla="*/ 8 h 19"/>
                  <a:gd name="T56" fmla="*/ 5 w 8"/>
                  <a:gd name="T57" fmla="*/ 1 h 19"/>
                  <a:gd name="T58" fmla="*/ 4 w 8"/>
                  <a:gd name="T59" fmla="*/ 0 h 19"/>
                  <a:gd name="T60" fmla="*/ 4 w 8"/>
                  <a:gd name="T61" fmla="*/ 0 h 19"/>
                  <a:gd name="T62" fmla="*/ 1 w 8"/>
                  <a:gd name="T63" fmla="*/ 5 h 19"/>
                  <a:gd name="T64" fmla="*/ 3 w 8"/>
                  <a:gd name="T65" fmla="*/ 18 h 19"/>
                  <a:gd name="T66" fmla="*/ 5 w 8"/>
                  <a:gd name="T67" fmla="*/ 19 h 19"/>
                  <a:gd name="T68" fmla="*/ 8 w 8"/>
                  <a:gd name="T69" fmla="*/ 14 h 19"/>
                  <a:gd name="T70" fmla="*/ 5 w 8"/>
                  <a:gd name="T71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" h="19">
                    <a:moveTo>
                      <a:pt x="5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6"/>
                      <a:pt x="2" y="15"/>
                      <a:pt x="2" y="14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moveTo>
                      <a:pt x="7" y="13"/>
                    </a:moveTo>
                    <a:cubicBezTo>
                      <a:pt x="7" y="15"/>
                      <a:pt x="6" y="17"/>
                      <a:pt x="5" y="17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2"/>
                      <a:pt x="7" y="12"/>
                      <a:pt x="7" y="13"/>
                    </a:cubicBezTo>
                    <a:moveTo>
                      <a:pt x="2" y="13"/>
                    </a:moveTo>
                    <a:cubicBezTo>
                      <a:pt x="2" y="13"/>
                      <a:pt x="2" y="13"/>
                      <a:pt x="2" y="12"/>
                    </a:cubicBezTo>
                    <a:cubicBezTo>
                      <a:pt x="1" y="10"/>
                      <a:pt x="1" y="8"/>
                      <a:pt x="1" y="6"/>
                    </a:cubicBezTo>
                    <a:cubicBezTo>
                      <a:pt x="2" y="6"/>
                      <a:pt x="2" y="5"/>
                      <a:pt x="2" y="5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2" y="13"/>
                    </a:lnTo>
                    <a:close/>
                    <a:moveTo>
                      <a:pt x="7" y="7"/>
                    </a:moveTo>
                    <a:cubicBezTo>
                      <a:pt x="7" y="8"/>
                      <a:pt x="7" y="9"/>
                      <a:pt x="7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6" y="5"/>
                      <a:pt x="7" y="7"/>
                    </a:cubicBezTo>
                    <a:moveTo>
                      <a:pt x="4" y="8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2"/>
                      <a:pt x="3" y="2"/>
                      <a:pt x="4" y="2"/>
                    </a:cubicBezTo>
                    <a:cubicBezTo>
                      <a:pt x="4" y="1"/>
                      <a:pt x="5" y="2"/>
                      <a:pt x="5" y="2"/>
                    </a:cubicBezTo>
                    <a:lnTo>
                      <a:pt x="4" y="8"/>
                    </a:lnTo>
                    <a:close/>
                    <a:moveTo>
                      <a:pt x="5" y="1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2"/>
                      <a:pt x="1" y="5"/>
                    </a:cubicBezTo>
                    <a:cubicBezTo>
                      <a:pt x="0" y="10"/>
                      <a:pt x="1" y="16"/>
                      <a:pt x="3" y="18"/>
                    </a:cubicBezTo>
                    <a:cubicBezTo>
                      <a:pt x="4" y="19"/>
                      <a:pt x="4" y="19"/>
                      <a:pt x="5" y="19"/>
                    </a:cubicBezTo>
                    <a:cubicBezTo>
                      <a:pt x="6" y="19"/>
                      <a:pt x="7" y="17"/>
                      <a:pt x="8" y="14"/>
                    </a:cubicBezTo>
                    <a:cubicBezTo>
                      <a:pt x="8" y="9"/>
                      <a:pt x="7" y="3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42" name="Freeform 656">
                <a:extLst>
                  <a:ext uri="{FF2B5EF4-FFF2-40B4-BE49-F238E27FC236}">
                    <a16:creationId xmlns:a16="http://schemas.microsoft.com/office/drawing/2014/main" id="{A2F2DDC2-30CD-4B5E-B024-EE0721ECE6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5687" y="4938626"/>
                <a:ext cx="210605" cy="494925"/>
              </a:xfrm>
              <a:custGeom>
                <a:avLst/>
                <a:gdLst>
                  <a:gd name="T0" fmla="*/ 5 w 8"/>
                  <a:gd name="T1" fmla="*/ 17 h 19"/>
                  <a:gd name="T2" fmla="*/ 5 w 8"/>
                  <a:gd name="T3" fmla="*/ 17 h 19"/>
                  <a:gd name="T4" fmla="*/ 4 w 8"/>
                  <a:gd name="T5" fmla="*/ 17 h 19"/>
                  <a:gd name="T6" fmla="*/ 2 w 8"/>
                  <a:gd name="T7" fmla="*/ 14 h 19"/>
                  <a:gd name="T8" fmla="*/ 4 w 8"/>
                  <a:gd name="T9" fmla="*/ 11 h 19"/>
                  <a:gd name="T10" fmla="*/ 5 w 8"/>
                  <a:gd name="T11" fmla="*/ 17 h 19"/>
                  <a:gd name="T12" fmla="*/ 5 w 8"/>
                  <a:gd name="T13" fmla="*/ 17 h 19"/>
                  <a:gd name="T14" fmla="*/ 7 w 8"/>
                  <a:gd name="T15" fmla="*/ 13 h 19"/>
                  <a:gd name="T16" fmla="*/ 5 w 8"/>
                  <a:gd name="T17" fmla="*/ 17 h 19"/>
                  <a:gd name="T18" fmla="*/ 5 w 8"/>
                  <a:gd name="T19" fmla="*/ 11 h 19"/>
                  <a:gd name="T20" fmla="*/ 7 w 8"/>
                  <a:gd name="T21" fmla="*/ 11 h 19"/>
                  <a:gd name="T22" fmla="*/ 7 w 8"/>
                  <a:gd name="T23" fmla="*/ 13 h 19"/>
                  <a:gd name="T24" fmla="*/ 2 w 8"/>
                  <a:gd name="T25" fmla="*/ 13 h 19"/>
                  <a:gd name="T26" fmla="*/ 2 w 8"/>
                  <a:gd name="T27" fmla="*/ 12 h 19"/>
                  <a:gd name="T28" fmla="*/ 1 w 8"/>
                  <a:gd name="T29" fmla="*/ 6 h 19"/>
                  <a:gd name="T30" fmla="*/ 2 w 8"/>
                  <a:gd name="T31" fmla="*/ 5 h 19"/>
                  <a:gd name="T32" fmla="*/ 4 w 8"/>
                  <a:gd name="T33" fmla="*/ 10 h 19"/>
                  <a:gd name="T34" fmla="*/ 2 w 8"/>
                  <a:gd name="T35" fmla="*/ 13 h 19"/>
                  <a:gd name="T36" fmla="*/ 7 w 8"/>
                  <a:gd name="T37" fmla="*/ 7 h 19"/>
                  <a:gd name="T38" fmla="*/ 7 w 8"/>
                  <a:gd name="T39" fmla="*/ 10 h 19"/>
                  <a:gd name="T40" fmla="*/ 5 w 8"/>
                  <a:gd name="T41" fmla="*/ 9 h 19"/>
                  <a:gd name="T42" fmla="*/ 5 w 8"/>
                  <a:gd name="T43" fmla="*/ 2 h 19"/>
                  <a:gd name="T44" fmla="*/ 7 w 8"/>
                  <a:gd name="T45" fmla="*/ 7 h 19"/>
                  <a:gd name="T46" fmla="*/ 4 w 8"/>
                  <a:gd name="T47" fmla="*/ 8 h 19"/>
                  <a:gd name="T48" fmla="*/ 2 w 8"/>
                  <a:gd name="T49" fmla="*/ 4 h 19"/>
                  <a:gd name="T50" fmla="*/ 4 w 8"/>
                  <a:gd name="T51" fmla="*/ 2 h 19"/>
                  <a:gd name="T52" fmla="*/ 5 w 8"/>
                  <a:gd name="T53" fmla="*/ 2 h 19"/>
                  <a:gd name="T54" fmla="*/ 4 w 8"/>
                  <a:gd name="T55" fmla="*/ 8 h 19"/>
                  <a:gd name="T56" fmla="*/ 5 w 8"/>
                  <a:gd name="T57" fmla="*/ 1 h 19"/>
                  <a:gd name="T58" fmla="*/ 4 w 8"/>
                  <a:gd name="T59" fmla="*/ 0 h 19"/>
                  <a:gd name="T60" fmla="*/ 4 w 8"/>
                  <a:gd name="T61" fmla="*/ 0 h 19"/>
                  <a:gd name="T62" fmla="*/ 1 w 8"/>
                  <a:gd name="T63" fmla="*/ 5 h 19"/>
                  <a:gd name="T64" fmla="*/ 3 w 8"/>
                  <a:gd name="T65" fmla="*/ 18 h 19"/>
                  <a:gd name="T66" fmla="*/ 5 w 8"/>
                  <a:gd name="T67" fmla="*/ 19 h 19"/>
                  <a:gd name="T68" fmla="*/ 8 w 8"/>
                  <a:gd name="T69" fmla="*/ 14 h 19"/>
                  <a:gd name="T70" fmla="*/ 5 w 8"/>
                  <a:gd name="T71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" h="19">
                    <a:moveTo>
                      <a:pt x="5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6"/>
                      <a:pt x="2" y="15"/>
                      <a:pt x="2" y="14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moveTo>
                      <a:pt x="7" y="13"/>
                    </a:moveTo>
                    <a:cubicBezTo>
                      <a:pt x="7" y="15"/>
                      <a:pt x="6" y="17"/>
                      <a:pt x="5" y="17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2"/>
                      <a:pt x="7" y="12"/>
                      <a:pt x="7" y="13"/>
                    </a:cubicBezTo>
                    <a:moveTo>
                      <a:pt x="2" y="13"/>
                    </a:moveTo>
                    <a:cubicBezTo>
                      <a:pt x="2" y="13"/>
                      <a:pt x="2" y="13"/>
                      <a:pt x="2" y="12"/>
                    </a:cubicBezTo>
                    <a:cubicBezTo>
                      <a:pt x="1" y="10"/>
                      <a:pt x="1" y="8"/>
                      <a:pt x="1" y="6"/>
                    </a:cubicBezTo>
                    <a:cubicBezTo>
                      <a:pt x="2" y="6"/>
                      <a:pt x="2" y="5"/>
                      <a:pt x="2" y="5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2" y="13"/>
                    </a:lnTo>
                    <a:close/>
                    <a:moveTo>
                      <a:pt x="7" y="7"/>
                    </a:moveTo>
                    <a:cubicBezTo>
                      <a:pt x="7" y="8"/>
                      <a:pt x="7" y="9"/>
                      <a:pt x="7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6" y="5"/>
                      <a:pt x="7" y="7"/>
                    </a:cubicBezTo>
                    <a:moveTo>
                      <a:pt x="4" y="8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2"/>
                      <a:pt x="3" y="2"/>
                      <a:pt x="4" y="2"/>
                    </a:cubicBezTo>
                    <a:cubicBezTo>
                      <a:pt x="4" y="1"/>
                      <a:pt x="5" y="2"/>
                      <a:pt x="5" y="2"/>
                    </a:cubicBezTo>
                    <a:lnTo>
                      <a:pt x="4" y="8"/>
                    </a:lnTo>
                    <a:close/>
                    <a:moveTo>
                      <a:pt x="5" y="1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2"/>
                      <a:pt x="1" y="5"/>
                    </a:cubicBezTo>
                    <a:cubicBezTo>
                      <a:pt x="0" y="10"/>
                      <a:pt x="1" y="16"/>
                      <a:pt x="3" y="18"/>
                    </a:cubicBezTo>
                    <a:cubicBezTo>
                      <a:pt x="4" y="19"/>
                      <a:pt x="4" y="19"/>
                      <a:pt x="5" y="19"/>
                    </a:cubicBezTo>
                    <a:cubicBezTo>
                      <a:pt x="6" y="19"/>
                      <a:pt x="7" y="17"/>
                      <a:pt x="8" y="14"/>
                    </a:cubicBezTo>
                    <a:cubicBezTo>
                      <a:pt x="8" y="9"/>
                      <a:pt x="7" y="3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43" name="Freeform 657">
                <a:extLst>
                  <a:ext uri="{FF2B5EF4-FFF2-40B4-BE49-F238E27FC236}">
                    <a16:creationId xmlns:a16="http://schemas.microsoft.com/office/drawing/2014/main" id="{EA522F2C-A9E7-4048-BA5E-47EB5F9B0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0385" y="4643780"/>
                <a:ext cx="579167" cy="737117"/>
              </a:xfrm>
              <a:custGeom>
                <a:avLst/>
                <a:gdLst>
                  <a:gd name="T0" fmla="*/ 21 w 22"/>
                  <a:gd name="T1" fmla="*/ 27 h 28"/>
                  <a:gd name="T2" fmla="*/ 15 w 22"/>
                  <a:gd name="T3" fmla="*/ 5 h 28"/>
                  <a:gd name="T4" fmla="*/ 3 w 22"/>
                  <a:gd name="T5" fmla="*/ 6 h 28"/>
                  <a:gd name="T6" fmla="*/ 3 w 22"/>
                  <a:gd name="T7" fmla="*/ 21 h 28"/>
                  <a:gd name="T8" fmla="*/ 4 w 22"/>
                  <a:gd name="T9" fmla="*/ 22 h 28"/>
                  <a:gd name="T10" fmla="*/ 7 w 22"/>
                  <a:gd name="T11" fmla="*/ 7 h 28"/>
                  <a:gd name="T12" fmla="*/ 13 w 22"/>
                  <a:gd name="T13" fmla="*/ 23 h 28"/>
                  <a:gd name="T14" fmla="*/ 14 w 22"/>
                  <a:gd name="T15" fmla="*/ 28 h 28"/>
                  <a:gd name="T16" fmla="*/ 21 w 22"/>
                  <a:gd name="T17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28">
                    <a:moveTo>
                      <a:pt x="21" y="27"/>
                    </a:moveTo>
                    <a:cubicBezTo>
                      <a:pt x="21" y="27"/>
                      <a:pt x="21" y="10"/>
                      <a:pt x="15" y="5"/>
                    </a:cubicBezTo>
                    <a:cubicBezTo>
                      <a:pt x="9" y="0"/>
                      <a:pt x="5" y="1"/>
                      <a:pt x="3" y="6"/>
                    </a:cubicBezTo>
                    <a:cubicBezTo>
                      <a:pt x="0" y="10"/>
                      <a:pt x="3" y="21"/>
                      <a:pt x="3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1" y="3"/>
                      <a:pt x="7" y="7"/>
                    </a:cubicBezTo>
                    <a:cubicBezTo>
                      <a:pt x="11" y="9"/>
                      <a:pt x="13" y="23"/>
                      <a:pt x="13" y="23"/>
                    </a:cubicBezTo>
                    <a:cubicBezTo>
                      <a:pt x="13" y="23"/>
                      <a:pt x="14" y="28"/>
                      <a:pt x="14" y="28"/>
                    </a:cubicBezTo>
                    <a:cubicBezTo>
                      <a:pt x="17" y="28"/>
                      <a:pt x="22" y="28"/>
                      <a:pt x="21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44" name="Freeform 658">
                <a:extLst>
                  <a:ext uri="{FF2B5EF4-FFF2-40B4-BE49-F238E27FC236}">
                    <a16:creationId xmlns:a16="http://schemas.microsoft.com/office/drawing/2014/main" id="{6015552D-7E0E-40EA-A103-EB9264EA1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0385" y="4643780"/>
                <a:ext cx="579167" cy="737117"/>
              </a:xfrm>
              <a:custGeom>
                <a:avLst/>
                <a:gdLst>
                  <a:gd name="T0" fmla="*/ 21 w 22"/>
                  <a:gd name="T1" fmla="*/ 27 h 28"/>
                  <a:gd name="T2" fmla="*/ 15 w 22"/>
                  <a:gd name="T3" fmla="*/ 5 h 28"/>
                  <a:gd name="T4" fmla="*/ 3 w 22"/>
                  <a:gd name="T5" fmla="*/ 6 h 28"/>
                  <a:gd name="T6" fmla="*/ 3 w 22"/>
                  <a:gd name="T7" fmla="*/ 21 h 28"/>
                  <a:gd name="T8" fmla="*/ 4 w 22"/>
                  <a:gd name="T9" fmla="*/ 22 h 28"/>
                  <a:gd name="T10" fmla="*/ 7 w 22"/>
                  <a:gd name="T11" fmla="*/ 7 h 28"/>
                  <a:gd name="T12" fmla="*/ 13 w 22"/>
                  <a:gd name="T13" fmla="*/ 23 h 28"/>
                  <a:gd name="T14" fmla="*/ 14 w 22"/>
                  <a:gd name="T15" fmla="*/ 28 h 28"/>
                  <a:gd name="T16" fmla="*/ 21 w 22"/>
                  <a:gd name="T17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28">
                    <a:moveTo>
                      <a:pt x="21" y="27"/>
                    </a:moveTo>
                    <a:cubicBezTo>
                      <a:pt x="21" y="27"/>
                      <a:pt x="21" y="10"/>
                      <a:pt x="15" y="5"/>
                    </a:cubicBezTo>
                    <a:cubicBezTo>
                      <a:pt x="9" y="0"/>
                      <a:pt x="5" y="1"/>
                      <a:pt x="3" y="6"/>
                    </a:cubicBezTo>
                    <a:cubicBezTo>
                      <a:pt x="0" y="10"/>
                      <a:pt x="3" y="21"/>
                      <a:pt x="3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1" y="3"/>
                      <a:pt x="7" y="7"/>
                    </a:cubicBezTo>
                    <a:cubicBezTo>
                      <a:pt x="11" y="9"/>
                      <a:pt x="13" y="23"/>
                      <a:pt x="13" y="23"/>
                    </a:cubicBezTo>
                    <a:cubicBezTo>
                      <a:pt x="13" y="23"/>
                      <a:pt x="14" y="28"/>
                      <a:pt x="14" y="28"/>
                    </a:cubicBezTo>
                    <a:cubicBezTo>
                      <a:pt x="17" y="28"/>
                      <a:pt x="22" y="28"/>
                      <a:pt x="21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45" name="Freeform 659">
                <a:extLst>
                  <a:ext uri="{FF2B5EF4-FFF2-40B4-BE49-F238E27FC236}">
                    <a16:creationId xmlns:a16="http://schemas.microsoft.com/office/drawing/2014/main" id="{6C3EAF1D-9C5D-4507-8EC7-CA2AE1E2D5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467" y="4433175"/>
                <a:ext cx="179017" cy="558106"/>
              </a:xfrm>
              <a:custGeom>
                <a:avLst/>
                <a:gdLst>
                  <a:gd name="T0" fmla="*/ 4 w 7"/>
                  <a:gd name="T1" fmla="*/ 19 h 21"/>
                  <a:gd name="T2" fmla="*/ 5 w 7"/>
                  <a:gd name="T3" fmla="*/ 21 h 21"/>
                  <a:gd name="T4" fmla="*/ 7 w 7"/>
                  <a:gd name="T5" fmla="*/ 8 h 21"/>
                  <a:gd name="T6" fmla="*/ 1 w 7"/>
                  <a:gd name="T7" fmla="*/ 6 h 21"/>
                  <a:gd name="T8" fmla="*/ 4 w 7"/>
                  <a:gd name="T9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1">
                    <a:moveTo>
                      <a:pt x="4" y="19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2" y="0"/>
                      <a:pt x="1" y="6"/>
                    </a:cubicBezTo>
                    <a:cubicBezTo>
                      <a:pt x="0" y="13"/>
                      <a:pt x="4" y="19"/>
                      <a:pt x="4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46" name="Freeform 660">
                <a:extLst>
                  <a:ext uri="{FF2B5EF4-FFF2-40B4-BE49-F238E27FC236}">
                    <a16:creationId xmlns:a16="http://schemas.microsoft.com/office/drawing/2014/main" id="{552CD77E-4516-4EDC-82F4-CCF6177FEB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467" y="4433175"/>
                <a:ext cx="179017" cy="558106"/>
              </a:xfrm>
              <a:custGeom>
                <a:avLst/>
                <a:gdLst>
                  <a:gd name="T0" fmla="*/ 4 w 7"/>
                  <a:gd name="T1" fmla="*/ 19 h 21"/>
                  <a:gd name="T2" fmla="*/ 5 w 7"/>
                  <a:gd name="T3" fmla="*/ 21 h 21"/>
                  <a:gd name="T4" fmla="*/ 7 w 7"/>
                  <a:gd name="T5" fmla="*/ 8 h 21"/>
                  <a:gd name="T6" fmla="*/ 1 w 7"/>
                  <a:gd name="T7" fmla="*/ 6 h 21"/>
                  <a:gd name="T8" fmla="*/ 4 w 7"/>
                  <a:gd name="T9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1">
                    <a:moveTo>
                      <a:pt x="4" y="19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2" y="0"/>
                      <a:pt x="1" y="6"/>
                    </a:cubicBezTo>
                    <a:cubicBezTo>
                      <a:pt x="0" y="13"/>
                      <a:pt x="4" y="19"/>
                      <a:pt x="4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47" name="Freeform 661">
                <a:extLst>
                  <a:ext uri="{FF2B5EF4-FFF2-40B4-BE49-F238E27FC236}">
                    <a16:creationId xmlns:a16="http://schemas.microsoft.com/office/drawing/2014/main" id="{6E8D4A04-416A-4F55-B248-43EF9AD4D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175" y="4643780"/>
                <a:ext cx="263259" cy="558106"/>
              </a:xfrm>
              <a:custGeom>
                <a:avLst/>
                <a:gdLst>
                  <a:gd name="T0" fmla="*/ 10 w 10"/>
                  <a:gd name="T1" fmla="*/ 14 h 21"/>
                  <a:gd name="T2" fmla="*/ 8 w 10"/>
                  <a:gd name="T3" fmla="*/ 21 h 21"/>
                  <a:gd name="T4" fmla="*/ 3 w 10"/>
                  <a:gd name="T5" fmla="*/ 21 h 21"/>
                  <a:gd name="T6" fmla="*/ 0 w 10"/>
                  <a:gd name="T7" fmla="*/ 10 h 21"/>
                  <a:gd name="T8" fmla="*/ 1 w 10"/>
                  <a:gd name="T9" fmla="*/ 0 h 21"/>
                  <a:gd name="T10" fmla="*/ 3 w 10"/>
                  <a:gd name="T11" fmla="*/ 0 h 21"/>
                  <a:gd name="T12" fmla="*/ 7 w 10"/>
                  <a:gd name="T13" fmla="*/ 10 h 21"/>
                  <a:gd name="T14" fmla="*/ 10 w 10"/>
                  <a:gd name="T15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1">
                    <a:moveTo>
                      <a:pt x="10" y="14"/>
                    </a:moveTo>
                    <a:cubicBezTo>
                      <a:pt x="10" y="15"/>
                      <a:pt x="9" y="19"/>
                      <a:pt x="8" y="21"/>
                    </a:cubicBezTo>
                    <a:cubicBezTo>
                      <a:pt x="7" y="21"/>
                      <a:pt x="3" y="21"/>
                      <a:pt x="3" y="21"/>
                    </a:cubicBezTo>
                    <a:cubicBezTo>
                      <a:pt x="3" y="21"/>
                      <a:pt x="0" y="15"/>
                      <a:pt x="0" y="10"/>
                    </a:cubicBezTo>
                    <a:cubicBezTo>
                      <a:pt x="0" y="6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7"/>
                      <a:pt x="7" y="10"/>
                    </a:cubicBezTo>
                    <a:cubicBezTo>
                      <a:pt x="8" y="14"/>
                      <a:pt x="10" y="14"/>
                      <a:pt x="10" y="1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48" name="Freeform 662">
                <a:extLst>
                  <a:ext uri="{FF2B5EF4-FFF2-40B4-BE49-F238E27FC236}">
                    <a16:creationId xmlns:a16="http://schemas.microsoft.com/office/drawing/2014/main" id="{06E84E43-BBF5-4C0E-83BE-A0D38F1BB9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175" y="4643780"/>
                <a:ext cx="263259" cy="558106"/>
              </a:xfrm>
              <a:custGeom>
                <a:avLst/>
                <a:gdLst>
                  <a:gd name="T0" fmla="*/ 10 w 10"/>
                  <a:gd name="T1" fmla="*/ 14 h 21"/>
                  <a:gd name="T2" fmla="*/ 8 w 10"/>
                  <a:gd name="T3" fmla="*/ 21 h 21"/>
                  <a:gd name="T4" fmla="*/ 3 w 10"/>
                  <a:gd name="T5" fmla="*/ 21 h 21"/>
                  <a:gd name="T6" fmla="*/ 0 w 10"/>
                  <a:gd name="T7" fmla="*/ 10 h 21"/>
                  <a:gd name="T8" fmla="*/ 1 w 10"/>
                  <a:gd name="T9" fmla="*/ 0 h 21"/>
                  <a:gd name="T10" fmla="*/ 3 w 10"/>
                  <a:gd name="T11" fmla="*/ 0 h 21"/>
                  <a:gd name="T12" fmla="*/ 7 w 10"/>
                  <a:gd name="T13" fmla="*/ 10 h 21"/>
                  <a:gd name="T14" fmla="*/ 10 w 10"/>
                  <a:gd name="T15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1">
                    <a:moveTo>
                      <a:pt x="10" y="14"/>
                    </a:moveTo>
                    <a:cubicBezTo>
                      <a:pt x="10" y="15"/>
                      <a:pt x="9" y="19"/>
                      <a:pt x="8" y="21"/>
                    </a:cubicBezTo>
                    <a:cubicBezTo>
                      <a:pt x="7" y="21"/>
                      <a:pt x="3" y="21"/>
                      <a:pt x="3" y="21"/>
                    </a:cubicBezTo>
                    <a:cubicBezTo>
                      <a:pt x="3" y="21"/>
                      <a:pt x="0" y="15"/>
                      <a:pt x="0" y="10"/>
                    </a:cubicBezTo>
                    <a:cubicBezTo>
                      <a:pt x="0" y="6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7"/>
                      <a:pt x="7" y="10"/>
                    </a:cubicBezTo>
                    <a:cubicBezTo>
                      <a:pt x="8" y="14"/>
                      <a:pt x="10" y="14"/>
                      <a:pt x="10" y="1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49" name="Freeform 663">
                <a:extLst>
                  <a:ext uri="{FF2B5EF4-FFF2-40B4-BE49-F238E27FC236}">
                    <a16:creationId xmlns:a16="http://schemas.microsoft.com/office/drawing/2014/main" id="{D6AD81D6-E980-4FB1-9275-B07DBC670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467" y="4643780"/>
                <a:ext cx="263259" cy="558106"/>
              </a:xfrm>
              <a:custGeom>
                <a:avLst/>
                <a:gdLst>
                  <a:gd name="T0" fmla="*/ 10 w 10"/>
                  <a:gd name="T1" fmla="*/ 10 h 21"/>
                  <a:gd name="T2" fmla="*/ 6 w 10"/>
                  <a:gd name="T3" fmla="*/ 21 h 21"/>
                  <a:gd name="T4" fmla="*/ 1 w 10"/>
                  <a:gd name="T5" fmla="*/ 11 h 21"/>
                  <a:gd name="T6" fmla="*/ 4 w 10"/>
                  <a:gd name="T7" fmla="*/ 0 h 21"/>
                  <a:gd name="T8" fmla="*/ 10 w 10"/>
                  <a:gd name="T9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1">
                    <a:moveTo>
                      <a:pt x="10" y="10"/>
                    </a:moveTo>
                    <a:cubicBezTo>
                      <a:pt x="10" y="16"/>
                      <a:pt x="8" y="21"/>
                      <a:pt x="6" y="21"/>
                    </a:cubicBezTo>
                    <a:cubicBezTo>
                      <a:pt x="4" y="21"/>
                      <a:pt x="1" y="17"/>
                      <a:pt x="1" y="11"/>
                    </a:cubicBezTo>
                    <a:cubicBezTo>
                      <a:pt x="0" y="5"/>
                      <a:pt x="2" y="0"/>
                      <a:pt x="4" y="0"/>
                    </a:cubicBezTo>
                    <a:cubicBezTo>
                      <a:pt x="7" y="0"/>
                      <a:pt x="9" y="5"/>
                      <a:pt x="10" y="1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50" name="Freeform 664">
                <a:extLst>
                  <a:ext uri="{FF2B5EF4-FFF2-40B4-BE49-F238E27FC236}">
                    <a16:creationId xmlns:a16="http://schemas.microsoft.com/office/drawing/2014/main" id="{FE6CD056-E8B8-4D74-AD61-740990D6B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467" y="4643780"/>
                <a:ext cx="263259" cy="558106"/>
              </a:xfrm>
              <a:custGeom>
                <a:avLst/>
                <a:gdLst>
                  <a:gd name="T0" fmla="*/ 10 w 10"/>
                  <a:gd name="T1" fmla="*/ 10 h 21"/>
                  <a:gd name="T2" fmla="*/ 6 w 10"/>
                  <a:gd name="T3" fmla="*/ 21 h 21"/>
                  <a:gd name="T4" fmla="*/ 1 w 10"/>
                  <a:gd name="T5" fmla="*/ 11 h 21"/>
                  <a:gd name="T6" fmla="*/ 4 w 10"/>
                  <a:gd name="T7" fmla="*/ 0 h 21"/>
                  <a:gd name="T8" fmla="*/ 10 w 10"/>
                  <a:gd name="T9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1">
                    <a:moveTo>
                      <a:pt x="10" y="10"/>
                    </a:moveTo>
                    <a:cubicBezTo>
                      <a:pt x="10" y="16"/>
                      <a:pt x="8" y="21"/>
                      <a:pt x="6" y="21"/>
                    </a:cubicBezTo>
                    <a:cubicBezTo>
                      <a:pt x="4" y="21"/>
                      <a:pt x="1" y="17"/>
                      <a:pt x="1" y="11"/>
                    </a:cubicBezTo>
                    <a:cubicBezTo>
                      <a:pt x="0" y="5"/>
                      <a:pt x="2" y="0"/>
                      <a:pt x="4" y="0"/>
                    </a:cubicBezTo>
                    <a:cubicBezTo>
                      <a:pt x="7" y="0"/>
                      <a:pt x="9" y="5"/>
                      <a:pt x="10" y="1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51" name="Freeform 665">
                <a:extLst>
                  <a:ext uri="{FF2B5EF4-FFF2-40B4-BE49-F238E27FC236}">
                    <a16:creationId xmlns:a16="http://schemas.microsoft.com/office/drawing/2014/main" id="{6823BFBC-246F-4B6B-91F5-1E28C717A48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6527" y="4728022"/>
                <a:ext cx="189544" cy="421210"/>
              </a:xfrm>
              <a:custGeom>
                <a:avLst/>
                <a:gdLst>
                  <a:gd name="T0" fmla="*/ 4 w 7"/>
                  <a:gd name="T1" fmla="*/ 15 h 16"/>
                  <a:gd name="T2" fmla="*/ 4 w 7"/>
                  <a:gd name="T3" fmla="*/ 15 h 16"/>
                  <a:gd name="T4" fmla="*/ 3 w 7"/>
                  <a:gd name="T5" fmla="*/ 14 h 16"/>
                  <a:gd name="T6" fmla="*/ 2 w 7"/>
                  <a:gd name="T7" fmla="*/ 12 h 16"/>
                  <a:gd name="T8" fmla="*/ 3 w 7"/>
                  <a:gd name="T9" fmla="*/ 10 h 16"/>
                  <a:gd name="T10" fmla="*/ 4 w 7"/>
                  <a:gd name="T11" fmla="*/ 15 h 16"/>
                  <a:gd name="T12" fmla="*/ 4 w 7"/>
                  <a:gd name="T13" fmla="*/ 15 h 16"/>
                  <a:gd name="T14" fmla="*/ 6 w 7"/>
                  <a:gd name="T15" fmla="*/ 11 h 16"/>
                  <a:gd name="T16" fmla="*/ 5 w 7"/>
                  <a:gd name="T17" fmla="*/ 15 h 16"/>
                  <a:gd name="T18" fmla="*/ 4 w 7"/>
                  <a:gd name="T19" fmla="*/ 9 h 16"/>
                  <a:gd name="T20" fmla="*/ 6 w 7"/>
                  <a:gd name="T21" fmla="*/ 9 h 16"/>
                  <a:gd name="T22" fmla="*/ 6 w 7"/>
                  <a:gd name="T23" fmla="*/ 11 h 16"/>
                  <a:gd name="T24" fmla="*/ 2 w 7"/>
                  <a:gd name="T25" fmla="*/ 11 h 16"/>
                  <a:gd name="T26" fmla="*/ 1 w 7"/>
                  <a:gd name="T27" fmla="*/ 10 h 16"/>
                  <a:gd name="T28" fmla="*/ 1 w 7"/>
                  <a:gd name="T29" fmla="*/ 5 h 16"/>
                  <a:gd name="T30" fmla="*/ 1 w 7"/>
                  <a:gd name="T31" fmla="*/ 4 h 16"/>
                  <a:gd name="T32" fmla="*/ 3 w 7"/>
                  <a:gd name="T33" fmla="*/ 8 h 16"/>
                  <a:gd name="T34" fmla="*/ 2 w 7"/>
                  <a:gd name="T35" fmla="*/ 11 h 16"/>
                  <a:gd name="T36" fmla="*/ 6 w 7"/>
                  <a:gd name="T37" fmla="*/ 6 h 16"/>
                  <a:gd name="T38" fmla="*/ 6 w 7"/>
                  <a:gd name="T39" fmla="*/ 9 h 16"/>
                  <a:gd name="T40" fmla="*/ 4 w 7"/>
                  <a:gd name="T41" fmla="*/ 7 h 16"/>
                  <a:gd name="T42" fmla="*/ 4 w 7"/>
                  <a:gd name="T43" fmla="*/ 2 h 16"/>
                  <a:gd name="T44" fmla="*/ 6 w 7"/>
                  <a:gd name="T45" fmla="*/ 6 h 16"/>
                  <a:gd name="T46" fmla="*/ 3 w 7"/>
                  <a:gd name="T47" fmla="*/ 7 h 16"/>
                  <a:gd name="T48" fmla="*/ 2 w 7"/>
                  <a:gd name="T49" fmla="*/ 3 h 16"/>
                  <a:gd name="T50" fmla="*/ 3 w 7"/>
                  <a:gd name="T51" fmla="*/ 1 h 16"/>
                  <a:gd name="T52" fmla="*/ 4 w 7"/>
                  <a:gd name="T53" fmla="*/ 1 h 16"/>
                  <a:gd name="T54" fmla="*/ 3 w 7"/>
                  <a:gd name="T55" fmla="*/ 7 h 16"/>
                  <a:gd name="T56" fmla="*/ 4 w 7"/>
                  <a:gd name="T57" fmla="*/ 0 h 16"/>
                  <a:gd name="T58" fmla="*/ 3 w 7"/>
                  <a:gd name="T59" fmla="*/ 0 h 16"/>
                  <a:gd name="T60" fmla="*/ 3 w 7"/>
                  <a:gd name="T61" fmla="*/ 0 h 16"/>
                  <a:gd name="T62" fmla="*/ 1 w 7"/>
                  <a:gd name="T63" fmla="*/ 4 h 16"/>
                  <a:gd name="T64" fmla="*/ 3 w 7"/>
                  <a:gd name="T65" fmla="*/ 16 h 16"/>
                  <a:gd name="T66" fmla="*/ 4 w 7"/>
                  <a:gd name="T67" fmla="*/ 16 h 16"/>
                  <a:gd name="T68" fmla="*/ 7 w 7"/>
                  <a:gd name="T69" fmla="*/ 12 h 16"/>
                  <a:gd name="T70" fmla="*/ 4 w 7"/>
                  <a:gd name="T7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" h="16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3" y="15"/>
                      <a:pt x="3" y="14"/>
                    </a:cubicBezTo>
                    <a:cubicBezTo>
                      <a:pt x="2" y="14"/>
                      <a:pt x="2" y="13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moveTo>
                      <a:pt x="6" y="11"/>
                    </a:moveTo>
                    <a:cubicBezTo>
                      <a:pt x="6" y="13"/>
                      <a:pt x="5" y="14"/>
                      <a:pt x="5" y="15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1"/>
                    </a:cubicBezTo>
                    <a:moveTo>
                      <a:pt x="2" y="11"/>
                    </a:moveTo>
                    <a:cubicBezTo>
                      <a:pt x="2" y="11"/>
                      <a:pt x="1" y="11"/>
                      <a:pt x="1" y="10"/>
                    </a:cubicBezTo>
                    <a:cubicBezTo>
                      <a:pt x="1" y="9"/>
                      <a:pt x="1" y="7"/>
                      <a:pt x="1" y="5"/>
                    </a:cubicBezTo>
                    <a:cubicBezTo>
                      <a:pt x="1" y="5"/>
                      <a:pt x="1" y="4"/>
                      <a:pt x="1" y="4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2" y="11"/>
                    </a:lnTo>
                    <a:close/>
                    <a:moveTo>
                      <a:pt x="6" y="6"/>
                    </a:moveTo>
                    <a:cubicBezTo>
                      <a:pt x="6" y="7"/>
                      <a:pt x="6" y="8"/>
                      <a:pt x="6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6" y="4"/>
                      <a:pt x="6" y="6"/>
                    </a:cubicBezTo>
                    <a:moveTo>
                      <a:pt x="3" y="7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1"/>
                      <a:pt x="3" y="1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3" y="7"/>
                    </a:lnTo>
                    <a:close/>
                    <a:moveTo>
                      <a:pt x="4" y="0"/>
                    </a:move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1" y="4"/>
                    </a:cubicBezTo>
                    <a:cubicBezTo>
                      <a:pt x="0" y="9"/>
                      <a:pt x="1" y="14"/>
                      <a:pt x="3" y="16"/>
                    </a:cubicBezTo>
                    <a:cubicBezTo>
                      <a:pt x="3" y="16"/>
                      <a:pt x="4" y="16"/>
                      <a:pt x="4" y="16"/>
                    </a:cubicBezTo>
                    <a:cubicBezTo>
                      <a:pt x="5" y="16"/>
                      <a:pt x="6" y="15"/>
                      <a:pt x="7" y="12"/>
                    </a:cubicBezTo>
                    <a:cubicBezTo>
                      <a:pt x="7" y="7"/>
                      <a:pt x="6" y="2"/>
                      <a:pt x="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52" name="Freeform 666">
                <a:extLst>
                  <a:ext uri="{FF2B5EF4-FFF2-40B4-BE49-F238E27FC236}">
                    <a16:creationId xmlns:a16="http://schemas.microsoft.com/office/drawing/2014/main" id="{46653228-6BAA-45D5-A8C7-3545D48A3E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6527" y="4728022"/>
                <a:ext cx="189544" cy="421210"/>
              </a:xfrm>
              <a:custGeom>
                <a:avLst/>
                <a:gdLst>
                  <a:gd name="T0" fmla="*/ 4 w 7"/>
                  <a:gd name="T1" fmla="*/ 15 h 16"/>
                  <a:gd name="T2" fmla="*/ 4 w 7"/>
                  <a:gd name="T3" fmla="*/ 15 h 16"/>
                  <a:gd name="T4" fmla="*/ 3 w 7"/>
                  <a:gd name="T5" fmla="*/ 14 h 16"/>
                  <a:gd name="T6" fmla="*/ 2 w 7"/>
                  <a:gd name="T7" fmla="*/ 12 h 16"/>
                  <a:gd name="T8" fmla="*/ 3 w 7"/>
                  <a:gd name="T9" fmla="*/ 10 h 16"/>
                  <a:gd name="T10" fmla="*/ 4 w 7"/>
                  <a:gd name="T11" fmla="*/ 15 h 16"/>
                  <a:gd name="T12" fmla="*/ 4 w 7"/>
                  <a:gd name="T13" fmla="*/ 15 h 16"/>
                  <a:gd name="T14" fmla="*/ 6 w 7"/>
                  <a:gd name="T15" fmla="*/ 11 h 16"/>
                  <a:gd name="T16" fmla="*/ 5 w 7"/>
                  <a:gd name="T17" fmla="*/ 15 h 16"/>
                  <a:gd name="T18" fmla="*/ 4 w 7"/>
                  <a:gd name="T19" fmla="*/ 9 h 16"/>
                  <a:gd name="T20" fmla="*/ 6 w 7"/>
                  <a:gd name="T21" fmla="*/ 9 h 16"/>
                  <a:gd name="T22" fmla="*/ 6 w 7"/>
                  <a:gd name="T23" fmla="*/ 11 h 16"/>
                  <a:gd name="T24" fmla="*/ 2 w 7"/>
                  <a:gd name="T25" fmla="*/ 11 h 16"/>
                  <a:gd name="T26" fmla="*/ 1 w 7"/>
                  <a:gd name="T27" fmla="*/ 10 h 16"/>
                  <a:gd name="T28" fmla="*/ 1 w 7"/>
                  <a:gd name="T29" fmla="*/ 5 h 16"/>
                  <a:gd name="T30" fmla="*/ 1 w 7"/>
                  <a:gd name="T31" fmla="*/ 4 h 16"/>
                  <a:gd name="T32" fmla="*/ 3 w 7"/>
                  <a:gd name="T33" fmla="*/ 8 h 16"/>
                  <a:gd name="T34" fmla="*/ 2 w 7"/>
                  <a:gd name="T35" fmla="*/ 11 h 16"/>
                  <a:gd name="T36" fmla="*/ 6 w 7"/>
                  <a:gd name="T37" fmla="*/ 6 h 16"/>
                  <a:gd name="T38" fmla="*/ 6 w 7"/>
                  <a:gd name="T39" fmla="*/ 9 h 16"/>
                  <a:gd name="T40" fmla="*/ 4 w 7"/>
                  <a:gd name="T41" fmla="*/ 7 h 16"/>
                  <a:gd name="T42" fmla="*/ 4 w 7"/>
                  <a:gd name="T43" fmla="*/ 2 h 16"/>
                  <a:gd name="T44" fmla="*/ 6 w 7"/>
                  <a:gd name="T45" fmla="*/ 6 h 16"/>
                  <a:gd name="T46" fmla="*/ 3 w 7"/>
                  <a:gd name="T47" fmla="*/ 7 h 16"/>
                  <a:gd name="T48" fmla="*/ 2 w 7"/>
                  <a:gd name="T49" fmla="*/ 3 h 16"/>
                  <a:gd name="T50" fmla="*/ 3 w 7"/>
                  <a:gd name="T51" fmla="*/ 1 h 16"/>
                  <a:gd name="T52" fmla="*/ 4 w 7"/>
                  <a:gd name="T53" fmla="*/ 1 h 16"/>
                  <a:gd name="T54" fmla="*/ 3 w 7"/>
                  <a:gd name="T55" fmla="*/ 7 h 16"/>
                  <a:gd name="T56" fmla="*/ 4 w 7"/>
                  <a:gd name="T57" fmla="*/ 0 h 16"/>
                  <a:gd name="T58" fmla="*/ 3 w 7"/>
                  <a:gd name="T59" fmla="*/ 0 h 16"/>
                  <a:gd name="T60" fmla="*/ 3 w 7"/>
                  <a:gd name="T61" fmla="*/ 0 h 16"/>
                  <a:gd name="T62" fmla="*/ 1 w 7"/>
                  <a:gd name="T63" fmla="*/ 4 h 16"/>
                  <a:gd name="T64" fmla="*/ 3 w 7"/>
                  <a:gd name="T65" fmla="*/ 16 h 16"/>
                  <a:gd name="T66" fmla="*/ 4 w 7"/>
                  <a:gd name="T67" fmla="*/ 16 h 16"/>
                  <a:gd name="T68" fmla="*/ 7 w 7"/>
                  <a:gd name="T69" fmla="*/ 12 h 16"/>
                  <a:gd name="T70" fmla="*/ 4 w 7"/>
                  <a:gd name="T7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" h="16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3" y="15"/>
                      <a:pt x="3" y="14"/>
                    </a:cubicBezTo>
                    <a:cubicBezTo>
                      <a:pt x="2" y="14"/>
                      <a:pt x="2" y="13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moveTo>
                      <a:pt x="6" y="11"/>
                    </a:moveTo>
                    <a:cubicBezTo>
                      <a:pt x="6" y="13"/>
                      <a:pt x="5" y="14"/>
                      <a:pt x="5" y="15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1"/>
                    </a:cubicBezTo>
                    <a:moveTo>
                      <a:pt x="2" y="11"/>
                    </a:moveTo>
                    <a:cubicBezTo>
                      <a:pt x="2" y="11"/>
                      <a:pt x="1" y="11"/>
                      <a:pt x="1" y="10"/>
                    </a:cubicBezTo>
                    <a:cubicBezTo>
                      <a:pt x="1" y="9"/>
                      <a:pt x="1" y="7"/>
                      <a:pt x="1" y="5"/>
                    </a:cubicBezTo>
                    <a:cubicBezTo>
                      <a:pt x="1" y="5"/>
                      <a:pt x="1" y="4"/>
                      <a:pt x="1" y="4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2" y="11"/>
                    </a:lnTo>
                    <a:close/>
                    <a:moveTo>
                      <a:pt x="6" y="6"/>
                    </a:moveTo>
                    <a:cubicBezTo>
                      <a:pt x="6" y="7"/>
                      <a:pt x="6" y="8"/>
                      <a:pt x="6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6" y="4"/>
                      <a:pt x="6" y="6"/>
                    </a:cubicBezTo>
                    <a:moveTo>
                      <a:pt x="3" y="7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1"/>
                      <a:pt x="3" y="1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3" y="7"/>
                    </a:lnTo>
                    <a:close/>
                    <a:moveTo>
                      <a:pt x="4" y="0"/>
                    </a:move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1" y="4"/>
                    </a:cubicBezTo>
                    <a:cubicBezTo>
                      <a:pt x="0" y="9"/>
                      <a:pt x="1" y="14"/>
                      <a:pt x="3" y="16"/>
                    </a:cubicBezTo>
                    <a:cubicBezTo>
                      <a:pt x="3" y="16"/>
                      <a:pt x="4" y="16"/>
                      <a:pt x="4" y="16"/>
                    </a:cubicBezTo>
                    <a:cubicBezTo>
                      <a:pt x="5" y="16"/>
                      <a:pt x="6" y="15"/>
                      <a:pt x="7" y="12"/>
                    </a:cubicBezTo>
                    <a:cubicBezTo>
                      <a:pt x="7" y="7"/>
                      <a:pt x="6" y="2"/>
                      <a:pt x="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53" name="Freeform 667">
                <a:extLst>
                  <a:ext uri="{FF2B5EF4-FFF2-40B4-BE49-F238E27FC236}">
                    <a16:creationId xmlns:a16="http://schemas.microsoft.com/office/drawing/2014/main" id="{A53EA5C1-30AE-4BD3-8293-4D07F3694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467" y="4433175"/>
                <a:ext cx="315907" cy="631814"/>
              </a:xfrm>
              <a:custGeom>
                <a:avLst/>
                <a:gdLst>
                  <a:gd name="T0" fmla="*/ 12 w 12"/>
                  <a:gd name="T1" fmla="*/ 24 h 24"/>
                  <a:gd name="T2" fmla="*/ 7 w 12"/>
                  <a:gd name="T3" fmla="*/ 4 h 24"/>
                  <a:gd name="T4" fmla="*/ 2 w 12"/>
                  <a:gd name="T5" fmla="*/ 2 h 24"/>
                  <a:gd name="T6" fmla="*/ 1 w 12"/>
                  <a:gd name="T7" fmla="*/ 13 h 24"/>
                  <a:gd name="T8" fmla="*/ 3 w 12"/>
                  <a:gd name="T9" fmla="*/ 6 h 24"/>
                  <a:gd name="T10" fmla="*/ 8 w 12"/>
                  <a:gd name="T11" fmla="*/ 22 h 24"/>
                  <a:gd name="T12" fmla="*/ 10 w 12"/>
                  <a:gd name="T13" fmla="*/ 24 h 24"/>
                  <a:gd name="T14" fmla="*/ 12 w 12"/>
                  <a:gd name="T1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24">
                    <a:moveTo>
                      <a:pt x="12" y="24"/>
                    </a:moveTo>
                    <a:cubicBezTo>
                      <a:pt x="12" y="24"/>
                      <a:pt x="10" y="7"/>
                      <a:pt x="7" y="4"/>
                    </a:cubicBezTo>
                    <a:cubicBezTo>
                      <a:pt x="4" y="0"/>
                      <a:pt x="3" y="2"/>
                      <a:pt x="2" y="2"/>
                    </a:cubicBezTo>
                    <a:cubicBezTo>
                      <a:pt x="1" y="3"/>
                      <a:pt x="0" y="9"/>
                      <a:pt x="1" y="13"/>
                    </a:cubicBezTo>
                    <a:cubicBezTo>
                      <a:pt x="1" y="13"/>
                      <a:pt x="0" y="4"/>
                      <a:pt x="3" y="6"/>
                    </a:cubicBezTo>
                    <a:cubicBezTo>
                      <a:pt x="6" y="7"/>
                      <a:pt x="8" y="22"/>
                      <a:pt x="8" y="22"/>
                    </a:cubicBezTo>
                    <a:cubicBezTo>
                      <a:pt x="8" y="22"/>
                      <a:pt x="8" y="23"/>
                      <a:pt x="10" y="24"/>
                    </a:cubicBezTo>
                    <a:cubicBezTo>
                      <a:pt x="11" y="24"/>
                      <a:pt x="11" y="24"/>
                      <a:pt x="12" y="2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54" name="Freeform 668">
                <a:extLst>
                  <a:ext uri="{FF2B5EF4-FFF2-40B4-BE49-F238E27FC236}">
                    <a16:creationId xmlns:a16="http://schemas.microsoft.com/office/drawing/2014/main" id="{792FA10A-5510-4841-8E6C-2786B18B3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467" y="4433175"/>
                <a:ext cx="315907" cy="631814"/>
              </a:xfrm>
              <a:custGeom>
                <a:avLst/>
                <a:gdLst>
                  <a:gd name="T0" fmla="*/ 12 w 12"/>
                  <a:gd name="T1" fmla="*/ 24 h 24"/>
                  <a:gd name="T2" fmla="*/ 7 w 12"/>
                  <a:gd name="T3" fmla="*/ 4 h 24"/>
                  <a:gd name="T4" fmla="*/ 2 w 12"/>
                  <a:gd name="T5" fmla="*/ 2 h 24"/>
                  <a:gd name="T6" fmla="*/ 1 w 12"/>
                  <a:gd name="T7" fmla="*/ 13 h 24"/>
                  <a:gd name="T8" fmla="*/ 3 w 12"/>
                  <a:gd name="T9" fmla="*/ 6 h 24"/>
                  <a:gd name="T10" fmla="*/ 8 w 12"/>
                  <a:gd name="T11" fmla="*/ 22 h 24"/>
                  <a:gd name="T12" fmla="*/ 10 w 12"/>
                  <a:gd name="T13" fmla="*/ 24 h 24"/>
                  <a:gd name="T14" fmla="*/ 12 w 12"/>
                  <a:gd name="T1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24">
                    <a:moveTo>
                      <a:pt x="12" y="24"/>
                    </a:moveTo>
                    <a:cubicBezTo>
                      <a:pt x="12" y="24"/>
                      <a:pt x="10" y="7"/>
                      <a:pt x="7" y="4"/>
                    </a:cubicBezTo>
                    <a:cubicBezTo>
                      <a:pt x="4" y="0"/>
                      <a:pt x="3" y="2"/>
                      <a:pt x="2" y="2"/>
                    </a:cubicBezTo>
                    <a:cubicBezTo>
                      <a:pt x="1" y="3"/>
                      <a:pt x="0" y="9"/>
                      <a:pt x="1" y="13"/>
                    </a:cubicBezTo>
                    <a:cubicBezTo>
                      <a:pt x="1" y="13"/>
                      <a:pt x="0" y="4"/>
                      <a:pt x="3" y="6"/>
                    </a:cubicBezTo>
                    <a:cubicBezTo>
                      <a:pt x="6" y="7"/>
                      <a:pt x="8" y="22"/>
                      <a:pt x="8" y="22"/>
                    </a:cubicBezTo>
                    <a:cubicBezTo>
                      <a:pt x="8" y="22"/>
                      <a:pt x="8" y="23"/>
                      <a:pt x="10" y="24"/>
                    </a:cubicBezTo>
                    <a:cubicBezTo>
                      <a:pt x="11" y="24"/>
                      <a:pt x="11" y="24"/>
                      <a:pt x="12" y="2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55" name="Freeform 669">
                <a:extLst>
                  <a:ext uri="{FF2B5EF4-FFF2-40B4-BE49-F238E27FC236}">
                    <a16:creationId xmlns:a16="http://schemas.microsoft.com/office/drawing/2014/main" id="{90D86EEA-72DB-415D-8EB8-5D129C1F9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132" y="4959687"/>
                <a:ext cx="347501" cy="242199"/>
              </a:xfrm>
              <a:custGeom>
                <a:avLst/>
                <a:gdLst>
                  <a:gd name="T0" fmla="*/ 33 w 33"/>
                  <a:gd name="T1" fmla="*/ 13 h 23"/>
                  <a:gd name="T2" fmla="*/ 33 w 33"/>
                  <a:gd name="T3" fmla="*/ 23 h 23"/>
                  <a:gd name="T4" fmla="*/ 0 w 33"/>
                  <a:gd name="T5" fmla="*/ 8 h 23"/>
                  <a:gd name="T6" fmla="*/ 0 w 33"/>
                  <a:gd name="T7" fmla="*/ 0 h 23"/>
                  <a:gd name="T8" fmla="*/ 33 w 33"/>
                  <a:gd name="T9" fmla="*/ 1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3">
                    <a:moveTo>
                      <a:pt x="33" y="13"/>
                    </a:moveTo>
                    <a:lnTo>
                      <a:pt x="33" y="23"/>
                    </a:lnTo>
                    <a:lnTo>
                      <a:pt x="0" y="8"/>
                    </a:lnTo>
                    <a:lnTo>
                      <a:pt x="0" y="0"/>
                    </a:lnTo>
                    <a:lnTo>
                      <a:pt x="33" y="1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56" name="Freeform 670">
                <a:extLst>
                  <a:ext uri="{FF2B5EF4-FFF2-40B4-BE49-F238E27FC236}">
                    <a16:creationId xmlns:a16="http://schemas.microsoft.com/office/drawing/2014/main" id="{275C9EED-CAA0-4B39-980D-02389A4BE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132" y="4169922"/>
                <a:ext cx="157957" cy="105302"/>
              </a:xfrm>
              <a:custGeom>
                <a:avLst/>
                <a:gdLst>
                  <a:gd name="T0" fmla="*/ 6 w 6"/>
                  <a:gd name="T1" fmla="*/ 3 h 4"/>
                  <a:gd name="T2" fmla="*/ 6 w 6"/>
                  <a:gd name="T3" fmla="*/ 4 h 4"/>
                  <a:gd name="T4" fmla="*/ 1 w 6"/>
                  <a:gd name="T5" fmla="*/ 1 h 4"/>
                  <a:gd name="T6" fmla="*/ 0 w 6"/>
                  <a:gd name="T7" fmla="*/ 1 h 4"/>
                  <a:gd name="T8" fmla="*/ 1 w 6"/>
                  <a:gd name="T9" fmla="*/ 0 h 4"/>
                  <a:gd name="T10" fmla="*/ 5 w 6"/>
                  <a:gd name="T11" fmla="*/ 3 h 4"/>
                  <a:gd name="T12" fmla="*/ 6 w 6"/>
                  <a:gd name="T1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3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3"/>
                      <a:pt x="6" y="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57" name="Freeform 671">
                <a:extLst>
                  <a:ext uri="{FF2B5EF4-FFF2-40B4-BE49-F238E27FC236}">
                    <a16:creationId xmlns:a16="http://schemas.microsoft.com/office/drawing/2014/main" id="{A1605E11-2979-40B5-8DE1-42E69EEF1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132" y="4169922"/>
                <a:ext cx="157957" cy="105302"/>
              </a:xfrm>
              <a:custGeom>
                <a:avLst/>
                <a:gdLst>
                  <a:gd name="T0" fmla="*/ 6 w 6"/>
                  <a:gd name="T1" fmla="*/ 3 h 4"/>
                  <a:gd name="T2" fmla="*/ 6 w 6"/>
                  <a:gd name="T3" fmla="*/ 4 h 4"/>
                  <a:gd name="T4" fmla="*/ 1 w 6"/>
                  <a:gd name="T5" fmla="*/ 1 h 4"/>
                  <a:gd name="T6" fmla="*/ 0 w 6"/>
                  <a:gd name="T7" fmla="*/ 1 h 4"/>
                  <a:gd name="T8" fmla="*/ 1 w 6"/>
                  <a:gd name="T9" fmla="*/ 0 h 4"/>
                  <a:gd name="T10" fmla="*/ 5 w 6"/>
                  <a:gd name="T11" fmla="*/ 3 h 4"/>
                  <a:gd name="T12" fmla="*/ 6 w 6"/>
                  <a:gd name="T1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3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3"/>
                      <a:pt x="6" y="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58" name="Freeform 672">
                <a:extLst>
                  <a:ext uri="{FF2B5EF4-FFF2-40B4-BE49-F238E27FC236}">
                    <a16:creationId xmlns:a16="http://schemas.microsoft.com/office/drawing/2014/main" id="{02282586-DDE8-40B0-9D75-93FAC3CC7B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985" y="4991281"/>
                <a:ext cx="547573" cy="157957"/>
              </a:xfrm>
              <a:custGeom>
                <a:avLst/>
                <a:gdLst>
                  <a:gd name="T0" fmla="*/ 52 w 52"/>
                  <a:gd name="T1" fmla="*/ 0 h 15"/>
                  <a:gd name="T2" fmla="*/ 52 w 52"/>
                  <a:gd name="T3" fmla="*/ 12 h 15"/>
                  <a:gd name="T4" fmla="*/ 0 w 52"/>
                  <a:gd name="T5" fmla="*/ 15 h 15"/>
                  <a:gd name="T6" fmla="*/ 0 w 52"/>
                  <a:gd name="T7" fmla="*/ 2 h 15"/>
                  <a:gd name="T8" fmla="*/ 52 w 52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15">
                    <a:moveTo>
                      <a:pt x="52" y="0"/>
                    </a:moveTo>
                    <a:lnTo>
                      <a:pt x="52" y="12"/>
                    </a:lnTo>
                    <a:lnTo>
                      <a:pt x="0" y="15"/>
                    </a:lnTo>
                    <a:lnTo>
                      <a:pt x="0" y="2"/>
                    </a:lnTo>
                    <a:lnTo>
                      <a:pt x="52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59" name="Freeform 673">
                <a:extLst>
                  <a:ext uri="{FF2B5EF4-FFF2-40B4-BE49-F238E27FC236}">
                    <a16:creationId xmlns:a16="http://schemas.microsoft.com/office/drawing/2014/main" id="{1EEBF907-2EDA-4D7D-B772-90089EC61E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1139" y="4749082"/>
                <a:ext cx="1031964" cy="210605"/>
              </a:xfrm>
              <a:custGeom>
                <a:avLst/>
                <a:gdLst>
                  <a:gd name="T0" fmla="*/ 39 w 39"/>
                  <a:gd name="T1" fmla="*/ 1 h 8"/>
                  <a:gd name="T2" fmla="*/ 33 w 39"/>
                  <a:gd name="T3" fmla="*/ 6 h 8"/>
                  <a:gd name="T4" fmla="*/ 7 w 39"/>
                  <a:gd name="T5" fmla="*/ 7 h 8"/>
                  <a:gd name="T6" fmla="*/ 1 w 39"/>
                  <a:gd name="T7" fmla="*/ 3 h 8"/>
                  <a:gd name="T8" fmla="*/ 3 w 39"/>
                  <a:gd name="T9" fmla="*/ 2 h 8"/>
                  <a:gd name="T10" fmla="*/ 37 w 39"/>
                  <a:gd name="T11" fmla="*/ 0 h 8"/>
                  <a:gd name="T12" fmla="*/ 39 w 3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8">
                    <a:moveTo>
                      <a:pt x="39" y="1"/>
                    </a:moveTo>
                    <a:cubicBezTo>
                      <a:pt x="39" y="1"/>
                      <a:pt x="39" y="5"/>
                      <a:pt x="33" y="6"/>
                    </a:cubicBezTo>
                    <a:cubicBezTo>
                      <a:pt x="33" y="6"/>
                      <a:pt x="15" y="8"/>
                      <a:pt x="7" y="7"/>
                    </a:cubicBezTo>
                    <a:cubicBezTo>
                      <a:pt x="7" y="7"/>
                      <a:pt x="2" y="6"/>
                      <a:pt x="1" y="3"/>
                    </a:cubicBezTo>
                    <a:cubicBezTo>
                      <a:pt x="1" y="3"/>
                      <a:pt x="0" y="2"/>
                      <a:pt x="3" y="2"/>
                    </a:cubicBezTo>
                    <a:cubicBezTo>
                      <a:pt x="3" y="2"/>
                      <a:pt x="30" y="1"/>
                      <a:pt x="37" y="0"/>
                    </a:cubicBezTo>
                    <a:cubicBezTo>
                      <a:pt x="37" y="0"/>
                      <a:pt x="38" y="0"/>
                      <a:pt x="39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60" name="Freeform 674">
                <a:extLst>
                  <a:ext uri="{FF2B5EF4-FFF2-40B4-BE49-F238E27FC236}">
                    <a16:creationId xmlns:a16="http://schemas.microsoft.com/office/drawing/2014/main" id="{CEB2E06E-9F9E-4F5C-BB51-CE48574B3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1139" y="4749082"/>
                <a:ext cx="1031964" cy="210605"/>
              </a:xfrm>
              <a:custGeom>
                <a:avLst/>
                <a:gdLst>
                  <a:gd name="T0" fmla="*/ 39 w 39"/>
                  <a:gd name="T1" fmla="*/ 1 h 8"/>
                  <a:gd name="T2" fmla="*/ 33 w 39"/>
                  <a:gd name="T3" fmla="*/ 6 h 8"/>
                  <a:gd name="T4" fmla="*/ 7 w 39"/>
                  <a:gd name="T5" fmla="*/ 7 h 8"/>
                  <a:gd name="T6" fmla="*/ 1 w 39"/>
                  <a:gd name="T7" fmla="*/ 3 h 8"/>
                  <a:gd name="T8" fmla="*/ 3 w 39"/>
                  <a:gd name="T9" fmla="*/ 2 h 8"/>
                  <a:gd name="T10" fmla="*/ 37 w 39"/>
                  <a:gd name="T11" fmla="*/ 0 h 8"/>
                  <a:gd name="T12" fmla="*/ 39 w 3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8">
                    <a:moveTo>
                      <a:pt x="39" y="1"/>
                    </a:moveTo>
                    <a:cubicBezTo>
                      <a:pt x="39" y="1"/>
                      <a:pt x="39" y="5"/>
                      <a:pt x="33" y="6"/>
                    </a:cubicBezTo>
                    <a:cubicBezTo>
                      <a:pt x="33" y="6"/>
                      <a:pt x="15" y="8"/>
                      <a:pt x="7" y="7"/>
                    </a:cubicBezTo>
                    <a:cubicBezTo>
                      <a:pt x="7" y="7"/>
                      <a:pt x="2" y="6"/>
                      <a:pt x="1" y="3"/>
                    </a:cubicBezTo>
                    <a:cubicBezTo>
                      <a:pt x="1" y="3"/>
                      <a:pt x="0" y="2"/>
                      <a:pt x="3" y="2"/>
                    </a:cubicBezTo>
                    <a:cubicBezTo>
                      <a:pt x="3" y="2"/>
                      <a:pt x="30" y="1"/>
                      <a:pt x="37" y="0"/>
                    </a:cubicBezTo>
                    <a:cubicBezTo>
                      <a:pt x="37" y="0"/>
                      <a:pt x="38" y="0"/>
                      <a:pt x="39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61" name="Freeform 675">
                <a:extLst>
                  <a:ext uri="{FF2B5EF4-FFF2-40B4-BE49-F238E27FC236}">
                    <a16:creationId xmlns:a16="http://schemas.microsoft.com/office/drawing/2014/main" id="{241A34C3-3639-496A-8438-EFCEEBC8A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4854" y="4780676"/>
                <a:ext cx="926661" cy="52655"/>
              </a:xfrm>
              <a:custGeom>
                <a:avLst/>
                <a:gdLst>
                  <a:gd name="T0" fmla="*/ 34 w 35"/>
                  <a:gd name="T1" fmla="*/ 0 h 2"/>
                  <a:gd name="T2" fmla="*/ 0 w 35"/>
                  <a:gd name="T3" fmla="*/ 1 h 2"/>
                  <a:gd name="T4" fmla="*/ 2 w 35"/>
                  <a:gd name="T5" fmla="*/ 2 h 2"/>
                  <a:gd name="T6" fmla="*/ 33 w 35"/>
                  <a:gd name="T7" fmla="*/ 1 h 2"/>
                  <a:gd name="T8" fmla="*/ 34 w 35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">
                    <a:moveTo>
                      <a:pt x="34" y="0"/>
                    </a:moveTo>
                    <a:cubicBezTo>
                      <a:pt x="34" y="0"/>
                      <a:pt x="8" y="2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8" y="2"/>
                      <a:pt x="24" y="2"/>
                      <a:pt x="33" y="1"/>
                    </a:cubicBezTo>
                    <a:cubicBezTo>
                      <a:pt x="33" y="1"/>
                      <a:pt x="35" y="0"/>
                      <a:pt x="3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62" name="Freeform 676">
                <a:extLst>
                  <a:ext uri="{FF2B5EF4-FFF2-40B4-BE49-F238E27FC236}">
                    <a16:creationId xmlns:a16="http://schemas.microsoft.com/office/drawing/2014/main" id="{88191EE0-D0DE-4DED-98E1-14E46F1D6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4854" y="4780676"/>
                <a:ext cx="926661" cy="52655"/>
              </a:xfrm>
              <a:custGeom>
                <a:avLst/>
                <a:gdLst>
                  <a:gd name="T0" fmla="*/ 34 w 35"/>
                  <a:gd name="T1" fmla="*/ 0 h 2"/>
                  <a:gd name="T2" fmla="*/ 0 w 35"/>
                  <a:gd name="T3" fmla="*/ 1 h 2"/>
                  <a:gd name="T4" fmla="*/ 2 w 35"/>
                  <a:gd name="T5" fmla="*/ 2 h 2"/>
                  <a:gd name="T6" fmla="*/ 33 w 35"/>
                  <a:gd name="T7" fmla="*/ 1 h 2"/>
                  <a:gd name="T8" fmla="*/ 34 w 35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">
                    <a:moveTo>
                      <a:pt x="34" y="0"/>
                    </a:moveTo>
                    <a:cubicBezTo>
                      <a:pt x="34" y="0"/>
                      <a:pt x="8" y="2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8" y="2"/>
                      <a:pt x="24" y="2"/>
                      <a:pt x="33" y="1"/>
                    </a:cubicBezTo>
                    <a:cubicBezTo>
                      <a:pt x="33" y="1"/>
                      <a:pt x="35" y="0"/>
                      <a:pt x="3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63" name="Freeform 677">
                <a:extLst>
                  <a:ext uri="{FF2B5EF4-FFF2-40B4-BE49-F238E27FC236}">
                    <a16:creationId xmlns:a16="http://schemas.microsoft.com/office/drawing/2014/main" id="{3EE3D0FD-8923-4F62-902F-4F5F5CF32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0156" y="4833324"/>
                <a:ext cx="768711" cy="52655"/>
              </a:xfrm>
              <a:custGeom>
                <a:avLst/>
                <a:gdLst>
                  <a:gd name="T0" fmla="*/ 28 w 29"/>
                  <a:gd name="T1" fmla="*/ 0 h 2"/>
                  <a:gd name="T2" fmla="*/ 0 w 29"/>
                  <a:gd name="T3" fmla="*/ 1 h 2"/>
                  <a:gd name="T4" fmla="*/ 2 w 29"/>
                  <a:gd name="T5" fmla="*/ 2 h 2"/>
                  <a:gd name="T6" fmla="*/ 27 w 29"/>
                  <a:gd name="T7" fmla="*/ 1 h 2"/>
                  <a:gd name="T8" fmla="*/ 28 w 29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">
                    <a:moveTo>
                      <a:pt x="28" y="0"/>
                    </a:moveTo>
                    <a:cubicBezTo>
                      <a:pt x="28" y="0"/>
                      <a:pt x="7" y="1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7" y="2"/>
                      <a:pt x="19" y="2"/>
                      <a:pt x="27" y="1"/>
                    </a:cubicBezTo>
                    <a:cubicBezTo>
                      <a:pt x="27" y="1"/>
                      <a:pt x="29" y="0"/>
                      <a:pt x="28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64" name="Freeform 678">
                <a:extLst>
                  <a:ext uri="{FF2B5EF4-FFF2-40B4-BE49-F238E27FC236}">
                    <a16:creationId xmlns:a16="http://schemas.microsoft.com/office/drawing/2014/main" id="{3C516758-4566-4F76-BBBC-BF11865067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0156" y="4833324"/>
                <a:ext cx="768711" cy="52655"/>
              </a:xfrm>
              <a:custGeom>
                <a:avLst/>
                <a:gdLst>
                  <a:gd name="T0" fmla="*/ 28 w 29"/>
                  <a:gd name="T1" fmla="*/ 0 h 2"/>
                  <a:gd name="T2" fmla="*/ 0 w 29"/>
                  <a:gd name="T3" fmla="*/ 1 h 2"/>
                  <a:gd name="T4" fmla="*/ 2 w 29"/>
                  <a:gd name="T5" fmla="*/ 2 h 2"/>
                  <a:gd name="T6" fmla="*/ 27 w 29"/>
                  <a:gd name="T7" fmla="*/ 1 h 2"/>
                  <a:gd name="T8" fmla="*/ 28 w 29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">
                    <a:moveTo>
                      <a:pt x="28" y="0"/>
                    </a:moveTo>
                    <a:cubicBezTo>
                      <a:pt x="28" y="0"/>
                      <a:pt x="7" y="1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7" y="2"/>
                      <a:pt x="19" y="2"/>
                      <a:pt x="27" y="1"/>
                    </a:cubicBezTo>
                    <a:cubicBezTo>
                      <a:pt x="27" y="1"/>
                      <a:pt x="29" y="0"/>
                      <a:pt x="28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65" name="Freeform 679">
                <a:extLst>
                  <a:ext uri="{FF2B5EF4-FFF2-40B4-BE49-F238E27FC236}">
                    <a16:creationId xmlns:a16="http://schemas.microsoft.com/office/drawing/2014/main" id="{F7CAF2DD-0C5A-444E-9B0E-24B8D0EAE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985" y="4885979"/>
                <a:ext cx="579167" cy="21060"/>
              </a:xfrm>
              <a:custGeom>
                <a:avLst/>
                <a:gdLst>
                  <a:gd name="T0" fmla="*/ 21 w 22"/>
                  <a:gd name="T1" fmla="*/ 0 h 1"/>
                  <a:gd name="T2" fmla="*/ 0 w 22"/>
                  <a:gd name="T3" fmla="*/ 1 h 1"/>
                  <a:gd name="T4" fmla="*/ 1 w 22"/>
                  <a:gd name="T5" fmla="*/ 1 h 1"/>
                  <a:gd name="T6" fmla="*/ 20 w 22"/>
                  <a:gd name="T7" fmla="*/ 0 h 1"/>
                  <a:gd name="T8" fmla="*/ 21 w 2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">
                    <a:moveTo>
                      <a:pt x="21" y="0"/>
                    </a:moveTo>
                    <a:cubicBezTo>
                      <a:pt x="21" y="0"/>
                      <a:pt x="5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5" y="1"/>
                      <a:pt x="15" y="1"/>
                      <a:pt x="20" y="0"/>
                    </a:cubicBezTo>
                    <a:cubicBezTo>
                      <a:pt x="20" y="0"/>
                      <a:pt x="22" y="0"/>
                      <a:pt x="21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66" name="Freeform 680">
                <a:extLst>
                  <a:ext uri="{FF2B5EF4-FFF2-40B4-BE49-F238E27FC236}">
                    <a16:creationId xmlns:a16="http://schemas.microsoft.com/office/drawing/2014/main" id="{2C7891DF-7BA0-4BFF-A298-A2A6CDDD0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985" y="4885979"/>
                <a:ext cx="579167" cy="21060"/>
              </a:xfrm>
              <a:custGeom>
                <a:avLst/>
                <a:gdLst>
                  <a:gd name="T0" fmla="*/ 21 w 22"/>
                  <a:gd name="T1" fmla="*/ 0 h 1"/>
                  <a:gd name="T2" fmla="*/ 0 w 22"/>
                  <a:gd name="T3" fmla="*/ 1 h 1"/>
                  <a:gd name="T4" fmla="*/ 1 w 22"/>
                  <a:gd name="T5" fmla="*/ 1 h 1"/>
                  <a:gd name="T6" fmla="*/ 20 w 22"/>
                  <a:gd name="T7" fmla="*/ 0 h 1"/>
                  <a:gd name="T8" fmla="*/ 21 w 2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">
                    <a:moveTo>
                      <a:pt x="21" y="0"/>
                    </a:moveTo>
                    <a:cubicBezTo>
                      <a:pt x="21" y="0"/>
                      <a:pt x="5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5" y="1"/>
                      <a:pt x="15" y="1"/>
                      <a:pt x="20" y="0"/>
                    </a:cubicBezTo>
                    <a:cubicBezTo>
                      <a:pt x="20" y="0"/>
                      <a:pt x="22" y="0"/>
                      <a:pt x="21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67" name="Freeform 681">
                <a:extLst>
                  <a:ext uri="{FF2B5EF4-FFF2-40B4-BE49-F238E27FC236}">
                    <a16:creationId xmlns:a16="http://schemas.microsoft.com/office/drawing/2014/main" id="{7F9FD6BA-B0E1-459E-896F-7C714F2B31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3558" y="4359467"/>
                <a:ext cx="315907" cy="368562"/>
              </a:xfrm>
              <a:custGeom>
                <a:avLst/>
                <a:gdLst>
                  <a:gd name="T0" fmla="*/ 4 w 12"/>
                  <a:gd name="T1" fmla="*/ 7 h 14"/>
                  <a:gd name="T2" fmla="*/ 9 w 12"/>
                  <a:gd name="T3" fmla="*/ 3 h 14"/>
                  <a:gd name="T4" fmla="*/ 9 w 12"/>
                  <a:gd name="T5" fmla="*/ 10 h 14"/>
                  <a:gd name="T6" fmla="*/ 1 w 12"/>
                  <a:gd name="T7" fmla="*/ 11 h 14"/>
                  <a:gd name="T8" fmla="*/ 3 w 12"/>
                  <a:gd name="T9" fmla="*/ 7 h 14"/>
                  <a:gd name="T10" fmla="*/ 4 w 12"/>
                  <a:gd name="T11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4">
                    <a:moveTo>
                      <a:pt x="4" y="7"/>
                    </a:moveTo>
                    <a:cubicBezTo>
                      <a:pt x="4" y="7"/>
                      <a:pt x="6" y="0"/>
                      <a:pt x="9" y="3"/>
                    </a:cubicBezTo>
                    <a:cubicBezTo>
                      <a:pt x="9" y="3"/>
                      <a:pt x="12" y="9"/>
                      <a:pt x="9" y="10"/>
                    </a:cubicBezTo>
                    <a:cubicBezTo>
                      <a:pt x="9" y="10"/>
                      <a:pt x="2" y="14"/>
                      <a:pt x="1" y="11"/>
                    </a:cubicBezTo>
                    <a:cubicBezTo>
                      <a:pt x="1" y="11"/>
                      <a:pt x="0" y="8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68" name="Freeform 682">
                <a:extLst>
                  <a:ext uri="{FF2B5EF4-FFF2-40B4-BE49-F238E27FC236}">
                    <a16:creationId xmlns:a16="http://schemas.microsoft.com/office/drawing/2014/main" id="{85925F3D-741F-4484-9BE8-2C16A7D02D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3558" y="4359467"/>
                <a:ext cx="315907" cy="368562"/>
              </a:xfrm>
              <a:custGeom>
                <a:avLst/>
                <a:gdLst>
                  <a:gd name="T0" fmla="*/ 4 w 12"/>
                  <a:gd name="T1" fmla="*/ 7 h 14"/>
                  <a:gd name="T2" fmla="*/ 9 w 12"/>
                  <a:gd name="T3" fmla="*/ 3 h 14"/>
                  <a:gd name="T4" fmla="*/ 9 w 12"/>
                  <a:gd name="T5" fmla="*/ 10 h 14"/>
                  <a:gd name="T6" fmla="*/ 1 w 12"/>
                  <a:gd name="T7" fmla="*/ 11 h 14"/>
                  <a:gd name="T8" fmla="*/ 3 w 12"/>
                  <a:gd name="T9" fmla="*/ 7 h 14"/>
                  <a:gd name="T10" fmla="*/ 4 w 12"/>
                  <a:gd name="T11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4">
                    <a:moveTo>
                      <a:pt x="4" y="7"/>
                    </a:moveTo>
                    <a:cubicBezTo>
                      <a:pt x="4" y="7"/>
                      <a:pt x="6" y="0"/>
                      <a:pt x="9" y="3"/>
                    </a:cubicBezTo>
                    <a:cubicBezTo>
                      <a:pt x="9" y="3"/>
                      <a:pt x="12" y="9"/>
                      <a:pt x="9" y="10"/>
                    </a:cubicBezTo>
                    <a:cubicBezTo>
                      <a:pt x="9" y="10"/>
                      <a:pt x="2" y="14"/>
                      <a:pt x="1" y="11"/>
                    </a:cubicBezTo>
                    <a:cubicBezTo>
                      <a:pt x="1" y="11"/>
                      <a:pt x="0" y="8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69" name="Freeform 683">
                <a:extLst>
                  <a:ext uri="{FF2B5EF4-FFF2-40B4-BE49-F238E27FC236}">
                    <a16:creationId xmlns:a16="http://schemas.microsoft.com/office/drawing/2014/main" id="{38EB43F1-B34B-4746-839C-5EE56820C5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5231" y="4412114"/>
                <a:ext cx="494925" cy="315907"/>
              </a:xfrm>
              <a:custGeom>
                <a:avLst/>
                <a:gdLst>
                  <a:gd name="T0" fmla="*/ 11 w 19"/>
                  <a:gd name="T1" fmla="*/ 6 h 12"/>
                  <a:gd name="T2" fmla="*/ 0 w 19"/>
                  <a:gd name="T3" fmla="*/ 4 h 12"/>
                  <a:gd name="T4" fmla="*/ 4 w 19"/>
                  <a:gd name="T5" fmla="*/ 10 h 12"/>
                  <a:gd name="T6" fmla="*/ 17 w 19"/>
                  <a:gd name="T7" fmla="*/ 12 h 12"/>
                  <a:gd name="T8" fmla="*/ 17 w 19"/>
                  <a:gd name="T9" fmla="*/ 9 h 12"/>
                  <a:gd name="T10" fmla="*/ 14 w 19"/>
                  <a:gd name="T11" fmla="*/ 7 h 12"/>
                  <a:gd name="T12" fmla="*/ 11 w 19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2">
                    <a:moveTo>
                      <a:pt x="11" y="6"/>
                    </a:moveTo>
                    <a:cubicBezTo>
                      <a:pt x="11" y="6"/>
                      <a:pt x="0" y="0"/>
                      <a:pt x="0" y="4"/>
                    </a:cubicBezTo>
                    <a:cubicBezTo>
                      <a:pt x="0" y="4"/>
                      <a:pt x="1" y="9"/>
                      <a:pt x="4" y="10"/>
                    </a:cubicBezTo>
                    <a:cubicBezTo>
                      <a:pt x="8" y="11"/>
                      <a:pt x="11" y="12"/>
                      <a:pt x="17" y="12"/>
                    </a:cubicBezTo>
                    <a:cubicBezTo>
                      <a:pt x="17" y="12"/>
                      <a:pt x="19" y="11"/>
                      <a:pt x="17" y="9"/>
                    </a:cubicBezTo>
                    <a:cubicBezTo>
                      <a:pt x="17" y="9"/>
                      <a:pt x="17" y="8"/>
                      <a:pt x="14" y="7"/>
                    </a:cubicBezTo>
                    <a:cubicBezTo>
                      <a:pt x="12" y="7"/>
                      <a:pt x="11" y="6"/>
                      <a:pt x="11" y="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70" name="Freeform 684">
                <a:extLst>
                  <a:ext uri="{FF2B5EF4-FFF2-40B4-BE49-F238E27FC236}">
                    <a16:creationId xmlns:a16="http://schemas.microsoft.com/office/drawing/2014/main" id="{731FD519-9D7A-404C-BAD9-F4EEEBD82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5231" y="4412114"/>
                <a:ext cx="494925" cy="315907"/>
              </a:xfrm>
              <a:custGeom>
                <a:avLst/>
                <a:gdLst>
                  <a:gd name="T0" fmla="*/ 11 w 19"/>
                  <a:gd name="T1" fmla="*/ 6 h 12"/>
                  <a:gd name="T2" fmla="*/ 0 w 19"/>
                  <a:gd name="T3" fmla="*/ 4 h 12"/>
                  <a:gd name="T4" fmla="*/ 4 w 19"/>
                  <a:gd name="T5" fmla="*/ 10 h 12"/>
                  <a:gd name="T6" fmla="*/ 17 w 19"/>
                  <a:gd name="T7" fmla="*/ 12 h 12"/>
                  <a:gd name="T8" fmla="*/ 17 w 19"/>
                  <a:gd name="T9" fmla="*/ 9 h 12"/>
                  <a:gd name="T10" fmla="*/ 14 w 19"/>
                  <a:gd name="T11" fmla="*/ 7 h 12"/>
                  <a:gd name="T12" fmla="*/ 11 w 19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2">
                    <a:moveTo>
                      <a:pt x="11" y="6"/>
                    </a:moveTo>
                    <a:cubicBezTo>
                      <a:pt x="11" y="6"/>
                      <a:pt x="0" y="0"/>
                      <a:pt x="0" y="4"/>
                    </a:cubicBezTo>
                    <a:cubicBezTo>
                      <a:pt x="0" y="4"/>
                      <a:pt x="1" y="9"/>
                      <a:pt x="4" y="10"/>
                    </a:cubicBezTo>
                    <a:cubicBezTo>
                      <a:pt x="8" y="11"/>
                      <a:pt x="11" y="12"/>
                      <a:pt x="17" y="12"/>
                    </a:cubicBezTo>
                    <a:cubicBezTo>
                      <a:pt x="17" y="12"/>
                      <a:pt x="19" y="11"/>
                      <a:pt x="17" y="9"/>
                    </a:cubicBezTo>
                    <a:cubicBezTo>
                      <a:pt x="17" y="9"/>
                      <a:pt x="17" y="8"/>
                      <a:pt x="14" y="7"/>
                    </a:cubicBezTo>
                    <a:cubicBezTo>
                      <a:pt x="12" y="7"/>
                      <a:pt x="11" y="6"/>
                      <a:pt x="11" y="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171" name="Freeform 685">
                <a:extLst>
                  <a:ext uri="{FF2B5EF4-FFF2-40B4-BE49-F238E27FC236}">
                    <a16:creationId xmlns:a16="http://schemas.microsoft.com/office/drawing/2014/main" id="{0C7B82E9-7CB3-42AC-823E-F30FE5A01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491" y="5170292"/>
                <a:ext cx="1210981" cy="189544"/>
              </a:xfrm>
              <a:custGeom>
                <a:avLst/>
                <a:gdLst>
                  <a:gd name="T0" fmla="*/ 115 w 115"/>
                  <a:gd name="T1" fmla="*/ 0 h 18"/>
                  <a:gd name="T2" fmla="*/ 108 w 115"/>
                  <a:gd name="T3" fmla="*/ 3 h 18"/>
                  <a:gd name="T4" fmla="*/ 0 w 115"/>
                  <a:gd name="T5" fmla="*/ 8 h 18"/>
                  <a:gd name="T6" fmla="*/ 0 w 115"/>
                  <a:gd name="T7" fmla="*/ 18 h 18"/>
                  <a:gd name="T8" fmla="*/ 108 w 115"/>
                  <a:gd name="T9" fmla="*/ 15 h 18"/>
                  <a:gd name="T10" fmla="*/ 115 w 115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5" h="18">
                    <a:moveTo>
                      <a:pt x="115" y="0"/>
                    </a:moveTo>
                    <a:lnTo>
                      <a:pt x="108" y="3"/>
                    </a:lnTo>
                    <a:lnTo>
                      <a:pt x="0" y="8"/>
                    </a:lnTo>
                    <a:lnTo>
                      <a:pt x="0" y="18"/>
                    </a:lnTo>
                    <a:lnTo>
                      <a:pt x="108" y="15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04B320C2-ADAE-4F8C-9ED4-469449D30F2A}"/>
              </a:ext>
            </a:extLst>
          </p:cNvPr>
          <p:cNvSpPr txBox="1"/>
          <p:nvPr/>
        </p:nvSpPr>
        <p:spPr>
          <a:xfrm>
            <a:off x="8968503" y="2808327"/>
            <a:ext cx="989901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200" dirty="0"/>
              <a:t>Mobility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34F8048-7C9D-488F-A0F2-E546987AAD4F}"/>
              </a:ext>
            </a:extLst>
          </p:cNvPr>
          <p:cNvSpPr txBox="1"/>
          <p:nvPr/>
        </p:nvSpPr>
        <p:spPr>
          <a:xfrm>
            <a:off x="6962584" y="2821308"/>
            <a:ext cx="989901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200" dirty="0"/>
              <a:t>Industry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6C8751C-548F-432A-BF44-7E1C3274B282}"/>
              </a:ext>
            </a:extLst>
          </p:cNvPr>
          <p:cNvSpPr txBox="1"/>
          <p:nvPr/>
        </p:nvSpPr>
        <p:spPr>
          <a:xfrm>
            <a:off x="7575563" y="3619146"/>
            <a:ext cx="989901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200" dirty="0"/>
              <a:t>Service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96E8B74-3F66-4D64-BFBC-81A2B014D79F}"/>
              </a:ext>
            </a:extLst>
          </p:cNvPr>
          <p:cNvSpPr txBox="1"/>
          <p:nvPr/>
        </p:nvSpPr>
        <p:spPr>
          <a:xfrm>
            <a:off x="7934978" y="1842903"/>
            <a:ext cx="989901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200" dirty="0"/>
              <a:t>Electricity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81FAD10-383F-4C9F-91C7-B8712EEE8220}"/>
              </a:ext>
            </a:extLst>
          </p:cNvPr>
          <p:cNvSpPr txBox="1"/>
          <p:nvPr/>
        </p:nvSpPr>
        <p:spPr>
          <a:xfrm>
            <a:off x="8409215" y="3634557"/>
            <a:ext cx="989901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200" dirty="0"/>
              <a:t>Residential</a:t>
            </a:r>
          </a:p>
        </p:txBody>
      </p:sp>
      <p:sp>
        <p:nvSpPr>
          <p:cNvPr id="179" name="Arrow: Right 178">
            <a:extLst>
              <a:ext uri="{FF2B5EF4-FFF2-40B4-BE49-F238E27FC236}">
                <a16:creationId xmlns:a16="http://schemas.microsoft.com/office/drawing/2014/main" id="{815EB6E8-4049-4797-8D90-CF17E57AB636}"/>
              </a:ext>
            </a:extLst>
          </p:cNvPr>
          <p:cNvSpPr/>
          <p:nvPr/>
        </p:nvSpPr>
        <p:spPr>
          <a:xfrm rot="5400000">
            <a:off x="8062729" y="2368741"/>
            <a:ext cx="575206" cy="384087"/>
          </a:xfrm>
          <a:prstGeom prst="rightArrow">
            <a:avLst/>
          </a:prstGeom>
          <a:solidFill>
            <a:srgbClr val="30A9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pic>
        <p:nvPicPr>
          <p:cNvPr id="183" name="Picture 182">
            <a:extLst>
              <a:ext uri="{FF2B5EF4-FFF2-40B4-BE49-F238E27FC236}">
                <a16:creationId xmlns:a16="http://schemas.microsoft.com/office/drawing/2014/main" id="{C573C06C-060A-41FC-BDB2-3961BF490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466" y="1862192"/>
            <a:ext cx="2627903" cy="1970282"/>
          </a:xfrm>
          <a:prstGeom prst="rect">
            <a:avLst/>
          </a:prstGeom>
        </p:spPr>
      </p:pic>
      <p:sp>
        <p:nvSpPr>
          <p:cNvPr id="259" name="Oval 258">
            <a:extLst>
              <a:ext uri="{FF2B5EF4-FFF2-40B4-BE49-F238E27FC236}">
                <a16:creationId xmlns:a16="http://schemas.microsoft.com/office/drawing/2014/main" id="{A4F48E32-03D6-4F60-8F5E-8EC55661862E}"/>
              </a:ext>
            </a:extLst>
          </p:cNvPr>
          <p:cNvSpPr/>
          <p:nvPr/>
        </p:nvSpPr>
        <p:spPr>
          <a:xfrm>
            <a:off x="3279285" y="2517308"/>
            <a:ext cx="1087807" cy="498382"/>
          </a:xfrm>
          <a:prstGeom prst="ellipse">
            <a:avLst/>
          </a:prstGeom>
          <a:solidFill>
            <a:schemeClr val="bg1"/>
          </a:solidFill>
          <a:ln>
            <a:solidFill>
              <a:srgbClr val="023D6B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grpSp>
        <p:nvGrpSpPr>
          <p:cNvPr id="184" name="Gruppieren 1">
            <a:extLst>
              <a:ext uri="{FF2B5EF4-FFF2-40B4-BE49-F238E27FC236}">
                <a16:creationId xmlns:a16="http://schemas.microsoft.com/office/drawing/2014/main" id="{ED4AB103-029D-4328-B6AD-BDF848D0A60E}"/>
              </a:ext>
            </a:extLst>
          </p:cNvPr>
          <p:cNvGrpSpPr/>
          <p:nvPr/>
        </p:nvGrpSpPr>
        <p:grpSpPr>
          <a:xfrm>
            <a:off x="3377301" y="2462888"/>
            <a:ext cx="829209" cy="409572"/>
            <a:chOff x="1979712" y="2132859"/>
            <a:chExt cx="5378301" cy="3486275"/>
          </a:xfrm>
          <a:solidFill>
            <a:schemeClr val="accent1"/>
          </a:solidFill>
        </p:grpSpPr>
        <p:sp>
          <p:nvSpPr>
            <p:cNvPr id="185" name="Freeform 584">
              <a:extLst>
                <a:ext uri="{FF2B5EF4-FFF2-40B4-BE49-F238E27FC236}">
                  <a16:creationId xmlns:a16="http://schemas.microsoft.com/office/drawing/2014/main" id="{8FFC4C67-0440-4DC8-B342-BAF4FC954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912" y="3954818"/>
              <a:ext cx="324102" cy="788350"/>
            </a:xfrm>
            <a:custGeom>
              <a:avLst/>
              <a:gdLst>
                <a:gd name="T0" fmla="*/ 15 w 15"/>
                <a:gd name="T1" fmla="*/ 32 h 36"/>
                <a:gd name="T2" fmla="*/ 15 w 15"/>
                <a:gd name="T3" fmla="*/ 35 h 36"/>
                <a:gd name="T4" fmla="*/ 12 w 15"/>
                <a:gd name="T5" fmla="*/ 36 h 36"/>
                <a:gd name="T6" fmla="*/ 9 w 15"/>
                <a:gd name="T7" fmla="*/ 36 h 36"/>
                <a:gd name="T8" fmla="*/ 6 w 15"/>
                <a:gd name="T9" fmla="*/ 36 h 36"/>
                <a:gd name="T10" fmla="*/ 2 w 15"/>
                <a:gd name="T11" fmla="*/ 36 h 36"/>
                <a:gd name="T12" fmla="*/ 1 w 15"/>
                <a:gd name="T13" fmla="*/ 36 h 36"/>
                <a:gd name="T14" fmla="*/ 0 w 15"/>
                <a:gd name="T15" fmla="*/ 36 h 36"/>
                <a:gd name="T16" fmla="*/ 0 w 15"/>
                <a:gd name="T17" fmla="*/ 35 h 36"/>
                <a:gd name="T18" fmla="*/ 0 w 15"/>
                <a:gd name="T19" fmla="*/ 32 h 36"/>
                <a:gd name="T20" fmla="*/ 1 w 15"/>
                <a:gd name="T21" fmla="*/ 28 h 36"/>
                <a:gd name="T22" fmla="*/ 1 w 15"/>
                <a:gd name="T23" fmla="*/ 20 h 36"/>
                <a:gd name="T24" fmla="*/ 1 w 15"/>
                <a:gd name="T25" fmla="*/ 16 h 36"/>
                <a:gd name="T26" fmla="*/ 1 w 15"/>
                <a:gd name="T27" fmla="*/ 12 h 36"/>
                <a:gd name="T28" fmla="*/ 1 w 15"/>
                <a:gd name="T29" fmla="*/ 3 h 36"/>
                <a:gd name="T30" fmla="*/ 1 w 15"/>
                <a:gd name="T31" fmla="*/ 3 h 36"/>
                <a:gd name="T32" fmla="*/ 1 w 15"/>
                <a:gd name="T33" fmla="*/ 2 h 36"/>
                <a:gd name="T34" fmla="*/ 4 w 15"/>
                <a:gd name="T35" fmla="*/ 1 h 36"/>
                <a:gd name="T36" fmla="*/ 7 w 15"/>
                <a:gd name="T37" fmla="*/ 0 h 36"/>
                <a:gd name="T38" fmla="*/ 9 w 15"/>
                <a:gd name="T39" fmla="*/ 0 h 36"/>
                <a:gd name="T40" fmla="*/ 12 w 15"/>
                <a:gd name="T41" fmla="*/ 1 h 36"/>
                <a:gd name="T42" fmla="*/ 13 w 15"/>
                <a:gd name="T43" fmla="*/ 2 h 36"/>
                <a:gd name="T44" fmla="*/ 13 w 15"/>
                <a:gd name="T45" fmla="*/ 13 h 36"/>
                <a:gd name="T46" fmla="*/ 14 w 15"/>
                <a:gd name="T47" fmla="*/ 18 h 36"/>
                <a:gd name="T48" fmla="*/ 14 w 15"/>
                <a:gd name="T49" fmla="*/ 23 h 36"/>
                <a:gd name="T50" fmla="*/ 14 w 15"/>
                <a:gd name="T51" fmla="*/ 28 h 36"/>
                <a:gd name="T52" fmla="*/ 15 w 15"/>
                <a:gd name="T53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" h="36">
                  <a:moveTo>
                    <a:pt x="15" y="32"/>
                  </a:moveTo>
                  <a:cubicBezTo>
                    <a:pt x="15" y="33"/>
                    <a:pt x="15" y="34"/>
                    <a:pt x="15" y="35"/>
                  </a:cubicBezTo>
                  <a:cubicBezTo>
                    <a:pt x="14" y="35"/>
                    <a:pt x="13" y="35"/>
                    <a:pt x="12" y="36"/>
                  </a:cubicBezTo>
                  <a:cubicBezTo>
                    <a:pt x="11" y="36"/>
                    <a:pt x="10" y="36"/>
                    <a:pt x="9" y="36"/>
                  </a:cubicBezTo>
                  <a:cubicBezTo>
                    <a:pt x="8" y="36"/>
                    <a:pt x="7" y="36"/>
                    <a:pt x="6" y="36"/>
                  </a:cubicBezTo>
                  <a:cubicBezTo>
                    <a:pt x="5" y="36"/>
                    <a:pt x="4" y="36"/>
                    <a:pt x="2" y="36"/>
                  </a:cubicBezTo>
                  <a:cubicBezTo>
                    <a:pt x="2" y="36"/>
                    <a:pt x="2" y="35"/>
                    <a:pt x="1" y="36"/>
                  </a:cubicBezTo>
                  <a:cubicBezTo>
                    <a:pt x="1" y="36"/>
                    <a:pt x="0" y="36"/>
                    <a:pt x="0" y="36"/>
                  </a:cubicBezTo>
                  <a:cubicBezTo>
                    <a:pt x="0" y="36"/>
                    <a:pt x="0" y="35"/>
                    <a:pt x="0" y="35"/>
                  </a:cubicBezTo>
                  <a:cubicBezTo>
                    <a:pt x="0" y="34"/>
                    <a:pt x="0" y="33"/>
                    <a:pt x="0" y="32"/>
                  </a:cubicBezTo>
                  <a:cubicBezTo>
                    <a:pt x="1" y="31"/>
                    <a:pt x="1" y="29"/>
                    <a:pt x="1" y="28"/>
                  </a:cubicBezTo>
                  <a:cubicBezTo>
                    <a:pt x="1" y="25"/>
                    <a:pt x="1" y="22"/>
                    <a:pt x="1" y="20"/>
                  </a:cubicBezTo>
                  <a:cubicBezTo>
                    <a:pt x="1" y="18"/>
                    <a:pt x="1" y="17"/>
                    <a:pt x="1" y="16"/>
                  </a:cubicBezTo>
                  <a:cubicBezTo>
                    <a:pt x="1" y="14"/>
                    <a:pt x="1" y="13"/>
                    <a:pt x="1" y="12"/>
                  </a:cubicBezTo>
                  <a:cubicBezTo>
                    <a:pt x="1" y="9"/>
                    <a:pt x="1" y="6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1"/>
                    <a:pt x="7" y="0"/>
                  </a:cubicBezTo>
                  <a:cubicBezTo>
                    <a:pt x="8" y="0"/>
                    <a:pt x="9" y="0"/>
                    <a:pt x="9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3" y="1"/>
                    <a:pt x="13" y="1"/>
                    <a:pt x="13" y="2"/>
                  </a:cubicBezTo>
                  <a:cubicBezTo>
                    <a:pt x="13" y="6"/>
                    <a:pt x="13" y="9"/>
                    <a:pt x="13" y="13"/>
                  </a:cubicBezTo>
                  <a:cubicBezTo>
                    <a:pt x="13" y="15"/>
                    <a:pt x="13" y="16"/>
                    <a:pt x="14" y="18"/>
                  </a:cubicBezTo>
                  <a:cubicBezTo>
                    <a:pt x="14" y="20"/>
                    <a:pt x="14" y="21"/>
                    <a:pt x="14" y="23"/>
                  </a:cubicBezTo>
                  <a:cubicBezTo>
                    <a:pt x="14" y="24"/>
                    <a:pt x="14" y="26"/>
                    <a:pt x="14" y="28"/>
                  </a:cubicBezTo>
                  <a:cubicBezTo>
                    <a:pt x="15" y="29"/>
                    <a:pt x="15" y="31"/>
                    <a:pt x="15" y="3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6" name="Freeform 585">
              <a:extLst>
                <a:ext uri="{FF2B5EF4-FFF2-40B4-BE49-F238E27FC236}">
                  <a16:creationId xmlns:a16="http://schemas.microsoft.com/office/drawing/2014/main" id="{F82021FC-CAD8-413D-8F9F-F178C5E58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912" y="3954818"/>
              <a:ext cx="324102" cy="788350"/>
            </a:xfrm>
            <a:custGeom>
              <a:avLst/>
              <a:gdLst>
                <a:gd name="T0" fmla="*/ 15 w 15"/>
                <a:gd name="T1" fmla="*/ 32 h 36"/>
                <a:gd name="T2" fmla="*/ 15 w 15"/>
                <a:gd name="T3" fmla="*/ 35 h 36"/>
                <a:gd name="T4" fmla="*/ 12 w 15"/>
                <a:gd name="T5" fmla="*/ 36 h 36"/>
                <a:gd name="T6" fmla="*/ 9 w 15"/>
                <a:gd name="T7" fmla="*/ 36 h 36"/>
                <a:gd name="T8" fmla="*/ 6 w 15"/>
                <a:gd name="T9" fmla="*/ 36 h 36"/>
                <a:gd name="T10" fmla="*/ 2 w 15"/>
                <a:gd name="T11" fmla="*/ 36 h 36"/>
                <a:gd name="T12" fmla="*/ 1 w 15"/>
                <a:gd name="T13" fmla="*/ 36 h 36"/>
                <a:gd name="T14" fmla="*/ 0 w 15"/>
                <a:gd name="T15" fmla="*/ 36 h 36"/>
                <a:gd name="T16" fmla="*/ 0 w 15"/>
                <a:gd name="T17" fmla="*/ 35 h 36"/>
                <a:gd name="T18" fmla="*/ 0 w 15"/>
                <a:gd name="T19" fmla="*/ 32 h 36"/>
                <a:gd name="T20" fmla="*/ 1 w 15"/>
                <a:gd name="T21" fmla="*/ 28 h 36"/>
                <a:gd name="T22" fmla="*/ 1 w 15"/>
                <a:gd name="T23" fmla="*/ 20 h 36"/>
                <a:gd name="T24" fmla="*/ 1 w 15"/>
                <a:gd name="T25" fmla="*/ 16 h 36"/>
                <a:gd name="T26" fmla="*/ 1 w 15"/>
                <a:gd name="T27" fmla="*/ 12 h 36"/>
                <a:gd name="T28" fmla="*/ 1 w 15"/>
                <a:gd name="T29" fmla="*/ 3 h 36"/>
                <a:gd name="T30" fmla="*/ 1 w 15"/>
                <a:gd name="T31" fmla="*/ 3 h 36"/>
                <a:gd name="T32" fmla="*/ 1 w 15"/>
                <a:gd name="T33" fmla="*/ 2 h 36"/>
                <a:gd name="T34" fmla="*/ 4 w 15"/>
                <a:gd name="T35" fmla="*/ 1 h 36"/>
                <a:gd name="T36" fmla="*/ 7 w 15"/>
                <a:gd name="T37" fmla="*/ 0 h 36"/>
                <a:gd name="T38" fmla="*/ 9 w 15"/>
                <a:gd name="T39" fmla="*/ 0 h 36"/>
                <a:gd name="T40" fmla="*/ 12 w 15"/>
                <a:gd name="T41" fmla="*/ 1 h 36"/>
                <a:gd name="T42" fmla="*/ 13 w 15"/>
                <a:gd name="T43" fmla="*/ 2 h 36"/>
                <a:gd name="T44" fmla="*/ 13 w 15"/>
                <a:gd name="T45" fmla="*/ 13 h 36"/>
                <a:gd name="T46" fmla="*/ 14 w 15"/>
                <a:gd name="T47" fmla="*/ 18 h 36"/>
                <a:gd name="T48" fmla="*/ 14 w 15"/>
                <a:gd name="T49" fmla="*/ 23 h 36"/>
                <a:gd name="T50" fmla="*/ 14 w 15"/>
                <a:gd name="T51" fmla="*/ 28 h 36"/>
                <a:gd name="T52" fmla="*/ 15 w 15"/>
                <a:gd name="T53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" h="36">
                  <a:moveTo>
                    <a:pt x="15" y="32"/>
                  </a:moveTo>
                  <a:cubicBezTo>
                    <a:pt x="15" y="33"/>
                    <a:pt x="15" y="34"/>
                    <a:pt x="15" y="35"/>
                  </a:cubicBezTo>
                  <a:cubicBezTo>
                    <a:pt x="14" y="35"/>
                    <a:pt x="13" y="35"/>
                    <a:pt x="12" y="36"/>
                  </a:cubicBezTo>
                  <a:cubicBezTo>
                    <a:pt x="11" y="36"/>
                    <a:pt x="10" y="36"/>
                    <a:pt x="9" y="36"/>
                  </a:cubicBezTo>
                  <a:cubicBezTo>
                    <a:pt x="8" y="36"/>
                    <a:pt x="7" y="36"/>
                    <a:pt x="6" y="36"/>
                  </a:cubicBezTo>
                  <a:cubicBezTo>
                    <a:pt x="5" y="36"/>
                    <a:pt x="4" y="36"/>
                    <a:pt x="2" y="36"/>
                  </a:cubicBezTo>
                  <a:cubicBezTo>
                    <a:pt x="2" y="36"/>
                    <a:pt x="2" y="35"/>
                    <a:pt x="1" y="36"/>
                  </a:cubicBezTo>
                  <a:cubicBezTo>
                    <a:pt x="1" y="36"/>
                    <a:pt x="0" y="36"/>
                    <a:pt x="0" y="36"/>
                  </a:cubicBezTo>
                  <a:cubicBezTo>
                    <a:pt x="0" y="36"/>
                    <a:pt x="0" y="35"/>
                    <a:pt x="0" y="35"/>
                  </a:cubicBezTo>
                  <a:cubicBezTo>
                    <a:pt x="0" y="34"/>
                    <a:pt x="0" y="33"/>
                    <a:pt x="0" y="32"/>
                  </a:cubicBezTo>
                  <a:cubicBezTo>
                    <a:pt x="1" y="31"/>
                    <a:pt x="1" y="29"/>
                    <a:pt x="1" y="28"/>
                  </a:cubicBezTo>
                  <a:cubicBezTo>
                    <a:pt x="1" y="25"/>
                    <a:pt x="1" y="22"/>
                    <a:pt x="1" y="20"/>
                  </a:cubicBezTo>
                  <a:cubicBezTo>
                    <a:pt x="1" y="18"/>
                    <a:pt x="1" y="17"/>
                    <a:pt x="1" y="16"/>
                  </a:cubicBezTo>
                  <a:cubicBezTo>
                    <a:pt x="1" y="14"/>
                    <a:pt x="1" y="13"/>
                    <a:pt x="1" y="12"/>
                  </a:cubicBezTo>
                  <a:cubicBezTo>
                    <a:pt x="1" y="9"/>
                    <a:pt x="1" y="6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1"/>
                    <a:pt x="7" y="0"/>
                  </a:cubicBezTo>
                  <a:cubicBezTo>
                    <a:pt x="8" y="0"/>
                    <a:pt x="9" y="0"/>
                    <a:pt x="9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3" y="1"/>
                    <a:pt x="13" y="1"/>
                    <a:pt x="13" y="2"/>
                  </a:cubicBezTo>
                  <a:cubicBezTo>
                    <a:pt x="13" y="6"/>
                    <a:pt x="13" y="9"/>
                    <a:pt x="13" y="13"/>
                  </a:cubicBezTo>
                  <a:cubicBezTo>
                    <a:pt x="13" y="15"/>
                    <a:pt x="13" y="16"/>
                    <a:pt x="14" y="18"/>
                  </a:cubicBezTo>
                  <a:cubicBezTo>
                    <a:pt x="14" y="20"/>
                    <a:pt x="14" y="21"/>
                    <a:pt x="14" y="23"/>
                  </a:cubicBezTo>
                  <a:cubicBezTo>
                    <a:pt x="14" y="24"/>
                    <a:pt x="14" y="26"/>
                    <a:pt x="14" y="28"/>
                  </a:cubicBezTo>
                  <a:cubicBezTo>
                    <a:pt x="15" y="29"/>
                    <a:pt x="15" y="31"/>
                    <a:pt x="15" y="3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7" name="Freeform 586">
              <a:extLst>
                <a:ext uri="{FF2B5EF4-FFF2-40B4-BE49-F238E27FC236}">
                  <a16:creationId xmlns:a16="http://schemas.microsoft.com/office/drawing/2014/main" id="{AAD47A56-1E2B-47CD-83B0-ED29E331F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005" y="2132859"/>
              <a:ext cx="2040952" cy="2014672"/>
            </a:xfrm>
            <a:custGeom>
              <a:avLst/>
              <a:gdLst>
                <a:gd name="T0" fmla="*/ 92 w 93"/>
                <a:gd name="T1" fmla="*/ 64 h 92"/>
                <a:gd name="T2" fmla="*/ 92 w 93"/>
                <a:gd name="T3" fmla="*/ 70 h 92"/>
                <a:gd name="T4" fmla="*/ 85 w 93"/>
                <a:gd name="T5" fmla="*/ 79 h 92"/>
                <a:gd name="T6" fmla="*/ 79 w 93"/>
                <a:gd name="T7" fmla="*/ 84 h 92"/>
                <a:gd name="T8" fmla="*/ 76 w 93"/>
                <a:gd name="T9" fmla="*/ 88 h 92"/>
                <a:gd name="T10" fmla="*/ 71 w 93"/>
                <a:gd name="T11" fmla="*/ 90 h 92"/>
                <a:gd name="T12" fmla="*/ 65 w 93"/>
                <a:gd name="T13" fmla="*/ 91 h 92"/>
                <a:gd name="T14" fmla="*/ 61 w 93"/>
                <a:gd name="T15" fmla="*/ 90 h 92"/>
                <a:gd name="T16" fmla="*/ 58 w 93"/>
                <a:gd name="T17" fmla="*/ 90 h 92"/>
                <a:gd name="T18" fmla="*/ 51 w 93"/>
                <a:gd name="T19" fmla="*/ 90 h 92"/>
                <a:gd name="T20" fmla="*/ 37 w 93"/>
                <a:gd name="T21" fmla="*/ 91 h 92"/>
                <a:gd name="T22" fmla="*/ 34 w 93"/>
                <a:gd name="T23" fmla="*/ 90 h 92"/>
                <a:gd name="T24" fmla="*/ 31 w 93"/>
                <a:gd name="T25" fmla="*/ 89 h 92"/>
                <a:gd name="T26" fmla="*/ 24 w 93"/>
                <a:gd name="T27" fmla="*/ 87 h 92"/>
                <a:gd name="T28" fmla="*/ 17 w 93"/>
                <a:gd name="T29" fmla="*/ 87 h 92"/>
                <a:gd name="T30" fmla="*/ 11 w 93"/>
                <a:gd name="T31" fmla="*/ 87 h 92"/>
                <a:gd name="T32" fmla="*/ 4 w 93"/>
                <a:gd name="T33" fmla="*/ 85 h 92"/>
                <a:gd name="T34" fmla="*/ 1 w 93"/>
                <a:gd name="T35" fmla="*/ 81 h 92"/>
                <a:gd name="T36" fmla="*/ 0 w 93"/>
                <a:gd name="T37" fmla="*/ 75 h 92"/>
                <a:gd name="T38" fmla="*/ 2 w 93"/>
                <a:gd name="T39" fmla="*/ 69 h 92"/>
                <a:gd name="T40" fmla="*/ 4 w 93"/>
                <a:gd name="T41" fmla="*/ 62 h 92"/>
                <a:gd name="T42" fmla="*/ 2 w 93"/>
                <a:gd name="T43" fmla="*/ 56 h 92"/>
                <a:gd name="T44" fmla="*/ 1 w 93"/>
                <a:gd name="T45" fmla="*/ 53 h 92"/>
                <a:gd name="T46" fmla="*/ 1 w 93"/>
                <a:gd name="T47" fmla="*/ 50 h 92"/>
                <a:gd name="T48" fmla="*/ 2 w 93"/>
                <a:gd name="T49" fmla="*/ 47 h 92"/>
                <a:gd name="T50" fmla="*/ 1 w 93"/>
                <a:gd name="T51" fmla="*/ 44 h 92"/>
                <a:gd name="T52" fmla="*/ 4 w 93"/>
                <a:gd name="T53" fmla="*/ 37 h 92"/>
                <a:gd name="T54" fmla="*/ 8 w 93"/>
                <a:gd name="T55" fmla="*/ 33 h 92"/>
                <a:gd name="T56" fmla="*/ 11 w 93"/>
                <a:gd name="T57" fmla="*/ 31 h 92"/>
                <a:gd name="T58" fmla="*/ 12 w 93"/>
                <a:gd name="T59" fmla="*/ 27 h 92"/>
                <a:gd name="T60" fmla="*/ 13 w 93"/>
                <a:gd name="T61" fmla="*/ 25 h 92"/>
                <a:gd name="T62" fmla="*/ 15 w 93"/>
                <a:gd name="T63" fmla="*/ 23 h 92"/>
                <a:gd name="T64" fmla="*/ 15 w 93"/>
                <a:gd name="T65" fmla="*/ 19 h 92"/>
                <a:gd name="T66" fmla="*/ 16 w 93"/>
                <a:gd name="T67" fmla="*/ 17 h 92"/>
                <a:gd name="T68" fmla="*/ 20 w 93"/>
                <a:gd name="T69" fmla="*/ 12 h 92"/>
                <a:gd name="T70" fmla="*/ 23 w 93"/>
                <a:gd name="T71" fmla="*/ 10 h 92"/>
                <a:gd name="T72" fmla="*/ 25 w 93"/>
                <a:gd name="T73" fmla="*/ 8 h 92"/>
                <a:gd name="T74" fmla="*/ 27 w 93"/>
                <a:gd name="T75" fmla="*/ 5 h 92"/>
                <a:gd name="T76" fmla="*/ 28 w 93"/>
                <a:gd name="T77" fmla="*/ 3 h 92"/>
                <a:gd name="T78" fmla="*/ 34 w 93"/>
                <a:gd name="T79" fmla="*/ 1 h 92"/>
                <a:gd name="T80" fmla="*/ 38 w 93"/>
                <a:gd name="T81" fmla="*/ 0 h 92"/>
                <a:gd name="T82" fmla="*/ 45 w 93"/>
                <a:gd name="T83" fmla="*/ 1 h 92"/>
                <a:gd name="T84" fmla="*/ 49 w 93"/>
                <a:gd name="T85" fmla="*/ 4 h 92"/>
                <a:gd name="T86" fmla="*/ 55 w 93"/>
                <a:gd name="T87" fmla="*/ 8 h 92"/>
                <a:gd name="T88" fmla="*/ 60 w 93"/>
                <a:gd name="T89" fmla="*/ 10 h 92"/>
                <a:gd name="T90" fmla="*/ 68 w 93"/>
                <a:gd name="T91" fmla="*/ 18 h 92"/>
                <a:gd name="T92" fmla="*/ 78 w 93"/>
                <a:gd name="T93" fmla="*/ 27 h 92"/>
                <a:gd name="T94" fmla="*/ 87 w 93"/>
                <a:gd name="T95" fmla="*/ 34 h 92"/>
                <a:gd name="T96" fmla="*/ 89 w 93"/>
                <a:gd name="T97" fmla="*/ 39 h 92"/>
                <a:gd name="T98" fmla="*/ 91 w 93"/>
                <a:gd name="T99" fmla="*/ 45 h 92"/>
                <a:gd name="T100" fmla="*/ 92 w 93"/>
                <a:gd name="T101" fmla="*/ 58 h 92"/>
                <a:gd name="T102" fmla="*/ 92 w 93"/>
                <a:gd name="T103" fmla="*/ 6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" h="92">
                  <a:moveTo>
                    <a:pt x="92" y="64"/>
                  </a:moveTo>
                  <a:cubicBezTo>
                    <a:pt x="93" y="66"/>
                    <a:pt x="93" y="68"/>
                    <a:pt x="92" y="70"/>
                  </a:cubicBezTo>
                  <a:cubicBezTo>
                    <a:pt x="91" y="74"/>
                    <a:pt x="88" y="77"/>
                    <a:pt x="85" y="79"/>
                  </a:cubicBezTo>
                  <a:cubicBezTo>
                    <a:pt x="83" y="81"/>
                    <a:pt x="81" y="82"/>
                    <a:pt x="79" y="84"/>
                  </a:cubicBezTo>
                  <a:cubicBezTo>
                    <a:pt x="78" y="86"/>
                    <a:pt x="77" y="87"/>
                    <a:pt x="76" y="88"/>
                  </a:cubicBezTo>
                  <a:cubicBezTo>
                    <a:pt x="74" y="89"/>
                    <a:pt x="72" y="90"/>
                    <a:pt x="71" y="90"/>
                  </a:cubicBezTo>
                  <a:cubicBezTo>
                    <a:pt x="69" y="90"/>
                    <a:pt x="67" y="91"/>
                    <a:pt x="65" y="91"/>
                  </a:cubicBezTo>
                  <a:cubicBezTo>
                    <a:pt x="63" y="90"/>
                    <a:pt x="62" y="90"/>
                    <a:pt x="61" y="90"/>
                  </a:cubicBezTo>
                  <a:cubicBezTo>
                    <a:pt x="60" y="90"/>
                    <a:pt x="59" y="90"/>
                    <a:pt x="58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46" y="90"/>
                    <a:pt x="42" y="92"/>
                    <a:pt x="37" y="91"/>
                  </a:cubicBezTo>
                  <a:cubicBezTo>
                    <a:pt x="36" y="91"/>
                    <a:pt x="35" y="91"/>
                    <a:pt x="34" y="90"/>
                  </a:cubicBezTo>
                  <a:cubicBezTo>
                    <a:pt x="33" y="90"/>
                    <a:pt x="32" y="89"/>
                    <a:pt x="31" y="89"/>
                  </a:cubicBezTo>
                  <a:cubicBezTo>
                    <a:pt x="29" y="88"/>
                    <a:pt x="27" y="87"/>
                    <a:pt x="24" y="87"/>
                  </a:cubicBezTo>
                  <a:cubicBezTo>
                    <a:pt x="22" y="87"/>
                    <a:pt x="19" y="87"/>
                    <a:pt x="17" y="87"/>
                  </a:cubicBezTo>
                  <a:cubicBezTo>
                    <a:pt x="15" y="87"/>
                    <a:pt x="13" y="88"/>
                    <a:pt x="11" y="87"/>
                  </a:cubicBezTo>
                  <a:cubicBezTo>
                    <a:pt x="9" y="86"/>
                    <a:pt x="6" y="86"/>
                    <a:pt x="4" y="85"/>
                  </a:cubicBezTo>
                  <a:cubicBezTo>
                    <a:pt x="3" y="84"/>
                    <a:pt x="2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0" y="73"/>
                    <a:pt x="1" y="71"/>
                    <a:pt x="2" y="69"/>
                  </a:cubicBezTo>
                  <a:cubicBezTo>
                    <a:pt x="2" y="66"/>
                    <a:pt x="4" y="65"/>
                    <a:pt x="4" y="62"/>
                  </a:cubicBezTo>
                  <a:cubicBezTo>
                    <a:pt x="4" y="60"/>
                    <a:pt x="3" y="58"/>
                    <a:pt x="2" y="56"/>
                  </a:cubicBezTo>
                  <a:cubicBezTo>
                    <a:pt x="2" y="55"/>
                    <a:pt x="2" y="54"/>
                    <a:pt x="1" y="53"/>
                  </a:cubicBezTo>
                  <a:cubicBezTo>
                    <a:pt x="1" y="52"/>
                    <a:pt x="1" y="51"/>
                    <a:pt x="1" y="50"/>
                  </a:cubicBezTo>
                  <a:cubicBezTo>
                    <a:pt x="1" y="49"/>
                    <a:pt x="2" y="48"/>
                    <a:pt x="2" y="47"/>
                  </a:cubicBezTo>
                  <a:cubicBezTo>
                    <a:pt x="2" y="46"/>
                    <a:pt x="1" y="45"/>
                    <a:pt x="1" y="44"/>
                  </a:cubicBezTo>
                  <a:cubicBezTo>
                    <a:pt x="2" y="41"/>
                    <a:pt x="2" y="39"/>
                    <a:pt x="4" y="37"/>
                  </a:cubicBezTo>
                  <a:cubicBezTo>
                    <a:pt x="5" y="36"/>
                    <a:pt x="7" y="35"/>
                    <a:pt x="8" y="33"/>
                  </a:cubicBezTo>
                  <a:cubicBezTo>
                    <a:pt x="9" y="33"/>
                    <a:pt x="10" y="32"/>
                    <a:pt x="11" y="31"/>
                  </a:cubicBezTo>
                  <a:cubicBezTo>
                    <a:pt x="12" y="30"/>
                    <a:pt x="12" y="29"/>
                    <a:pt x="12" y="27"/>
                  </a:cubicBezTo>
                  <a:cubicBezTo>
                    <a:pt x="12" y="26"/>
                    <a:pt x="13" y="26"/>
                    <a:pt x="13" y="25"/>
                  </a:cubicBezTo>
                  <a:cubicBezTo>
                    <a:pt x="14" y="24"/>
                    <a:pt x="14" y="23"/>
                    <a:pt x="15" y="23"/>
                  </a:cubicBezTo>
                  <a:cubicBezTo>
                    <a:pt x="15" y="21"/>
                    <a:pt x="15" y="20"/>
                    <a:pt x="15" y="19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7" y="15"/>
                    <a:pt x="18" y="13"/>
                    <a:pt x="20" y="12"/>
                  </a:cubicBezTo>
                  <a:cubicBezTo>
                    <a:pt x="21" y="12"/>
                    <a:pt x="22" y="11"/>
                    <a:pt x="23" y="10"/>
                  </a:cubicBezTo>
                  <a:cubicBezTo>
                    <a:pt x="23" y="10"/>
                    <a:pt x="24" y="9"/>
                    <a:pt x="25" y="8"/>
                  </a:cubicBezTo>
                  <a:cubicBezTo>
                    <a:pt x="25" y="7"/>
                    <a:pt x="26" y="6"/>
                    <a:pt x="27" y="5"/>
                  </a:cubicBezTo>
                  <a:cubicBezTo>
                    <a:pt x="27" y="5"/>
                    <a:pt x="28" y="4"/>
                    <a:pt x="28" y="3"/>
                  </a:cubicBezTo>
                  <a:cubicBezTo>
                    <a:pt x="30" y="2"/>
                    <a:pt x="32" y="2"/>
                    <a:pt x="34" y="1"/>
                  </a:cubicBezTo>
                  <a:cubicBezTo>
                    <a:pt x="35" y="1"/>
                    <a:pt x="37" y="1"/>
                    <a:pt x="38" y="0"/>
                  </a:cubicBezTo>
                  <a:cubicBezTo>
                    <a:pt x="38" y="0"/>
                    <a:pt x="43" y="0"/>
                    <a:pt x="45" y="1"/>
                  </a:cubicBezTo>
                  <a:cubicBezTo>
                    <a:pt x="47" y="2"/>
                    <a:pt x="48" y="3"/>
                    <a:pt x="49" y="4"/>
                  </a:cubicBezTo>
                  <a:cubicBezTo>
                    <a:pt x="51" y="6"/>
                    <a:pt x="53" y="7"/>
                    <a:pt x="55" y="8"/>
                  </a:cubicBezTo>
                  <a:cubicBezTo>
                    <a:pt x="57" y="8"/>
                    <a:pt x="59" y="9"/>
                    <a:pt x="60" y="10"/>
                  </a:cubicBezTo>
                  <a:cubicBezTo>
                    <a:pt x="64" y="12"/>
                    <a:pt x="66" y="15"/>
                    <a:pt x="68" y="18"/>
                  </a:cubicBezTo>
                  <a:cubicBezTo>
                    <a:pt x="71" y="22"/>
                    <a:pt x="74" y="25"/>
                    <a:pt x="78" y="27"/>
                  </a:cubicBezTo>
                  <a:cubicBezTo>
                    <a:pt x="81" y="29"/>
                    <a:pt x="85" y="31"/>
                    <a:pt x="87" y="34"/>
                  </a:cubicBezTo>
                  <a:cubicBezTo>
                    <a:pt x="88" y="36"/>
                    <a:pt x="89" y="37"/>
                    <a:pt x="89" y="39"/>
                  </a:cubicBezTo>
                  <a:cubicBezTo>
                    <a:pt x="90" y="41"/>
                    <a:pt x="91" y="43"/>
                    <a:pt x="91" y="45"/>
                  </a:cubicBezTo>
                  <a:cubicBezTo>
                    <a:pt x="92" y="49"/>
                    <a:pt x="92" y="54"/>
                    <a:pt x="92" y="58"/>
                  </a:cubicBezTo>
                  <a:cubicBezTo>
                    <a:pt x="91" y="60"/>
                    <a:pt x="91" y="62"/>
                    <a:pt x="92" y="6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8" name="Freeform 587">
              <a:extLst>
                <a:ext uri="{FF2B5EF4-FFF2-40B4-BE49-F238E27FC236}">
                  <a16:creationId xmlns:a16="http://schemas.microsoft.com/office/drawing/2014/main" id="{64646D81-9F62-442E-A6A5-323F728FD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005" y="2132865"/>
              <a:ext cx="2040952" cy="2014672"/>
            </a:xfrm>
            <a:custGeom>
              <a:avLst/>
              <a:gdLst>
                <a:gd name="T0" fmla="*/ 92 w 93"/>
                <a:gd name="T1" fmla="*/ 64 h 92"/>
                <a:gd name="T2" fmla="*/ 92 w 93"/>
                <a:gd name="T3" fmla="*/ 70 h 92"/>
                <a:gd name="T4" fmla="*/ 85 w 93"/>
                <a:gd name="T5" fmla="*/ 79 h 92"/>
                <a:gd name="T6" fmla="*/ 79 w 93"/>
                <a:gd name="T7" fmla="*/ 84 h 92"/>
                <a:gd name="T8" fmla="*/ 76 w 93"/>
                <a:gd name="T9" fmla="*/ 88 h 92"/>
                <a:gd name="T10" fmla="*/ 71 w 93"/>
                <a:gd name="T11" fmla="*/ 90 h 92"/>
                <a:gd name="T12" fmla="*/ 65 w 93"/>
                <a:gd name="T13" fmla="*/ 91 h 92"/>
                <a:gd name="T14" fmla="*/ 61 w 93"/>
                <a:gd name="T15" fmla="*/ 90 h 92"/>
                <a:gd name="T16" fmla="*/ 58 w 93"/>
                <a:gd name="T17" fmla="*/ 90 h 92"/>
                <a:gd name="T18" fmla="*/ 51 w 93"/>
                <a:gd name="T19" fmla="*/ 90 h 92"/>
                <a:gd name="T20" fmla="*/ 37 w 93"/>
                <a:gd name="T21" fmla="*/ 91 h 92"/>
                <a:gd name="T22" fmla="*/ 34 w 93"/>
                <a:gd name="T23" fmla="*/ 90 h 92"/>
                <a:gd name="T24" fmla="*/ 31 w 93"/>
                <a:gd name="T25" fmla="*/ 89 h 92"/>
                <a:gd name="T26" fmla="*/ 24 w 93"/>
                <a:gd name="T27" fmla="*/ 87 h 92"/>
                <a:gd name="T28" fmla="*/ 17 w 93"/>
                <a:gd name="T29" fmla="*/ 87 h 92"/>
                <a:gd name="T30" fmla="*/ 11 w 93"/>
                <a:gd name="T31" fmla="*/ 87 h 92"/>
                <a:gd name="T32" fmla="*/ 4 w 93"/>
                <a:gd name="T33" fmla="*/ 85 h 92"/>
                <a:gd name="T34" fmla="*/ 1 w 93"/>
                <a:gd name="T35" fmla="*/ 81 h 92"/>
                <a:gd name="T36" fmla="*/ 0 w 93"/>
                <a:gd name="T37" fmla="*/ 75 h 92"/>
                <a:gd name="T38" fmla="*/ 2 w 93"/>
                <a:gd name="T39" fmla="*/ 69 h 92"/>
                <a:gd name="T40" fmla="*/ 4 w 93"/>
                <a:gd name="T41" fmla="*/ 62 h 92"/>
                <a:gd name="T42" fmla="*/ 2 w 93"/>
                <a:gd name="T43" fmla="*/ 56 h 92"/>
                <a:gd name="T44" fmla="*/ 1 w 93"/>
                <a:gd name="T45" fmla="*/ 53 h 92"/>
                <a:gd name="T46" fmla="*/ 1 w 93"/>
                <a:gd name="T47" fmla="*/ 50 h 92"/>
                <a:gd name="T48" fmla="*/ 2 w 93"/>
                <a:gd name="T49" fmla="*/ 47 h 92"/>
                <a:gd name="T50" fmla="*/ 1 w 93"/>
                <a:gd name="T51" fmla="*/ 44 h 92"/>
                <a:gd name="T52" fmla="*/ 4 w 93"/>
                <a:gd name="T53" fmla="*/ 37 h 92"/>
                <a:gd name="T54" fmla="*/ 8 w 93"/>
                <a:gd name="T55" fmla="*/ 33 h 92"/>
                <a:gd name="T56" fmla="*/ 11 w 93"/>
                <a:gd name="T57" fmla="*/ 31 h 92"/>
                <a:gd name="T58" fmla="*/ 12 w 93"/>
                <a:gd name="T59" fmla="*/ 27 h 92"/>
                <a:gd name="T60" fmla="*/ 13 w 93"/>
                <a:gd name="T61" fmla="*/ 25 h 92"/>
                <a:gd name="T62" fmla="*/ 15 w 93"/>
                <a:gd name="T63" fmla="*/ 23 h 92"/>
                <a:gd name="T64" fmla="*/ 15 w 93"/>
                <a:gd name="T65" fmla="*/ 19 h 92"/>
                <a:gd name="T66" fmla="*/ 16 w 93"/>
                <a:gd name="T67" fmla="*/ 17 h 92"/>
                <a:gd name="T68" fmla="*/ 20 w 93"/>
                <a:gd name="T69" fmla="*/ 12 h 92"/>
                <a:gd name="T70" fmla="*/ 23 w 93"/>
                <a:gd name="T71" fmla="*/ 10 h 92"/>
                <a:gd name="T72" fmla="*/ 25 w 93"/>
                <a:gd name="T73" fmla="*/ 8 h 92"/>
                <a:gd name="T74" fmla="*/ 27 w 93"/>
                <a:gd name="T75" fmla="*/ 5 h 92"/>
                <a:gd name="T76" fmla="*/ 28 w 93"/>
                <a:gd name="T77" fmla="*/ 3 h 92"/>
                <a:gd name="T78" fmla="*/ 34 w 93"/>
                <a:gd name="T79" fmla="*/ 1 h 92"/>
                <a:gd name="T80" fmla="*/ 38 w 93"/>
                <a:gd name="T81" fmla="*/ 0 h 92"/>
                <a:gd name="T82" fmla="*/ 45 w 93"/>
                <a:gd name="T83" fmla="*/ 1 h 92"/>
                <a:gd name="T84" fmla="*/ 49 w 93"/>
                <a:gd name="T85" fmla="*/ 4 h 92"/>
                <a:gd name="T86" fmla="*/ 55 w 93"/>
                <a:gd name="T87" fmla="*/ 8 h 92"/>
                <a:gd name="T88" fmla="*/ 60 w 93"/>
                <a:gd name="T89" fmla="*/ 10 h 92"/>
                <a:gd name="T90" fmla="*/ 68 w 93"/>
                <a:gd name="T91" fmla="*/ 18 h 92"/>
                <a:gd name="T92" fmla="*/ 78 w 93"/>
                <a:gd name="T93" fmla="*/ 27 h 92"/>
                <a:gd name="T94" fmla="*/ 87 w 93"/>
                <a:gd name="T95" fmla="*/ 34 h 92"/>
                <a:gd name="T96" fmla="*/ 89 w 93"/>
                <a:gd name="T97" fmla="*/ 39 h 92"/>
                <a:gd name="T98" fmla="*/ 91 w 93"/>
                <a:gd name="T99" fmla="*/ 45 h 92"/>
                <a:gd name="T100" fmla="*/ 92 w 93"/>
                <a:gd name="T101" fmla="*/ 58 h 92"/>
                <a:gd name="T102" fmla="*/ 92 w 93"/>
                <a:gd name="T103" fmla="*/ 6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" h="92">
                  <a:moveTo>
                    <a:pt x="92" y="64"/>
                  </a:moveTo>
                  <a:cubicBezTo>
                    <a:pt x="93" y="66"/>
                    <a:pt x="93" y="68"/>
                    <a:pt x="92" y="70"/>
                  </a:cubicBezTo>
                  <a:cubicBezTo>
                    <a:pt x="91" y="74"/>
                    <a:pt x="88" y="77"/>
                    <a:pt x="85" y="79"/>
                  </a:cubicBezTo>
                  <a:cubicBezTo>
                    <a:pt x="83" y="81"/>
                    <a:pt x="81" y="82"/>
                    <a:pt x="79" y="84"/>
                  </a:cubicBezTo>
                  <a:cubicBezTo>
                    <a:pt x="78" y="86"/>
                    <a:pt x="77" y="87"/>
                    <a:pt x="76" y="88"/>
                  </a:cubicBezTo>
                  <a:cubicBezTo>
                    <a:pt x="74" y="89"/>
                    <a:pt x="72" y="90"/>
                    <a:pt x="71" y="90"/>
                  </a:cubicBezTo>
                  <a:cubicBezTo>
                    <a:pt x="69" y="90"/>
                    <a:pt x="67" y="91"/>
                    <a:pt x="65" y="91"/>
                  </a:cubicBezTo>
                  <a:cubicBezTo>
                    <a:pt x="63" y="90"/>
                    <a:pt x="62" y="90"/>
                    <a:pt x="61" y="90"/>
                  </a:cubicBezTo>
                  <a:cubicBezTo>
                    <a:pt x="60" y="90"/>
                    <a:pt x="59" y="90"/>
                    <a:pt x="58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46" y="90"/>
                    <a:pt x="42" y="92"/>
                    <a:pt x="37" y="91"/>
                  </a:cubicBezTo>
                  <a:cubicBezTo>
                    <a:pt x="36" y="91"/>
                    <a:pt x="35" y="91"/>
                    <a:pt x="34" y="90"/>
                  </a:cubicBezTo>
                  <a:cubicBezTo>
                    <a:pt x="33" y="90"/>
                    <a:pt x="32" y="89"/>
                    <a:pt x="31" y="89"/>
                  </a:cubicBezTo>
                  <a:cubicBezTo>
                    <a:pt x="29" y="88"/>
                    <a:pt x="27" y="87"/>
                    <a:pt x="24" y="87"/>
                  </a:cubicBezTo>
                  <a:cubicBezTo>
                    <a:pt x="22" y="87"/>
                    <a:pt x="19" y="87"/>
                    <a:pt x="17" y="87"/>
                  </a:cubicBezTo>
                  <a:cubicBezTo>
                    <a:pt x="15" y="87"/>
                    <a:pt x="13" y="88"/>
                    <a:pt x="11" y="87"/>
                  </a:cubicBezTo>
                  <a:cubicBezTo>
                    <a:pt x="9" y="86"/>
                    <a:pt x="6" y="86"/>
                    <a:pt x="4" y="85"/>
                  </a:cubicBezTo>
                  <a:cubicBezTo>
                    <a:pt x="3" y="84"/>
                    <a:pt x="2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0" y="73"/>
                    <a:pt x="1" y="71"/>
                    <a:pt x="2" y="69"/>
                  </a:cubicBezTo>
                  <a:cubicBezTo>
                    <a:pt x="2" y="66"/>
                    <a:pt x="4" y="65"/>
                    <a:pt x="4" y="62"/>
                  </a:cubicBezTo>
                  <a:cubicBezTo>
                    <a:pt x="4" y="60"/>
                    <a:pt x="3" y="58"/>
                    <a:pt x="2" y="56"/>
                  </a:cubicBezTo>
                  <a:cubicBezTo>
                    <a:pt x="2" y="55"/>
                    <a:pt x="2" y="54"/>
                    <a:pt x="1" y="53"/>
                  </a:cubicBezTo>
                  <a:cubicBezTo>
                    <a:pt x="1" y="52"/>
                    <a:pt x="1" y="51"/>
                    <a:pt x="1" y="50"/>
                  </a:cubicBezTo>
                  <a:cubicBezTo>
                    <a:pt x="1" y="49"/>
                    <a:pt x="2" y="48"/>
                    <a:pt x="2" y="47"/>
                  </a:cubicBezTo>
                  <a:cubicBezTo>
                    <a:pt x="2" y="46"/>
                    <a:pt x="1" y="45"/>
                    <a:pt x="1" y="44"/>
                  </a:cubicBezTo>
                  <a:cubicBezTo>
                    <a:pt x="2" y="41"/>
                    <a:pt x="2" y="39"/>
                    <a:pt x="4" y="37"/>
                  </a:cubicBezTo>
                  <a:cubicBezTo>
                    <a:pt x="5" y="36"/>
                    <a:pt x="7" y="35"/>
                    <a:pt x="8" y="33"/>
                  </a:cubicBezTo>
                  <a:cubicBezTo>
                    <a:pt x="9" y="33"/>
                    <a:pt x="10" y="32"/>
                    <a:pt x="11" y="31"/>
                  </a:cubicBezTo>
                  <a:cubicBezTo>
                    <a:pt x="12" y="30"/>
                    <a:pt x="12" y="29"/>
                    <a:pt x="12" y="27"/>
                  </a:cubicBezTo>
                  <a:cubicBezTo>
                    <a:pt x="12" y="26"/>
                    <a:pt x="13" y="26"/>
                    <a:pt x="13" y="25"/>
                  </a:cubicBezTo>
                  <a:cubicBezTo>
                    <a:pt x="14" y="24"/>
                    <a:pt x="14" y="23"/>
                    <a:pt x="15" y="23"/>
                  </a:cubicBezTo>
                  <a:cubicBezTo>
                    <a:pt x="15" y="21"/>
                    <a:pt x="15" y="20"/>
                    <a:pt x="15" y="19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7" y="15"/>
                    <a:pt x="18" y="13"/>
                    <a:pt x="20" y="12"/>
                  </a:cubicBezTo>
                  <a:cubicBezTo>
                    <a:pt x="21" y="12"/>
                    <a:pt x="22" y="11"/>
                    <a:pt x="23" y="10"/>
                  </a:cubicBezTo>
                  <a:cubicBezTo>
                    <a:pt x="23" y="10"/>
                    <a:pt x="24" y="9"/>
                    <a:pt x="25" y="8"/>
                  </a:cubicBezTo>
                  <a:cubicBezTo>
                    <a:pt x="25" y="7"/>
                    <a:pt x="26" y="6"/>
                    <a:pt x="27" y="5"/>
                  </a:cubicBezTo>
                  <a:cubicBezTo>
                    <a:pt x="27" y="5"/>
                    <a:pt x="28" y="4"/>
                    <a:pt x="28" y="3"/>
                  </a:cubicBezTo>
                  <a:cubicBezTo>
                    <a:pt x="30" y="2"/>
                    <a:pt x="32" y="2"/>
                    <a:pt x="34" y="1"/>
                  </a:cubicBezTo>
                  <a:cubicBezTo>
                    <a:pt x="35" y="1"/>
                    <a:pt x="37" y="1"/>
                    <a:pt x="38" y="0"/>
                  </a:cubicBezTo>
                  <a:cubicBezTo>
                    <a:pt x="38" y="0"/>
                    <a:pt x="43" y="0"/>
                    <a:pt x="45" y="1"/>
                  </a:cubicBezTo>
                  <a:cubicBezTo>
                    <a:pt x="47" y="2"/>
                    <a:pt x="48" y="3"/>
                    <a:pt x="49" y="4"/>
                  </a:cubicBezTo>
                  <a:cubicBezTo>
                    <a:pt x="51" y="6"/>
                    <a:pt x="53" y="7"/>
                    <a:pt x="55" y="8"/>
                  </a:cubicBezTo>
                  <a:cubicBezTo>
                    <a:pt x="57" y="8"/>
                    <a:pt x="59" y="9"/>
                    <a:pt x="60" y="10"/>
                  </a:cubicBezTo>
                  <a:cubicBezTo>
                    <a:pt x="64" y="12"/>
                    <a:pt x="66" y="15"/>
                    <a:pt x="68" y="18"/>
                  </a:cubicBezTo>
                  <a:cubicBezTo>
                    <a:pt x="71" y="22"/>
                    <a:pt x="74" y="25"/>
                    <a:pt x="78" y="27"/>
                  </a:cubicBezTo>
                  <a:cubicBezTo>
                    <a:pt x="81" y="29"/>
                    <a:pt x="85" y="31"/>
                    <a:pt x="87" y="34"/>
                  </a:cubicBezTo>
                  <a:cubicBezTo>
                    <a:pt x="88" y="36"/>
                    <a:pt x="89" y="37"/>
                    <a:pt x="89" y="39"/>
                  </a:cubicBezTo>
                  <a:cubicBezTo>
                    <a:pt x="90" y="41"/>
                    <a:pt x="91" y="43"/>
                    <a:pt x="91" y="45"/>
                  </a:cubicBezTo>
                  <a:cubicBezTo>
                    <a:pt x="92" y="49"/>
                    <a:pt x="92" y="54"/>
                    <a:pt x="92" y="58"/>
                  </a:cubicBezTo>
                  <a:cubicBezTo>
                    <a:pt x="91" y="60"/>
                    <a:pt x="91" y="62"/>
                    <a:pt x="92" y="6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9" name="Freeform 588">
              <a:extLst>
                <a:ext uri="{FF2B5EF4-FFF2-40B4-BE49-F238E27FC236}">
                  <a16:creationId xmlns:a16="http://schemas.microsoft.com/office/drawing/2014/main" id="{2A0C13B5-9D28-4884-900C-91D798FB7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712" y="3490570"/>
              <a:ext cx="437972" cy="2084748"/>
            </a:xfrm>
            <a:custGeom>
              <a:avLst/>
              <a:gdLst>
                <a:gd name="T0" fmla="*/ 0 w 50"/>
                <a:gd name="T1" fmla="*/ 148 h 238"/>
                <a:gd name="T2" fmla="*/ 50 w 50"/>
                <a:gd name="T3" fmla="*/ 238 h 238"/>
                <a:gd name="T4" fmla="*/ 50 w 50"/>
                <a:gd name="T5" fmla="*/ 88 h 238"/>
                <a:gd name="T6" fmla="*/ 0 w 50"/>
                <a:gd name="T7" fmla="*/ 0 h 238"/>
                <a:gd name="T8" fmla="*/ 0 w 50"/>
                <a:gd name="T9" fmla="*/ 14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238">
                  <a:moveTo>
                    <a:pt x="0" y="148"/>
                  </a:moveTo>
                  <a:lnTo>
                    <a:pt x="50" y="238"/>
                  </a:lnTo>
                  <a:lnTo>
                    <a:pt x="50" y="88"/>
                  </a:lnTo>
                  <a:lnTo>
                    <a:pt x="0" y="0"/>
                  </a:lnTo>
                  <a:lnTo>
                    <a:pt x="0" y="14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0" name="Freeform 589">
              <a:extLst>
                <a:ext uri="{FF2B5EF4-FFF2-40B4-BE49-F238E27FC236}">
                  <a16:creationId xmlns:a16="http://schemas.microsoft.com/office/drawing/2014/main" id="{FEACF6A6-36B4-4B68-B124-118F97422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712" y="3035084"/>
              <a:ext cx="1296397" cy="1226322"/>
            </a:xfrm>
            <a:custGeom>
              <a:avLst/>
              <a:gdLst>
                <a:gd name="T0" fmla="*/ 85 w 148"/>
                <a:gd name="T1" fmla="*/ 0 h 140"/>
                <a:gd name="T2" fmla="*/ 148 w 148"/>
                <a:gd name="T3" fmla="*/ 80 h 140"/>
                <a:gd name="T4" fmla="*/ 50 w 148"/>
                <a:gd name="T5" fmla="*/ 140 h 140"/>
                <a:gd name="T6" fmla="*/ 0 w 148"/>
                <a:gd name="T7" fmla="*/ 52 h 140"/>
                <a:gd name="T8" fmla="*/ 85 w 148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140">
                  <a:moveTo>
                    <a:pt x="85" y="0"/>
                  </a:moveTo>
                  <a:lnTo>
                    <a:pt x="148" y="80"/>
                  </a:lnTo>
                  <a:lnTo>
                    <a:pt x="50" y="140"/>
                  </a:lnTo>
                  <a:lnTo>
                    <a:pt x="0" y="52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1" name="Freeform 590">
              <a:extLst>
                <a:ext uri="{FF2B5EF4-FFF2-40B4-BE49-F238E27FC236}">
                  <a16:creationId xmlns:a16="http://schemas.microsoft.com/office/drawing/2014/main" id="{F762FE3D-81BA-4E29-B0E1-65253B20B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267" y="3035090"/>
              <a:ext cx="1410272" cy="1226322"/>
            </a:xfrm>
            <a:custGeom>
              <a:avLst/>
              <a:gdLst>
                <a:gd name="T0" fmla="*/ 0 w 161"/>
                <a:gd name="T1" fmla="*/ 0 h 140"/>
                <a:gd name="T2" fmla="*/ 63 w 161"/>
                <a:gd name="T3" fmla="*/ 80 h 140"/>
                <a:gd name="T4" fmla="*/ 161 w 161"/>
                <a:gd name="T5" fmla="*/ 140 h 140"/>
                <a:gd name="T6" fmla="*/ 68 w 161"/>
                <a:gd name="T7" fmla="*/ 37 h 140"/>
                <a:gd name="T8" fmla="*/ 0 w 161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40">
                  <a:moveTo>
                    <a:pt x="0" y="0"/>
                  </a:moveTo>
                  <a:lnTo>
                    <a:pt x="63" y="80"/>
                  </a:lnTo>
                  <a:lnTo>
                    <a:pt x="161" y="140"/>
                  </a:lnTo>
                  <a:lnTo>
                    <a:pt x="68" y="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2" name="Freeform 591">
              <a:extLst>
                <a:ext uri="{FF2B5EF4-FFF2-40B4-BE49-F238E27FC236}">
                  <a16:creationId xmlns:a16="http://schemas.microsoft.com/office/drawing/2014/main" id="{2050A619-CA48-42A3-9C9F-A6294FEE21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7684" y="3735845"/>
              <a:ext cx="1716850" cy="1839483"/>
            </a:xfrm>
            <a:custGeom>
              <a:avLst/>
              <a:gdLst>
                <a:gd name="T0" fmla="*/ 98 w 196"/>
                <a:gd name="T1" fmla="*/ 0 h 210"/>
                <a:gd name="T2" fmla="*/ 0 w 196"/>
                <a:gd name="T3" fmla="*/ 60 h 210"/>
                <a:gd name="T4" fmla="*/ 0 w 196"/>
                <a:gd name="T5" fmla="*/ 210 h 210"/>
                <a:gd name="T6" fmla="*/ 113 w 196"/>
                <a:gd name="T7" fmla="*/ 210 h 210"/>
                <a:gd name="T8" fmla="*/ 113 w 196"/>
                <a:gd name="T9" fmla="*/ 137 h 210"/>
                <a:gd name="T10" fmla="*/ 171 w 196"/>
                <a:gd name="T11" fmla="*/ 137 h 210"/>
                <a:gd name="T12" fmla="*/ 171 w 196"/>
                <a:gd name="T13" fmla="*/ 210 h 210"/>
                <a:gd name="T14" fmla="*/ 196 w 196"/>
                <a:gd name="T15" fmla="*/ 210 h 210"/>
                <a:gd name="T16" fmla="*/ 196 w 196"/>
                <a:gd name="T17" fmla="*/ 60 h 210"/>
                <a:gd name="T18" fmla="*/ 98 w 196"/>
                <a:gd name="T19" fmla="*/ 0 h 210"/>
                <a:gd name="T20" fmla="*/ 95 w 196"/>
                <a:gd name="T21" fmla="*/ 180 h 210"/>
                <a:gd name="T22" fmla="*/ 38 w 196"/>
                <a:gd name="T23" fmla="*/ 180 h 210"/>
                <a:gd name="T24" fmla="*/ 38 w 196"/>
                <a:gd name="T25" fmla="*/ 137 h 210"/>
                <a:gd name="T26" fmla="*/ 95 w 196"/>
                <a:gd name="T27" fmla="*/ 137 h 210"/>
                <a:gd name="T28" fmla="*/ 95 w 196"/>
                <a:gd name="T29" fmla="*/ 180 h 210"/>
                <a:gd name="T30" fmla="*/ 95 w 196"/>
                <a:gd name="T31" fmla="*/ 105 h 210"/>
                <a:gd name="T32" fmla="*/ 38 w 196"/>
                <a:gd name="T33" fmla="*/ 105 h 210"/>
                <a:gd name="T34" fmla="*/ 38 w 196"/>
                <a:gd name="T35" fmla="*/ 62 h 210"/>
                <a:gd name="T36" fmla="*/ 95 w 196"/>
                <a:gd name="T37" fmla="*/ 62 h 210"/>
                <a:gd name="T38" fmla="*/ 95 w 196"/>
                <a:gd name="T39" fmla="*/ 105 h 210"/>
                <a:gd name="T40" fmla="*/ 171 w 196"/>
                <a:gd name="T41" fmla="*/ 105 h 210"/>
                <a:gd name="T42" fmla="*/ 113 w 196"/>
                <a:gd name="T43" fmla="*/ 105 h 210"/>
                <a:gd name="T44" fmla="*/ 113 w 196"/>
                <a:gd name="T45" fmla="*/ 62 h 210"/>
                <a:gd name="T46" fmla="*/ 171 w 196"/>
                <a:gd name="T47" fmla="*/ 62 h 210"/>
                <a:gd name="T48" fmla="*/ 171 w 196"/>
                <a:gd name="T49" fmla="*/ 105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6" h="210">
                  <a:moveTo>
                    <a:pt x="98" y="0"/>
                  </a:moveTo>
                  <a:lnTo>
                    <a:pt x="0" y="60"/>
                  </a:lnTo>
                  <a:lnTo>
                    <a:pt x="0" y="210"/>
                  </a:lnTo>
                  <a:lnTo>
                    <a:pt x="113" y="210"/>
                  </a:lnTo>
                  <a:lnTo>
                    <a:pt x="113" y="137"/>
                  </a:lnTo>
                  <a:lnTo>
                    <a:pt x="171" y="137"/>
                  </a:lnTo>
                  <a:lnTo>
                    <a:pt x="171" y="210"/>
                  </a:lnTo>
                  <a:lnTo>
                    <a:pt x="196" y="210"/>
                  </a:lnTo>
                  <a:lnTo>
                    <a:pt x="196" y="60"/>
                  </a:lnTo>
                  <a:lnTo>
                    <a:pt x="98" y="0"/>
                  </a:lnTo>
                  <a:close/>
                  <a:moveTo>
                    <a:pt x="95" y="180"/>
                  </a:moveTo>
                  <a:lnTo>
                    <a:pt x="38" y="180"/>
                  </a:lnTo>
                  <a:lnTo>
                    <a:pt x="38" y="137"/>
                  </a:lnTo>
                  <a:lnTo>
                    <a:pt x="95" y="137"/>
                  </a:lnTo>
                  <a:lnTo>
                    <a:pt x="95" y="180"/>
                  </a:lnTo>
                  <a:close/>
                  <a:moveTo>
                    <a:pt x="95" y="105"/>
                  </a:moveTo>
                  <a:lnTo>
                    <a:pt x="38" y="105"/>
                  </a:lnTo>
                  <a:lnTo>
                    <a:pt x="38" y="62"/>
                  </a:lnTo>
                  <a:lnTo>
                    <a:pt x="95" y="62"/>
                  </a:lnTo>
                  <a:lnTo>
                    <a:pt x="95" y="105"/>
                  </a:lnTo>
                  <a:close/>
                  <a:moveTo>
                    <a:pt x="171" y="105"/>
                  </a:moveTo>
                  <a:lnTo>
                    <a:pt x="113" y="105"/>
                  </a:lnTo>
                  <a:lnTo>
                    <a:pt x="113" y="62"/>
                  </a:lnTo>
                  <a:lnTo>
                    <a:pt x="171" y="62"/>
                  </a:lnTo>
                  <a:lnTo>
                    <a:pt x="171" y="10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3" name="Freeform 592">
              <a:extLst>
                <a:ext uri="{FF2B5EF4-FFF2-40B4-BE49-F238E27FC236}">
                  <a16:creationId xmlns:a16="http://schemas.microsoft.com/office/drawing/2014/main" id="{ACAA2B99-49CF-471C-8BEF-7EADF71F1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5667" y="3534381"/>
              <a:ext cx="455491" cy="2084748"/>
            </a:xfrm>
            <a:custGeom>
              <a:avLst/>
              <a:gdLst>
                <a:gd name="T0" fmla="*/ 0 w 52"/>
                <a:gd name="T1" fmla="*/ 148 h 238"/>
                <a:gd name="T2" fmla="*/ 52 w 52"/>
                <a:gd name="T3" fmla="*/ 238 h 238"/>
                <a:gd name="T4" fmla="*/ 52 w 52"/>
                <a:gd name="T5" fmla="*/ 88 h 238"/>
                <a:gd name="T6" fmla="*/ 0 w 52"/>
                <a:gd name="T7" fmla="*/ 0 h 238"/>
                <a:gd name="T8" fmla="*/ 0 w 52"/>
                <a:gd name="T9" fmla="*/ 14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38">
                  <a:moveTo>
                    <a:pt x="0" y="148"/>
                  </a:moveTo>
                  <a:lnTo>
                    <a:pt x="52" y="238"/>
                  </a:lnTo>
                  <a:lnTo>
                    <a:pt x="52" y="88"/>
                  </a:lnTo>
                  <a:lnTo>
                    <a:pt x="0" y="0"/>
                  </a:lnTo>
                  <a:lnTo>
                    <a:pt x="0" y="14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4" name="Freeform 593">
              <a:extLst>
                <a:ext uri="{FF2B5EF4-FFF2-40B4-BE49-F238E27FC236}">
                  <a16:creationId xmlns:a16="http://schemas.microsoft.com/office/drawing/2014/main" id="{A8E76DDF-0314-4EF1-9505-C1946433C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5661" y="3078890"/>
              <a:ext cx="1313916" cy="1226322"/>
            </a:xfrm>
            <a:custGeom>
              <a:avLst/>
              <a:gdLst>
                <a:gd name="T0" fmla="*/ 85 w 150"/>
                <a:gd name="T1" fmla="*/ 0 h 140"/>
                <a:gd name="T2" fmla="*/ 150 w 150"/>
                <a:gd name="T3" fmla="*/ 80 h 140"/>
                <a:gd name="T4" fmla="*/ 52 w 150"/>
                <a:gd name="T5" fmla="*/ 140 h 140"/>
                <a:gd name="T6" fmla="*/ 0 w 150"/>
                <a:gd name="T7" fmla="*/ 52 h 140"/>
                <a:gd name="T8" fmla="*/ 85 w 150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40">
                  <a:moveTo>
                    <a:pt x="85" y="0"/>
                  </a:moveTo>
                  <a:lnTo>
                    <a:pt x="150" y="80"/>
                  </a:lnTo>
                  <a:lnTo>
                    <a:pt x="52" y="140"/>
                  </a:lnTo>
                  <a:lnTo>
                    <a:pt x="0" y="52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5" name="Freeform 594">
              <a:extLst>
                <a:ext uri="{FF2B5EF4-FFF2-40B4-BE49-F238E27FC236}">
                  <a16:creationId xmlns:a16="http://schemas.microsoft.com/office/drawing/2014/main" id="{ECAC677A-CC0C-4856-B168-2ED30E95F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223" y="3078891"/>
              <a:ext cx="1427790" cy="1226323"/>
            </a:xfrm>
            <a:custGeom>
              <a:avLst/>
              <a:gdLst>
                <a:gd name="T0" fmla="*/ 0 w 163"/>
                <a:gd name="T1" fmla="*/ 0 h 140"/>
                <a:gd name="T2" fmla="*/ 65 w 163"/>
                <a:gd name="T3" fmla="*/ 80 h 140"/>
                <a:gd name="T4" fmla="*/ 163 w 163"/>
                <a:gd name="T5" fmla="*/ 140 h 140"/>
                <a:gd name="T6" fmla="*/ 70 w 163"/>
                <a:gd name="T7" fmla="*/ 37 h 140"/>
                <a:gd name="T8" fmla="*/ 0 w 163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40">
                  <a:moveTo>
                    <a:pt x="0" y="0"/>
                  </a:moveTo>
                  <a:lnTo>
                    <a:pt x="65" y="80"/>
                  </a:lnTo>
                  <a:lnTo>
                    <a:pt x="163" y="140"/>
                  </a:lnTo>
                  <a:lnTo>
                    <a:pt x="70" y="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6" name="Freeform 595">
              <a:extLst>
                <a:ext uri="{FF2B5EF4-FFF2-40B4-BE49-F238E27FC236}">
                  <a16:creationId xmlns:a16="http://schemas.microsoft.com/office/drawing/2014/main" id="{B124D487-A401-4D87-A217-3676C6B7B2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1157" y="3779651"/>
              <a:ext cx="1716850" cy="1839483"/>
            </a:xfrm>
            <a:custGeom>
              <a:avLst/>
              <a:gdLst>
                <a:gd name="T0" fmla="*/ 98 w 196"/>
                <a:gd name="T1" fmla="*/ 0 h 210"/>
                <a:gd name="T2" fmla="*/ 0 w 196"/>
                <a:gd name="T3" fmla="*/ 60 h 210"/>
                <a:gd name="T4" fmla="*/ 0 w 196"/>
                <a:gd name="T5" fmla="*/ 210 h 210"/>
                <a:gd name="T6" fmla="*/ 110 w 196"/>
                <a:gd name="T7" fmla="*/ 210 h 210"/>
                <a:gd name="T8" fmla="*/ 110 w 196"/>
                <a:gd name="T9" fmla="*/ 135 h 210"/>
                <a:gd name="T10" fmla="*/ 168 w 196"/>
                <a:gd name="T11" fmla="*/ 135 h 210"/>
                <a:gd name="T12" fmla="*/ 168 w 196"/>
                <a:gd name="T13" fmla="*/ 210 h 210"/>
                <a:gd name="T14" fmla="*/ 196 w 196"/>
                <a:gd name="T15" fmla="*/ 210 h 210"/>
                <a:gd name="T16" fmla="*/ 196 w 196"/>
                <a:gd name="T17" fmla="*/ 60 h 210"/>
                <a:gd name="T18" fmla="*/ 98 w 196"/>
                <a:gd name="T19" fmla="*/ 0 h 210"/>
                <a:gd name="T20" fmla="*/ 95 w 196"/>
                <a:gd name="T21" fmla="*/ 177 h 210"/>
                <a:gd name="T22" fmla="*/ 38 w 196"/>
                <a:gd name="T23" fmla="*/ 177 h 210"/>
                <a:gd name="T24" fmla="*/ 38 w 196"/>
                <a:gd name="T25" fmla="*/ 135 h 210"/>
                <a:gd name="T26" fmla="*/ 95 w 196"/>
                <a:gd name="T27" fmla="*/ 135 h 210"/>
                <a:gd name="T28" fmla="*/ 95 w 196"/>
                <a:gd name="T29" fmla="*/ 177 h 210"/>
                <a:gd name="T30" fmla="*/ 95 w 196"/>
                <a:gd name="T31" fmla="*/ 105 h 210"/>
                <a:gd name="T32" fmla="*/ 38 w 196"/>
                <a:gd name="T33" fmla="*/ 105 h 210"/>
                <a:gd name="T34" fmla="*/ 38 w 196"/>
                <a:gd name="T35" fmla="*/ 62 h 210"/>
                <a:gd name="T36" fmla="*/ 95 w 196"/>
                <a:gd name="T37" fmla="*/ 62 h 210"/>
                <a:gd name="T38" fmla="*/ 95 w 196"/>
                <a:gd name="T39" fmla="*/ 105 h 210"/>
                <a:gd name="T40" fmla="*/ 168 w 196"/>
                <a:gd name="T41" fmla="*/ 105 h 210"/>
                <a:gd name="T42" fmla="*/ 110 w 196"/>
                <a:gd name="T43" fmla="*/ 105 h 210"/>
                <a:gd name="T44" fmla="*/ 110 w 196"/>
                <a:gd name="T45" fmla="*/ 62 h 210"/>
                <a:gd name="T46" fmla="*/ 168 w 196"/>
                <a:gd name="T47" fmla="*/ 62 h 210"/>
                <a:gd name="T48" fmla="*/ 168 w 196"/>
                <a:gd name="T49" fmla="*/ 105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6" h="210">
                  <a:moveTo>
                    <a:pt x="98" y="0"/>
                  </a:moveTo>
                  <a:lnTo>
                    <a:pt x="0" y="60"/>
                  </a:lnTo>
                  <a:lnTo>
                    <a:pt x="0" y="210"/>
                  </a:lnTo>
                  <a:lnTo>
                    <a:pt x="110" y="210"/>
                  </a:lnTo>
                  <a:lnTo>
                    <a:pt x="110" y="135"/>
                  </a:lnTo>
                  <a:lnTo>
                    <a:pt x="168" y="135"/>
                  </a:lnTo>
                  <a:lnTo>
                    <a:pt x="168" y="210"/>
                  </a:lnTo>
                  <a:lnTo>
                    <a:pt x="196" y="210"/>
                  </a:lnTo>
                  <a:lnTo>
                    <a:pt x="196" y="60"/>
                  </a:lnTo>
                  <a:lnTo>
                    <a:pt x="98" y="0"/>
                  </a:lnTo>
                  <a:close/>
                  <a:moveTo>
                    <a:pt x="95" y="177"/>
                  </a:moveTo>
                  <a:lnTo>
                    <a:pt x="38" y="177"/>
                  </a:lnTo>
                  <a:lnTo>
                    <a:pt x="38" y="135"/>
                  </a:lnTo>
                  <a:lnTo>
                    <a:pt x="95" y="135"/>
                  </a:lnTo>
                  <a:lnTo>
                    <a:pt x="95" y="177"/>
                  </a:lnTo>
                  <a:close/>
                  <a:moveTo>
                    <a:pt x="95" y="105"/>
                  </a:moveTo>
                  <a:lnTo>
                    <a:pt x="38" y="105"/>
                  </a:lnTo>
                  <a:lnTo>
                    <a:pt x="38" y="62"/>
                  </a:lnTo>
                  <a:lnTo>
                    <a:pt x="95" y="62"/>
                  </a:lnTo>
                  <a:lnTo>
                    <a:pt x="95" y="105"/>
                  </a:lnTo>
                  <a:close/>
                  <a:moveTo>
                    <a:pt x="168" y="105"/>
                  </a:moveTo>
                  <a:lnTo>
                    <a:pt x="110" y="105"/>
                  </a:lnTo>
                  <a:lnTo>
                    <a:pt x="110" y="62"/>
                  </a:lnTo>
                  <a:lnTo>
                    <a:pt x="168" y="62"/>
                  </a:lnTo>
                  <a:lnTo>
                    <a:pt x="168" y="10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61" name="Oval 260">
            <a:extLst>
              <a:ext uri="{FF2B5EF4-FFF2-40B4-BE49-F238E27FC236}">
                <a16:creationId xmlns:a16="http://schemas.microsoft.com/office/drawing/2014/main" id="{D29A02B0-60DE-42D5-8E27-4E54A0CA00AF}"/>
              </a:ext>
            </a:extLst>
          </p:cNvPr>
          <p:cNvSpPr/>
          <p:nvPr/>
        </p:nvSpPr>
        <p:spPr>
          <a:xfrm>
            <a:off x="5263915" y="1391624"/>
            <a:ext cx="1087807" cy="498382"/>
          </a:xfrm>
          <a:prstGeom prst="ellipse">
            <a:avLst/>
          </a:prstGeom>
          <a:solidFill>
            <a:schemeClr val="bg1"/>
          </a:solidFill>
          <a:ln>
            <a:solidFill>
              <a:srgbClr val="023D6B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grpSp>
        <p:nvGrpSpPr>
          <p:cNvPr id="197" name="Gruppieren 5">
            <a:extLst>
              <a:ext uri="{FF2B5EF4-FFF2-40B4-BE49-F238E27FC236}">
                <a16:creationId xmlns:a16="http://schemas.microsoft.com/office/drawing/2014/main" id="{DBF9B1DA-1063-4001-958A-1F0DE65F3369}"/>
              </a:ext>
            </a:extLst>
          </p:cNvPr>
          <p:cNvGrpSpPr/>
          <p:nvPr/>
        </p:nvGrpSpPr>
        <p:grpSpPr>
          <a:xfrm>
            <a:off x="5369063" y="1142808"/>
            <a:ext cx="910222" cy="685119"/>
            <a:chOff x="460375" y="1816099"/>
            <a:chExt cx="1454148" cy="1511301"/>
          </a:xfrm>
          <a:solidFill>
            <a:schemeClr val="accent1"/>
          </a:solidFill>
        </p:grpSpPr>
        <p:sp>
          <p:nvSpPr>
            <p:cNvPr id="198" name="Freeform 6">
              <a:extLst>
                <a:ext uri="{FF2B5EF4-FFF2-40B4-BE49-F238E27FC236}">
                  <a16:creationId xmlns:a16="http://schemas.microsoft.com/office/drawing/2014/main" id="{6183A5A6-3828-4849-9260-6072EEAAB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" y="2319337"/>
              <a:ext cx="23813" cy="417513"/>
            </a:xfrm>
            <a:custGeom>
              <a:avLst/>
              <a:gdLst>
                <a:gd name="T0" fmla="*/ 3 w 6"/>
                <a:gd name="T1" fmla="*/ 1 h 105"/>
                <a:gd name="T2" fmla="*/ 1 w 6"/>
                <a:gd name="T3" fmla="*/ 0 h 105"/>
                <a:gd name="T4" fmla="*/ 0 w 6"/>
                <a:gd name="T5" fmla="*/ 103 h 105"/>
                <a:gd name="T6" fmla="*/ 6 w 6"/>
                <a:gd name="T7" fmla="*/ 103 h 105"/>
                <a:gd name="T8" fmla="*/ 5 w 6"/>
                <a:gd name="T9" fmla="*/ 0 h 105"/>
                <a:gd name="T10" fmla="*/ 3 w 6"/>
                <a:gd name="T11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5">
                  <a:moveTo>
                    <a:pt x="3" y="1"/>
                  </a:moveTo>
                  <a:cubicBezTo>
                    <a:pt x="2" y="1"/>
                    <a:pt x="2" y="1"/>
                    <a:pt x="1" y="0"/>
                  </a:cubicBezTo>
                  <a:cubicBezTo>
                    <a:pt x="1" y="0"/>
                    <a:pt x="0" y="101"/>
                    <a:pt x="0" y="103"/>
                  </a:cubicBezTo>
                  <a:cubicBezTo>
                    <a:pt x="0" y="105"/>
                    <a:pt x="6" y="104"/>
                    <a:pt x="6" y="103"/>
                  </a:cubicBezTo>
                  <a:cubicBezTo>
                    <a:pt x="6" y="102"/>
                    <a:pt x="5" y="0"/>
                    <a:pt x="5" y="0"/>
                  </a:cubicBezTo>
                  <a:cubicBezTo>
                    <a:pt x="5" y="1"/>
                    <a:pt x="4" y="1"/>
                    <a:pt x="3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9" name="Freeform 7">
              <a:extLst>
                <a:ext uri="{FF2B5EF4-FFF2-40B4-BE49-F238E27FC236}">
                  <a16:creationId xmlns:a16="http://schemas.microsoft.com/office/drawing/2014/main" id="{67B203DD-1F22-4033-96FF-8296C4FDE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" y="2319337"/>
              <a:ext cx="23813" cy="417513"/>
            </a:xfrm>
            <a:custGeom>
              <a:avLst/>
              <a:gdLst>
                <a:gd name="T0" fmla="*/ 3 w 6"/>
                <a:gd name="T1" fmla="*/ 1 h 105"/>
                <a:gd name="T2" fmla="*/ 1 w 6"/>
                <a:gd name="T3" fmla="*/ 0 h 105"/>
                <a:gd name="T4" fmla="*/ 0 w 6"/>
                <a:gd name="T5" fmla="*/ 103 h 105"/>
                <a:gd name="T6" fmla="*/ 6 w 6"/>
                <a:gd name="T7" fmla="*/ 103 h 105"/>
                <a:gd name="T8" fmla="*/ 5 w 6"/>
                <a:gd name="T9" fmla="*/ 0 h 105"/>
                <a:gd name="T10" fmla="*/ 3 w 6"/>
                <a:gd name="T11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5">
                  <a:moveTo>
                    <a:pt x="3" y="1"/>
                  </a:moveTo>
                  <a:cubicBezTo>
                    <a:pt x="2" y="1"/>
                    <a:pt x="2" y="1"/>
                    <a:pt x="1" y="0"/>
                  </a:cubicBezTo>
                  <a:cubicBezTo>
                    <a:pt x="1" y="0"/>
                    <a:pt x="0" y="101"/>
                    <a:pt x="0" y="103"/>
                  </a:cubicBezTo>
                  <a:cubicBezTo>
                    <a:pt x="0" y="105"/>
                    <a:pt x="6" y="104"/>
                    <a:pt x="6" y="103"/>
                  </a:cubicBezTo>
                  <a:cubicBezTo>
                    <a:pt x="6" y="102"/>
                    <a:pt x="5" y="0"/>
                    <a:pt x="5" y="0"/>
                  </a:cubicBezTo>
                  <a:cubicBezTo>
                    <a:pt x="5" y="1"/>
                    <a:pt x="4" y="1"/>
                    <a:pt x="3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0" name="Freeform 8">
              <a:extLst>
                <a:ext uri="{FF2B5EF4-FFF2-40B4-BE49-F238E27FC236}">
                  <a16:creationId xmlns:a16="http://schemas.microsoft.com/office/drawing/2014/main" id="{064447FE-170A-40D7-B749-7F469ED22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" y="2319337"/>
              <a:ext cx="23813" cy="417513"/>
            </a:xfrm>
            <a:custGeom>
              <a:avLst/>
              <a:gdLst>
                <a:gd name="T0" fmla="*/ 3 w 6"/>
                <a:gd name="T1" fmla="*/ 1 h 105"/>
                <a:gd name="T2" fmla="*/ 1 w 6"/>
                <a:gd name="T3" fmla="*/ 0 h 105"/>
                <a:gd name="T4" fmla="*/ 0 w 6"/>
                <a:gd name="T5" fmla="*/ 103 h 105"/>
                <a:gd name="T6" fmla="*/ 6 w 6"/>
                <a:gd name="T7" fmla="*/ 103 h 105"/>
                <a:gd name="T8" fmla="*/ 5 w 6"/>
                <a:gd name="T9" fmla="*/ 0 h 105"/>
                <a:gd name="T10" fmla="*/ 3 w 6"/>
                <a:gd name="T11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5">
                  <a:moveTo>
                    <a:pt x="3" y="1"/>
                  </a:moveTo>
                  <a:cubicBezTo>
                    <a:pt x="2" y="1"/>
                    <a:pt x="2" y="1"/>
                    <a:pt x="1" y="0"/>
                  </a:cubicBezTo>
                  <a:cubicBezTo>
                    <a:pt x="1" y="0"/>
                    <a:pt x="0" y="101"/>
                    <a:pt x="0" y="103"/>
                  </a:cubicBezTo>
                  <a:cubicBezTo>
                    <a:pt x="0" y="105"/>
                    <a:pt x="6" y="104"/>
                    <a:pt x="6" y="103"/>
                  </a:cubicBezTo>
                  <a:cubicBezTo>
                    <a:pt x="6" y="102"/>
                    <a:pt x="5" y="0"/>
                    <a:pt x="5" y="0"/>
                  </a:cubicBezTo>
                  <a:cubicBezTo>
                    <a:pt x="5" y="1"/>
                    <a:pt x="4" y="1"/>
                    <a:pt x="3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1" name="Freeform 9">
              <a:extLst>
                <a:ext uri="{FF2B5EF4-FFF2-40B4-BE49-F238E27FC236}">
                  <a16:creationId xmlns:a16="http://schemas.microsoft.com/office/drawing/2014/main" id="{8766707B-932A-45F2-BC27-DF5032FE5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" y="2319337"/>
              <a:ext cx="23813" cy="417513"/>
            </a:xfrm>
            <a:custGeom>
              <a:avLst/>
              <a:gdLst>
                <a:gd name="T0" fmla="*/ 3 w 6"/>
                <a:gd name="T1" fmla="*/ 1 h 105"/>
                <a:gd name="T2" fmla="*/ 1 w 6"/>
                <a:gd name="T3" fmla="*/ 0 h 105"/>
                <a:gd name="T4" fmla="*/ 0 w 6"/>
                <a:gd name="T5" fmla="*/ 103 h 105"/>
                <a:gd name="T6" fmla="*/ 6 w 6"/>
                <a:gd name="T7" fmla="*/ 103 h 105"/>
                <a:gd name="T8" fmla="*/ 5 w 6"/>
                <a:gd name="T9" fmla="*/ 0 h 105"/>
                <a:gd name="T10" fmla="*/ 3 w 6"/>
                <a:gd name="T11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5">
                  <a:moveTo>
                    <a:pt x="3" y="1"/>
                  </a:moveTo>
                  <a:cubicBezTo>
                    <a:pt x="2" y="1"/>
                    <a:pt x="2" y="1"/>
                    <a:pt x="1" y="0"/>
                  </a:cubicBezTo>
                  <a:cubicBezTo>
                    <a:pt x="1" y="0"/>
                    <a:pt x="0" y="101"/>
                    <a:pt x="0" y="103"/>
                  </a:cubicBezTo>
                  <a:cubicBezTo>
                    <a:pt x="0" y="105"/>
                    <a:pt x="6" y="104"/>
                    <a:pt x="6" y="103"/>
                  </a:cubicBezTo>
                  <a:cubicBezTo>
                    <a:pt x="6" y="102"/>
                    <a:pt x="5" y="0"/>
                    <a:pt x="5" y="0"/>
                  </a:cubicBezTo>
                  <a:cubicBezTo>
                    <a:pt x="5" y="1"/>
                    <a:pt x="4" y="1"/>
                    <a:pt x="3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2" name="Freeform 11">
              <a:extLst>
                <a:ext uri="{FF2B5EF4-FFF2-40B4-BE49-F238E27FC236}">
                  <a16:creationId xmlns:a16="http://schemas.microsoft.com/office/drawing/2014/main" id="{5CCC5ABC-D4C2-4350-9016-DFBD9200E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700" y="2311400"/>
              <a:ext cx="34925" cy="266700"/>
            </a:xfrm>
            <a:custGeom>
              <a:avLst/>
              <a:gdLst>
                <a:gd name="T0" fmla="*/ 7 w 9"/>
                <a:gd name="T1" fmla="*/ 34 h 67"/>
                <a:gd name="T2" fmla="*/ 8 w 9"/>
                <a:gd name="T3" fmla="*/ 0 h 67"/>
                <a:gd name="T4" fmla="*/ 2 w 9"/>
                <a:gd name="T5" fmla="*/ 33 h 67"/>
                <a:gd name="T6" fmla="*/ 1 w 9"/>
                <a:gd name="T7" fmla="*/ 67 h 67"/>
                <a:gd name="T8" fmla="*/ 7 w 9"/>
                <a:gd name="T9" fmla="*/ 3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7">
                  <a:moveTo>
                    <a:pt x="7" y="34"/>
                  </a:moveTo>
                  <a:cubicBezTo>
                    <a:pt x="9" y="15"/>
                    <a:pt x="9" y="0"/>
                    <a:pt x="8" y="0"/>
                  </a:cubicBezTo>
                  <a:cubicBezTo>
                    <a:pt x="6" y="0"/>
                    <a:pt x="3" y="15"/>
                    <a:pt x="2" y="33"/>
                  </a:cubicBezTo>
                  <a:cubicBezTo>
                    <a:pt x="0" y="52"/>
                    <a:pt x="0" y="67"/>
                    <a:pt x="1" y="67"/>
                  </a:cubicBezTo>
                  <a:cubicBezTo>
                    <a:pt x="3" y="67"/>
                    <a:pt x="5" y="52"/>
                    <a:pt x="7" y="3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3" name="Freeform 12">
              <a:extLst>
                <a:ext uri="{FF2B5EF4-FFF2-40B4-BE49-F238E27FC236}">
                  <a16:creationId xmlns:a16="http://schemas.microsoft.com/office/drawing/2014/main" id="{B2A6A8C3-FA3B-40BC-ACDC-494CAE562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700" y="2311400"/>
              <a:ext cx="34925" cy="266700"/>
            </a:xfrm>
            <a:custGeom>
              <a:avLst/>
              <a:gdLst>
                <a:gd name="T0" fmla="*/ 7 w 9"/>
                <a:gd name="T1" fmla="*/ 34 h 67"/>
                <a:gd name="T2" fmla="*/ 8 w 9"/>
                <a:gd name="T3" fmla="*/ 0 h 67"/>
                <a:gd name="T4" fmla="*/ 2 w 9"/>
                <a:gd name="T5" fmla="*/ 33 h 67"/>
                <a:gd name="T6" fmla="*/ 1 w 9"/>
                <a:gd name="T7" fmla="*/ 67 h 67"/>
                <a:gd name="T8" fmla="*/ 7 w 9"/>
                <a:gd name="T9" fmla="*/ 3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7">
                  <a:moveTo>
                    <a:pt x="7" y="34"/>
                  </a:moveTo>
                  <a:cubicBezTo>
                    <a:pt x="9" y="15"/>
                    <a:pt x="9" y="0"/>
                    <a:pt x="8" y="0"/>
                  </a:cubicBezTo>
                  <a:cubicBezTo>
                    <a:pt x="6" y="0"/>
                    <a:pt x="3" y="15"/>
                    <a:pt x="2" y="33"/>
                  </a:cubicBezTo>
                  <a:cubicBezTo>
                    <a:pt x="0" y="52"/>
                    <a:pt x="0" y="67"/>
                    <a:pt x="1" y="67"/>
                  </a:cubicBezTo>
                  <a:cubicBezTo>
                    <a:pt x="3" y="67"/>
                    <a:pt x="5" y="52"/>
                    <a:pt x="7" y="3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4" name="Freeform 13">
              <a:extLst>
                <a:ext uri="{FF2B5EF4-FFF2-40B4-BE49-F238E27FC236}">
                  <a16:creationId xmlns:a16="http://schemas.microsoft.com/office/drawing/2014/main" id="{15D22C1A-2A14-444B-8EA4-6139FE442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688" y="2200274"/>
              <a:ext cx="246062" cy="119063"/>
            </a:xfrm>
            <a:custGeom>
              <a:avLst/>
              <a:gdLst>
                <a:gd name="T0" fmla="*/ 30 w 62"/>
                <a:gd name="T1" fmla="*/ 12 h 30"/>
                <a:gd name="T2" fmla="*/ 1 w 62"/>
                <a:gd name="T3" fmla="*/ 29 h 30"/>
                <a:gd name="T4" fmla="*/ 32 w 62"/>
                <a:gd name="T5" fmla="*/ 18 h 30"/>
                <a:gd name="T6" fmla="*/ 62 w 62"/>
                <a:gd name="T7" fmla="*/ 1 h 30"/>
                <a:gd name="T8" fmla="*/ 30 w 62"/>
                <a:gd name="T9" fmla="*/ 1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0">
                  <a:moveTo>
                    <a:pt x="30" y="12"/>
                  </a:moveTo>
                  <a:cubicBezTo>
                    <a:pt x="13" y="20"/>
                    <a:pt x="0" y="27"/>
                    <a:pt x="1" y="29"/>
                  </a:cubicBezTo>
                  <a:cubicBezTo>
                    <a:pt x="1" y="30"/>
                    <a:pt x="16" y="25"/>
                    <a:pt x="32" y="18"/>
                  </a:cubicBezTo>
                  <a:cubicBezTo>
                    <a:pt x="49" y="10"/>
                    <a:pt x="62" y="2"/>
                    <a:pt x="62" y="1"/>
                  </a:cubicBezTo>
                  <a:cubicBezTo>
                    <a:pt x="61" y="0"/>
                    <a:pt x="47" y="5"/>
                    <a:pt x="30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5" name="Freeform 14">
              <a:extLst>
                <a:ext uri="{FF2B5EF4-FFF2-40B4-BE49-F238E27FC236}">
                  <a16:creationId xmlns:a16="http://schemas.microsoft.com/office/drawing/2014/main" id="{7494D21C-F48E-4531-941C-4DB3D4E59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688" y="2200274"/>
              <a:ext cx="246062" cy="119063"/>
            </a:xfrm>
            <a:custGeom>
              <a:avLst/>
              <a:gdLst>
                <a:gd name="T0" fmla="*/ 30 w 62"/>
                <a:gd name="T1" fmla="*/ 12 h 30"/>
                <a:gd name="T2" fmla="*/ 1 w 62"/>
                <a:gd name="T3" fmla="*/ 29 h 30"/>
                <a:gd name="T4" fmla="*/ 32 w 62"/>
                <a:gd name="T5" fmla="*/ 18 h 30"/>
                <a:gd name="T6" fmla="*/ 62 w 62"/>
                <a:gd name="T7" fmla="*/ 1 h 30"/>
                <a:gd name="T8" fmla="*/ 30 w 62"/>
                <a:gd name="T9" fmla="*/ 1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0">
                  <a:moveTo>
                    <a:pt x="30" y="12"/>
                  </a:moveTo>
                  <a:cubicBezTo>
                    <a:pt x="13" y="20"/>
                    <a:pt x="0" y="27"/>
                    <a:pt x="1" y="29"/>
                  </a:cubicBezTo>
                  <a:cubicBezTo>
                    <a:pt x="1" y="30"/>
                    <a:pt x="16" y="25"/>
                    <a:pt x="32" y="18"/>
                  </a:cubicBezTo>
                  <a:cubicBezTo>
                    <a:pt x="49" y="10"/>
                    <a:pt x="62" y="2"/>
                    <a:pt x="62" y="1"/>
                  </a:cubicBezTo>
                  <a:cubicBezTo>
                    <a:pt x="61" y="0"/>
                    <a:pt x="47" y="5"/>
                    <a:pt x="30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6" name="Freeform 15">
              <a:extLst>
                <a:ext uri="{FF2B5EF4-FFF2-40B4-BE49-F238E27FC236}">
                  <a16:creationId xmlns:a16="http://schemas.microsoft.com/office/drawing/2014/main" id="{CF31C2D7-8574-4C20-979B-DB0C1D286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75" y="2157412"/>
              <a:ext cx="222249" cy="161925"/>
            </a:xfrm>
            <a:custGeom>
              <a:avLst/>
              <a:gdLst>
                <a:gd name="T0" fmla="*/ 30 w 56"/>
                <a:gd name="T1" fmla="*/ 18 h 41"/>
                <a:gd name="T2" fmla="*/ 1 w 56"/>
                <a:gd name="T3" fmla="*/ 1 h 41"/>
                <a:gd name="T4" fmla="*/ 27 w 56"/>
                <a:gd name="T5" fmla="*/ 23 h 41"/>
                <a:gd name="T6" fmla="*/ 56 w 56"/>
                <a:gd name="T7" fmla="*/ 40 h 41"/>
                <a:gd name="T8" fmla="*/ 56 w 56"/>
                <a:gd name="T9" fmla="*/ 39 h 41"/>
                <a:gd name="T10" fmla="*/ 30 w 56"/>
                <a:gd name="T11" fmla="*/ 1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41">
                  <a:moveTo>
                    <a:pt x="30" y="18"/>
                  </a:moveTo>
                  <a:cubicBezTo>
                    <a:pt x="15" y="7"/>
                    <a:pt x="2" y="0"/>
                    <a:pt x="1" y="1"/>
                  </a:cubicBezTo>
                  <a:cubicBezTo>
                    <a:pt x="0" y="2"/>
                    <a:pt x="12" y="12"/>
                    <a:pt x="27" y="23"/>
                  </a:cubicBezTo>
                  <a:cubicBezTo>
                    <a:pt x="42" y="33"/>
                    <a:pt x="55" y="41"/>
                    <a:pt x="56" y="40"/>
                  </a:cubicBezTo>
                  <a:cubicBezTo>
                    <a:pt x="56" y="40"/>
                    <a:pt x="56" y="40"/>
                    <a:pt x="56" y="39"/>
                  </a:cubicBezTo>
                  <a:cubicBezTo>
                    <a:pt x="54" y="37"/>
                    <a:pt x="44" y="28"/>
                    <a:pt x="30" y="1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7" name="Freeform 16">
              <a:extLst>
                <a:ext uri="{FF2B5EF4-FFF2-40B4-BE49-F238E27FC236}">
                  <a16:creationId xmlns:a16="http://schemas.microsoft.com/office/drawing/2014/main" id="{2919EEE2-8230-4985-A0E8-E0F514A26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75" y="2157412"/>
              <a:ext cx="222249" cy="161925"/>
            </a:xfrm>
            <a:custGeom>
              <a:avLst/>
              <a:gdLst>
                <a:gd name="T0" fmla="*/ 30 w 56"/>
                <a:gd name="T1" fmla="*/ 18 h 41"/>
                <a:gd name="T2" fmla="*/ 1 w 56"/>
                <a:gd name="T3" fmla="*/ 1 h 41"/>
                <a:gd name="T4" fmla="*/ 27 w 56"/>
                <a:gd name="T5" fmla="*/ 23 h 41"/>
                <a:gd name="T6" fmla="*/ 56 w 56"/>
                <a:gd name="T7" fmla="*/ 40 h 41"/>
                <a:gd name="T8" fmla="*/ 56 w 56"/>
                <a:gd name="T9" fmla="*/ 39 h 41"/>
                <a:gd name="T10" fmla="*/ 30 w 56"/>
                <a:gd name="T11" fmla="*/ 1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41">
                  <a:moveTo>
                    <a:pt x="30" y="18"/>
                  </a:moveTo>
                  <a:cubicBezTo>
                    <a:pt x="15" y="7"/>
                    <a:pt x="2" y="0"/>
                    <a:pt x="1" y="1"/>
                  </a:cubicBezTo>
                  <a:cubicBezTo>
                    <a:pt x="0" y="2"/>
                    <a:pt x="12" y="12"/>
                    <a:pt x="27" y="23"/>
                  </a:cubicBezTo>
                  <a:cubicBezTo>
                    <a:pt x="42" y="33"/>
                    <a:pt x="55" y="41"/>
                    <a:pt x="56" y="40"/>
                  </a:cubicBezTo>
                  <a:cubicBezTo>
                    <a:pt x="56" y="40"/>
                    <a:pt x="56" y="40"/>
                    <a:pt x="56" y="39"/>
                  </a:cubicBezTo>
                  <a:cubicBezTo>
                    <a:pt x="54" y="37"/>
                    <a:pt x="44" y="28"/>
                    <a:pt x="30" y="1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CE01C29F-C3E1-46AA-91F6-098C4D2AE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50" y="2300287"/>
              <a:ext cx="23813" cy="238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06FA6EB8-4A57-4730-BC9E-09E9E2E4C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50" y="2300287"/>
              <a:ext cx="23813" cy="238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9CC9D53F-85B8-4C86-A21F-61790B114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50" y="2300287"/>
              <a:ext cx="23813" cy="238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65A38E0-C2BE-4F76-AA45-BAC8A92D1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50" y="2300287"/>
              <a:ext cx="23813" cy="238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2" name="Freeform 22">
              <a:extLst>
                <a:ext uri="{FF2B5EF4-FFF2-40B4-BE49-F238E27FC236}">
                  <a16:creationId xmlns:a16="http://schemas.microsoft.com/office/drawing/2014/main" id="{1EE19355-5265-4896-ACE1-5A5698EFC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2" y="2366963"/>
              <a:ext cx="34925" cy="608013"/>
            </a:xfrm>
            <a:custGeom>
              <a:avLst/>
              <a:gdLst>
                <a:gd name="T0" fmla="*/ 5 w 9"/>
                <a:gd name="T1" fmla="*/ 1 h 153"/>
                <a:gd name="T2" fmla="*/ 2 w 9"/>
                <a:gd name="T3" fmla="*/ 0 h 153"/>
                <a:gd name="T4" fmla="*/ 0 w 9"/>
                <a:gd name="T5" fmla="*/ 150 h 153"/>
                <a:gd name="T6" fmla="*/ 9 w 9"/>
                <a:gd name="T7" fmla="*/ 150 h 153"/>
                <a:gd name="T8" fmla="*/ 7 w 9"/>
                <a:gd name="T9" fmla="*/ 0 h 153"/>
                <a:gd name="T10" fmla="*/ 5 w 9"/>
                <a:gd name="T11" fmla="*/ 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53">
                  <a:moveTo>
                    <a:pt x="5" y="1"/>
                  </a:moveTo>
                  <a:cubicBezTo>
                    <a:pt x="4" y="1"/>
                    <a:pt x="3" y="1"/>
                    <a:pt x="2" y="0"/>
                  </a:cubicBezTo>
                  <a:cubicBezTo>
                    <a:pt x="2" y="0"/>
                    <a:pt x="0" y="147"/>
                    <a:pt x="0" y="150"/>
                  </a:cubicBezTo>
                  <a:cubicBezTo>
                    <a:pt x="0" y="153"/>
                    <a:pt x="9" y="151"/>
                    <a:pt x="9" y="150"/>
                  </a:cubicBezTo>
                  <a:cubicBezTo>
                    <a:pt x="9" y="148"/>
                    <a:pt x="7" y="0"/>
                    <a:pt x="7" y="0"/>
                  </a:cubicBezTo>
                  <a:cubicBezTo>
                    <a:pt x="7" y="1"/>
                    <a:pt x="6" y="1"/>
                    <a:pt x="5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3" name="Freeform 23">
              <a:extLst>
                <a:ext uri="{FF2B5EF4-FFF2-40B4-BE49-F238E27FC236}">
                  <a16:creationId xmlns:a16="http://schemas.microsoft.com/office/drawing/2014/main" id="{83B7678E-CB77-4ED4-9D14-E3C35DC96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2" y="2366963"/>
              <a:ext cx="34925" cy="608013"/>
            </a:xfrm>
            <a:custGeom>
              <a:avLst/>
              <a:gdLst>
                <a:gd name="T0" fmla="*/ 5 w 9"/>
                <a:gd name="T1" fmla="*/ 1 h 153"/>
                <a:gd name="T2" fmla="*/ 2 w 9"/>
                <a:gd name="T3" fmla="*/ 0 h 153"/>
                <a:gd name="T4" fmla="*/ 0 w 9"/>
                <a:gd name="T5" fmla="*/ 150 h 153"/>
                <a:gd name="T6" fmla="*/ 9 w 9"/>
                <a:gd name="T7" fmla="*/ 150 h 153"/>
                <a:gd name="T8" fmla="*/ 7 w 9"/>
                <a:gd name="T9" fmla="*/ 0 h 153"/>
                <a:gd name="T10" fmla="*/ 5 w 9"/>
                <a:gd name="T11" fmla="*/ 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53">
                  <a:moveTo>
                    <a:pt x="5" y="1"/>
                  </a:moveTo>
                  <a:cubicBezTo>
                    <a:pt x="4" y="1"/>
                    <a:pt x="3" y="1"/>
                    <a:pt x="2" y="0"/>
                  </a:cubicBezTo>
                  <a:cubicBezTo>
                    <a:pt x="2" y="0"/>
                    <a:pt x="0" y="147"/>
                    <a:pt x="0" y="150"/>
                  </a:cubicBezTo>
                  <a:cubicBezTo>
                    <a:pt x="0" y="153"/>
                    <a:pt x="9" y="151"/>
                    <a:pt x="9" y="150"/>
                  </a:cubicBezTo>
                  <a:cubicBezTo>
                    <a:pt x="9" y="148"/>
                    <a:pt x="7" y="0"/>
                    <a:pt x="7" y="0"/>
                  </a:cubicBezTo>
                  <a:cubicBezTo>
                    <a:pt x="7" y="1"/>
                    <a:pt x="6" y="1"/>
                    <a:pt x="5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4" name="Freeform 24">
              <a:extLst>
                <a:ext uri="{FF2B5EF4-FFF2-40B4-BE49-F238E27FC236}">
                  <a16:creationId xmlns:a16="http://schemas.microsoft.com/office/drawing/2014/main" id="{BD959724-1D5E-4364-B477-B1CF877FA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2" y="2366963"/>
              <a:ext cx="34925" cy="608013"/>
            </a:xfrm>
            <a:custGeom>
              <a:avLst/>
              <a:gdLst>
                <a:gd name="T0" fmla="*/ 5 w 9"/>
                <a:gd name="T1" fmla="*/ 1 h 153"/>
                <a:gd name="T2" fmla="*/ 2 w 9"/>
                <a:gd name="T3" fmla="*/ 0 h 153"/>
                <a:gd name="T4" fmla="*/ 0 w 9"/>
                <a:gd name="T5" fmla="*/ 150 h 153"/>
                <a:gd name="T6" fmla="*/ 9 w 9"/>
                <a:gd name="T7" fmla="*/ 150 h 153"/>
                <a:gd name="T8" fmla="*/ 7 w 9"/>
                <a:gd name="T9" fmla="*/ 0 h 153"/>
                <a:gd name="T10" fmla="*/ 5 w 9"/>
                <a:gd name="T11" fmla="*/ 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53">
                  <a:moveTo>
                    <a:pt x="5" y="1"/>
                  </a:moveTo>
                  <a:cubicBezTo>
                    <a:pt x="4" y="1"/>
                    <a:pt x="3" y="1"/>
                    <a:pt x="2" y="0"/>
                  </a:cubicBezTo>
                  <a:cubicBezTo>
                    <a:pt x="2" y="0"/>
                    <a:pt x="0" y="147"/>
                    <a:pt x="0" y="150"/>
                  </a:cubicBezTo>
                  <a:cubicBezTo>
                    <a:pt x="0" y="153"/>
                    <a:pt x="9" y="151"/>
                    <a:pt x="9" y="150"/>
                  </a:cubicBezTo>
                  <a:cubicBezTo>
                    <a:pt x="9" y="148"/>
                    <a:pt x="7" y="0"/>
                    <a:pt x="7" y="0"/>
                  </a:cubicBezTo>
                  <a:cubicBezTo>
                    <a:pt x="7" y="1"/>
                    <a:pt x="6" y="1"/>
                    <a:pt x="5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5" name="Freeform 25">
              <a:extLst>
                <a:ext uri="{FF2B5EF4-FFF2-40B4-BE49-F238E27FC236}">
                  <a16:creationId xmlns:a16="http://schemas.microsoft.com/office/drawing/2014/main" id="{2EFF4A90-7206-4C58-9B2F-666D66A79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2" y="2366963"/>
              <a:ext cx="34925" cy="608013"/>
            </a:xfrm>
            <a:custGeom>
              <a:avLst/>
              <a:gdLst>
                <a:gd name="T0" fmla="*/ 5 w 9"/>
                <a:gd name="T1" fmla="*/ 1 h 153"/>
                <a:gd name="T2" fmla="*/ 2 w 9"/>
                <a:gd name="T3" fmla="*/ 0 h 153"/>
                <a:gd name="T4" fmla="*/ 0 w 9"/>
                <a:gd name="T5" fmla="*/ 150 h 153"/>
                <a:gd name="T6" fmla="*/ 9 w 9"/>
                <a:gd name="T7" fmla="*/ 150 h 153"/>
                <a:gd name="T8" fmla="*/ 7 w 9"/>
                <a:gd name="T9" fmla="*/ 0 h 153"/>
                <a:gd name="T10" fmla="*/ 5 w 9"/>
                <a:gd name="T11" fmla="*/ 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53">
                  <a:moveTo>
                    <a:pt x="5" y="1"/>
                  </a:moveTo>
                  <a:cubicBezTo>
                    <a:pt x="4" y="1"/>
                    <a:pt x="3" y="1"/>
                    <a:pt x="2" y="0"/>
                  </a:cubicBezTo>
                  <a:cubicBezTo>
                    <a:pt x="2" y="0"/>
                    <a:pt x="0" y="147"/>
                    <a:pt x="0" y="150"/>
                  </a:cubicBezTo>
                  <a:cubicBezTo>
                    <a:pt x="0" y="153"/>
                    <a:pt x="9" y="151"/>
                    <a:pt x="9" y="150"/>
                  </a:cubicBezTo>
                  <a:cubicBezTo>
                    <a:pt x="9" y="148"/>
                    <a:pt x="7" y="0"/>
                    <a:pt x="7" y="0"/>
                  </a:cubicBezTo>
                  <a:cubicBezTo>
                    <a:pt x="7" y="1"/>
                    <a:pt x="6" y="1"/>
                    <a:pt x="5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6" name="Freeform 27">
              <a:extLst>
                <a:ext uri="{FF2B5EF4-FFF2-40B4-BE49-F238E27FC236}">
                  <a16:creationId xmlns:a16="http://schemas.microsoft.com/office/drawing/2014/main" id="{198D4AB3-93B2-40CE-BD99-A4F1E0003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637" y="2359025"/>
              <a:ext cx="369887" cy="150813"/>
            </a:xfrm>
            <a:custGeom>
              <a:avLst/>
              <a:gdLst>
                <a:gd name="T0" fmla="*/ 48 w 93"/>
                <a:gd name="T1" fmla="*/ 15 h 38"/>
                <a:gd name="T2" fmla="*/ 1 w 93"/>
                <a:gd name="T3" fmla="*/ 2 h 38"/>
                <a:gd name="T4" fmla="*/ 45 w 93"/>
                <a:gd name="T5" fmla="*/ 23 h 38"/>
                <a:gd name="T6" fmla="*/ 92 w 93"/>
                <a:gd name="T7" fmla="*/ 36 h 38"/>
                <a:gd name="T8" fmla="*/ 48 w 93"/>
                <a:gd name="T9" fmla="*/ 1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38">
                  <a:moveTo>
                    <a:pt x="48" y="15"/>
                  </a:moveTo>
                  <a:cubicBezTo>
                    <a:pt x="23" y="6"/>
                    <a:pt x="2" y="0"/>
                    <a:pt x="1" y="2"/>
                  </a:cubicBezTo>
                  <a:cubicBezTo>
                    <a:pt x="0" y="4"/>
                    <a:pt x="20" y="13"/>
                    <a:pt x="45" y="23"/>
                  </a:cubicBezTo>
                  <a:cubicBezTo>
                    <a:pt x="70" y="32"/>
                    <a:pt x="91" y="38"/>
                    <a:pt x="92" y="36"/>
                  </a:cubicBezTo>
                  <a:cubicBezTo>
                    <a:pt x="93" y="34"/>
                    <a:pt x="73" y="24"/>
                    <a:pt x="48" y="15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7" name="Freeform 28">
              <a:extLst>
                <a:ext uri="{FF2B5EF4-FFF2-40B4-BE49-F238E27FC236}">
                  <a16:creationId xmlns:a16="http://schemas.microsoft.com/office/drawing/2014/main" id="{B914C789-88CF-4C5F-99A0-1ACF7DF96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637" y="2359025"/>
              <a:ext cx="369887" cy="150813"/>
            </a:xfrm>
            <a:custGeom>
              <a:avLst/>
              <a:gdLst>
                <a:gd name="T0" fmla="*/ 48 w 93"/>
                <a:gd name="T1" fmla="*/ 15 h 38"/>
                <a:gd name="T2" fmla="*/ 1 w 93"/>
                <a:gd name="T3" fmla="*/ 2 h 38"/>
                <a:gd name="T4" fmla="*/ 45 w 93"/>
                <a:gd name="T5" fmla="*/ 23 h 38"/>
                <a:gd name="T6" fmla="*/ 92 w 93"/>
                <a:gd name="T7" fmla="*/ 36 h 38"/>
                <a:gd name="T8" fmla="*/ 48 w 93"/>
                <a:gd name="T9" fmla="*/ 1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38">
                  <a:moveTo>
                    <a:pt x="48" y="15"/>
                  </a:moveTo>
                  <a:cubicBezTo>
                    <a:pt x="23" y="6"/>
                    <a:pt x="2" y="0"/>
                    <a:pt x="1" y="2"/>
                  </a:cubicBezTo>
                  <a:cubicBezTo>
                    <a:pt x="0" y="4"/>
                    <a:pt x="20" y="13"/>
                    <a:pt x="45" y="23"/>
                  </a:cubicBezTo>
                  <a:cubicBezTo>
                    <a:pt x="70" y="32"/>
                    <a:pt x="91" y="38"/>
                    <a:pt x="92" y="36"/>
                  </a:cubicBezTo>
                  <a:cubicBezTo>
                    <a:pt x="93" y="34"/>
                    <a:pt x="73" y="24"/>
                    <a:pt x="48" y="15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8" name="Freeform 29">
              <a:extLst>
                <a:ext uri="{FF2B5EF4-FFF2-40B4-BE49-F238E27FC236}">
                  <a16:creationId xmlns:a16="http://schemas.microsoft.com/office/drawing/2014/main" id="{23CE380A-22A3-4F07-8330-C036140E8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4" y="1982788"/>
              <a:ext cx="84138" cy="384175"/>
            </a:xfrm>
            <a:custGeom>
              <a:avLst/>
              <a:gdLst>
                <a:gd name="T0" fmla="*/ 7 w 21"/>
                <a:gd name="T1" fmla="*/ 50 h 97"/>
                <a:gd name="T2" fmla="*/ 19 w 21"/>
                <a:gd name="T3" fmla="*/ 97 h 97"/>
                <a:gd name="T4" fmla="*/ 15 w 21"/>
                <a:gd name="T5" fmla="*/ 48 h 97"/>
                <a:gd name="T6" fmla="*/ 2 w 21"/>
                <a:gd name="T7" fmla="*/ 1 h 97"/>
                <a:gd name="T8" fmla="*/ 7 w 21"/>
                <a:gd name="T9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7">
                  <a:moveTo>
                    <a:pt x="7" y="50"/>
                  </a:moveTo>
                  <a:cubicBezTo>
                    <a:pt x="11" y="76"/>
                    <a:pt x="16" y="97"/>
                    <a:pt x="19" y="97"/>
                  </a:cubicBezTo>
                  <a:cubicBezTo>
                    <a:pt x="21" y="96"/>
                    <a:pt x="19" y="75"/>
                    <a:pt x="15" y="48"/>
                  </a:cubicBezTo>
                  <a:cubicBezTo>
                    <a:pt x="10" y="22"/>
                    <a:pt x="5" y="0"/>
                    <a:pt x="2" y="1"/>
                  </a:cubicBezTo>
                  <a:cubicBezTo>
                    <a:pt x="0" y="1"/>
                    <a:pt x="2" y="23"/>
                    <a:pt x="7" y="5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9" name="Freeform 30">
              <a:extLst>
                <a:ext uri="{FF2B5EF4-FFF2-40B4-BE49-F238E27FC236}">
                  <a16:creationId xmlns:a16="http://schemas.microsoft.com/office/drawing/2014/main" id="{6FE5973F-72DF-4714-B2B5-5FEFA539D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4" y="1982788"/>
              <a:ext cx="84138" cy="384175"/>
            </a:xfrm>
            <a:custGeom>
              <a:avLst/>
              <a:gdLst>
                <a:gd name="T0" fmla="*/ 7 w 21"/>
                <a:gd name="T1" fmla="*/ 50 h 97"/>
                <a:gd name="T2" fmla="*/ 19 w 21"/>
                <a:gd name="T3" fmla="*/ 97 h 97"/>
                <a:gd name="T4" fmla="*/ 15 w 21"/>
                <a:gd name="T5" fmla="*/ 48 h 97"/>
                <a:gd name="T6" fmla="*/ 2 w 21"/>
                <a:gd name="T7" fmla="*/ 1 h 97"/>
                <a:gd name="T8" fmla="*/ 7 w 21"/>
                <a:gd name="T9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7">
                  <a:moveTo>
                    <a:pt x="7" y="50"/>
                  </a:moveTo>
                  <a:cubicBezTo>
                    <a:pt x="11" y="76"/>
                    <a:pt x="16" y="97"/>
                    <a:pt x="19" y="97"/>
                  </a:cubicBezTo>
                  <a:cubicBezTo>
                    <a:pt x="21" y="96"/>
                    <a:pt x="19" y="75"/>
                    <a:pt x="15" y="48"/>
                  </a:cubicBezTo>
                  <a:cubicBezTo>
                    <a:pt x="10" y="22"/>
                    <a:pt x="5" y="0"/>
                    <a:pt x="2" y="1"/>
                  </a:cubicBezTo>
                  <a:cubicBezTo>
                    <a:pt x="0" y="1"/>
                    <a:pt x="2" y="23"/>
                    <a:pt x="7" y="5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0" name="Freeform 31">
              <a:extLst>
                <a:ext uri="{FF2B5EF4-FFF2-40B4-BE49-F238E27FC236}">
                  <a16:creationId xmlns:a16="http://schemas.microsoft.com/office/drawing/2014/main" id="{722D9355-D50D-4586-8EF2-CDDAB6F47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50" y="2359025"/>
              <a:ext cx="304800" cy="254000"/>
            </a:xfrm>
            <a:custGeom>
              <a:avLst/>
              <a:gdLst>
                <a:gd name="T0" fmla="*/ 36 w 77"/>
                <a:gd name="T1" fmla="*/ 28 h 64"/>
                <a:gd name="T2" fmla="*/ 1 w 77"/>
                <a:gd name="T3" fmla="*/ 63 h 64"/>
                <a:gd name="T4" fmla="*/ 41 w 77"/>
                <a:gd name="T5" fmla="*/ 35 h 64"/>
                <a:gd name="T6" fmla="*/ 76 w 77"/>
                <a:gd name="T7" fmla="*/ 1 h 64"/>
                <a:gd name="T8" fmla="*/ 75 w 77"/>
                <a:gd name="T9" fmla="*/ 0 h 64"/>
                <a:gd name="T10" fmla="*/ 36 w 77"/>
                <a:gd name="T11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64">
                  <a:moveTo>
                    <a:pt x="36" y="28"/>
                  </a:moveTo>
                  <a:cubicBezTo>
                    <a:pt x="15" y="46"/>
                    <a:pt x="0" y="61"/>
                    <a:pt x="1" y="63"/>
                  </a:cubicBezTo>
                  <a:cubicBezTo>
                    <a:pt x="2" y="64"/>
                    <a:pt x="20" y="52"/>
                    <a:pt x="41" y="35"/>
                  </a:cubicBezTo>
                  <a:cubicBezTo>
                    <a:pt x="62" y="18"/>
                    <a:pt x="77" y="2"/>
                    <a:pt x="76" y="1"/>
                  </a:cubicBezTo>
                  <a:cubicBezTo>
                    <a:pt x="76" y="0"/>
                    <a:pt x="76" y="0"/>
                    <a:pt x="75" y="0"/>
                  </a:cubicBezTo>
                  <a:cubicBezTo>
                    <a:pt x="71" y="1"/>
                    <a:pt x="55" y="13"/>
                    <a:pt x="36" y="2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1" name="Freeform 32">
              <a:extLst>
                <a:ext uri="{FF2B5EF4-FFF2-40B4-BE49-F238E27FC236}">
                  <a16:creationId xmlns:a16="http://schemas.microsoft.com/office/drawing/2014/main" id="{62E8FC84-9617-4F07-876F-04B17A69E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50" y="2359025"/>
              <a:ext cx="304800" cy="254000"/>
            </a:xfrm>
            <a:custGeom>
              <a:avLst/>
              <a:gdLst>
                <a:gd name="T0" fmla="*/ 36 w 77"/>
                <a:gd name="T1" fmla="*/ 28 h 64"/>
                <a:gd name="T2" fmla="*/ 1 w 77"/>
                <a:gd name="T3" fmla="*/ 63 h 64"/>
                <a:gd name="T4" fmla="*/ 41 w 77"/>
                <a:gd name="T5" fmla="*/ 35 h 64"/>
                <a:gd name="T6" fmla="*/ 76 w 77"/>
                <a:gd name="T7" fmla="*/ 1 h 64"/>
                <a:gd name="T8" fmla="*/ 75 w 77"/>
                <a:gd name="T9" fmla="*/ 0 h 64"/>
                <a:gd name="T10" fmla="*/ 36 w 77"/>
                <a:gd name="T11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64">
                  <a:moveTo>
                    <a:pt x="36" y="28"/>
                  </a:moveTo>
                  <a:cubicBezTo>
                    <a:pt x="15" y="46"/>
                    <a:pt x="0" y="61"/>
                    <a:pt x="1" y="63"/>
                  </a:cubicBezTo>
                  <a:cubicBezTo>
                    <a:pt x="2" y="64"/>
                    <a:pt x="20" y="52"/>
                    <a:pt x="41" y="35"/>
                  </a:cubicBezTo>
                  <a:cubicBezTo>
                    <a:pt x="62" y="18"/>
                    <a:pt x="77" y="2"/>
                    <a:pt x="76" y="1"/>
                  </a:cubicBezTo>
                  <a:cubicBezTo>
                    <a:pt x="76" y="0"/>
                    <a:pt x="76" y="0"/>
                    <a:pt x="75" y="0"/>
                  </a:cubicBezTo>
                  <a:cubicBezTo>
                    <a:pt x="71" y="1"/>
                    <a:pt x="55" y="13"/>
                    <a:pt x="36" y="2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2" name="Freeform 33">
              <a:extLst>
                <a:ext uri="{FF2B5EF4-FFF2-40B4-BE49-F238E27FC236}">
                  <a16:creationId xmlns:a16="http://schemas.microsoft.com/office/drawing/2014/main" id="{24D1E3C3-AEE8-4824-8FE4-4D608BD34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124" y="26336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3" name="Freeform 34">
              <a:extLst>
                <a:ext uri="{FF2B5EF4-FFF2-40B4-BE49-F238E27FC236}">
                  <a16:creationId xmlns:a16="http://schemas.microsoft.com/office/drawing/2014/main" id="{CADC873D-41A8-4A2E-9F41-EB7922F96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124" y="26336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4" name="Freeform 35">
              <a:extLst>
                <a:ext uri="{FF2B5EF4-FFF2-40B4-BE49-F238E27FC236}">
                  <a16:creationId xmlns:a16="http://schemas.microsoft.com/office/drawing/2014/main" id="{C88C872A-AD99-4F14-9A44-6848FF76B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124" y="26336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5" name="Freeform 36">
              <a:extLst>
                <a:ext uri="{FF2B5EF4-FFF2-40B4-BE49-F238E27FC236}">
                  <a16:creationId xmlns:a16="http://schemas.microsoft.com/office/drawing/2014/main" id="{BA0F5687-F9C5-49A1-A357-07C8B3FDE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124" y="26336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F3B2DE0A-347E-46CE-B31D-1C212DB3B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949" y="2633662"/>
              <a:ext cx="3175" cy="1588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7" name="Freeform 38">
              <a:extLst>
                <a:ext uri="{FF2B5EF4-FFF2-40B4-BE49-F238E27FC236}">
                  <a16:creationId xmlns:a16="http://schemas.microsoft.com/office/drawing/2014/main" id="{17CE4A2C-C5F8-4C82-9981-AEF9973077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999" y="2343150"/>
              <a:ext cx="44450" cy="39688"/>
            </a:xfrm>
            <a:custGeom>
              <a:avLst/>
              <a:gdLst>
                <a:gd name="T0" fmla="*/ 4 w 11"/>
                <a:gd name="T1" fmla="*/ 9 h 10"/>
                <a:gd name="T2" fmla="*/ 10 w 11"/>
                <a:gd name="T3" fmla="*/ 6 h 10"/>
                <a:gd name="T4" fmla="*/ 7 w 11"/>
                <a:gd name="T5" fmla="*/ 0 h 10"/>
                <a:gd name="T6" fmla="*/ 1 w 11"/>
                <a:gd name="T7" fmla="*/ 4 h 10"/>
                <a:gd name="T8" fmla="*/ 4 w 11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4" y="9"/>
                  </a:moveTo>
                  <a:cubicBezTo>
                    <a:pt x="7" y="10"/>
                    <a:pt x="9" y="9"/>
                    <a:pt x="10" y="6"/>
                  </a:cubicBezTo>
                  <a:cubicBezTo>
                    <a:pt x="11" y="4"/>
                    <a:pt x="9" y="1"/>
                    <a:pt x="7" y="0"/>
                  </a:cubicBezTo>
                  <a:cubicBezTo>
                    <a:pt x="4" y="0"/>
                    <a:pt x="2" y="1"/>
                    <a:pt x="1" y="4"/>
                  </a:cubicBezTo>
                  <a:cubicBezTo>
                    <a:pt x="0" y="6"/>
                    <a:pt x="2" y="9"/>
                    <a:pt x="4" y="9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8" name="Freeform 39">
              <a:extLst>
                <a:ext uri="{FF2B5EF4-FFF2-40B4-BE49-F238E27FC236}">
                  <a16:creationId xmlns:a16="http://schemas.microsoft.com/office/drawing/2014/main" id="{DA12FC08-F35B-4C67-8005-E86144A37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999" y="2343150"/>
              <a:ext cx="44450" cy="39688"/>
            </a:xfrm>
            <a:custGeom>
              <a:avLst/>
              <a:gdLst>
                <a:gd name="T0" fmla="*/ 4 w 11"/>
                <a:gd name="T1" fmla="*/ 9 h 10"/>
                <a:gd name="T2" fmla="*/ 10 w 11"/>
                <a:gd name="T3" fmla="*/ 6 h 10"/>
                <a:gd name="T4" fmla="*/ 7 w 11"/>
                <a:gd name="T5" fmla="*/ 0 h 10"/>
                <a:gd name="T6" fmla="*/ 1 w 11"/>
                <a:gd name="T7" fmla="*/ 4 h 10"/>
                <a:gd name="T8" fmla="*/ 4 w 11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4" y="9"/>
                  </a:moveTo>
                  <a:cubicBezTo>
                    <a:pt x="7" y="10"/>
                    <a:pt x="9" y="9"/>
                    <a:pt x="10" y="6"/>
                  </a:cubicBezTo>
                  <a:cubicBezTo>
                    <a:pt x="11" y="4"/>
                    <a:pt x="9" y="1"/>
                    <a:pt x="7" y="0"/>
                  </a:cubicBezTo>
                  <a:cubicBezTo>
                    <a:pt x="4" y="0"/>
                    <a:pt x="2" y="1"/>
                    <a:pt x="1" y="4"/>
                  </a:cubicBezTo>
                  <a:cubicBezTo>
                    <a:pt x="0" y="6"/>
                    <a:pt x="2" y="9"/>
                    <a:pt x="4" y="9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9" name="Freeform 40">
              <a:extLst>
                <a:ext uri="{FF2B5EF4-FFF2-40B4-BE49-F238E27FC236}">
                  <a16:creationId xmlns:a16="http://schemas.microsoft.com/office/drawing/2014/main" id="{1AB0F427-3F5A-40CB-A173-6E6B4806E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999" y="2343150"/>
              <a:ext cx="44450" cy="39688"/>
            </a:xfrm>
            <a:custGeom>
              <a:avLst/>
              <a:gdLst>
                <a:gd name="T0" fmla="*/ 4 w 11"/>
                <a:gd name="T1" fmla="*/ 9 h 10"/>
                <a:gd name="T2" fmla="*/ 10 w 11"/>
                <a:gd name="T3" fmla="*/ 6 h 10"/>
                <a:gd name="T4" fmla="*/ 7 w 11"/>
                <a:gd name="T5" fmla="*/ 0 h 10"/>
                <a:gd name="T6" fmla="*/ 1 w 11"/>
                <a:gd name="T7" fmla="*/ 4 h 10"/>
                <a:gd name="T8" fmla="*/ 4 w 11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4" y="9"/>
                  </a:moveTo>
                  <a:cubicBezTo>
                    <a:pt x="7" y="10"/>
                    <a:pt x="9" y="9"/>
                    <a:pt x="10" y="6"/>
                  </a:cubicBezTo>
                  <a:cubicBezTo>
                    <a:pt x="11" y="4"/>
                    <a:pt x="9" y="1"/>
                    <a:pt x="7" y="0"/>
                  </a:cubicBezTo>
                  <a:cubicBezTo>
                    <a:pt x="4" y="0"/>
                    <a:pt x="2" y="1"/>
                    <a:pt x="1" y="4"/>
                  </a:cubicBezTo>
                  <a:cubicBezTo>
                    <a:pt x="0" y="6"/>
                    <a:pt x="2" y="9"/>
                    <a:pt x="4" y="9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0" name="Freeform 41">
              <a:extLst>
                <a:ext uri="{FF2B5EF4-FFF2-40B4-BE49-F238E27FC236}">
                  <a16:creationId xmlns:a16="http://schemas.microsoft.com/office/drawing/2014/main" id="{473A4908-8E2B-4BAB-AB5D-49C9A701A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999" y="2343150"/>
              <a:ext cx="44450" cy="39688"/>
            </a:xfrm>
            <a:custGeom>
              <a:avLst/>
              <a:gdLst>
                <a:gd name="T0" fmla="*/ 4 w 11"/>
                <a:gd name="T1" fmla="*/ 9 h 10"/>
                <a:gd name="T2" fmla="*/ 10 w 11"/>
                <a:gd name="T3" fmla="*/ 6 h 10"/>
                <a:gd name="T4" fmla="*/ 7 w 11"/>
                <a:gd name="T5" fmla="*/ 0 h 10"/>
                <a:gd name="T6" fmla="*/ 1 w 11"/>
                <a:gd name="T7" fmla="*/ 4 h 10"/>
                <a:gd name="T8" fmla="*/ 4 w 11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4" y="9"/>
                  </a:moveTo>
                  <a:cubicBezTo>
                    <a:pt x="7" y="10"/>
                    <a:pt x="9" y="9"/>
                    <a:pt x="10" y="6"/>
                  </a:cubicBezTo>
                  <a:cubicBezTo>
                    <a:pt x="11" y="4"/>
                    <a:pt x="9" y="1"/>
                    <a:pt x="7" y="0"/>
                  </a:cubicBezTo>
                  <a:cubicBezTo>
                    <a:pt x="4" y="0"/>
                    <a:pt x="2" y="1"/>
                    <a:pt x="1" y="4"/>
                  </a:cubicBezTo>
                  <a:cubicBezTo>
                    <a:pt x="0" y="6"/>
                    <a:pt x="2" y="9"/>
                    <a:pt x="4" y="9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1" name="Freeform 43">
              <a:extLst>
                <a:ext uri="{FF2B5EF4-FFF2-40B4-BE49-F238E27FC236}">
                  <a16:creationId xmlns:a16="http://schemas.microsoft.com/office/drawing/2014/main" id="{92291AA4-C317-4F80-8E45-B89F84881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948" y="2339975"/>
              <a:ext cx="55563" cy="987425"/>
            </a:xfrm>
            <a:custGeom>
              <a:avLst/>
              <a:gdLst>
                <a:gd name="T0" fmla="*/ 7 w 14"/>
                <a:gd name="T1" fmla="*/ 2 h 249"/>
                <a:gd name="T2" fmla="*/ 3 w 14"/>
                <a:gd name="T3" fmla="*/ 0 h 249"/>
                <a:gd name="T4" fmla="*/ 0 w 14"/>
                <a:gd name="T5" fmla="*/ 244 h 249"/>
                <a:gd name="T6" fmla="*/ 14 w 14"/>
                <a:gd name="T7" fmla="*/ 244 h 249"/>
                <a:gd name="T8" fmla="*/ 11 w 14"/>
                <a:gd name="T9" fmla="*/ 0 h 249"/>
                <a:gd name="T10" fmla="*/ 7 w 14"/>
                <a:gd name="T11" fmla="*/ 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9">
                  <a:moveTo>
                    <a:pt x="7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3" y="0"/>
                    <a:pt x="0" y="239"/>
                    <a:pt x="0" y="244"/>
                  </a:cubicBezTo>
                  <a:cubicBezTo>
                    <a:pt x="0" y="249"/>
                    <a:pt x="14" y="247"/>
                    <a:pt x="14" y="244"/>
                  </a:cubicBezTo>
                  <a:cubicBezTo>
                    <a:pt x="14" y="241"/>
                    <a:pt x="11" y="0"/>
                    <a:pt x="11" y="0"/>
                  </a:cubicBezTo>
                  <a:cubicBezTo>
                    <a:pt x="10" y="1"/>
                    <a:pt x="9" y="2"/>
                    <a:pt x="7" y="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2" name="Freeform 44">
              <a:extLst>
                <a:ext uri="{FF2B5EF4-FFF2-40B4-BE49-F238E27FC236}">
                  <a16:creationId xmlns:a16="http://schemas.microsoft.com/office/drawing/2014/main" id="{538674C6-0151-455B-B46D-700C2F63E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948" y="2339975"/>
              <a:ext cx="55563" cy="987425"/>
            </a:xfrm>
            <a:custGeom>
              <a:avLst/>
              <a:gdLst>
                <a:gd name="T0" fmla="*/ 7 w 14"/>
                <a:gd name="T1" fmla="*/ 2 h 249"/>
                <a:gd name="T2" fmla="*/ 3 w 14"/>
                <a:gd name="T3" fmla="*/ 0 h 249"/>
                <a:gd name="T4" fmla="*/ 0 w 14"/>
                <a:gd name="T5" fmla="*/ 244 h 249"/>
                <a:gd name="T6" fmla="*/ 14 w 14"/>
                <a:gd name="T7" fmla="*/ 244 h 249"/>
                <a:gd name="T8" fmla="*/ 11 w 14"/>
                <a:gd name="T9" fmla="*/ 0 h 249"/>
                <a:gd name="T10" fmla="*/ 7 w 14"/>
                <a:gd name="T11" fmla="*/ 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9">
                  <a:moveTo>
                    <a:pt x="7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3" y="0"/>
                    <a:pt x="0" y="239"/>
                    <a:pt x="0" y="244"/>
                  </a:cubicBezTo>
                  <a:cubicBezTo>
                    <a:pt x="0" y="249"/>
                    <a:pt x="14" y="247"/>
                    <a:pt x="14" y="244"/>
                  </a:cubicBezTo>
                  <a:cubicBezTo>
                    <a:pt x="14" y="241"/>
                    <a:pt x="11" y="0"/>
                    <a:pt x="11" y="0"/>
                  </a:cubicBezTo>
                  <a:cubicBezTo>
                    <a:pt x="10" y="1"/>
                    <a:pt x="9" y="2"/>
                    <a:pt x="7" y="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3" name="Freeform 45">
              <a:extLst>
                <a:ext uri="{FF2B5EF4-FFF2-40B4-BE49-F238E27FC236}">
                  <a16:creationId xmlns:a16="http://schemas.microsoft.com/office/drawing/2014/main" id="{7822F505-9A5A-4F15-8093-D008DEABF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948" y="2339975"/>
              <a:ext cx="55563" cy="987425"/>
            </a:xfrm>
            <a:custGeom>
              <a:avLst/>
              <a:gdLst>
                <a:gd name="T0" fmla="*/ 7 w 14"/>
                <a:gd name="T1" fmla="*/ 2 h 249"/>
                <a:gd name="T2" fmla="*/ 3 w 14"/>
                <a:gd name="T3" fmla="*/ 0 h 249"/>
                <a:gd name="T4" fmla="*/ 0 w 14"/>
                <a:gd name="T5" fmla="*/ 244 h 249"/>
                <a:gd name="T6" fmla="*/ 14 w 14"/>
                <a:gd name="T7" fmla="*/ 244 h 249"/>
                <a:gd name="T8" fmla="*/ 11 w 14"/>
                <a:gd name="T9" fmla="*/ 0 h 249"/>
                <a:gd name="T10" fmla="*/ 7 w 14"/>
                <a:gd name="T11" fmla="*/ 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9">
                  <a:moveTo>
                    <a:pt x="7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3" y="0"/>
                    <a:pt x="0" y="239"/>
                    <a:pt x="0" y="244"/>
                  </a:cubicBezTo>
                  <a:cubicBezTo>
                    <a:pt x="0" y="249"/>
                    <a:pt x="14" y="247"/>
                    <a:pt x="14" y="244"/>
                  </a:cubicBezTo>
                  <a:cubicBezTo>
                    <a:pt x="14" y="241"/>
                    <a:pt x="11" y="0"/>
                    <a:pt x="11" y="0"/>
                  </a:cubicBezTo>
                  <a:cubicBezTo>
                    <a:pt x="10" y="1"/>
                    <a:pt x="9" y="2"/>
                    <a:pt x="7" y="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4" name="Freeform 46">
              <a:extLst>
                <a:ext uri="{FF2B5EF4-FFF2-40B4-BE49-F238E27FC236}">
                  <a16:creationId xmlns:a16="http://schemas.microsoft.com/office/drawing/2014/main" id="{AC3099F1-1E8F-4AD0-BA6F-C1C5E0DC2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948" y="2339975"/>
              <a:ext cx="55563" cy="987425"/>
            </a:xfrm>
            <a:custGeom>
              <a:avLst/>
              <a:gdLst>
                <a:gd name="T0" fmla="*/ 7 w 14"/>
                <a:gd name="T1" fmla="*/ 2 h 249"/>
                <a:gd name="T2" fmla="*/ 3 w 14"/>
                <a:gd name="T3" fmla="*/ 0 h 249"/>
                <a:gd name="T4" fmla="*/ 0 w 14"/>
                <a:gd name="T5" fmla="*/ 244 h 249"/>
                <a:gd name="T6" fmla="*/ 14 w 14"/>
                <a:gd name="T7" fmla="*/ 244 h 249"/>
                <a:gd name="T8" fmla="*/ 11 w 14"/>
                <a:gd name="T9" fmla="*/ 0 h 249"/>
                <a:gd name="T10" fmla="*/ 7 w 14"/>
                <a:gd name="T11" fmla="*/ 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9">
                  <a:moveTo>
                    <a:pt x="7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3" y="0"/>
                    <a:pt x="0" y="239"/>
                    <a:pt x="0" y="244"/>
                  </a:cubicBezTo>
                  <a:cubicBezTo>
                    <a:pt x="0" y="249"/>
                    <a:pt x="14" y="247"/>
                    <a:pt x="14" y="244"/>
                  </a:cubicBezTo>
                  <a:cubicBezTo>
                    <a:pt x="14" y="241"/>
                    <a:pt x="11" y="0"/>
                    <a:pt x="11" y="0"/>
                  </a:cubicBezTo>
                  <a:cubicBezTo>
                    <a:pt x="10" y="1"/>
                    <a:pt x="9" y="2"/>
                    <a:pt x="7" y="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5" name="Freeform 48">
              <a:extLst>
                <a:ext uri="{FF2B5EF4-FFF2-40B4-BE49-F238E27FC236}">
                  <a16:creationId xmlns:a16="http://schemas.microsoft.com/office/drawing/2014/main" id="{43213ECB-88E7-483E-8C0A-0A3C499F2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648" y="2327275"/>
              <a:ext cx="290512" cy="587375"/>
            </a:xfrm>
            <a:custGeom>
              <a:avLst/>
              <a:gdLst>
                <a:gd name="T0" fmla="*/ 43 w 73"/>
                <a:gd name="T1" fmla="*/ 71 h 148"/>
                <a:gd name="T2" fmla="*/ 4 w 73"/>
                <a:gd name="T3" fmla="*/ 2 h 148"/>
                <a:gd name="T4" fmla="*/ 30 w 73"/>
                <a:gd name="T5" fmla="*/ 77 h 148"/>
                <a:gd name="T6" fmla="*/ 70 w 73"/>
                <a:gd name="T7" fmla="*/ 146 h 148"/>
                <a:gd name="T8" fmla="*/ 43 w 73"/>
                <a:gd name="T9" fmla="*/ 7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148">
                  <a:moveTo>
                    <a:pt x="43" y="71"/>
                  </a:moveTo>
                  <a:cubicBezTo>
                    <a:pt x="24" y="31"/>
                    <a:pt x="7" y="0"/>
                    <a:pt x="4" y="2"/>
                  </a:cubicBezTo>
                  <a:cubicBezTo>
                    <a:pt x="0" y="3"/>
                    <a:pt x="12" y="37"/>
                    <a:pt x="30" y="77"/>
                  </a:cubicBezTo>
                  <a:cubicBezTo>
                    <a:pt x="49" y="117"/>
                    <a:pt x="66" y="148"/>
                    <a:pt x="70" y="146"/>
                  </a:cubicBezTo>
                  <a:cubicBezTo>
                    <a:pt x="73" y="145"/>
                    <a:pt x="61" y="111"/>
                    <a:pt x="43" y="7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6" name="Freeform 49">
              <a:extLst>
                <a:ext uri="{FF2B5EF4-FFF2-40B4-BE49-F238E27FC236}">
                  <a16:creationId xmlns:a16="http://schemas.microsoft.com/office/drawing/2014/main" id="{BE78F194-2314-41D4-BF3B-D653F2152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648" y="2327275"/>
              <a:ext cx="290512" cy="587375"/>
            </a:xfrm>
            <a:custGeom>
              <a:avLst/>
              <a:gdLst>
                <a:gd name="T0" fmla="*/ 43 w 73"/>
                <a:gd name="T1" fmla="*/ 71 h 148"/>
                <a:gd name="T2" fmla="*/ 4 w 73"/>
                <a:gd name="T3" fmla="*/ 2 h 148"/>
                <a:gd name="T4" fmla="*/ 30 w 73"/>
                <a:gd name="T5" fmla="*/ 77 h 148"/>
                <a:gd name="T6" fmla="*/ 70 w 73"/>
                <a:gd name="T7" fmla="*/ 146 h 148"/>
                <a:gd name="T8" fmla="*/ 43 w 73"/>
                <a:gd name="T9" fmla="*/ 7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148">
                  <a:moveTo>
                    <a:pt x="43" y="71"/>
                  </a:moveTo>
                  <a:cubicBezTo>
                    <a:pt x="24" y="31"/>
                    <a:pt x="7" y="0"/>
                    <a:pt x="4" y="2"/>
                  </a:cubicBezTo>
                  <a:cubicBezTo>
                    <a:pt x="0" y="3"/>
                    <a:pt x="12" y="37"/>
                    <a:pt x="30" y="77"/>
                  </a:cubicBezTo>
                  <a:cubicBezTo>
                    <a:pt x="49" y="117"/>
                    <a:pt x="66" y="148"/>
                    <a:pt x="70" y="146"/>
                  </a:cubicBezTo>
                  <a:cubicBezTo>
                    <a:pt x="73" y="145"/>
                    <a:pt x="61" y="111"/>
                    <a:pt x="43" y="7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7" name="Freeform 50">
              <a:extLst>
                <a:ext uri="{FF2B5EF4-FFF2-40B4-BE49-F238E27FC236}">
                  <a16:creationId xmlns:a16="http://schemas.microsoft.com/office/drawing/2014/main" id="{751BCB8C-AB7F-4E9C-A44C-7F86A45D4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586" y="1816100"/>
              <a:ext cx="388937" cy="531813"/>
            </a:xfrm>
            <a:custGeom>
              <a:avLst/>
              <a:gdLst>
                <a:gd name="T0" fmla="*/ 43 w 98"/>
                <a:gd name="T1" fmla="*/ 63 h 134"/>
                <a:gd name="T2" fmla="*/ 3 w 98"/>
                <a:gd name="T3" fmla="*/ 132 h 134"/>
                <a:gd name="T4" fmla="*/ 54 w 98"/>
                <a:gd name="T5" fmla="*/ 71 h 134"/>
                <a:gd name="T6" fmla="*/ 95 w 98"/>
                <a:gd name="T7" fmla="*/ 2 h 134"/>
                <a:gd name="T8" fmla="*/ 43 w 98"/>
                <a:gd name="T9" fmla="*/ 6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134">
                  <a:moveTo>
                    <a:pt x="43" y="63"/>
                  </a:moveTo>
                  <a:cubicBezTo>
                    <a:pt x="18" y="99"/>
                    <a:pt x="0" y="130"/>
                    <a:pt x="3" y="132"/>
                  </a:cubicBezTo>
                  <a:cubicBezTo>
                    <a:pt x="6" y="134"/>
                    <a:pt x="29" y="107"/>
                    <a:pt x="54" y="71"/>
                  </a:cubicBezTo>
                  <a:cubicBezTo>
                    <a:pt x="79" y="35"/>
                    <a:pt x="98" y="4"/>
                    <a:pt x="95" y="2"/>
                  </a:cubicBezTo>
                  <a:cubicBezTo>
                    <a:pt x="92" y="0"/>
                    <a:pt x="69" y="27"/>
                    <a:pt x="43" y="63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8" name="Freeform 51">
              <a:extLst>
                <a:ext uri="{FF2B5EF4-FFF2-40B4-BE49-F238E27FC236}">
                  <a16:creationId xmlns:a16="http://schemas.microsoft.com/office/drawing/2014/main" id="{1DABFFA0-CCFD-4AEF-9F84-5F8C9BB07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586" y="1816099"/>
              <a:ext cx="388937" cy="531813"/>
            </a:xfrm>
            <a:custGeom>
              <a:avLst/>
              <a:gdLst>
                <a:gd name="T0" fmla="*/ 43 w 98"/>
                <a:gd name="T1" fmla="*/ 63 h 134"/>
                <a:gd name="T2" fmla="*/ 3 w 98"/>
                <a:gd name="T3" fmla="*/ 132 h 134"/>
                <a:gd name="T4" fmla="*/ 54 w 98"/>
                <a:gd name="T5" fmla="*/ 71 h 134"/>
                <a:gd name="T6" fmla="*/ 95 w 98"/>
                <a:gd name="T7" fmla="*/ 2 h 134"/>
                <a:gd name="T8" fmla="*/ 43 w 98"/>
                <a:gd name="T9" fmla="*/ 6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134">
                  <a:moveTo>
                    <a:pt x="43" y="63"/>
                  </a:moveTo>
                  <a:cubicBezTo>
                    <a:pt x="18" y="99"/>
                    <a:pt x="0" y="130"/>
                    <a:pt x="3" y="132"/>
                  </a:cubicBezTo>
                  <a:cubicBezTo>
                    <a:pt x="6" y="134"/>
                    <a:pt x="29" y="107"/>
                    <a:pt x="54" y="71"/>
                  </a:cubicBezTo>
                  <a:cubicBezTo>
                    <a:pt x="79" y="35"/>
                    <a:pt x="98" y="4"/>
                    <a:pt x="95" y="2"/>
                  </a:cubicBezTo>
                  <a:cubicBezTo>
                    <a:pt x="92" y="0"/>
                    <a:pt x="69" y="27"/>
                    <a:pt x="43" y="63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9" name="Freeform 52">
              <a:extLst>
                <a:ext uri="{FF2B5EF4-FFF2-40B4-BE49-F238E27FC236}">
                  <a16:creationId xmlns:a16="http://schemas.microsoft.com/office/drawing/2014/main" id="{952AD213-BB90-49A2-99FA-08857A5A0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812" y="2260599"/>
              <a:ext cx="628649" cy="87313"/>
            </a:xfrm>
            <a:custGeom>
              <a:avLst/>
              <a:gdLst>
                <a:gd name="T0" fmla="*/ 80 w 158"/>
                <a:gd name="T1" fmla="*/ 5 h 22"/>
                <a:gd name="T2" fmla="*/ 0 w 158"/>
                <a:gd name="T3" fmla="*/ 4 h 22"/>
                <a:gd name="T4" fmla="*/ 79 w 158"/>
                <a:gd name="T5" fmla="*/ 18 h 22"/>
                <a:gd name="T6" fmla="*/ 158 w 158"/>
                <a:gd name="T7" fmla="*/ 19 h 22"/>
                <a:gd name="T8" fmla="*/ 158 w 158"/>
                <a:gd name="T9" fmla="*/ 18 h 22"/>
                <a:gd name="T10" fmla="*/ 80 w 158"/>
                <a:gd name="T11" fmla="*/ 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8" h="22">
                  <a:moveTo>
                    <a:pt x="80" y="5"/>
                  </a:moveTo>
                  <a:cubicBezTo>
                    <a:pt x="36" y="0"/>
                    <a:pt x="0" y="0"/>
                    <a:pt x="0" y="4"/>
                  </a:cubicBezTo>
                  <a:cubicBezTo>
                    <a:pt x="0" y="7"/>
                    <a:pt x="35" y="14"/>
                    <a:pt x="79" y="18"/>
                  </a:cubicBezTo>
                  <a:cubicBezTo>
                    <a:pt x="122" y="22"/>
                    <a:pt x="158" y="22"/>
                    <a:pt x="158" y="19"/>
                  </a:cubicBezTo>
                  <a:cubicBezTo>
                    <a:pt x="158" y="18"/>
                    <a:pt x="158" y="18"/>
                    <a:pt x="158" y="18"/>
                  </a:cubicBezTo>
                  <a:cubicBezTo>
                    <a:pt x="152" y="14"/>
                    <a:pt x="120" y="8"/>
                    <a:pt x="80" y="5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0" name="Freeform 53">
              <a:extLst>
                <a:ext uri="{FF2B5EF4-FFF2-40B4-BE49-F238E27FC236}">
                  <a16:creationId xmlns:a16="http://schemas.microsoft.com/office/drawing/2014/main" id="{D552C67C-5402-4C7B-B99E-2A4AEADA5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813" y="2260600"/>
              <a:ext cx="628649" cy="87313"/>
            </a:xfrm>
            <a:custGeom>
              <a:avLst/>
              <a:gdLst>
                <a:gd name="T0" fmla="*/ 80 w 158"/>
                <a:gd name="T1" fmla="*/ 5 h 22"/>
                <a:gd name="T2" fmla="*/ 0 w 158"/>
                <a:gd name="T3" fmla="*/ 4 h 22"/>
                <a:gd name="T4" fmla="*/ 79 w 158"/>
                <a:gd name="T5" fmla="*/ 18 h 22"/>
                <a:gd name="T6" fmla="*/ 158 w 158"/>
                <a:gd name="T7" fmla="*/ 19 h 22"/>
                <a:gd name="T8" fmla="*/ 158 w 158"/>
                <a:gd name="T9" fmla="*/ 18 h 22"/>
                <a:gd name="T10" fmla="*/ 80 w 158"/>
                <a:gd name="T11" fmla="*/ 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8" h="22">
                  <a:moveTo>
                    <a:pt x="80" y="5"/>
                  </a:moveTo>
                  <a:cubicBezTo>
                    <a:pt x="36" y="0"/>
                    <a:pt x="0" y="0"/>
                    <a:pt x="0" y="4"/>
                  </a:cubicBezTo>
                  <a:cubicBezTo>
                    <a:pt x="0" y="7"/>
                    <a:pt x="35" y="14"/>
                    <a:pt x="79" y="18"/>
                  </a:cubicBezTo>
                  <a:cubicBezTo>
                    <a:pt x="122" y="22"/>
                    <a:pt x="158" y="22"/>
                    <a:pt x="158" y="19"/>
                  </a:cubicBezTo>
                  <a:cubicBezTo>
                    <a:pt x="158" y="18"/>
                    <a:pt x="158" y="18"/>
                    <a:pt x="158" y="18"/>
                  </a:cubicBezTo>
                  <a:cubicBezTo>
                    <a:pt x="152" y="14"/>
                    <a:pt x="120" y="8"/>
                    <a:pt x="80" y="5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1" name="Freeform 54">
              <a:extLst>
                <a:ext uri="{FF2B5EF4-FFF2-40B4-BE49-F238E27FC236}">
                  <a16:creationId xmlns:a16="http://schemas.microsoft.com/office/drawing/2014/main" id="{F0D52936-E950-46BB-A7B0-3BCF4E671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24" y="2771775"/>
              <a:ext cx="0" cy="4763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2" name="Freeform 55">
              <a:extLst>
                <a:ext uri="{FF2B5EF4-FFF2-40B4-BE49-F238E27FC236}">
                  <a16:creationId xmlns:a16="http://schemas.microsoft.com/office/drawing/2014/main" id="{2815424E-C419-41A1-B8C9-0074BAA01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24" y="2771775"/>
              <a:ext cx="0" cy="4763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3" name="Freeform 56">
              <a:extLst>
                <a:ext uri="{FF2B5EF4-FFF2-40B4-BE49-F238E27FC236}">
                  <a16:creationId xmlns:a16="http://schemas.microsoft.com/office/drawing/2014/main" id="{35936591-09CC-4B27-A582-4A49ED215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24" y="2771775"/>
              <a:ext cx="0" cy="4763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4" name="Freeform 57">
              <a:extLst>
                <a:ext uri="{FF2B5EF4-FFF2-40B4-BE49-F238E27FC236}">
                  <a16:creationId xmlns:a16="http://schemas.microsoft.com/office/drawing/2014/main" id="{688B7874-4616-4DEA-AE76-6582B7024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24" y="2771775"/>
              <a:ext cx="0" cy="4763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5" name="Rectangle 58">
              <a:extLst>
                <a:ext uri="{FF2B5EF4-FFF2-40B4-BE49-F238E27FC236}">
                  <a16:creationId xmlns:a16="http://schemas.microsoft.com/office/drawing/2014/main" id="{73EA3E89-44F3-485D-9306-A3B862FC4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262" y="2771775"/>
              <a:ext cx="4763" cy="4763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6" name="Freeform 59">
              <a:extLst>
                <a:ext uri="{FF2B5EF4-FFF2-40B4-BE49-F238E27FC236}">
                  <a16:creationId xmlns:a16="http://schemas.microsoft.com/office/drawing/2014/main" id="{ACDE19FE-5D5F-4A91-A183-A1774AC3C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74" y="2295525"/>
              <a:ext cx="66675" cy="68263"/>
            </a:xfrm>
            <a:custGeom>
              <a:avLst/>
              <a:gdLst>
                <a:gd name="T0" fmla="*/ 2 w 17"/>
                <a:gd name="T1" fmla="*/ 12 h 17"/>
                <a:gd name="T2" fmla="*/ 12 w 17"/>
                <a:gd name="T3" fmla="*/ 15 h 17"/>
                <a:gd name="T4" fmla="*/ 15 w 17"/>
                <a:gd name="T5" fmla="*/ 5 h 17"/>
                <a:gd name="T6" fmla="*/ 5 w 17"/>
                <a:gd name="T7" fmla="*/ 2 h 17"/>
                <a:gd name="T8" fmla="*/ 2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2" y="12"/>
                  </a:moveTo>
                  <a:cubicBezTo>
                    <a:pt x="4" y="16"/>
                    <a:pt x="9" y="17"/>
                    <a:pt x="12" y="15"/>
                  </a:cubicBezTo>
                  <a:cubicBezTo>
                    <a:pt x="16" y="13"/>
                    <a:pt x="17" y="8"/>
                    <a:pt x="15" y="5"/>
                  </a:cubicBezTo>
                  <a:cubicBezTo>
                    <a:pt x="13" y="1"/>
                    <a:pt x="8" y="0"/>
                    <a:pt x="5" y="2"/>
                  </a:cubicBezTo>
                  <a:cubicBezTo>
                    <a:pt x="1" y="4"/>
                    <a:pt x="0" y="9"/>
                    <a:pt x="2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7" name="Freeform 60">
              <a:extLst>
                <a:ext uri="{FF2B5EF4-FFF2-40B4-BE49-F238E27FC236}">
                  <a16:creationId xmlns:a16="http://schemas.microsoft.com/office/drawing/2014/main" id="{99DC92F9-B309-4090-970D-15C659B56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74" y="2295525"/>
              <a:ext cx="66675" cy="68263"/>
            </a:xfrm>
            <a:custGeom>
              <a:avLst/>
              <a:gdLst>
                <a:gd name="T0" fmla="*/ 2 w 17"/>
                <a:gd name="T1" fmla="*/ 12 h 17"/>
                <a:gd name="T2" fmla="*/ 12 w 17"/>
                <a:gd name="T3" fmla="*/ 15 h 17"/>
                <a:gd name="T4" fmla="*/ 15 w 17"/>
                <a:gd name="T5" fmla="*/ 5 h 17"/>
                <a:gd name="T6" fmla="*/ 5 w 17"/>
                <a:gd name="T7" fmla="*/ 2 h 17"/>
                <a:gd name="T8" fmla="*/ 2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2" y="12"/>
                  </a:moveTo>
                  <a:cubicBezTo>
                    <a:pt x="4" y="16"/>
                    <a:pt x="9" y="17"/>
                    <a:pt x="12" y="15"/>
                  </a:cubicBezTo>
                  <a:cubicBezTo>
                    <a:pt x="16" y="13"/>
                    <a:pt x="17" y="8"/>
                    <a:pt x="15" y="5"/>
                  </a:cubicBezTo>
                  <a:cubicBezTo>
                    <a:pt x="13" y="1"/>
                    <a:pt x="8" y="0"/>
                    <a:pt x="5" y="2"/>
                  </a:cubicBezTo>
                  <a:cubicBezTo>
                    <a:pt x="1" y="4"/>
                    <a:pt x="0" y="9"/>
                    <a:pt x="2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8" name="Freeform 61">
              <a:extLst>
                <a:ext uri="{FF2B5EF4-FFF2-40B4-BE49-F238E27FC236}">
                  <a16:creationId xmlns:a16="http://schemas.microsoft.com/office/drawing/2014/main" id="{0235DCC7-EA39-41FD-ABC5-2B8B751F4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73" y="2295524"/>
              <a:ext cx="66675" cy="68263"/>
            </a:xfrm>
            <a:custGeom>
              <a:avLst/>
              <a:gdLst>
                <a:gd name="T0" fmla="*/ 2 w 17"/>
                <a:gd name="T1" fmla="*/ 12 h 17"/>
                <a:gd name="T2" fmla="*/ 12 w 17"/>
                <a:gd name="T3" fmla="*/ 15 h 17"/>
                <a:gd name="T4" fmla="*/ 15 w 17"/>
                <a:gd name="T5" fmla="*/ 5 h 17"/>
                <a:gd name="T6" fmla="*/ 5 w 17"/>
                <a:gd name="T7" fmla="*/ 2 h 17"/>
                <a:gd name="T8" fmla="*/ 2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2" y="12"/>
                  </a:moveTo>
                  <a:cubicBezTo>
                    <a:pt x="4" y="16"/>
                    <a:pt x="9" y="17"/>
                    <a:pt x="12" y="15"/>
                  </a:cubicBezTo>
                  <a:cubicBezTo>
                    <a:pt x="16" y="13"/>
                    <a:pt x="17" y="8"/>
                    <a:pt x="15" y="5"/>
                  </a:cubicBezTo>
                  <a:cubicBezTo>
                    <a:pt x="13" y="1"/>
                    <a:pt x="8" y="0"/>
                    <a:pt x="5" y="2"/>
                  </a:cubicBezTo>
                  <a:cubicBezTo>
                    <a:pt x="1" y="4"/>
                    <a:pt x="0" y="9"/>
                    <a:pt x="2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9" name="Freeform 62">
              <a:extLst>
                <a:ext uri="{FF2B5EF4-FFF2-40B4-BE49-F238E27FC236}">
                  <a16:creationId xmlns:a16="http://schemas.microsoft.com/office/drawing/2014/main" id="{02916E07-A193-4E58-9477-E9BF7CEFA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76" y="2295525"/>
              <a:ext cx="66675" cy="68263"/>
            </a:xfrm>
            <a:custGeom>
              <a:avLst/>
              <a:gdLst>
                <a:gd name="T0" fmla="*/ 2 w 17"/>
                <a:gd name="T1" fmla="*/ 12 h 17"/>
                <a:gd name="T2" fmla="*/ 12 w 17"/>
                <a:gd name="T3" fmla="*/ 15 h 17"/>
                <a:gd name="T4" fmla="*/ 15 w 17"/>
                <a:gd name="T5" fmla="*/ 5 h 17"/>
                <a:gd name="T6" fmla="*/ 5 w 17"/>
                <a:gd name="T7" fmla="*/ 2 h 17"/>
                <a:gd name="T8" fmla="*/ 2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2" y="12"/>
                  </a:moveTo>
                  <a:cubicBezTo>
                    <a:pt x="4" y="16"/>
                    <a:pt x="9" y="17"/>
                    <a:pt x="12" y="15"/>
                  </a:cubicBezTo>
                  <a:cubicBezTo>
                    <a:pt x="16" y="13"/>
                    <a:pt x="17" y="8"/>
                    <a:pt x="15" y="5"/>
                  </a:cubicBezTo>
                  <a:cubicBezTo>
                    <a:pt x="13" y="1"/>
                    <a:pt x="8" y="0"/>
                    <a:pt x="5" y="2"/>
                  </a:cubicBezTo>
                  <a:cubicBezTo>
                    <a:pt x="1" y="4"/>
                    <a:pt x="0" y="9"/>
                    <a:pt x="2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26C8BFDC-6603-4EF4-8074-0F4038D8F534}"/>
              </a:ext>
            </a:extLst>
          </p:cNvPr>
          <p:cNvCxnSpPr>
            <a:cxnSpLocks/>
            <a:stCxn id="259" idx="4"/>
          </p:cNvCxnSpPr>
          <p:nvPr/>
        </p:nvCxnSpPr>
        <p:spPr>
          <a:xfrm flipH="1">
            <a:off x="3819846" y="3015690"/>
            <a:ext cx="3343" cy="35850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8E69FA2-5C92-41AE-8870-47C4499A212F}"/>
              </a:ext>
            </a:extLst>
          </p:cNvPr>
          <p:cNvCxnSpPr>
            <a:cxnSpLocks/>
            <a:stCxn id="261" idx="4"/>
          </p:cNvCxnSpPr>
          <p:nvPr/>
        </p:nvCxnSpPr>
        <p:spPr>
          <a:xfrm flipH="1">
            <a:off x="5801544" y="1890006"/>
            <a:ext cx="6275" cy="52167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Oval 256">
            <a:extLst>
              <a:ext uri="{FF2B5EF4-FFF2-40B4-BE49-F238E27FC236}">
                <a16:creationId xmlns:a16="http://schemas.microsoft.com/office/drawing/2014/main" id="{D0220CCD-1EF2-4DFA-89FC-749718CAA499}"/>
              </a:ext>
            </a:extLst>
          </p:cNvPr>
          <p:cNvSpPr/>
          <p:nvPr/>
        </p:nvSpPr>
        <p:spPr>
          <a:xfrm>
            <a:off x="3782227" y="3315243"/>
            <a:ext cx="87365" cy="933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6A7FD5D4-5774-475A-9C85-CBA0172DA468}"/>
              </a:ext>
            </a:extLst>
          </p:cNvPr>
          <p:cNvSpPr/>
          <p:nvPr/>
        </p:nvSpPr>
        <p:spPr>
          <a:xfrm>
            <a:off x="5754688" y="2384931"/>
            <a:ext cx="87365" cy="933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</p:spTree>
    <p:extLst>
      <p:ext uri="{BB962C8B-B14F-4D97-AF65-F5344CB8AC3E}">
        <p14:creationId xmlns:p14="http://schemas.microsoft.com/office/powerpoint/2010/main" val="325162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E2682-6DDD-4424-A3C0-F9A90C385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N-Locations Connectable via n Transmission Lines Resulting in n-Node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5004BF-0997-4256-B601-5AAF59743F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957" name="Text Placeholder 956">
            <a:extLst>
              <a:ext uri="{FF2B5EF4-FFF2-40B4-BE49-F238E27FC236}">
                <a16:creationId xmlns:a16="http://schemas.microsoft.com/office/drawing/2014/main" id="{18A5F45E-9053-4079-BDA6-D59B91F9EC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584" y="4630501"/>
            <a:ext cx="9131029" cy="840173"/>
          </a:xfrm>
        </p:spPr>
        <p:txBody>
          <a:bodyPr/>
          <a:lstStyle/>
          <a:p>
            <a:r>
              <a:rPr lang="en-US" dirty="0"/>
              <a:t>Locations (nodes) can be connected via transmission to exchange commodities </a:t>
            </a:r>
          </a:p>
          <a:p>
            <a:r>
              <a:rPr lang="en-US" dirty="0"/>
              <a:t>Increasing number of nodes leads to increasing complexity and computation times</a:t>
            </a:r>
          </a:p>
          <a:p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728E30-79BB-49CF-8460-B5B9885D02FB}"/>
              </a:ext>
            </a:extLst>
          </p:cNvPr>
          <p:cNvSpPr/>
          <p:nvPr/>
        </p:nvSpPr>
        <p:spPr>
          <a:xfrm>
            <a:off x="611933" y="1212901"/>
            <a:ext cx="3483113" cy="2596078"/>
          </a:xfrm>
          <a:prstGeom prst="roundRect">
            <a:avLst/>
          </a:prstGeom>
          <a:noFill/>
          <a:ln>
            <a:solidFill>
              <a:schemeClr val="accent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dirty="0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EB3E87-8FA8-4E0C-8326-D0ED71D06723}"/>
              </a:ext>
            </a:extLst>
          </p:cNvPr>
          <p:cNvSpPr txBox="1"/>
          <p:nvPr/>
        </p:nvSpPr>
        <p:spPr>
          <a:xfrm>
            <a:off x="1861693" y="2286605"/>
            <a:ext cx="1111452" cy="2204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dirty="0"/>
              <a:t>Commodity c</a:t>
            </a:r>
            <a:r>
              <a:rPr lang="en-US" sz="1200" baseline="-25000" dirty="0"/>
              <a:t>1 </a:t>
            </a:r>
            <a:r>
              <a:rPr lang="en-US" sz="1200" dirty="0"/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FEC3BDD-0EDD-41FF-83C5-DA557F07A5BA}"/>
              </a:ext>
            </a:extLst>
          </p:cNvPr>
          <p:cNvGrpSpPr/>
          <p:nvPr/>
        </p:nvGrpSpPr>
        <p:grpSpPr>
          <a:xfrm>
            <a:off x="1439452" y="1225751"/>
            <a:ext cx="1413500" cy="1052053"/>
            <a:chOff x="5425469" y="1396704"/>
            <a:chExt cx="1948690" cy="1728058"/>
          </a:xfrm>
        </p:grpSpPr>
        <p:grpSp>
          <p:nvGrpSpPr>
            <p:cNvPr id="192" name="Gruppieren 5">
              <a:extLst>
                <a:ext uri="{FF2B5EF4-FFF2-40B4-BE49-F238E27FC236}">
                  <a16:creationId xmlns:a16="http://schemas.microsoft.com/office/drawing/2014/main" id="{BD2DC732-2626-465B-A592-B162C169B8EF}"/>
                </a:ext>
              </a:extLst>
            </p:cNvPr>
            <p:cNvGrpSpPr/>
            <p:nvPr/>
          </p:nvGrpSpPr>
          <p:grpSpPr>
            <a:xfrm>
              <a:off x="5425469" y="1703324"/>
              <a:ext cx="510778" cy="426513"/>
              <a:chOff x="460375" y="1816099"/>
              <a:chExt cx="1454148" cy="1511301"/>
            </a:xfrm>
            <a:solidFill>
              <a:schemeClr val="accent1"/>
            </a:solidFill>
          </p:grpSpPr>
          <p:sp>
            <p:nvSpPr>
              <p:cNvPr id="425" name="Freeform 6">
                <a:extLst>
                  <a:ext uri="{FF2B5EF4-FFF2-40B4-BE49-F238E27FC236}">
                    <a16:creationId xmlns:a16="http://schemas.microsoft.com/office/drawing/2014/main" id="{4B985A40-FE80-4CAE-AA9F-C9DF4C63A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26" name="Freeform 7">
                <a:extLst>
                  <a:ext uri="{FF2B5EF4-FFF2-40B4-BE49-F238E27FC236}">
                    <a16:creationId xmlns:a16="http://schemas.microsoft.com/office/drawing/2014/main" id="{C0A175C8-A9D3-45E3-931A-EFFB34A2D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27" name="Freeform 8">
                <a:extLst>
                  <a:ext uri="{FF2B5EF4-FFF2-40B4-BE49-F238E27FC236}">
                    <a16:creationId xmlns:a16="http://schemas.microsoft.com/office/drawing/2014/main" id="{2C990A23-A7C1-4EB7-B353-1C3DFBE98D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28" name="Freeform 9">
                <a:extLst>
                  <a:ext uri="{FF2B5EF4-FFF2-40B4-BE49-F238E27FC236}">
                    <a16:creationId xmlns:a16="http://schemas.microsoft.com/office/drawing/2014/main" id="{4DA29ADD-9F90-4812-ABEF-3B5F5F407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29" name="Freeform 11">
                <a:extLst>
                  <a:ext uri="{FF2B5EF4-FFF2-40B4-BE49-F238E27FC236}">
                    <a16:creationId xmlns:a16="http://schemas.microsoft.com/office/drawing/2014/main" id="{9FF83B2C-A8C6-47F1-98CF-B490B0BAB0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700" y="2311400"/>
                <a:ext cx="34925" cy="266700"/>
              </a:xfrm>
              <a:custGeom>
                <a:avLst/>
                <a:gdLst>
                  <a:gd name="T0" fmla="*/ 7 w 9"/>
                  <a:gd name="T1" fmla="*/ 34 h 67"/>
                  <a:gd name="T2" fmla="*/ 8 w 9"/>
                  <a:gd name="T3" fmla="*/ 0 h 67"/>
                  <a:gd name="T4" fmla="*/ 2 w 9"/>
                  <a:gd name="T5" fmla="*/ 33 h 67"/>
                  <a:gd name="T6" fmla="*/ 1 w 9"/>
                  <a:gd name="T7" fmla="*/ 67 h 67"/>
                  <a:gd name="T8" fmla="*/ 7 w 9"/>
                  <a:gd name="T9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7">
                    <a:moveTo>
                      <a:pt x="7" y="34"/>
                    </a:moveTo>
                    <a:cubicBezTo>
                      <a:pt x="9" y="15"/>
                      <a:pt x="9" y="0"/>
                      <a:pt x="8" y="0"/>
                    </a:cubicBezTo>
                    <a:cubicBezTo>
                      <a:pt x="6" y="0"/>
                      <a:pt x="3" y="15"/>
                      <a:pt x="2" y="33"/>
                    </a:cubicBezTo>
                    <a:cubicBezTo>
                      <a:pt x="0" y="52"/>
                      <a:pt x="0" y="67"/>
                      <a:pt x="1" y="67"/>
                    </a:cubicBezTo>
                    <a:cubicBezTo>
                      <a:pt x="3" y="67"/>
                      <a:pt x="5" y="52"/>
                      <a:pt x="7" y="3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30" name="Freeform 12">
                <a:extLst>
                  <a:ext uri="{FF2B5EF4-FFF2-40B4-BE49-F238E27FC236}">
                    <a16:creationId xmlns:a16="http://schemas.microsoft.com/office/drawing/2014/main" id="{B1797887-B6BA-4E2E-8DBC-E8CD92E493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700" y="2311400"/>
                <a:ext cx="34925" cy="266700"/>
              </a:xfrm>
              <a:custGeom>
                <a:avLst/>
                <a:gdLst>
                  <a:gd name="T0" fmla="*/ 7 w 9"/>
                  <a:gd name="T1" fmla="*/ 34 h 67"/>
                  <a:gd name="T2" fmla="*/ 8 w 9"/>
                  <a:gd name="T3" fmla="*/ 0 h 67"/>
                  <a:gd name="T4" fmla="*/ 2 w 9"/>
                  <a:gd name="T5" fmla="*/ 33 h 67"/>
                  <a:gd name="T6" fmla="*/ 1 w 9"/>
                  <a:gd name="T7" fmla="*/ 67 h 67"/>
                  <a:gd name="T8" fmla="*/ 7 w 9"/>
                  <a:gd name="T9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7">
                    <a:moveTo>
                      <a:pt x="7" y="34"/>
                    </a:moveTo>
                    <a:cubicBezTo>
                      <a:pt x="9" y="15"/>
                      <a:pt x="9" y="0"/>
                      <a:pt x="8" y="0"/>
                    </a:cubicBezTo>
                    <a:cubicBezTo>
                      <a:pt x="6" y="0"/>
                      <a:pt x="3" y="15"/>
                      <a:pt x="2" y="33"/>
                    </a:cubicBezTo>
                    <a:cubicBezTo>
                      <a:pt x="0" y="52"/>
                      <a:pt x="0" y="67"/>
                      <a:pt x="1" y="67"/>
                    </a:cubicBezTo>
                    <a:cubicBezTo>
                      <a:pt x="3" y="67"/>
                      <a:pt x="5" y="52"/>
                      <a:pt x="7" y="3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31" name="Freeform 13">
                <a:extLst>
                  <a:ext uri="{FF2B5EF4-FFF2-40B4-BE49-F238E27FC236}">
                    <a16:creationId xmlns:a16="http://schemas.microsoft.com/office/drawing/2014/main" id="{103A5C6B-BF9E-445C-A28B-A2BC242EF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688" y="2200274"/>
                <a:ext cx="246062" cy="119063"/>
              </a:xfrm>
              <a:custGeom>
                <a:avLst/>
                <a:gdLst>
                  <a:gd name="T0" fmla="*/ 30 w 62"/>
                  <a:gd name="T1" fmla="*/ 12 h 30"/>
                  <a:gd name="T2" fmla="*/ 1 w 62"/>
                  <a:gd name="T3" fmla="*/ 29 h 30"/>
                  <a:gd name="T4" fmla="*/ 32 w 62"/>
                  <a:gd name="T5" fmla="*/ 18 h 30"/>
                  <a:gd name="T6" fmla="*/ 62 w 62"/>
                  <a:gd name="T7" fmla="*/ 1 h 30"/>
                  <a:gd name="T8" fmla="*/ 30 w 62"/>
                  <a:gd name="T9" fmla="*/ 1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0">
                    <a:moveTo>
                      <a:pt x="30" y="12"/>
                    </a:moveTo>
                    <a:cubicBezTo>
                      <a:pt x="13" y="20"/>
                      <a:pt x="0" y="27"/>
                      <a:pt x="1" y="29"/>
                    </a:cubicBezTo>
                    <a:cubicBezTo>
                      <a:pt x="1" y="30"/>
                      <a:pt x="16" y="25"/>
                      <a:pt x="32" y="18"/>
                    </a:cubicBezTo>
                    <a:cubicBezTo>
                      <a:pt x="49" y="10"/>
                      <a:pt x="62" y="2"/>
                      <a:pt x="62" y="1"/>
                    </a:cubicBezTo>
                    <a:cubicBezTo>
                      <a:pt x="61" y="0"/>
                      <a:pt x="47" y="5"/>
                      <a:pt x="30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32" name="Freeform 14">
                <a:extLst>
                  <a:ext uri="{FF2B5EF4-FFF2-40B4-BE49-F238E27FC236}">
                    <a16:creationId xmlns:a16="http://schemas.microsoft.com/office/drawing/2014/main" id="{B59F808D-02C1-41AB-A639-90F4B04F6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688" y="2200274"/>
                <a:ext cx="246062" cy="119063"/>
              </a:xfrm>
              <a:custGeom>
                <a:avLst/>
                <a:gdLst>
                  <a:gd name="T0" fmla="*/ 30 w 62"/>
                  <a:gd name="T1" fmla="*/ 12 h 30"/>
                  <a:gd name="T2" fmla="*/ 1 w 62"/>
                  <a:gd name="T3" fmla="*/ 29 h 30"/>
                  <a:gd name="T4" fmla="*/ 32 w 62"/>
                  <a:gd name="T5" fmla="*/ 18 h 30"/>
                  <a:gd name="T6" fmla="*/ 62 w 62"/>
                  <a:gd name="T7" fmla="*/ 1 h 30"/>
                  <a:gd name="T8" fmla="*/ 30 w 62"/>
                  <a:gd name="T9" fmla="*/ 1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0">
                    <a:moveTo>
                      <a:pt x="30" y="12"/>
                    </a:moveTo>
                    <a:cubicBezTo>
                      <a:pt x="13" y="20"/>
                      <a:pt x="0" y="27"/>
                      <a:pt x="1" y="29"/>
                    </a:cubicBezTo>
                    <a:cubicBezTo>
                      <a:pt x="1" y="30"/>
                      <a:pt x="16" y="25"/>
                      <a:pt x="32" y="18"/>
                    </a:cubicBezTo>
                    <a:cubicBezTo>
                      <a:pt x="49" y="10"/>
                      <a:pt x="62" y="2"/>
                      <a:pt x="62" y="1"/>
                    </a:cubicBezTo>
                    <a:cubicBezTo>
                      <a:pt x="61" y="0"/>
                      <a:pt x="47" y="5"/>
                      <a:pt x="30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33" name="Freeform 15">
                <a:extLst>
                  <a:ext uri="{FF2B5EF4-FFF2-40B4-BE49-F238E27FC236}">
                    <a16:creationId xmlns:a16="http://schemas.microsoft.com/office/drawing/2014/main" id="{C3DD0A74-F386-49A4-BEAE-51F5CAEDA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375" y="2157412"/>
                <a:ext cx="222249" cy="161925"/>
              </a:xfrm>
              <a:custGeom>
                <a:avLst/>
                <a:gdLst>
                  <a:gd name="T0" fmla="*/ 30 w 56"/>
                  <a:gd name="T1" fmla="*/ 18 h 41"/>
                  <a:gd name="T2" fmla="*/ 1 w 56"/>
                  <a:gd name="T3" fmla="*/ 1 h 41"/>
                  <a:gd name="T4" fmla="*/ 27 w 56"/>
                  <a:gd name="T5" fmla="*/ 23 h 41"/>
                  <a:gd name="T6" fmla="*/ 56 w 56"/>
                  <a:gd name="T7" fmla="*/ 40 h 41"/>
                  <a:gd name="T8" fmla="*/ 56 w 56"/>
                  <a:gd name="T9" fmla="*/ 39 h 41"/>
                  <a:gd name="T10" fmla="*/ 30 w 56"/>
                  <a:gd name="T11" fmla="*/ 1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" h="41">
                    <a:moveTo>
                      <a:pt x="30" y="18"/>
                    </a:moveTo>
                    <a:cubicBezTo>
                      <a:pt x="15" y="7"/>
                      <a:pt x="2" y="0"/>
                      <a:pt x="1" y="1"/>
                    </a:cubicBezTo>
                    <a:cubicBezTo>
                      <a:pt x="0" y="2"/>
                      <a:pt x="12" y="12"/>
                      <a:pt x="27" y="23"/>
                    </a:cubicBezTo>
                    <a:cubicBezTo>
                      <a:pt x="42" y="33"/>
                      <a:pt x="55" y="41"/>
                      <a:pt x="56" y="40"/>
                    </a:cubicBezTo>
                    <a:cubicBezTo>
                      <a:pt x="56" y="40"/>
                      <a:pt x="56" y="40"/>
                      <a:pt x="56" y="39"/>
                    </a:cubicBezTo>
                    <a:cubicBezTo>
                      <a:pt x="54" y="37"/>
                      <a:pt x="44" y="28"/>
                      <a:pt x="30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34" name="Freeform 16">
                <a:extLst>
                  <a:ext uri="{FF2B5EF4-FFF2-40B4-BE49-F238E27FC236}">
                    <a16:creationId xmlns:a16="http://schemas.microsoft.com/office/drawing/2014/main" id="{5E5CECC1-BC75-423C-B3FB-1C5B08728C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375" y="2157412"/>
                <a:ext cx="222249" cy="161925"/>
              </a:xfrm>
              <a:custGeom>
                <a:avLst/>
                <a:gdLst>
                  <a:gd name="T0" fmla="*/ 30 w 56"/>
                  <a:gd name="T1" fmla="*/ 18 h 41"/>
                  <a:gd name="T2" fmla="*/ 1 w 56"/>
                  <a:gd name="T3" fmla="*/ 1 h 41"/>
                  <a:gd name="T4" fmla="*/ 27 w 56"/>
                  <a:gd name="T5" fmla="*/ 23 h 41"/>
                  <a:gd name="T6" fmla="*/ 56 w 56"/>
                  <a:gd name="T7" fmla="*/ 40 h 41"/>
                  <a:gd name="T8" fmla="*/ 56 w 56"/>
                  <a:gd name="T9" fmla="*/ 39 h 41"/>
                  <a:gd name="T10" fmla="*/ 30 w 56"/>
                  <a:gd name="T11" fmla="*/ 1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" h="41">
                    <a:moveTo>
                      <a:pt x="30" y="18"/>
                    </a:moveTo>
                    <a:cubicBezTo>
                      <a:pt x="15" y="7"/>
                      <a:pt x="2" y="0"/>
                      <a:pt x="1" y="1"/>
                    </a:cubicBezTo>
                    <a:cubicBezTo>
                      <a:pt x="0" y="2"/>
                      <a:pt x="12" y="12"/>
                      <a:pt x="27" y="23"/>
                    </a:cubicBezTo>
                    <a:cubicBezTo>
                      <a:pt x="42" y="33"/>
                      <a:pt x="55" y="41"/>
                      <a:pt x="56" y="40"/>
                    </a:cubicBezTo>
                    <a:cubicBezTo>
                      <a:pt x="56" y="40"/>
                      <a:pt x="56" y="40"/>
                      <a:pt x="56" y="39"/>
                    </a:cubicBezTo>
                    <a:cubicBezTo>
                      <a:pt x="54" y="37"/>
                      <a:pt x="44" y="28"/>
                      <a:pt x="30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35" name="Oval 434">
                <a:extLst>
                  <a:ext uri="{FF2B5EF4-FFF2-40B4-BE49-F238E27FC236}">
                    <a16:creationId xmlns:a16="http://schemas.microsoft.com/office/drawing/2014/main" id="{7B199EBE-4D27-4F52-B3C1-7A9960312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36" name="Oval 435">
                <a:extLst>
                  <a:ext uri="{FF2B5EF4-FFF2-40B4-BE49-F238E27FC236}">
                    <a16:creationId xmlns:a16="http://schemas.microsoft.com/office/drawing/2014/main" id="{2FAB797E-80DD-46AF-9C93-4D9BD5D4C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37" name="Oval 436">
                <a:extLst>
                  <a:ext uri="{FF2B5EF4-FFF2-40B4-BE49-F238E27FC236}">
                    <a16:creationId xmlns:a16="http://schemas.microsoft.com/office/drawing/2014/main" id="{D7C59F5D-3AA3-4693-8105-31CC9E479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38" name="Oval 437">
                <a:extLst>
                  <a:ext uri="{FF2B5EF4-FFF2-40B4-BE49-F238E27FC236}">
                    <a16:creationId xmlns:a16="http://schemas.microsoft.com/office/drawing/2014/main" id="{8F1AF5FE-BA68-4330-952C-820125CC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39" name="Freeform 22">
                <a:extLst>
                  <a:ext uri="{FF2B5EF4-FFF2-40B4-BE49-F238E27FC236}">
                    <a16:creationId xmlns:a16="http://schemas.microsoft.com/office/drawing/2014/main" id="{AF00F0E3-2470-4EA0-AAE8-63F80C8C9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40" name="Freeform 23">
                <a:extLst>
                  <a:ext uri="{FF2B5EF4-FFF2-40B4-BE49-F238E27FC236}">
                    <a16:creationId xmlns:a16="http://schemas.microsoft.com/office/drawing/2014/main" id="{7F540EDD-7126-470E-BC9D-A881BB59B2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41" name="Freeform 24">
                <a:extLst>
                  <a:ext uri="{FF2B5EF4-FFF2-40B4-BE49-F238E27FC236}">
                    <a16:creationId xmlns:a16="http://schemas.microsoft.com/office/drawing/2014/main" id="{F1B96A9A-861E-4F04-969E-5E28107716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42" name="Freeform 25">
                <a:extLst>
                  <a:ext uri="{FF2B5EF4-FFF2-40B4-BE49-F238E27FC236}">
                    <a16:creationId xmlns:a16="http://schemas.microsoft.com/office/drawing/2014/main" id="{350F056B-2C2B-4AC9-8730-F3BF0EC64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43" name="Freeform 27">
                <a:extLst>
                  <a:ext uri="{FF2B5EF4-FFF2-40B4-BE49-F238E27FC236}">
                    <a16:creationId xmlns:a16="http://schemas.microsoft.com/office/drawing/2014/main" id="{6CA143E3-6801-4E57-AD55-D31DB56CFD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637" y="2359025"/>
                <a:ext cx="369887" cy="150813"/>
              </a:xfrm>
              <a:custGeom>
                <a:avLst/>
                <a:gdLst>
                  <a:gd name="T0" fmla="*/ 48 w 93"/>
                  <a:gd name="T1" fmla="*/ 15 h 38"/>
                  <a:gd name="T2" fmla="*/ 1 w 93"/>
                  <a:gd name="T3" fmla="*/ 2 h 38"/>
                  <a:gd name="T4" fmla="*/ 45 w 93"/>
                  <a:gd name="T5" fmla="*/ 23 h 38"/>
                  <a:gd name="T6" fmla="*/ 92 w 93"/>
                  <a:gd name="T7" fmla="*/ 36 h 38"/>
                  <a:gd name="T8" fmla="*/ 48 w 93"/>
                  <a:gd name="T9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8">
                    <a:moveTo>
                      <a:pt x="48" y="15"/>
                    </a:moveTo>
                    <a:cubicBezTo>
                      <a:pt x="23" y="6"/>
                      <a:pt x="2" y="0"/>
                      <a:pt x="1" y="2"/>
                    </a:cubicBezTo>
                    <a:cubicBezTo>
                      <a:pt x="0" y="4"/>
                      <a:pt x="20" y="13"/>
                      <a:pt x="45" y="23"/>
                    </a:cubicBezTo>
                    <a:cubicBezTo>
                      <a:pt x="70" y="32"/>
                      <a:pt x="91" y="38"/>
                      <a:pt x="92" y="36"/>
                    </a:cubicBezTo>
                    <a:cubicBezTo>
                      <a:pt x="93" y="34"/>
                      <a:pt x="73" y="24"/>
                      <a:pt x="48" y="1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44" name="Freeform 28">
                <a:extLst>
                  <a:ext uri="{FF2B5EF4-FFF2-40B4-BE49-F238E27FC236}">
                    <a16:creationId xmlns:a16="http://schemas.microsoft.com/office/drawing/2014/main" id="{477EE49B-9287-4697-8415-0663355A6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637" y="2359025"/>
                <a:ext cx="369887" cy="150813"/>
              </a:xfrm>
              <a:custGeom>
                <a:avLst/>
                <a:gdLst>
                  <a:gd name="T0" fmla="*/ 48 w 93"/>
                  <a:gd name="T1" fmla="*/ 15 h 38"/>
                  <a:gd name="T2" fmla="*/ 1 w 93"/>
                  <a:gd name="T3" fmla="*/ 2 h 38"/>
                  <a:gd name="T4" fmla="*/ 45 w 93"/>
                  <a:gd name="T5" fmla="*/ 23 h 38"/>
                  <a:gd name="T6" fmla="*/ 92 w 93"/>
                  <a:gd name="T7" fmla="*/ 36 h 38"/>
                  <a:gd name="T8" fmla="*/ 48 w 93"/>
                  <a:gd name="T9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8">
                    <a:moveTo>
                      <a:pt x="48" y="15"/>
                    </a:moveTo>
                    <a:cubicBezTo>
                      <a:pt x="23" y="6"/>
                      <a:pt x="2" y="0"/>
                      <a:pt x="1" y="2"/>
                    </a:cubicBezTo>
                    <a:cubicBezTo>
                      <a:pt x="0" y="4"/>
                      <a:pt x="20" y="13"/>
                      <a:pt x="45" y="23"/>
                    </a:cubicBezTo>
                    <a:cubicBezTo>
                      <a:pt x="70" y="32"/>
                      <a:pt x="91" y="38"/>
                      <a:pt x="92" y="36"/>
                    </a:cubicBezTo>
                    <a:cubicBezTo>
                      <a:pt x="93" y="34"/>
                      <a:pt x="73" y="24"/>
                      <a:pt x="48" y="1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45" name="Freeform 29">
                <a:extLst>
                  <a:ext uri="{FF2B5EF4-FFF2-40B4-BE49-F238E27FC236}">
                    <a16:creationId xmlns:a16="http://schemas.microsoft.com/office/drawing/2014/main" id="{B1996518-EE69-4C0E-96B7-A3E9C6CCE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374" y="1982788"/>
                <a:ext cx="84138" cy="384175"/>
              </a:xfrm>
              <a:custGeom>
                <a:avLst/>
                <a:gdLst>
                  <a:gd name="T0" fmla="*/ 7 w 21"/>
                  <a:gd name="T1" fmla="*/ 50 h 97"/>
                  <a:gd name="T2" fmla="*/ 19 w 21"/>
                  <a:gd name="T3" fmla="*/ 97 h 97"/>
                  <a:gd name="T4" fmla="*/ 15 w 21"/>
                  <a:gd name="T5" fmla="*/ 48 h 97"/>
                  <a:gd name="T6" fmla="*/ 2 w 21"/>
                  <a:gd name="T7" fmla="*/ 1 h 97"/>
                  <a:gd name="T8" fmla="*/ 7 w 21"/>
                  <a:gd name="T9" fmla="*/ 5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97">
                    <a:moveTo>
                      <a:pt x="7" y="50"/>
                    </a:moveTo>
                    <a:cubicBezTo>
                      <a:pt x="11" y="76"/>
                      <a:pt x="16" y="97"/>
                      <a:pt x="19" y="97"/>
                    </a:cubicBezTo>
                    <a:cubicBezTo>
                      <a:pt x="21" y="96"/>
                      <a:pt x="19" y="75"/>
                      <a:pt x="15" y="48"/>
                    </a:cubicBezTo>
                    <a:cubicBezTo>
                      <a:pt x="10" y="22"/>
                      <a:pt x="5" y="0"/>
                      <a:pt x="2" y="1"/>
                    </a:cubicBezTo>
                    <a:cubicBezTo>
                      <a:pt x="0" y="1"/>
                      <a:pt x="2" y="23"/>
                      <a:pt x="7" y="5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46" name="Freeform 30">
                <a:extLst>
                  <a:ext uri="{FF2B5EF4-FFF2-40B4-BE49-F238E27FC236}">
                    <a16:creationId xmlns:a16="http://schemas.microsoft.com/office/drawing/2014/main" id="{83EF21EE-9C2E-4D4B-8B6C-042E19AA44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374" y="1982788"/>
                <a:ext cx="84138" cy="384175"/>
              </a:xfrm>
              <a:custGeom>
                <a:avLst/>
                <a:gdLst>
                  <a:gd name="T0" fmla="*/ 7 w 21"/>
                  <a:gd name="T1" fmla="*/ 50 h 97"/>
                  <a:gd name="T2" fmla="*/ 19 w 21"/>
                  <a:gd name="T3" fmla="*/ 97 h 97"/>
                  <a:gd name="T4" fmla="*/ 15 w 21"/>
                  <a:gd name="T5" fmla="*/ 48 h 97"/>
                  <a:gd name="T6" fmla="*/ 2 w 21"/>
                  <a:gd name="T7" fmla="*/ 1 h 97"/>
                  <a:gd name="T8" fmla="*/ 7 w 21"/>
                  <a:gd name="T9" fmla="*/ 5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97">
                    <a:moveTo>
                      <a:pt x="7" y="50"/>
                    </a:moveTo>
                    <a:cubicBezTo>
                      <a:pt x="11" y="76"/>
                      <a:pt x="16" y="97"/>
                      <a:pt x="19" y="97"/>
                    </a:cubicBezTo>
                    <a:cubicBezTo>
                      <a:pt x="21" y="96"/>
                      <a:pt x="19" y="75"/>
                      <a:pt x="15" y="48"/>
                    </a:cubicBezTo>
                    <a:cubicBezTo>
                      <a:pt x="10" y="22"/>
                      <a:pt x="5" y="0"/>
                      <a:pt x="2" y="1"/>
                    </a:cubicBezTo>
                    <a:cubicBezTo>
                      <a:pt x="0" y="1"/>
                      <a:pt x="2" y="23"/>
                      <a:pt x="7" y="5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47" name="Freeform 31">
                <a:extLst>
                  <a:ext uri="{FF2B5EF4-FFF2-40B4-BE49-F238E27FC236}">
                    <a16:creationId xmlns:a16="http://schemas.microsoft.com/office/drawing/2014/main" id="{7FD67BFA-F51B-4952-99DB-8DABDF0B4E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950" y="2359025"/>
                <a:ext cx="304800" cy="254000"/>
              </a:xfrm>
              <a:custGeom>
                <a:avLst/>
                <a:gdLst>
                  <a:gd name="T0" fmla="*/ 36 w 77"/>
                  <a:gd name="T1" fmla="*/ 28 h 64"/>
                  <a:gd name="T2" fmla="*/ 1 w 77"/>
                  <a:gd name="T3" fmla="*/ 63 h 64"/>
                  <a:gd name="T4" fmla="*/ 41 w 77"/>
                  <a:gd name="T5" fmla="*/ 35 h 64"/>
                  <a:gd name="T6" fmla="*/ 76 w 77"/>
                  <a:gd name="T7" fmla="*/ 1 h 64"/>
                  <a:gd name="T8" fmla="*/ 75 w 77"/>
                  <a:gd name="T9" fmla="*/ 0 h 64"/>
                  <a:gd name="T10" fmla="*/ 36 w 77"/>
                  <a:gd name="T11" fmla="*/ 2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64">
                    <a:moveTo>
                      <a:pt x="36" y="28"/>
                    </a:moveTo>
                    <a:cubicBezTo>
                      <a:pt x="15" y="46"/>
                      <a:pt x="0" y="61"/>
                      <a:pt x="1" y="63"/>
                    </a:cubicBezTo>
                    <a:cubicBezTo>
                      <a:pt x="2" y="64"/>
                      <a:pt x="20" y="52"/>
                      <a:pt x="41" y="35"/>
                    </a:cubicBezTo>
                    <a:cubicBezTo>
                      <a:pt x="62" y="18"/>
                      <a:pt x="77" y="2"/>
                      <a:pt x="76" y="1"/>
                    </a:cubicBezTo>
                    <a:cubicBezTo>
                      <a:pt x="76" y="0"/>
                      <a:pt x="76" y="0"/>
                      <a:pt x="75" y="0"/>
                    </a:cubicBezTo>
                    <a:cubicBezTo>
                      <a:pt x="71" y="1"/>
                      <a:pt x="55" y="13"/>
                      <a:pt x="36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48" name="Freeform 32">
                <a:extLst>
                  <a:ext uri="{FF2B5EF4-FFF2-40B4-BE49-F238E27FC236}">
                    <a16:creationId xmlns:a16="http://schemas.microsoft.com/office/drawing/2014/main" id="{33D2B005-1CBD-43AA-9B5B-6D694DA9D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950" y="2359025"/>
                <a:ext cx="304800" cy="254000"/>
              </a:xfrm>
              <a:custGeom>
                <a:avLst/>
                <a:gdLst>
                  <a:gd name="T0" fmla="*/ 36 w 77"/>
                  <a:gd name="T1" fmla="*/ 28 h 64"/>
                  <a:gd name="T2" fmla="*/ 1 w 77"/>
                  <a:gd name="T3" fmla="*/ 63 h 64"/>
                  <a:gd name="T4" fmla="*/ 41 w 77"/>
                  <a:gd name="T5" fmla="*/ 35 h 64"/>
                  <a:gd name="T6" fmla="*/ 76 w 77"/>
                  <a:gd name="T7" fmla="*/ 1 h 64"/>
                  <a:gd name="T8" fmla="*/ 75 w 77"/>
                  <a:gd name="T9" fmla="*/ 0 h 64"/>
                  <a:gd name="T10" fmla="*/ 36 w 77"/>
                  <a:gd name="T11" fmla="*/ 2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64">
                    <a:moveTo>
                      <a:pt x="36" y="28"/>
                    </a:moveTo>
                    <a:cubicBezTo>
                      <a:pt x="15" y="46"/>
                      <a:pt x="0" y="61"/>
                      <a:pt x="1" y="63"/>
                    </a:cubicBezTo>
                    <a:cubicBezTo>
                      <a:pt x="2" y="64"/>
                      <a:pt x="20" y="52"/>
                      <a:pt x="41" y="35"/>
                    </a:cubicBezTo>
                    <a:cubicBezTo>
                      <a:pt x="62" y="18"/>
                      <a:pt x="77" y="2"/>
                      <a:pt x="76" y="1"/>
                    </a:cubicBezTo>
                    <a:cubicBezTo>
                      <a:pt x="76" y="0"/>
                      <a:pt x="76" y="0"/>
                      <a:pt x="75" y="0"/>
                    </a:cubicBezTo>
                    <a:cubicBezTo>
                      <a:pt x="71" y="1"/>
                      <a:pt x="55" y="13"/>
                      <a:pt x="36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49" name="Freeform 33">
                <a:extLst>
                  <a:ext uri="{FF2B5EF4-FFF2-40B4-BE49-F238E27FC236}">
                    <a16:creationId xmlns:a16="http://schemas.microsoft.com/office/drawing/2014/main" id="{FFB8264D-BAAF-46BB-8354-833E0892D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50" name="Freeform 34">
                <a:extLst>
                  <a:ext uri="{FF2B5EF4-FFF2-40B4-BE49-F238E27FC236}">
                    <a16:creationId xmlns:a16="http://schemas.microsoft.com/office/drawing/2014/main" id="{213017EC-7D74-4F09-96FB-CBB0DC7A5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51" name="Freeform 35">
                <a:extLst>
                  <a:ext uri="{FF2B5EF4-FFF2-40B4-BE49-F238E27FC236}">
                    <a16:creationId xmlns:a16="http://schemas.microsoft.com/office/drawing/2014/main" id="{C33BFA1E-5A7E-4AA1-AFDD-66F23ECB37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52" name="Freeform 36">
                <a:extLst>
                  <a:ext uri="{FF2B5EF4-FFF2-40B4-BE49-F238E27FC236}">
                    <a16:creationId xmlns:a16="http://schemas.microsoft.com/office/drawing/2014/main" id="{7C789800-1C2C-458D-8433-948F0601D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AD35E234-762B-424F-A0DE-A0AAB0493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949" y="2633662"/>
                <a:ext cx="3175" cy="1588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54" name="Freeform 38">
                <a:extLst>
                  <a:ext uri="{FF2B5EF4-FFF2-40B4-BE49-F238E27FC236}">
                    <a16:creationId xmlns:a16="http://schemas.microsoft.com/office/drawing/2014/main" id="{0E58F910-0E65-45A7-8A25-CAC49DF3D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55" name="Freeform 39">
                <a:extLst>
                  <a:ext uri="{FF2B5EF4-FFF2-40B4-BE49-F238E27FC236}">
                    <a16:creationId xmlns:a16="http://schemas.microsoft.com/office/drawing/2014/main" id="{09C7E2C0-D52E-4F0E-A34C-1F94913152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56" name="Freeform 40">
                <a:extLst>
                  <a:ext uri="{FF2B5EF4-FFF2-40B4-BE49-F238E27FC236}">
                    <a16:creationId xmlns:a16="http://schemas.microsoft.com/office/drawing/2014/main" id="{948ECF5D-764A-47FA-B49A-16C0A67C5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57" name="Freeform 41">
                <a:extLst>
                  <a:ext uri="{FF2B5EF4-FFF2-40B4-BE49-F238E27FC236}">
                    <a16:creationId xmlns:a16="http://schemas.microsoft.com/office/drawing/2014/main" id="{82E7F4C6-AA6A-4781-943B-8BE68A9E9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58" name="Freeform 43">
                <a:extLst>
                  <a:ext uri="{FF2B5EF4-FFF2-40B4-BE49-F238E27FC236}">
                    <a16:creationId xmlns:a16="http://schemas.microsoft.com/office/drawing/2014/main" id="{363AD9A8-C5F8-4546-920B-66932DA502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59" name="Freeform 44">
                <a:extLst>
                  <a:ext uri="{FF2B5EF4-FFF2-40B4-BE49-F238E27FC236}">
                    <a16:creationId xmlns:a16="http://schemas.microsoft.com/office/drawing/2014/main" id="{8D9E045E-9815-4BE1-8896-1A90D548A5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60" name="Freeform 45">
                <a:extLst>
                  <a:ext uri="{FF2B5EF4-FFF2-40B4-BE49-F238E27FC236}">
                    <a16:creationId xmlns:a16="http://schemas.microsoft.com/office/drawing/2014/main" id="{0F17B0BB-B77D-4246-AAA6-3E944D1C7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61" name="Freeform 46">
                <a:extLst>
                  <a:ext uri="{FF2B5EF4-FFF2-40B4-BE49-F238E27FC236}">
                    <a16:creationId xmlns:a16="http://schemas.microsoft.com/office/drawing/2014/main" id="{F6AF8D6D-E464-4D55-88F9-2C899E6E4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62" name="Freeform 48">
                <a:extLst>
                  <a:ext uri="{FF2B5EF4-FFF2-40B4-BE49-F238E27FC236}">
                    <a16:creationId xmlns:a16="http://schemas.microsoft.com/office/drawing/2014/main" id="{BF5AACE2-D384-4E21-BFAF-A2AA739082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648" y="2327275"/>
                <a:ext cx="290512" cy="587375"/>
              </a:xfrm>
              <a:custGeom>
                <a:avLst/>
                <a:gdLst>
                  <a:gd name="T0" fmla="*/ 43 w 73"/>
                  <a:gd name="T1" fmla="*/ 71 h 148"/>
                  <a:gd name="T2" fmla="*/ 4 w 73"/>
                  <a:gd name="T3" fmla="*/ 2 h 148"/>
                  <a:gd name="T4" fmla="*/ 30 w 73"/>
                  <a:gd name="T5" fmla="*/ 77 h 148"/>
                  <a:gd name="T6" fmla="*/ 70 w 73"/>
                  <a:gd name="T7" fmla="*/ 146 h 148"/>
                  <a:gd name="T8" fmla="*/ 43 w 73"/>
                  <a:gd name="T9" fmla="*/ 71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48">
                    <a:moveTo>
                      <a:pt x="43" y="71"/>
                    </a:moveTo>
                    <a:cubicBezTo>
                      <a:pt x="24" y="31"/>
                      <a:pt x="7" y="0"/>
                      <a:pt x="4" y="2"/>
                    </a:cubicBezTo>
                    <a:cubicBezTo>
                      <a:pt x="0" y="3"/>
                      <a:pt x="12" y="37"/>
                      <a:pt x="30" y="77"/>
                    </a:cubicBezTo>
                    <a:cubicBezTo>
                      <a:pt x="49" y="117"/>
                      <a:pt x="66" y="148"/>
                      <a:pt x="70" y="146"/>
                    </a:cubicBezTo>
                    <a:cubicBezTo>
                      <a:pt x="73" y="145"/>
                      <a:pt x="61" y="111"/>
                      <a:pt x="43" y="7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63" name="Freeform 49">
                <a:extLst>
                  <a:ext uri="{FF2B5EF4-FFF2-40B4-BE49-F238E27FC236}">
                    <a16:creationId xmlns:a16="http://schemas.microsoft.com/office/drawing/2014/main" id="{85034452-B174-4419-9F21-FE4745FF8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648" y="2327275"/>
                <a:ext cx="290512" cy="587375"/>
              </a:xfrm>
              <a:custGeom>
                <a:avLst/>
                <a:gdLst>
                  <a:gd name="T0" fmla="*/ 43 w 73"/>
                  <a:gd name="T1" fmla="*/ 71 h 148"/>
                  <a:gd name="T2" fmla="*/ 4 w 73"/>
                  <a:gd name="T3" fmla="*/ 2 h 148"/>
                  <a:gd name="T4" fmla="*/ 30 w 73"/>
                  <a:gd name="T5" fmla="*/ 77 h 148"/>
                  <a:gd name="T6" fmla="*/ 70 w 73"/>
                  <a:gd name="T7" fmla="*/ 146 h 148"/>
                  <a:gd name="T8" fmla="*/ 43 w 73"/>
                  <a:gd name="T9" fmla="*/ 71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48">
                    <a:moveTo>
                      <a:pt x="43" y="71"/>
                    </a:moveTo>
                    <a:cubicBezTo>
                      <a:pt x="24" y="31"/>
                      <a:pt x="7" y="0"/>
                      <a:pt x="4" y="2"/>
                    </a:cubicBezTo>
                    <a:cubicBezTo>
                      <a:pt x="0" y="3"/>
                      <a:pt x="12" y="37"/>
                      <a:pt x="30" y="77"/>
                    </a:cubicBezTo>
                    <a:cubicBezTo>
                      <a:pt x="49" y="117"/>
                      <a:pt x="66" y="148"/>
                      <a:pt x="70" y="146"/>
                    </a:cubicBezTo>
                    <a:cubicBezTo>
                      <a:pt x="73" y="145"/>
                      <a:pt x="61" y="111"/>
                      <a:pt x="43" y="7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64" name="Freeform 50">
                <a:extLst>
                  <a:ext uri="{FF2B5EF4-FFF2-40B4-BE49-F238E27FC236}">
                    <a16:creationId xmlns:a16="http://schemas.microsoft.com/office/drawing/2014/main" id="{A27FCD1F-8416-46AB-AAB0-0873D32A3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586" y="1816100"/>
                <a:ext cx="388937" cy="531813"/>
              </a:xfrm>
              <a:custGeom>
                <a:avLst/>
                <a:gdLst>
                  <a:gd name="T0" fmla="*/ 43 w 98"/>
                  <a:gd name="T1" fmla="*/ 63 h 134"/>
                  <a:gd name="T2" fmla="*/ 3 w 98"/>
                  <a:gd name="T3" fmla="*/ 132 h 134"/>
                  <a:gd name="T4" fmla="*/ 54 w 98"/>
                  <a:gd name="T5" fmla="*/ 71 h 134"/>
                  <a:gd name="T6" fmla="*/ 95 w 98"/>
                  <a:gd name="T7" fmla="*/ 2 h 134"/>
                  <a:gd name="T8" fmla="*/ 43 w 98"/>
                  <a:gd name="T9" fmla="*/ 6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134">
                    <a:moveTo>
                      <a:pt x="43" y="63"/>
                    </a:moveTo>
                    <a:cubicBezTo>
                      <a:pt x="18" y="99"/>
                      <a:pt x="0" y="130"/>
                      <a:pt x="3" y="132"/>
                    </a:cubicBezTo>
                    <a:cubicBezTo>
                      <a:pt x="6" y="134"/>
                      <a:pt x="29" y="107"/>
                      <a:pt x="54" y="71"/>
                    </a:cubicBezTo>
                    <a:cubicBezTo>
                      <a:pt x="79" y="35"/>
                      <a:pt x="98" y="4"/>
                      <a:pt x="95" y="2"/>
                    </a:cubicBezTo>
                    <a:cubicBezTo>
                      <a:pt x="92" y="0"/>
                      <a:pt x="69" y="27"/>
                      <a:pt x="43" y="6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65" name="Freeform 51">
                <a:extLst>
                  <a:ext uri="{FF2B5EF4-FFF2-40B4-BE49-F238E27FC236}">
                    <a16:creationId xmlns:a16="http://schemas.microsoft.com/office/drawing/2014/main" id="{3C18E310-2074-4395-B027-5B6CADC59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586" y="1816099"/>
                <a:ext cx="388937" cy="531813"/>
              </a:xfrm>
              <a:custGeom>
                <a:avLst/>
                <a:gdLst>
                  <a:gd name="T0" fmla="*/ 43 w 98"/>
                  <a:gd name="T1" fmla="*/ 63 h 134"/>
                  <a:gd name="T2" fmla="*/ 3 w 98"/>
                  <a:gd name="T3" fmla="*/ 132 h 134"/>
                  <a:gd name="T4" fmla="*/ 54 w 98"/>
                  <a:gd name="T5" fmla="*/ 71 h 134"/>
                  <a:gd name="T6" fmla="*/ 95 w 98"/>
                  <a:gd name="T7" fmla="*/ 2 h 134"/>
                  <a:gd name="T8" fmla="*/ 43 w 98"/>
                  <a:gd name="T9" fmla="*/ 6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134">
                    <a:moveTo>
                      <a:pt x="43" y="63"/>
                    </a:moveTo>
                    <a:cubicBezTo>
                      <a:pt x="18" y="99"/>
                      <a:pt x="0" y="130"/>
                      <a:pt x="3" y="132"/>
                    </a:cubicBezTo>
                    <a:cubicBezTo>
                      <a:pt x="6" y="134"/>
                      <a:pt x="29" y="107"/>
                      <a:pt x="54" y="71"/>
                    </a:cubicBezTo>
                    <a:cubicBezTo>
                      <a:pt x="79" y="35"/>
                      <a:pt x="98" y="4"/>
                      <a:pt x="95" y="2"/>
                    </a:cubicBezTo>
                    <a:cubicBezTo>
                      <a:pt x="92" y="0"/>
                      <a:pt x="69" y="27"/>
                      <a:pt x="43" y="6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66" name="Freeform 52">
                <a:extLst>
                  <a:ext uri="{FF2B5EF4-FFF2-40B4-BE49-F238E27FC236}">
                    <a16:creationId xmlns:a16="http://schemas.microsoft.com/office/drawing/2014/main" id="{AFFAF604-1327-43B6-88C9-9AF27BE02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812" y="2260599"/>
                <a:ext cx="628649" cy="87313"/>
              </a:xfrm>
              <a:custGeom>
                <a:avLst/>
                <a:gdLst>
                  <a:gd name="T0" fmla="*/ 80 w 158"/>
                  <a:gd name="T1" fmla="*/ 5 h 22"/>
                  <a:gd name="T2" fmla="*/ 0 w 158"/>
                  <a:gd name="T3" fmla="*/ 4 h 22"/>
                  <a:gd name="T4" fmla="*/ 79 w 158"/>
                  <a:gd name="T5" fmla="*/ 18 h 22"/>
                  <a:gd name="T6" fmla="*/ 158 w 158"/>
                  <a:gd name="T7" fmla="*/ 19 h 22"/>
                  <a:gd name="T8" fmla="*/ 158 w 158"/>
                  <a:gd name="T9" fmla="*/ 18 h 22"/>
                  <a:gd name="T10" fmla="*/ 80 w 158"/>
                  <a:gd name="T11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" h="22">
                    <a:moveTo>
                      <a:pt x="80" y="5"/>
                    </a:moveTo>
                    <a:cubicBezTo>
                      <a:pt x="36" y="0"/>
                      <a:pt x="0" y="0"/>
                      <a:pt x="0" y="4"/>
                    </a:cubicBezTo>
                    <a:cubicBezTo>
                      <a:pt x="0" y="7"/>
                      <a:pt x="35" y="14"/>
                      <a:pt x="79" y="18"/>
                    </a:cubicBezTo>
                    <a:cubicBezTo>
                      <a:pt x="122" y="22"/>
                      <a:pt x="158" y="22"/>
                      <a:pt x="158" y="19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2" y="14"/>
                      <a:pt x="120" y="8"/>
                      <a:pt x="80" y="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67" name="Freeform 53">
                <a:extLst>
                  <a:ext uri="{FF2B5EF4-FFF2-40B4-BE49-F238E27FC236}">
                    <a16:creationId xmlns:a16="http://schemas.microsoft.com/office/drawing/2014/main" id="{50F0B7EC-89E6-45C0-BB19-661D86492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813" y="2260600"/>
                <a:ext cx="628649" cy="87313"/>
              </a:xfrm>
              <a:custGeom>
                <a:avLst/>
                <a:gdLst>
                  <a:gd name="T0" fmla="*/ 80 w 158"/>
                  <a:gd name="T1" fmla="*/ 5 h 22"/>
                  <a:gd name="T2" fmla="*/ 0 w 158"/>
                  <a:gd name="T3" fmla="*/ 4 h 22"/>
                  <a:gd name="T4" fmla="*/ 79 w 158"/>
                  <a:gd name="T5" fmla="*/ 18 h 22"/>
                  <a:gd name="T6" fmla="*/ 158 w 158"/>
                  <a:gd name="T7" fmla="*/ 19 h 22"/>
                  <a:gd name="T8" fmla="*/ 158 w 158"/>
                  <a:gd name="T9" fmla="*/ 18 h 22"/>
                  <a:gd name="T10" fmla="*/ 80 w 158"/>
                  <a:gd name="T11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" h="22">
                    <a:moveTo>
                      <a:pt x="80" y="5"/>
                    </a:moveTo>
                    <a:cubicBezTo>
                      <a:pt x="36" y="0"/>
                      <a:pt x="0" y="0"/>
                      <a:pt x="0" y="4"/>
                    </a:cubicBezTo>
                    <a:cubicBezTo>
                      <a:pt x="0" y="7"/>
                      <a:pt x="35" y="14"/>
                      <a:pt x="79" y="18"/>
                    </a:cubicBezTo>
                    <a:cubicBezTo>
                      <a:pt x="122" y="22"/>
                      <a:pt x="158" y="22"/>
                      <a:pt x="158" y="19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2" y="14"/>
                      <a:pt x="120" y="8"/>
                      <a:pt x="80" y="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68" name="Freeform 54">
                <a:extLst>
                  <a:ext uri="{FF2B5EF4-FFF2-40B4-BE49-F238E27FC236}">
                    <a16:creationId xmlns:a16="http://schemas.microsoft.com/office/drawing/2014/main" id="{569AAB24-4EEF-4FE9-AA3B-18051357A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69" name="Freeform 55">
                <a:extLst>
                  <a:ext uri="{FF2B5EF4-FFF2-40B4-BE49-F238E27FC236}">
                    <a16:creationId xmlns:a16="http://schemas.microsoft.com/office/drawing/2014/main" id="{395F00AA-E188-4E81-AB4E-04268E447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70" name="Freeform 56">
                <a:extLst>
                  <a:ext uri="{FF2B5EF4-FFF2-40B4-BE49-F238E27FC236}">
                    <a16:creationId xmlns:a16="http://schemas.microsoft.com/office/drawing/2014/main" id="{69B0B3D0-6D89-42E2-A333-266168F10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71" name="Freeform 57">
                <a:extLst>
                  <a:ext uri="{FF2B5EF4-FFF2-40B4-BE49-F238E27FC236}">
                    <a16:creationId xmlns:a16="http://schemas.microsoft.com/office/drawing/2014/main" id="{6FAEFF51-C408-42AE-B917-A04A07340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72" name="Rectangle 58">
                <a:extLst>
                  <a:ext uri="{FF2B5EF4-FFF2-40B4-BE49-F238E27FC236}">
                    <a16:creationId xmlns:a16="http://schemas.microsoft.com/office/drawing/2014/main" id="{825ED2BB-4693-4CED-8C0B-DF080F6BD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5262" y="2771775"/>
                <a:ext cx="4763" cy="4763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73" name="Freeform 59">
                <a:extLst>
                  <a:ext uri="{FF2B5EF4-FFF2-40B4-BE49-F238E27FC236}">
                    <a16:creationId xmlns:a16="http://schemas.microsoft.com/office/drawing/2014/main" id="{3DC648FA-772C-4A43-8BBC-9CE31D2D9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4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74" name="Freeform 60">
                <a:extLst>
                  <a:ext uri="{FF2B5EF4-FFF2-40B4-BE49-F238E27FC236}">
                    <a16:creationId xmlns:a16="http://schemas.microsoft.com/office/drawing/2014/main" id="{A5B27923-9193-46A5-96A9-7EAC3FF10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4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75" name="Freeform 61">
                <a:extLst>
                  <a:ext uri="{FF2B5EF4-FFF2-40B4-BE49-F238E27FC236}">
                    <a16:creationId xmlns:a16="http://schemas.microsoft.com/office/drawing/2014/main" id="{66AFFCD3-DE73-4322-8830-01CBADD9A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3" y="2295524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476" name="Freeform 62">
                <a:extLst>
                  <a:ext uri="{FF2B5EF4-FFF2-40B4-BE49-F238E27FC236}">
                    <a16:creationId xmlns:a16="http://schemas.microsoft.com/office/drawing/2014/main" id="{022EE3FB-009A-4662-81E3-7BDE28A92B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6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</p:grpSp>
        <p:grpSp>
          <p:nvGrpSpPr>
            <p:cNvPr id="193" name="Gruppieren 1118">
              <a:extLst>
                <a:ext uri="{FF2B5EF4-FFF2-40B4-BE49-F238E27FC236}">
                  <a16:creationId xmlns:a16="http://schemas.microsoft.com/office/drawing/2014/main" id="{D3D0A95C-23C3-43A0-AE36-5611633038C7}"/>
                </a:ext>
              </a:extLst>
            </p:cNvPr>
            <p:cNvGrpSpPr/>
            <p:nvPr/>
          </p:nvGrpSpPr>
          <p:grpSpPr>
            <a:xfrm>
              <a:off x="5577528" y="2154693"/>
              <a:ext cx="764529" cy="297569"/>
              <a:chOff x="1276911" y="4633118"/>
              <a:chExt cx="4068762" cy="1311276"/>
            </a:xfrm>
            <a:solidFill>
              <a:schemeClr val="accent1"/>
            </a:solidFill>
          </p:grpSpPr>
          <p:sp>
            <p:nvSpPr>
              <p:cNvPr id="281" name="Freeform 6">
                <a:extLst>
                  <a:ext uri="{FF2B5EF4-FFF2-40B4-BE49-F238E27FC236}">
                    <a16:creationId xmlns:a16="http://schemas.microsoft.com/office/drawing/2014/main" id="{BEBC3990-0C9F-433C-974A-25A8C6CE44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323" y="4633118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5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82" name="Freeform 7">
                <a:extLst>
                  <a:ext uri="{FF2B5EF4-FFF2-40B4-BE49-F238E27FC236}">
                    <a16:creationId xmlns:a16="http://schemas.microsoft.com/office/drawing/2014/main" id="{A1575947-743B-4736-94A4-84F6CA4D5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323" y="4633118"/>
                <a:ext cx="1733550" cy="865188"/>
              </a:xfrm>
              <a:custGeom>
                <a:avLst/>
                <a:gdLst>
                  <a:gd name="T0" fmla="*/ 348 w 2275"/>
                  <a:gd name="T1" fmla="*/ 1135 h 1135"/>
                  <a:gd name="T2" fmla="*/ 2275 w 2275"/>
                  <a:gd name="T3" fmla="*/ 1135 h 1135"/>
                  <a:gd name="T4" fmla="*/ 1928 w 2275"/>
                  <a:gd name="T5" fmla="*/ 0 h 1135"/>
                  <a:gd name="T6" fmla="*/ 0 w 2275"/>
                  <a:gd name="T7" fmla="*/ 0 h 1135"/>
                  <a:gd name="T8" fmla="*/ 348 w 22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5" h="1135">
                    <a:moveTo>
                      <a:pt x="348" y="1135"/>
                    </a:moveTo>
                    <a:lnTo>
                      <a:pt x="2275" y="1135"/>
                    </a:lnTo>
                    <a:lnTo>
                      <a:pt x="1928" y="0"/>
                    </a:lnTo>
                    <a:lnTo>
                      <a:pt x="0" y="0"/>
                    </a:lnTo>
                    <a:lnTo>
                      <a:pt x="348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83" name="Line 8">
                <a:extLst>
                  <a:ext uri="{FF2B5EF4-FFF2-40B4-BE49-F238E27FC236}">
                    <a16:creationId xmlns:a16="http://schemas.microsoft.com/office/drawing/2014/main" id="{6F86E643-EDB3-4754-B572-5166DAB0C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8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84" name="Line 9">
                <a:extLst>
                  <a:ext uri="{FF2B5EF4-FFF2-40B4-BE49-F238E27FC236}">
                    <a16:creationId xmlns:a16="http://schemas.microsoft.com/office/drawing/2014/main" id="{9E98E1D5-22D1-4E32-B861-47830E593E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8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85" name="Line 10">
                <a:extLst>
                  <a:ext uri="{FF2B5EF4-FFF2-40B4-BE49-F238E27FC236}">
                    <a16:creationId xmlns:a16="http://schemas.microsoft.com/office/drawing/2014/main" id="{C0F6980A-C174-41F5-A181-BBC0FD0CE5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7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86" name="Line 11">
                <a:extLst>
                  <a:ext uri="{FF2B5EF4-FFF2-40B4-BE49-F238E27FC236}">
                    <a16:creationId xmlns:a16="http://schemas.microsoft.com/office/drawing/2014/main" id="{93784726-ADEF-40ED-953E-41A4C8A0F0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7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87" name="Line 12">
                <a:extLst>
                  <a:ext uri="{FF2B5EF4-FFF2-40B4-BE49-F238E27FC236}">
                    <a16:creationId xmlns:a16="http://schemas.microsoft.com/office/drawing/2014/main" id="{A8720AE3-C098-48B0-8EFC-3FE1E64E9E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86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88" name="Line 13">
                <a:extLst>
                  <a:ext uri="{FF2B5EF4-FFF2-40B4-BE49-F238E27FC236}">
                    <a16:creationId xmlns:a16="http://schemas.microsoft.com/office/drawing/2014/main" id="{FA3D822D-2C40-4777-A8BF-0A6571F2A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86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89" name="Line 14">
                <a:extLst>
                  <a:ext uri="{FF2B5EF4-FFF2-40B4-BE49-F238E27FC236}">
                    <a16:creationId xmlns:a16="http://schemas.microsoft.com/office/drawing/2014/main" id="{484ACB40-C5C9-41B8-9B92-3BF7232097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29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90" name="Line 15">
                <a:extLst>
                  <a:ext uri="{FF2B5EF4-FFF2-40B4-BE49-F238E27FC236}">
                    <a16:creationId xmlns:a16="http://schemas.microsoft.com/office/drawing/2014/main" id="{BBB5120E-811E-4854-AAA7-F6FEC8D3CC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29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91" name="Line 16">
                <a:extLst>
                  <a:ext uri="{FF2B5EF4-FFF2-40B4-BE49-F238E27FC236}">
                    <a16:creationId xmlns:a16="http://schemas.microsoft.com/office/drawing/2014/main" id="{79CD3F90-38DB-4790-8BB6-97C9D21C66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88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92" name="Line 17">
                <a:extLst>
                  <a:ext uri="{FF2B5EF4-FFF2-40B4-BE49-F238E27FC236}">
                    <a16:creationId xmlns:a16="http://schemas.microsoft.com/office/drawing/2014/main" id="{129696BA-EF91-45E7-A3CA-75687ABD3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88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93" name="Line 18">
                <a:extLst>
                  <a:ext uri="{FF2B5EF4-FFF2-40B4-BE49-F238E27FC236}">
                    <a16:creationId xmlns:a16="http://schemas.microsoft.com/office/drawing/2014/main" id="{80D52827-E590-4E11-839F-2B84D6D01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47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94" name="Line 19">
                <a:extLst>
                  <a:ext uri="{FF2B5EF4-FFF2-40B4-BE49-F238E27FC236}">
                    <a16:creationId xmlns:a16="http://schemas.microsoft.com/office/drawing/2014/main" id="{085FCBF1-0B76-4D34-8BC2-835D676019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47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95" name="Line 20">
                <a:extLst>
                  <a:ext uri="{FF2B5EF4-FFF2-40B4-BE49-F238E27FC236}">
                    <a16:creationId xmlns:a16="http://schemas.microsoft.com/office/drawing/2014/main" id="{57E9BBE6-A0F5-4AB6-8678-D5700A42DC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49252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96" name="Line 21">
                <a:extLst>
                  <a:ext uri="{FF2B5EF4-FFF2-40B4-BE49-F238E27FC236}">
                    <a16:creationId xmlns:a16="http://schemas.microsoft.com/office/drawing/2014/main" id="{6EF3BDB0-64DE-450B-81CD-4B63DE28F1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49252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97" name="Line 22">
                <a:extLst>
                  <a:ext uri="{FF2B5EF4-FFF2-40B4-BE49-F238E27FC236}">
                    <a16:creationId xmlns:a16="http://schemas.microsoft.com/office/drawing/2014/main" id="{6A4CF5D8-5722-4241-B795-9FD2DDFE6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9673" y="50665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98" name="Line 23">
                <a:extLst>
                  <a:ext uri="{FF2B5EF4-FFF2-40B4-BE49-F238E27FC236}">
                    <a16:creationId xmlns:a16="http://schemas.microsoft.com/office/drawing/2014/main" id="{8DEE04B1-1789-4E69-BE14-6B2A0BF99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9673" y="50665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299" name="Line 24">
                <a:extLst>
                  <a:ext uri="{FF2B5EF4-FFF2-40B4-BE49-F238E27FC236}">
                    <a16:creationId xmlns:a16="http://schemas.microsoft.com/office/drawing/2014/main" id="{34925750-994E-4BB6-94F7-BB5F3ABE1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5711" y="52077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00" name="Line 25">
                <a:extLst>
                  <a:ext uri="{FF2B5EF4-FFF2-40B4-BE49-F238E27FC236}">
                    <a16:creationId xmlns:a16="http://schemas.microsoft.com/office/drawing/2014/main" id="{E35716C2-3C82-4DE5-A925-B1352BF8C4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5711" y="52077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01" name="Line 26">
                <a:extLst>
                  <a:ext uri="{FF2B5EF4-FFF2-40B4-BE49-F238E27FC236}">
                    <a16:creationId xmlns:a16="http://schemas.microsoft.com/office/drawing/2014/main" id="{55BEF157-2731-4381-A516-4D60A957B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1748" y="53506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02" name="Line 27">
                <a:extLst>
                  <a:ext uri="{FF2B5EF4-FFF2-40B4-BE49-F238E27FC236}">
                    <a16:creationId xmlns:a16="http://schemas.microsoft.com/office/drawing/2014/main" id="{A8522408-918F-488A-9FD4-741EC6B355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1748" y="53506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03" name="Line 28">
                <a:extLst>
                  <a:ext uri="{FF2B5EF4-FFF2-40B4-BE49-F238E27FC236}">
                    <a16:creationId xmlns:a16="http://schemas.microsoft.com/office/drawing/2014/main" id="{CE7F88E4-47BB-4911-B817-380F0A4AD6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536" y="478234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04" name="Line 29">
                <a:extLst>
                  <a:ext uri="{FF2B5EF4-FFF2-40B4-BE49-F238E27FC236}">
                    <a16:creationId xmlns:a16="http://schemas.microsoft.com/office/drawing/2014/main" id="{944A2CB5-33C4-4FEE-AD9E-2DEE2E7B00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536" y="478234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05" name="Freeform 30">
                <a:extLst>
                  <a:ext uri="{FF2B5EF4-FFF2-40B4-BE49-F238E27FC236}">
                    <a16:creationId xmlns:a16="http://schemas.microsoft.com/office/drawing/2014/main" id="{E90F48DC-E95A-43A7-BD3C-85354988D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986" y="4849018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5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06" name="Freeform 31">
                <a:extLst>
                  <a:ext uri="{FF2B5EF4-FFF2-40B4-BE49-F238E27FC236}">
                    <a16:creationId xmlns:a16="http://schemas.microsoft.com/office/drawing/2014/main" id="{FD4B2EDA-E705-4A94-9476-3F6F2203F5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986" y="4849018"/>
                <a:ext cx="1733550" cy="865188"/>
              </a:xfrm>
              <a:custGeom>
                <a:avLst/>
                <a:gdLst>
                  <a:gd name="T0" fmla="*/ 347 w 2275"/>
                  <a:gd name="T1" fmla="*/ 1135 h 1135"/>
                  <a:gd name="T2" fmla="*/ 2275 w 2275"/>
                  <a:gd name="T3" fmla="*/ 1135 h 1135"/>
                  <a:gd name="T4" fmla="*/ 1927 w 2275"/>
                  <a:gd name="T5" fmla="*/ 0 h 1135"/>
                  <a:gd name="T6" fmla="*/ 0 w 2275"/>
                  <a:gd name="T7" fmla="*/ 0 h 1135"/>
                  <a:gd name="T8" fmla="*/ 347 w 22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5" h="1135">
                    <a:moveTo>
                      <a:pt x="347" y="1135"/>
                    </a:moveTo>
                    <a:lnTo>
                      <a:pt x="2275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07" name="Line 32">
                <a:extLst>
                  <a:ext uri="{FF2B5EF4-FFF2-40B4-BE49-F238E27FC236}">
                    <a16:creationId xmlns:a16="http://schemas.microsoft.com/office/drawing/2014/main" id="{48FEBBD6-10B9-4711-9811-6F60950F2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44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08" name="Line 33">
                <a:extLst>
                  <a:ext uri="{FF2B5EF4-FFF2-40B4-BE49-F238E27FC236}">
                    <a16:creationId xmlns:a16="http://schemas.microsoft.com/office/drawing/2014/main" id="{21596EA5-E520-40A0-97CE-087B87B1E5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44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09" name="Line 34">
                <a:extLst>
                  <a:ext uri="{FF2B5EF4-FFF2-40B4-BE49-F238E27FC236}">
                    <a16:creationId xmlns:a16="http://schemas.microsoft.com/office/drawing/2014/main" id="{E588619E-2929-4EAE-89B4-BE96978CE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03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10" name="Line 35">
                <a:extLst>
                  <a:ext uri="{FF2B5EF4-FFF2-40B4-BE49-F238E27FC236}">
                    <a16:creationId xmlns:a16="http://schemas.microsoft.com/office/drawing/2014/main" id="{C12DE15F-63FD-4EE7-AE9B-D53A1AB1C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03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11" name="Line 36">
                <a:extLst>
                  <a:ext uri="{FF2B5EF4-FFF2-40B4-BE49-F238E27FC236}">
                    <a16:creationId xmlns:a16="http://schemas.microsoft.com/office/drawing/2014/main" id="{1678E6F1-0166-4C7A-8243-932A731D2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2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12" name="Line 37">
                <a:extLst>
                  <a:ext uri="{FF2B5EF4-FFF2-40B4-BE49-F238E27FC236}">
                    <a16:creationId xmlns:a16="http://schemas.microsoft.com/office/drawing/2014/main" id="{B61604FF-F809-45FE-BD07-0588F19193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2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13" name="Line 38">
                <a:extLst>
                  <a:ext uri="{FF2B5EF4-FFF2-40B4-BE49-F238E27FC236}">
                    <a16:creationId xmlns:a16="http://schemas.microsoft.com/office/drawing/2014/main" id="{644D9C3D-0386-402C-BBDB-16E247FF7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21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14" name="Line 39">
                <a:extLst>
                  <a:ext uri="{FF2B5EF4-FFF2-40B4-BE49-F238E27FC236}">
                    <a16:creationId xmlns:a16="http://schemas.microsoft.com/office/drawing/2014/main" id="{66A62CAD-D734-4085-A683-34B76AB97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21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15" name="Line 40">
                <a:extLst>
                  <a:ext uri="{FF2B5EF4-FFF2-40B4-BE49-F238E27FC236}">
                    <a16:creationId xmlns:a16="http://schemas.microsoft.com/office/drawing/2014/main" id="{63575E17-9040-4F55-9642-AC5E57E982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80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16" name="Line 41">
                <a:extLst>
                  <a:ext uri="{FF2B5EF4-FFF2-40B4-BE49-F238E27FC236}">
                    <a16:creationId xmlns:a16="http://schemas.microsoft.com/office/drawing/2014/main" id="{F6F80E20-2696-4CEA-99C0-E9E900363B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80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17" name="Line 42">
                <a:extLst>
                  <a:ext uri="{FF2B5EF4-FFF2-40B4-BE49-F238E27FC236}">
                    <a16:creationId xmlns:a16="http://schemas.microsoft.com/office/drawing/2014/main" id="{DD3CB970-CFD1-406B-80F4-342203075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2398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18" name="Line 43">
                <a:extLst>
                  <a:ext uri="{FF2B5EF4-FFF2-40B4-BE49-F238E27FC236}">
                    <a16:creationId xmlns:a16="http://schemas.microsoft.com/office/drawing/2014/main" id="{7B45BAC9-F894-4DEE-9B9F-91B24553D6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2398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19" name="Line 44">
                <a:extLst>
                  <a:ext uri="{FF2B5EF4-FFF2-40B4-BE49-F238E27FC236}">
                    <a16:creationId xmlns:a16="http://schemas.microsoft.com/office/drawing/2014/main" id="{ACCA852A-7B55-4F57-A808-E909904BE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4473" y="51411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20" name="Line 45">
                <a:extLst>
                  <a:ext uri="{FF2B5EF4-FFF2-40B4-BE49-F238E27FC236}">
                    <a16:creationId xmlns:a16="http://schemas.microsoft.com/office/drawing/2014/main" id="{D4CDF241-F51F-4818-9E7C-6CA8D2E185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4473" y="51411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21" name="Line 46">
                <a:extLst>
                  <a:ext uri="{FF2B5EF4-FFF2-40B4-BE49-F238E27FC236}">
                    <a16:creationId xmlns:a16="http://schemas.microsoft.com/office/drawing/2014/main" id="{B1B65D4F-62AD-4BAE-A00B-FD547B808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7336" y="52824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22" name="Line 47">
                <a:extLst>
                  <a:ext uri="{FF2B5EF4-FFF2-40B4-BE49-F238E27FC236}">
                    <a16:creationId xmlns:a16="http://schemas.microsoft.com/office/drawing/2014/main" id="{4688D394-9DCD-4F40-9D07-642924594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7336" y="52824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23" name="Line 48">
                <a:extLst>
                  <a:ext uri="{FF2B5EF4-FFF2-40B4-BE49-F238E27FC236}">
                    <a16:creationId xmlns:a16="http://schemas.microsoft.com/office/drawing/2014/main" id="{29BD0CEC-A565-435D-A6B1-35FF91AFE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961" y="54252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24" name="Line 49">
                <a:extLst>
                  <a:ext uri="{FF2B5EF4-FFF2-40B4-BE49-F238E27FC236}">
                    <a16:creationId xmlns:a16="http://schemas.microsoft.com/office/drawing/2014/main" id="{57EB5226-8F1C-4CCB-A3F4-F9A7A9283F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961" y="54252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25" name="Line 50">
                <a:extLst>
                  <a:ext uri="{FF2B5EF4-FFF2-40B4-BE49-F238E27FC236}">
                    <a16:creationId xmlns:a16="http://schemas.microsoft.com/office/drawing/2014/main" id="{245411A9-C3D0-4F60-8562-92CC0E0C54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9411" y="55665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26" name="Line 51">
                <a:extLst>
                  <a:ext uri="{FF2B5EF4-FFF2-40B4-BE49-F238E27FC236}">
                    <a16:creationId xmlns:a16="http://schemas.microsoft.com/office/drawing/2014/main" id="{591D20C1-B119-4805-BFBF-C4296D946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9411" y="55665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27" name="Line 52">
                <a:extLst>
                  <a:ext uri="{FF2B5EF4-FFF2-40B4-BE49-F238E27FC236}">
                    <a16:creationId xmlns:a16="http://schemas.microsoft.com/office/drawing/2014/main" id="{975C7C2D-8BA0-434B-94D3-1CA63ABB0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3198" y="49998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28" name="Line 53">
                <a:extLst>
                  <a:ext uri="{FF2B5EF4-FFF2-40B4-BE49-F238E27FC236}">
                    <a16:creationId xmlns:a16="http://schemas.microsoft.com/office/drawing/2014/main" id="{FAB2919A-61EC-4B88-8AEE-D7CF57F8B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3198" y="49998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29" name="Freeform 54">
                <a:extLst>
                  <a:ext uri="{FF2B5EF4-FFF2-40B4-BE49-F238E27FC236}">
                    <a16:creationId xmlns:a16="http://schemas.microsoft.com/office/drawing/2014/main" id="{FB8C5120-8007-45D5-9C9B-39FD87D01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123" y="5079206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6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6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30" name="Freeform 55">
                <a:extLst>
                  <a:ext uri="{FF2B5EF4-FFF2-40B4-BE49-F238E27FC236}">
                    <a16:creationId xmlns:a16="http://schemas.microsoft.com/office/drawing/2014/main" id="{FD96C929-6929-4BEF-9CE0-2B02E68DC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123" y="5079206"/>
                <a:ext cx="1733550" cy="865188"/>
              </a:xfrm>
              <a:custGeom>
                <a:avLst/>
                <a:gdLst>
                  <a:gd name="T0" fmla="*/ 347 w 2275"/>
                  <a:gd name="T1" fmla="*/ 1135 h 1135"/>
                  <a:gd name="T2" fmla="*/ 2275 w 2275"/>
                  <a:gd name="T3" fmla="*/ 1135 h 1135"/>
                  <a:gd name="T4" fmla="*/ 1928 w 2275"/>
                  <a:gd name="T5" fmla="*/ 0 h 1135"/>
                  <a:gd name="T6" fmla="*/ 0 w 2275"/>
                  <a:gd name="T7" fmla="*/ 0 h 1135"/>
                  <a:gd name="T8" fmla="*/ 347 w 22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5" h="1135">
                    <a:moveTo>
                      <a:pt x="347" y="1135"/>
                    </a:moveTo>
                    <a:lnTo>
                      <a:pt x="2275" y="1135"/>
                    </a:lnTo>
                    <a:lnTo>
                      <a:pt x="1928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31" name="Line 56">
                <a:extLst>
                  <a:ext uri="{FF2B5EF4-FFF2-40B4-BE49-F238E27FC236}">
                    <a16:creationId xmlns:a16="http://schemas.microsoft.com/office/drawing/2014/main" id="{B2BF2E44-EFD8-485A-B676-FD1C91BE6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26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32" name="Line 57">
                <a:extLst>
                  <a:ext uri="{FF2B5EF4-FFF2-40B4-BE49-F238E27FC236}">
                    <a16:creationId xmlns:a16="http://schemas.microsoft.com/office/drawing/2014/main" id="{9A65F0CA-A67A-4650-A597-C45868994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26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33" name="Line 58">
                <a:extLst>
                  <a:ext uri="{FF2B5EF4-FFF2-40B4-BE49-F238E27FC236}">
                    <a16:creationId xmlns:a16="http://schemas.microsoft.com/office/drawing/2014/main" id="{023DB196-E37A-496F-8AE2-CA0FAE26F5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85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34" name="Line 59">
                <a:extLst>
                  <a:ext uri="{FF2B5EF4-FFF2-40B4-BE49-F238E27FC236}">
                    <a16:creationId xmlns:a16="http://schemas.microsoft.com/office/drawing/2014/main" id="{FA45C878-6771-4F43-9E8E-06D4A0D0E4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85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35" name="Line 60">
                <a:extLst>
                  <a:ext uri="{FF2B5EF4-FFF2-40B4-BE49-F238E27FC236}">
                    <a16:creationId xmlns:a16="http://schemas.microsoft.com/office/drawing/2014/main" id="{7FEDB125-399D-47FD-8B4D-D15D4AB6B7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44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36" name="Line 61">
                <a:extLst>
                  <a:ext uri="{FF2B5EF4-FFF2-40B4-BE49-F238E27FC236}">
                    <a16:creationId xmlns:a16="http://schemas.microsoft.com/office/drawing/2014/main" id="{A76CF350-3650-4ED5-ACC1-505044EBD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44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37" name="Line 62">
                <a:extLst>
                  <a:ext uri="{FF2B5EF4-FFF2-40B4-BE49-F238E27FC236}">
                    <a16:creationId xmlns:a16="http://schemas.microsoft.com/office/drawing/2014/main" id="{F2979671-BD01-407A-AC87-B7F54BFD0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03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38" name="Line 63">
                <a:extLst>
                  <a:ext uri="{FF2B5EF4-FFF2-40B4-BE49-F238E27FC236}">
                    <a16:creationId xmlns:a16="http://schemas.microsoft.com/office/drawing/2014/main" id="{8F5AD48A-A326-47B2-84AA-2782965F57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03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39" name="Line 64">
                <a:extLst>
                  <a:ext uri="{FF2B5EF4-FFF2-40B4-BE49-F238E27FC236}">
                    <a16:creationId xmlns:a16="http://schemas.microsoft.com/office/drawing/2014/main" id="{171C36B8-B565-40D2-9060-01905BA9E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62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40" name="Line 65">
                <a:extLst>
                  <a:ext uri="{FF2B5EF4-FFF2-40B4-BE49-F238E27FC236}">
                    <a16:creationId xmlns:a16="http://schemas.microsoft.com/office/drawing/2014/main" id="{431D6647-3C81-4108-9C6D-F37D2EA09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62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41" name="Line 66">
                <a:extLst>
                  <a:ext uri="{FF2B5EF4-FFF2-40B4-BE49-F238E27FC236}">
                    <a16:creationId xmlns:a16="http://schemas.microsoft.com/office/drawing/2014/main" id="{DD61E5AF-6193-4A58-BD3C-20245B804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21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42" name="Line 67">
                <a:extLst>
                  <a:ext uri="{FF2B5EF4-FFF2-40B4-BE49-F238E27FC236}">
                    <a16:creationId xmlns:a16="http://schemas.microsoft.com/office/drawing/2014/main" id="{FF67A425-7A55-445F-A78E-EC2113AD10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21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43" name="Line 68">
                <a:extLst>
                  <a:ext uri="{FF2B5EF4-FFF2-40B4-BE49-F238E27FC236}">
                    <a16:creationId xmlns:a16="http://schemas.microsoft.com/office/drawing/2014/main" id="{45AC14E4-929C-4AB0-B3B2-B5542BEE9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2611" y="53713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44" name="Line 69">
                <a:extLst>
                  <a:ext uri="{FF2B5EF4-FFF2-40B4-BE49-F238E27FC236}">
                    <a16:creationId xmlns:a16="http://schemas.microsoft.com/office/drawing/2014/main" id="{A2D8305E-CEC6-4363-8E51-3218B439A6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2611" y="53713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45" name="Line 70">
                <a:extLst>
                  <a:ext uri="{FF2B5EF4-FFF2-40B4-BE49-F238E27FC236}">
                    <a16:creationId xmlns:a16="http://schemas.microsoft.com/office/drawing/2014/main" id="{839C873C-7C18-4943-AF0E-092DC75EC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5473" y="551259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46" name="Line 71">
                <a:extLst>
                  <a:ext uri="{FF2B5EF4-FFF2-40B4-BE49-F238E27FC236}">
                    <a16:creationId xmlns:a16="http://schemas.microsoft.com/office/drawing/2014/main" id="{D11ED312-067E-4606-A596-FD397F433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5473" y="551259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47" name="Line 72">
                <a:extLst>
                  <a:ext uri="{FF2B5EF4-FFF2-40B4-BE49-F238E27FC236}">
                    <a16:creationId xmlns:a16="http://schemas.microsoft.com/office/drawing/2014/main" id="{C4F695A7-196A-4BC4-8CF2-D553A5AAB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3098" y="56538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48" name="Line 73">
                <a:extLst>
                  <a:ext uri="{FF2B5EF4-FFF2-40B4-BE49-F238E27FC236}">
                    <a16:creationId xmlns:a16="http://schemas.microsoft.com/office/drawing/2014/main" id="{E6C7B69C-B1B5-4F8E-BDA0-A6981E4883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3098" y="56538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49" name="Line 74">
                <a:extLst>
                  <a:ext uri="{FF2B5EF4-FFF2-40B4-BE49-F238E27FC236}">
                    <a16:creationId xmlns:a16="http://schemas.microsoft.com/office/drawing/2014/main" id="{21351904-4489-4DD8-A71A-423081D8A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7548" y="5795168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50" name="Line 75">
                <a:extLst>
                  <a:ext uri="{FF2B5EF4-FFF2-40B4-BE49-F238E27FC236}">
                    <a16:creationId xmlns:a16="http://schemas.microsoft.com/office/drawing/2014/main" id="{B9DB58E9-EDCF-4465-933B-D523434148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7548" y="5795168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51" name="Line 76">
                <a:extLst>
                  <a:ext uri="{FF2B5EF4-FFF2-40B4-BE49-F238E27FC236}">
                    <a16:creationId xmlns:a16="http://schemas.microsoft.com/office/drawing/2014/main" id="{383D9873-1F2B-464C-807A-DEA2471A4B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2923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52" name="Line 77">
                <a:extLst>
                  <a:ext uri="{FF2B5EF4-FFF2-40B4-BE49-F238E27FC236}">
                    <a16:creationId xmlns:a16="http://schemas.microsoft.com/office/drawing/2014/main" id="{9BFFD8FF-E519-4777-9906-824852D90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2923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53" name="Freeform 78">
                <a:extLst>
                  <a:ext uri="{FF2B5EF4-FFF2-40B4-BE49-F238E27FC236}">
                    <a16:creationId xmlns:a16="http://schemas.microsoft.com/office/drawing/2014/main" id="{080C1BF9-CBEB-4C5F-B460-594DBDADF1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911" y="4645818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5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54" name="Freeform 79">
                <a:extLst>
                  <a:ext uri="{FF2B5EF4-FFF2-40B4-BE49-F238E27FC236}">
                    <a16:creationId xmlns:a16="http://schemas.microsoft.com/office/drawing/2014/main" id="{9BF9EDA6-8B96-4C0A-BD52-52CF4C22FF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911" y="4645818"/>
                <a:ext cx="1733550" cy="865188"/>
              </a:xfrm>
              <a:custGeom>
                <a:avLst/>
                <a:gdLst>
                  <a:gd name="T0" fmla="*/ 347 w 2274"/>
                  <a:gd name="T1" fmla="*/ 1135 h 1135"/>
                  <a:gd name="T2" fmla="*/ 2274 w 2274"/>
                  <a:gd name="T3" fmla="*/ 1135 h 1135"/>
                  <a:gd name="T4" fmla="*/ 1927 w 2274"/>
                  <a:gd name="T5" fmla="*/ 0 h 1135"/>
                  <a:gd name="T6" fmla="*/ 0 w 2274"/>
                  <a:gd name="T7" fmla="*/ 0 h 1135"/>
                  <a:gd name="T8" fmla="*/ 347 w 2274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4" h="1135">
                    <a:moveTo>
                      <a:pt x="347" y="1135"/>
                    </a:moveTo>
                    <a:lnTo>
                      <a:pt x="2274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55" name="Line 80">
                <a:extLst>
                  <a:ext uri="{FF2B5EF4-FFF2-40B4-BE49-F238E27FC236}">
                    <a16:creationId xmlns:a16="http://schemas.microsoft.com/office/drawing/2014/main" id="{FBF14E64-393E-482E-82B4-3835CE419E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74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56" name="Line 81">
                <a:extLst>
                  <a:ext uri="{FF2B5EF4-FFF2-40B4-BE49-F238E27FC236}">
                    <a16:creationId xmlns:a16="http://schemas.microsoft.com/office/drawing/2014/main" id="{36487D00-32B3-4E00-AF1F-5EC3FB6EA6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74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57" name="Line 82">
                <a:extLst>
                  <a:ext uri="{FF2B5EF4-FFF2-40B4-BE49-F238E27FC236}">
                    <a16:creationId xmlns:a16="http://schemas.microsoft.com/office/drawing/2014/main" id="{BC905D93-E102-4CDE-BC25-C0B7F83FA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33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58" name="Line 83">
                <a:extLst>
                  <a:ext uri="{FF2B5EF4-FFF2-40B4-BE49-F238E27FC236}">
                    <a16:creationId xmlns:a16="http://schemas.microsoft.com/office/drawing/2014/main" id="{7F694004-F900-4BE9-B261-36610B686E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33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59" name="Line 84">
                <a:extLst>
                  <a:ext uri="{FF2B5EF4-FFF2-40B4-BE49-F238E27FC236}">
                    <a16:creationId xmlns:a16="http://schemas.microsoft.com/office/drawing/2014/main" id="{E0B88189-A6C9-4031-9B41-F11C1A5478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92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60" name="Line 85">
                <a:extLst>
                  <a:ext uri="{FF2B5EF4-FFF2-40B4-BE49-F238E27FC236}">
                    <a16:creationId xmlns:a16="http://schemas.microsoft.com/office/drawing/2014/main" id="{CD606839-0435-4CF2-921E-34DAD3680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92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61" name="Line 86">
                <a:extLst>
                  <a:ext uri="{FF2B5EF4-FFF2-40B4-BE49-F238E27FC236}">
                    <a16:creationId xmlns:a16="http://schemas.microsoft.com/office/drawing/2014/main" id="{37E40D1D-0139-4A9B-A942-0BD155E71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51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62" name="Line 87">
                <a:extLst>
                  <a:ext uri="{FF2B5EF4-FFF2-40B4-BE49-F238E27FC236}">
                    <a16:creationId xmlns:a16="http://schemas.microsoft.com/office/drawing/2014/main" id="{6DDC6877-3A10-4919-854F-3A99753976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51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63" name="Line 88">
                <a:extLst>
                  <a:ext uri="{FF2B5EF4-FFF2-40B4-BE49-F238E27FC236}">
                    <a16:creationId xmlns:a16="http://schemas.microsoft.com/office/drawing/2014/main" id="{E30C0BA7-1D13-436E-BADA-B8040F20C3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10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64" name="Line 89">
                <a:extLst>
                  <a:ext uri="{FF2B5EF4-FFF2-40B4-BE49-F238E27FC236}">
                    <a16:creationId xmlns:a16="http://schemas.microsoft.com/office/drawing/2014/main" id="{B7F1A7B2-F1CB-4920-9E54-0E79379D56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10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65" name="Line 90">
                <a:extLst>
                  <a:ext uri="{FF2B5EF4-FFF2-40B4-BE49-F238E27FC236}">
                    <a16:creationId xmlns:a16="http://schemas.microsoft.com/office/drawing/2014/main" id="{D47A32DA-2003-4513-9E21-385B34492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5323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66" name="Line 91">
                <a:extLst>
                  <a:ext uri="{FF2B5EF4-FFF2-40B4-BE49-F238E27FC236}">
                    <a16:creationId xmlns:a16="http://schemas.microsoft.com/office/drawing/2014/main" id="{68C8270C-A179-4C74-B460-E2B781333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5323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67" name="Line 92">
                <a:extLst>
                  <a:ext uri="{FF2B5EF4-FFF2-40B4-BE49-F238E27FC236}">
                    <a16:creationId xmlns:a16="http://schemas.microsoft.com/office/drawing/2014/main" id="{F39A3EFD-445B-4EA5-9FFE-091769E6A7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7398" y="49379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68" name="Line 93">
                <a:extLst>
                  <a:ext uri="{FF2B5EF4-FFF2-40B4-BE49-F238E27FC236}">
                    <a16:creationId xmlns:a16="http://schemas.microsoft.com/office/drawing/2014/main" id="{322FD28E-17C9-423D-93BF-FABF91B1A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7398" y="49379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69" name="Line 94">
                <a:extLst>
                  <a:ext uri="{FF2B5EF4-FFF2-40B4-BE49-F238E27FC236}">
                    <a16:creationId xmlns:a16="http://schemas.microsoft.com/office/drawing/2014/main" id="{0FB9B07B-1AC5-4E89-84DA-8FE439DCF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261" y="50792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70" name="Line 95">
                <a:extLst>
                  <a:ext uri="{FF2B5EF4-FFF2-40B4-BE49-F238E27FC236}">
                    <a16:creationId xmlns:a16="http://schemas.microsoft.com/office/drawing/2014/main" id="{05FB7B37-18F1-49E2-AA85-E7C9092BFC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261" y="50792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71" name="Line 96">
                <a:extLst>
                  <a:ext uri="{FF2B5EF4-FFF2-40B4-BE49-F238E27FC236}">
                    <a16:creationId xmlns:a16="http://schemas.microsoft.com/office/drawing/2014/main" id="{692C9EF9-EA0A-46D7-9D62-B65571213B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298" y="52220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72" name="Line 97">
                <a:extLst>
                  <a:ext uri="{FF2B5EF4-FFF2-40B4-BE49-F238E27FC236}">
                    <a16:creationId xmlns:a16="http://schemas.microsoft.com/office/drawing/2014/main" id="{456FAC5A-5F21-4351-9539-CBBA737AF8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298" y="52220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73" name="Line 98">
                <a:extLst>
                  <a:ext uri="{FF2B5EF4-FFF2-40B4-BE49-F238E27FC236}">
                    <a16:creationId xmlns:a16="http://schemas.microsoft.com/office/drawing/2014/main" id="{0D26DE75-1E3B-40C3-8778-85DAD443D3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2336" y="53633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74" name="Line 99">
                <a:extLst>
                  <a:ext uri="{FF2B5EF4-FFF2-40B4-BE49-F238E27FC236}">
                    <a16:creationId xmlns:a16="http://schemas.microsoft.com/office/drawing/2014/main" id="{10A493CB-A4BC-4009-A704-D880574A04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2336" y="53633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75" name="Line 100">
                <a:extLst>
                  <a:ext uri="{FF2B5EF4-FFF2-40B4-BE49-F238E27FC236}">
                    <a16:creationId xmlns:a16="http://schemas.microsoft.com/office/drawing/2014/main" id="{E4ADE6D6-CF09-4D38-8302-C8828E412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6123" y="47966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76" name="Line 101">
                <a:extLst>
                  <a:ext uri="{FF2B5EF4-FFF2-40B4-BE49-F238E27FC236}">
                    <a16:creationId xmlns:a16="http://schemas.microsoft.com/office/drawing/2014/main" id="{BC040F22-5DAE-480C-B78D-A35B07534E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6123" y="47966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77" name="Freeform 102">
                <a:extLst>
                  <a:ext uri="{FF2B5EF4-FFF2-40B4-BE49-F238E27FC236}">
                    <a16:creationId xmlns:a16="http://schemas.microsoft.com/office/drawing/2014/main" id="{46294475-3B8E-4B9F-818C-D2724E55A4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161" y="4863306"/>
                <a:ext cx="1731962" cy="865188"/>
              </a:xfrm>
              <a:custGeom>
                <a:avLst/>
                <a:gdLst>
                  <a:gd name="T0" fmla="*/ 166 w 1091"/>
                  <a:gd name="T1" fmla="*/ 545 h 545"/>
                  <a:gd name="T2" fmla="*/ 1091 w 1091"/>
                  <a:gd name="T3" fmla="*/ 545 h 545"/>
                  <a:gd name="T4" fmla="*/ 924 w 1091"/>
                  <a:gd name="T5" fmla="*/ 0 h 545"/>
                  <a:gd name="T6" fmla="*/ 0 w 1091"/>
                  <a:gd name="T7" fmla="*/ 0 h 545"/>
                  <a:gd name="T8" fmla="*/ 166 w 1091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1" h="545">
                    <a:moveTo>
                      <a:pt x="166" y="545"/>
                    </a:moveTo>
                    <a:lnTo>
                      <a:pt x="1091" y="545"/>
                    </a:lnTo>
                    <a:lnTo>
                      <a:pt x="924" y="0"/>
                    </a:lnTo>
                    <a:lnTo>
                      <a:pt x="0" y="0"/>
                    </a:lnTo>
                    <a:lnTo>
                      <a:pt x="166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78" name="Freeform 103">
                <a:extLst>
                  <a:ext uri="{FF2B5EF4-FFF2-40B4-BE49-F238E27FC236}">
                    <a16:creationId xmlns:a16="http://schemas.microsoft.com/office/drawing/2014/main" id="{F932B2F0-8FEF-4D44-B4BB-F77D6DD70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161" y="4863306"/>
                <a:ext cx="1731962" cy="865188"/>
              </a:xfrm>
              <a:custGeom>
                <a:avLst/>
                <a:gdLst>
                  <a:gd name="T0" fmla="*/ 347 w 2274"/>
                  <a:gd name="T1" fmla="*/ 1135 h 1135"/>
                  <a:gd name="T2" fmla="*/ 2274 w 2274"/>
                  <a:gd name="T3" fmla="*/ 1135 h 1135"/>
                  <a:gd name="T4" fmla="*/ 1927 w 2274"/>
                  <a:gd name="T5" fmla="*/ 0 h 1135"/>
                  <a:gd name="T6" fmla="*/ 0 w 2274"/>
                  <a:gd name="T7" fmla="*/ 0 h 1135"/>
                  <a:gd name="T8" fmla="*/ 347 w 2274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4" h="1135">
                    <a:moveTo>
                      <a:pt x="347" y="1135"/>
                    </a:moveTo>
                    <a:lnTo>
                      <a:pt x="2274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79" name="Line 104">
                <a:extLst>
                  <a:ext uri="{FF2B5EF4-FFF2-40B4-BE49-F238E27FC236}">
                    <a16:creationId xmlns:a16="http://schemas.microsoft.com/office/drawing/2014/main" id="{1D4E8D91-D5EB-4212-BE1B-0EE7046E6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50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80" name="Line 105">
                <a:extLst>
                  <a:ext uri="{FF2B5EF4-FFF2-40B4-BE49-F238E27FC236}">
                    <a16:creationId xmlns:a16="http://schemas.microsoft.com/office/drawing/2014/main" id="{1F1CDE19-8AF4-4FD5-A327-FCBE8EA083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50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81" name="Line 106">
                <a:extLst>
                  <a:ext uri="{FF2B5EF4-FFF2-40B4-BE49-F238E27FC236}">
                    <a16:creationId xmlns:a16="http://schemas.microsoft.com/office/drawing/2014/main" id="{AC75BC75-2374-4284-BECB-9E2D6C647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09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82" name="Line 107">
                <a:extLst>
                  <a:ext uri="{FF2B5EF4-FFF2-40B4-BE49-F238E27FC236}">
                    <a16:creationId xmlns:a16="http://schemas.microsoft.com/office/drawing/2014/main" id="{C77DF377-A28D-4C9E-A397-775A174EA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09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83" name="Line 108">
                <a:extLst>
                  <a:ext uri="{FF2B5EF4-FFF2-40B4-BE49-F238E27FC236}">
                    <a16:creationId xmlns:a16="http://schemas.microsoft.com/office/drawing/2014/main" id="{85249460-A01E-4EBA-A8B4-48D3726D8D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68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84" name="Line 109">
                <a:extLst>
                  <a:ext uri="{FF2B5EF4-FFF2-40B4-BE49-F238E27FC236}">
                    <a16:creationId xmlns:a16="http://schemas.microsoft.com/office/drawing/2014/main" id="{446D638A-9DFF-48F4-A7D2-612E79809E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68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85" name="Line 110">
                <a:extLst>
                  <a:ext uri="{FF2B5EF4-FFF2-40B4-BE49-F238E27FC236}">
                    <a16:creationId xmlns:a16="http://schemas.microsoft.com/office/drawing/2014/main" id="{9CF79BB2-087C-4E0A-A656-221995E23F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7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86" name="Line 111">
                <a:extLst>
                  <a:ext uri="{FF2B5EF4-FFF2-40B4-BE49-F238E27FC236}">
                    <a16:creationId xmlns:a16="http://schemas.microsoft.com/office/drawing/2014/main" id="{2EA88198-4781-438D-92C1-22A9918681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7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87" name="Line 112">
                <a:extLst>
                  <a:ext uri="{FF2B5EF4-FFF2-40B4-BE49-F238E27FC236}">
                    <a16:creationId xmlns:a16="http://schemas.microsoft.com/office/drawing/2014/main" id="{43E524B5-4A84-48CD-A5C4-1DA75D78D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7086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88" name="Line 113">
                <a:extLst>
                  <a:ext uri="{FF2B5EF4-FFF2-40B4-BE49-F238E27FC236}">
                    <a16:creationId xmlns:a16="http://schemas.microsoft.com/office/drawing/2014/main" id="{67845941-DE79-485B-BAF4-4587B505C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7086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89" name="Line 114">
                <a:extLst>
                  <a:ext uri="{FF2B5EF4-FFF2-40B4-BE49-F238E27FC236}">
                    <a16:creationId xmlns:a16="http://schemas.microsoft.com/office/drawing/2014/main" id="{C07DF2E4-D799-4144-A660-C37E71BFB1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5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90" name="Line 115">
                <a:extLst>
                  <a:ext uri="{FF2B5EF4-FFF2-40B4-BE49-F238E27FC236}">
                    <a16:creationId xmlns:a16="http://schemas.microsoft.com/office/drawing/2014/main" id="{34FC21C3-1548-457F-BCEA-0C287878A3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5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91" name="Line 116">
                <a:extLst>
                  <a:ext uri="{FF2B5EF4-FFF2-40B4-BE49-F238E27FC236}">
                    <a16:creationId xmlns:a16="http://schemas.microsoft.com/office/drawing/2014/main" id="{F80540E8-ED8E-469D-B2AF-B9D819583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5061" y="51538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92" name="Line 117">
                <a:extLst>
                  <a:ext uri="{FF2B5EF4-FFF2-40B4-BE49-F238E27FC236}">
                    <a16:creationId xmlns:a16="http://schemas.microsoft.com/office/drawing/2014/main" id="{2DDEF4A8-D6DD-4050-B0B8-E83E4E42C9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5061" y="51538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93" name="Line 118">
                <a:extLst>
                  <a:ext uri="{FF2B5EF4-FFF2-40B4-BE49-F238E27FC236}">
                    <a16:creationId xmlns:a16="http://schemas.microsoft.com/office/drawing/2014/main" id="{2B313BD6-E827-4E78-A91E-57722411E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7923" y="52951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94" name="Line 119">
                <a:extLst>
                  <a:ext uri="{FF2B5EF4-FFF2-40B4-BE49-F238E27FC236}">
                    <a16:creationId xmlns:a16="http://schemas.microsoft.com/office/drawing/2014/main" id="{C2005544-AB10-4840-895F-EE6126D51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7923" y="52951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95" name="Line 120">
                <a:extLst>
                  <a:ext uri="{FF2B5EF4-FFF2-40B4-BE49-F238E27FC236}">
                    <a16:creationId xmlns:a16="http://schemas.microsoft.com/office/drawing/2014/main" id="{38EBA9F4-96DA-4E46-95B1-6920BE27B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3961" y="54379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96" name="Line 121">
                <a:extLst>
                  <a:ext uri="{FF2B5EF4-FFF2-40B4-BE49-F238E27FC236}">
                    <a16:creationId xmlns:a16="http://schemas.microsoft.com/office/drawing/2014/main" id="{2B3AAC6B-820D-47FF-84F9-CAD7F588F5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3961" y="54379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97" name="Line 122">
                <a:extLst>
                  <a:ext uri="{FF2B5EF4-FFF2-40B4-BE49-F238E27FC236}">
                    <a16:creationId xmlns:a16="http://schemas.microsoft.com/office/drawing/2014/main" id="{9AE6BFB9-5EAD-4A96-9F78-BC6D355352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998" y="558085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98" name="Line 123">
                <a:extLst>
                  <a:ext uri="{FF2B5EF4-FFF2-40B4-BE49-F238E27FC236}">
                    <a16:creationId xmlns:a16="http://schemas.microsoft.com/office/drawing/2014/main" id="{1C19220E-2F60-4BC2-A38D-9654808A6B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998" y="558085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399" name="Line 124">
                <a:extLst>
                  <a:ext uri="{FF2B5EF4-FFF2-40B4-BE49-F238E27FC236}">
                    <a16:creationId xmlns:a16="http://schemas.microsoft.com/office/drawing/2014/main" id="{97A8EDFB-3E8B-4CB2-9E8F-5BF0E701F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3786" y="50125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00" name="Line 125">
                <a:extLst>
                  <a:ext uri="{FF2B5EF4-FFF2-40B4-BE49-F238E27FC236}">
                    <a16:creationId xmlns:a16="http://schemas.microsoft.com/office/drawing/2014/main" id="{74AF46B7-1F07-4EAB-A057-7521E13724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3786" y="50125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01" name="Freeform 126">
                <a:extLst>
                  <a:ext uri="{FF2B5EF4-FFF2-40B4-BE49-F238E27FC236}">
                    <a16:creationId xmlns:a16="http://schemas.microsoft.com/office/drawing/2014/main" id="{E3CB362C-A374-49B4-A455-19A9CB109A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4298" y="5079206"/>
                <a:ext cx="1731962" cy="865188"/>
              </a:xfrm>
              <a:custGeom>
                <a:avLst/>
                <a:gdLst>
                  <a:gd name="T0" fmla="*/ 166 w 1091"/>
                  <a:gd name="T1" fmla="*/ 545 h 545"/>
                  <a:gd name="T2" fmla="*/ 1091 w 1091"/>
                  <a:gd name="T3" fmla="*/ 545 h 545"/>
                  <a:gd name="T4" fmla="*/ 925 w 1091"/>
                  <a:gd name="T5" fmla="*/ 0 h 545"/>
                  <a:gd name="T6" fmla="*/ 0 w 1091"/>
                  <a:gd name="T7" fmla="*/ 0 h 545"/>
                  <a:gd name="T8" fmla="*/ 166 w 1091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1" h="545">
                    <a:moveTo>
                      <a:pt x="166" y="545"/>
                    </a:moveTo>
                    <a:lnTo>
                      <a:pt x="1091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6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02" name="Freeform 127">
                <a:extLst>
                  <a:ext uri="{FF2B5EF4-FFF2-40B4-BE49-F238E27FC236}">
                    <a16:creationId xmlns:a16="http://schemas.microsoft.com/office/drawing/2014/main" id="{D904144A-BF7D-4E7A-B691-77DDD543E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4298" y="5079206"/>
                <a:ext cx="1731962" cy="865188"/>
              </a:xfrm>
              <a:custGeom>
                <a:avLst/>
                <a:gdLst>
                  <a:gd name="T0" fmla="*/ 347 w 2274"/>
                  <a:gd name="T1" fmla="*/ 1135 h 1135"/>
                  <a:gd name="T2" fmla="*/ 2274 w 2274"/>
                  <a:gd name="T3" fmla="*/ 1135 h 1135"/>
                  <a:gd name="T4" fmla="*/ 1927 w 2274"/>
                  <a:gd name="T5" fmla="*/ 0 h 1135"/>
                  <a:gd name="T6" fmla="*/ 0 w 2274"/>
                  <a:gd name="T7" fmla="*/ 0 h 1135"/>
                  <a:gd name="T8" fmla="*/ 347 w 2274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4" h="1135">
                    <a:moveTo>
                      <a:pt x="347" y="1135"/>
                    </a:moveTo>
                    <a:lnTo>
                      <a:pt x="2274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03" name="Line 128">
                <a:extLst>
                  <a:ext uri="{FF2B5EF4-FFF2-40B4-BE49-F238E27FC236}">
                    <a16:creationId xmlns:a16="http://schemas.microsoft.com/office/drawing/2014/main" id="{A1FBE6E1-4079-4304-A304-C0EFB7530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32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04" name="Line 129">
                <a:extLst>
                  <a:ext uri="{FF2B5EF4-FFF2-40B4-BE49-F238E27FC236}">
                    <a16:creationId xmlns:a16="http://schemas.microsoft.com/office/drawing/2014/main" id="{7CBC7459-AE31-4EF9-9A6D-62D6611BAC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32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05" name="Line 130">
                <a:extLst>
                  <a:ext uri="{FF2B5EF4-FFF2-40B4-BE49-F238E27FC236}">
                    <a16:creationId xmlns:a16="http://schemas.microsoft.com/office/drawing/2014/main" id="{18DC638A-0997-4948-95E7-45988C9F5C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1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06" name="Line 131">
                <a:extLst>
                  <a:ext uri="{FF2B5EF4-FFF2-40B4-BE49-F238E27FC236}">
                    <a16:creationId xmlns:a16="http://schemas.microsoft.com/office/drawing/2014/main" id="{0DD8575E-2604-4A14-B66F-F80E965060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1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07" name="Line 132">
                <a:extLst>
                  <a:ext uri="{FF2B5EF4-FFF2-40B4-BE49-F238E27FC236}">
                    <a16:creationId xmlns:a16="http://schemas.microsoft.com/office/drawing/2014/main" id="{A70DF7A3-9E9C-43EF-A7A7-316C0A800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50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08" name="Line 133">
                <a:extLst>
                  <a:ext uri="{FF2B5EF4-FFF2-40B4-BE49-F238E27FC236}">
                    <a16:creationId xmlns:a16="http://schemas.microsoft.com/office/drawing/2014/main" id="{6261750A-B91E-4AF1-BA62-86B27938A9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50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09" name="Line 134">
                <a:extLst>
                  <a:ext uri="{FF2B5EF4-FFF2-40B4-BE49-F238E27FC236}">
                    <a16:creationId xmlns:a16="http://schemas.microsoft.com/office/drawing/2014/main" id="{7BBFF9E8-7615-4DE6-8A62-02D6BDC8E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09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10" name="Line 135">
                <a:extLst>
                  <a:ext uri="{FF2B5EF4-FFF2-40B4-BE49-F238E27FC236}">
                    <a16:creationId xmlns:a16="http://schemas.microsoft.com/office/drawing/2014/main" id="{D9CB98CC-8391-4128-BB3A-2B62477E5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09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11" name="Line 136">
                <a:extLst>
                  <a:ext uri="{FF2B5EF4-FFF2-40B4-BE49-F238E27FC236}">
                    <a16:creationId xmlns:a16="http://schemas.microsoft.com/office/drawing/2014/main" id="{4B9156F6-6614-4AD2-A990-0E71E55483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12" name="Line 137">
                <a:extLst>
                  <a:ext uri="{FF2B5EF4-FFF2-40B4-BE49-F238E27FC236}">
                    <a16:creationId xmlns:a16="http://schemas.microsoft.com/office/drawing/2014/main" id="{DFDC633B-876A-401B-8408-4BC395188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13" name="Line 138">
                <a:extLst>
                  <a:ext uri="{FF2B5EF4-FFF2-40B4-BE49-F238E27FC236}">
                    <a16:creationId xmlns:a16="http://schemas.microsoft.com/office/drawing/2014/main" id="{811DCC25-4B3F-4E6B-AC35-BCF897682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2711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14" name="Line 139">
                <a:extLst>
                  <a:ext uri="{FF2B5EF4-FFF2-40B4-BE49-F238E27FC236}">
                    <a16:creationId xmlns:a16="http://schemas.microsoft.com/office/drawing/2014/main" id="{44CECB83-AD36-4EF3-88B6-BA2BD704D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2711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15" name="Line 140">
                <a:extLst>
                  <a:ext uri="{FF2B5EF4-FFF2-40B4-BE49-F238E27FC236}">
                    <a16:creationId xmlns:a16="http://schemas.microsoft.com/office/drawing/2014/main" id="{C9B67207-719E-4496-93D9-EDF217E5DD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3198" y="53713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16" name="Line 141">
                <a:extLst>
                  <a:ext uri="{FF2B5EF4-FFF2-40B4-BE49-F238E27FC236}">
                    <a16:creationId xmlns:a16="http://schemas.microsoft.com/office/drawing/2014/main" id="{5CF3F777-182A-45E7-9195-1BE40AB7F0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3198" y="53713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17" name="Line 142">
                <a:extLst>
                  <a:ext uri="{FF2B5EF4-FFF2-40B4-BE49-F238E27FC236}">
                    <a16:creationId xmlns:a16="http://schemas.microsoft.com/office/drawing/2014/main" id="{55C9F827-11EB-45DF-8A26-FCC5163C7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7648" y="55125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18" name="Line 143">
                <a:extLst>
                  <a:ext uri="{FF2B5EF4-FFF2-40B4-BE49-F238E27FC236}">
                    <a16:creationId xmlns:a16="http://schemas.microsoft.com/office/drawing/2014/main" id="{90531EE6-3EDC-4EBD-A238-55A6EC097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7648" y="55125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19" name="Line 144">
                <a:extLst>
                  <a:ext uri="{FF2B5EF4-FFF2-40B4-BE49-F238E27FC236}">
                    <a16:creationId xmlns:a16="http://schemas.microsoft.com/office/drawing/2014/main" id="{E2D1243F-2602-4656-A93E-E32D757AF7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2098" y="56538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20" name="Line 145">
                <a:extLst>
                  <a:ext uri="{FF2B5EF4-FFF2-40B4-BE49-F238E27FC236}">
                    <a16:creationId xmlns:a16="http://schemas.microsoft.com/office/drawing/2014/main" id="{15D3F8E4-CCBF-451D-BDE8-743C955ECB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2098" y="56538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21" name="Line 146">
                <a:extLst>
                  <a:ext uri="{FF2B5EF4-FFF2-40B4-BE49-F238E27FC236}">
                    <a16:creationId xmlns:a16="http://schemas.microsoft.com/office/drawing/2014/main" id="{C4D2CA1A-53D9-456A-9BA7-B8F6D6764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136" y="57951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22" name="Line 147">
                <a:extLst>
                  <a:ext uri="{FF2B5EF4-FFF2-40B4-BE49-F238E27FC236}">
                    <a16:creationId xmlns:a16="http://schemas.microsoft.com/office/drawing/2014/main" id="{7CA9BA47-37D2-43E5-870B-C17D58C07F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136" y="57951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23" name="Line 148">
                <a:extLst>
                  <a:ext uri="{FF2B5EF4-FFF2-40B4-BE49-F238E27FC236}">
                    <a16:creationId xmlns:a16="http://schemas.microsoft.com/office/drawing/2014/main" id="{85729288-D09D-47FB-8D96-6F76716CC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3511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424" name="Line 149">
                <a:extLst>
                  <a:ext uri="{FF2B5EF4-FFF2-40B4-BE49-F238E27FC236}">
                    <a16:creationId xmlns:a16="http://schemas.microsoft.com/office/drawing/2014/main" id="{0B367D68-BE79-4419-8F58-CFE1C6D91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3511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</p:grpSp>
        <p:grpSp>
          <p:nvGrpSpPr>
            <p:cNvPr id="194" name="Gruppieren 90">
              <a:extLst>
                <a:ext uri="{FF2B5EF4-FFF2-40B4-BE49-F238E27FC236}">
                  <a16:creationId xmlns:a16="http://schemas.microsoft.com/office/drawing/2014/main" id="{C7DD0E81-2C51-407D-B37F-3C2315C7335B}"/>
                </a:ext>
              </a:extLst>
            </p:cNvPr>
            <p:cNvGrpSpPr/>
            <p:nvPr/>
          </p:nvGrpSpPr>
          <p:grpSpPr>
            <a:xfrm>
              <a:off x="5946126" y="1666563"/>
              <a:ext cx="481733" cy="463274"/>
              <a:chOff x="7927976" y="1435100"/>
              <a:chExt cx="1479550" cy="1582738"/>
            </a:xfrm>
            <a:solidFill>
              <a:schemeClr val="accent1"/>
            </a:solidFill>
          </p:grpSpPr>
          <p:sp>
            <p:nvSpPr>
              <p:cNvPr id="197" name="Freeform 322">
                <a:extLst>
                  <a:ext uri="{FF2B5EF4-FFF2-40B4-BE49-F238E27FC236}">
                    <a16:creationId xmlns:a16="http://schemas.microsoft.com/office/drawing/2014/main" id="{A7FE0E9E-A960-4FDF-97AF-6A214510E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6813" y="2133600"/>
                <a:ext cx="44450" cy="161925"/>
              </a:xfrm>
              <a:custGeom>
                <a:avLst/>
                <a:gdLst>
                  <a:gd name="T0" fmla="*/ 11 w 11"/>
                  <a:gd name="T1" fmla="*/ 37 h 41"/>
                  <a:gd name="T2" fmla="*/ 11 w 11"/>
                  <a:gd name="T3" fmla="*/ 32 h 41"/>
                  <a:gd name="T4" fmla="*/ 11 w 11"/>
                  <a:gd name="T5" fmla="*/ 22 h 41"/>
                  <a:gd name="T6" fmla="*/ 11 w 11"/>
                  <a:gd name="T7" fmla="*/ 18 h 41"/>
                  <a:gd name="T8" fmla="*/ 11 w 11"/>
                  <a:gd name="T9" fmla="*/ 13 h 41"/>
                  <a:gd name="T10" fmla="*/ 11 w 11"/>
                  <a:gd name="T11" fmla="*/ 4 h 41"/>
                  <a:gd name="T12" fmla="*/ 11 w 11"/>
                  <a:gd name="T13" fmla="*/ 3 h 41"/>
                  <a:gd name="T14" fmla="*/ 10 w 11"/>
                  <a:gd name="T15" fmla="*/ 2 h 41"/>
                  <a:gd name="T16" fmla="*/ 9 w 11"/>
                  <a:gd name="T17" fmla="*/ 1 h 41"/>
                  <a:gd name="T18" fmla="*/ 6 w 11"/>
                  <a:gd name="T19" fmla="*/ 0 h 41"/>
                  <a:gd name="T20" fmla="*/ 4 w 11"/>
                  <a:gd name="T21" fmla="*/ 0 h 41"/>
                  <a:gd name="T22" fmla="*/ 2 w 11"/>
                  <a:gd name="T23" fmla="*/ 1 h 41"/>
                  <a:gd name="T24" fmla="*/ 1 w 11"/>
                  <a:gd name="T25" fmla="*/ 3 h 41"/>
                  <a:gd name="T26" fmla="*/ 1 w 11"/>
                  <a:gd name="T27" fmla="*/ 15 h 41"/>
                  <a:gd name="T28" fmla="*/ 1 w 11"/>
                  <a:gd name="T29" fmla="*/ 21 h 41"/>
                  <a:gd name="T30" fmla="*/ 1 w 11"/>
                  <a:gd name="T31" fmla="*/ 26 h 41"/>
                  <a:gd name="T32" fmla="*/ 0 w 11"/>
                  <a:gd name="T33" fmla="*/ 32 h 41"/>
                  <a:gd name="T34" fmla="*/ 0 w 11"/>
                  <a:gd name="T35" fmla="*/ 38 h 41"/>
                  <a:gd name="T36" fmla="*/ 0 w 11"/>
                  <a:gd name="T37" fmla="*/ 40 h 41"/>
                  <a:gd name="T38" fmla="*/ 2 w 11"/>
                  <a:gd name="T39" fmla="*/ 41 h 41"/>
                  <a:gd name="T40" fmla="*/ 4 w 11"/>
                  <a:gd name="T41" fmla="*/ 41 h 41"/>
                  <a:gd name="T42" fmla="*/ 7 w 11"/>
                  <a:gd name="T43" fmla="*/ 41 h 41"/>
                  <a:gd name="T44" fmla="*/ 9 w 11"/>
                  <a:gd name="T45" fmla="*/ 41 h 41"/>
                  <a:gd name="T46" fmla="*/ 10 w 11"/>
                  <a:gd name="T47" fmla="*/ 41 h 41"/>
                  <a:gd name="T48" fmla="*/ 11 w 11"/>
                  <a:gd name="T49" fmla="*/ 41 h 41"/>
                  <a:gd name="T50" fmla="*/ 11 w 11"/>
                  <a:gd name="T51" fmla="*/ 41 h 41"/>
                  <a:gd name="T52" fmla="*/ 11 w 11"/>
                  <a:gd name="T53" fmla="*/ 3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" h="41">
                    <a:moveTo>
                      <a:pt x="11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2"/>
                    </a:cubicBezTo>
                    <a:cubicBezTo>
                      <a:pt x="11" y="21"/>
                      <a:pt x="11" y="19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0" y="10"/>
                      <a:pt x="10" y="7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1"/>
                    </a:cubicBezTo>
                    <a:cubicBezTo>
                      <a:pt x="1" y="1"/>
                      <a:pt x="1" y="1"/>
                      <a:pt x="1" y="3"/>
                    </a:cubicBezTo>
                    <a:cubicBezTo>
                      <a:pt x="1" y="7"/>
                      <a:pt x="1" y="11"/>
                      <a:pt x="1" y="15"/>
                    </a:cubicBezTo>
                    <a:cubicBezTo>
                      <a:pt x="1" y="17"/>
                      <a:pt x="1" y="19"/>
                      <a:pt x="1" y="21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0" y="32"/>
                    </a:cubicBezTo>
                    <a:cubicBezTo>
                      <a:pt x="0" y="34"/>
                      <a:pt x="0" y="36"/>
                      <a:pt x="0" y="38"/>
                    </a:cubicBezTo>
                    <a:cubicBezTo>
                      <a:pt x="0" y="38"/>
                      <a:pt x="0" y="40"/>
                      <a:pt x="0" y="40"/>
                    </a:cubicBezTo>
                    <a:cubicBezTo>
                      <a:pt x="1" y="41"/>
                      <a:pt x="1" y="41"/>
                      <a:pt x="2" y="41"/>
                    </a:cubicBezTo>
                    <a:cubicBezTo>
                      <a:pt x="3" y="41"/>
                      <a:pt x="4" y="41"/>
                      <a:pt x="4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9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39"/>
                      <a:pt x="11" y="38"/>
                      <a:pt x="11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98" name="Freeform 323">
                <a:extLst>
                  <a:ext uri="{FF2B5EF4-FFF2-40B4-BE49-F238E27FC236}">
                    <a16:creationId xmlns:a16="http://schemas.microsoft.com/office/drawing/2014/main" id="{A2C20B00-0842-4A9B-9790-144E9EE67C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6813" y="2133600"/>
                <a:ext cx="44450" cy="161925"/>
              </a:xfrm>
              <a:custGeom>
                <a:avLst/>
                <a:gdLst>
                  <a:gd name="T0" fmla="*/ 11 w 11"/>
                  <a:gd name="T1" fmla="*/ 37 h 41"/>
                  <a:gd name="T2" fmla="*/ 11 w 11"/>
                  <a:gd name="T3" fmla="*/ 32 h 41"/>
                  <a:gd name="T4" fmla="*/ 11 w 11"/>
                  <a:gd name="T5" fmla="*/ 22 h 41"/>
                  <a:gd name="T6" fmla="*/ 11 w 11"/>
                  <a:gd name="T7" fmla="*/ 18 h 41"/>
                  <a:gd name="T8" fmla="*/ 11 w 11"/>
                  <a:gd name="T9" fmla="*/ 13 h 41"/>
                  <a:gd name="T10" fmla="*/ 11 w 11"/>
                  <a:gd name="T11" fmla="*/ 4 h 41"/>
                  <a:gd name="T12" fmla="*/ 11 w 11"/>
                  <a:gd name="T13" fmla="*/ 3 h 41"/>
                  <a:gd name="T14" fmla="*/ 10 w 11"/>
                  <a:gd name="T15" fmla="*/ 2 h 41"/>
                  <a:gd name="T16" fmla="*/ 9 w 11"/>
                  <a:gd name="T17" fmla="*/ 1 h 41"/>
                  <a:gd name="T18" fmla="*/ 6 w 11"/>
                  <a:gd name="T19" fmla="*/ 0 h 41"/>
                  <a:gd name="T20" fmla="*/ 4 w 11"/>
                  <a:gd name="T21" fmla="*/ 0 h 41"/>
                  <a:gd name="T22" fmla="*/ 2 w 11"/>
                  <a:gd name="T23" fmla="*/ 1 h 41"/>
                  <a:gd name="T24" fmla="*/ 1 w 11"/>
                  <a:gd name="T25" fmla="*/ 3 h 41"/>
                  <a:gd name="T26" fmla="*/ 1 w 11"/>
                  <a:gd name="T27" fmla="*/ 15 h 41"/>
                  <a:gd name="T28" fmla="*/ 1 w 11"/>
                  <a:gd name="T29" fmla="*/ 21 h 41"/>
                  <a:gd name="T30" fmla="*/ 1 w 11"/>
                  <a:gd name="T31" fmla="*/ 26 h 41"/>
                  <a:gd name="T32" fmla="*/ 0 w 11"/>
                  <a:gd name="T33" fmla="*/ 32 h 41"/>
                  <a:gd name="T34" fmla="*/ 0 w 11"/>
                  <a:gd name="T35" fmla="*/ 38 h 41"/>
                  <a:gd name="T36" fmla="*/ 0 w 11"/>
                  <a:gd name="T37" fmla="*/ 40 h 41"/>
                  <a:gd name="T38" fmla="*/ 2 w 11"/>
                  <a:gd name="T39" fmla="*/ 41 h 41"/>
                  <a:gd name="T40" fmla="*/ 4 w 11"/>
                  <a:gd name="T41" fmla="*/ 41 h 41"/>
                  <a:gd name="T42" fmla="*/ 7 w 11"/>
                  <a:gd name="T43" fmla="*/ 41 h 41"/>
                  <a:gd name="T44" fmla="*/ 9 w 11"/>
                  <a:gd name="T45" fmla="*/ 41 h 41"/>
                  <a:gd name="T46" fmla="*/ 10 w 11"/>
                  <a:gd name="T47" fmla="*/ 41 h 41"/>
                  <a:gd name="T48" fmla="*/ 11 w 11"/>
                  <a:gd name="T49" fmla="*/ 41 h 41"/>
                  <a:gd name="T50" fmla="*/ 11 w 11"/>
                  <a:gd name="T51" fmla="*/ 41 h 41"/>
                  <a:gd name="T52" fmla="*/ 11 w 11"/>
                  <a:gd name="T53" fmla="*/ 3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" h="41">
                    <a:moveTo>
                      <a:pt x="11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2"/>
                    </a:cubicBezTo>
                    <a:cubicBezTo>
                      <a:pt x="11" y="21"/>
                      <a:pt x="11" y="19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0" y="10"/>
                      <a:pt x="10" y="7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1"/>
                    </a:cubicBezTo>
                    <a:cubicBezTo>
                      <a:pt x="1" y="1"/>
                      <a:pt x="1" y="1"/>
                      <a:pt x="1" y="3"/>
                    </a:cubicBezTo>
                    <a:cubicBezTo>
                      <a:pt x="1" y="7"/>
                      <a:pt x="1" y="11"/>
                      <a:pt x="1" y="15"/>
                    </a:cubicBezTo>
                    <a:cubicBezTo>
                      <a:pt x="1" y="17"/>
                      <a:pt x="1" y="19"/>
                      <a:pt x="1" y="21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0" y="32"/>
                    </a:cubicBezTo>
                    <a:cubicBezTo>
                      <a:pt x="0" y="34"/>
                      <a:pt x="0" y="36"/>
                      <a:pt x="0" y="38"/>
                    </a:cubicBezTo>
                    <a:cubicBezTo>
                      <a:pt x="0" y="38"/>
                      <a:pt x="0" y="40"/>
                      <a:pt x="0" y="40"/>
                    </a:cubicBezTo>
                    <a:cubicBezTo>
                      <a:pt x="1" y="41"/>
                      <a:pt x="1" y="41"/>
                      <a:pt x="2" y="41"/>
                    </a:cubicBezTo>
                    <a:cubicBezTo>
                      <a:pt x="3" y="41"/>
                      <a:pt x="4" y="41"/>
                      <a:pt x="4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9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39"/>
                      <a:pt x="11" y="38"/>
                      <a:pt x="11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99" name="Freeform 324">
                <a:extLst>
                  <a:ext uri="{FF2B5EF4-FFF2-40B4-BE49-F238E27FC236}">
                    <a16:creationId xmlns:a16="http://schemas.microsoft.com/office/drawing/2014/main" id="{EFFC77EA-9907-4B08-8717-B926D09678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0613" y="1435100"/>
                <a:ext cx="195263" cy="741363"/>
              </a:xfrm>
              <a:custGeom>
                <a:avLst/>
                <a:gdLst>
                  <a:gd name="T0" fmla="*/ 1 w 49"/>
                  <a:gd name="T1" fmla="*/ 131 h 187"/>
                  <a:gd name="T2" fmla="*/ 1 w 49"/>
                  <a:gd name="T3" fmla="*/ 141 h 187"/>
                  <a:gd name="T4" fmla="*/ 5 w 49"/>
                  <a:gd name="T5" fmla="*/ 161 h 187"/>
                  <a:gd name="T6" fmla="*/ 7 w 49"/>
                  <a:gd name="T7" fmla="*/ 171 h 187"/>
                  <a:gd name="T8" fmla="*/ 12 w 49"/>
                  <a:gd name="T9" fmla="*/ 182 h 187"/>
                  <a:gd name="T10" fmla="*/ 30 w 49"/>
                  <a:gd name="T11" fmla="*/ 185 h 187"/>
                  <a:gd name="T12" fmla="*/ 44 w 49"/>
                  <a:gd name="T13" fmla="*/ 176 h 187"/>
                  <a:gd name="T14" fmla="*/ 49 w 49"/>
                  <a:gd name="T15" fmla="*/ 164 h 187"/>
                  <a:gd name="T16" fmla="*/ 49 w 49"/>
                  <a:gd name="T17" fmla="*/ 152 h 187"/>
                  <a:gd name="T18" fmla="*/ 49 w 49"/>
                  <a:gd name="T19" fmla="*/ 139 h 187"/>
                  <a:gd name="T20" fmla="*/ 47 w 49"/>
                  <a:gd name="T21" fmla="*/ 126 h 187"/>
                  <a:gd name="T22" fmla="*/ 48 w 49"/>
                  <a:gd name="T23" fmla="*/ 114 h 187"/>
                  <a:gd name="T24" fmla="*/ 49 w 49"/>
                  <a:gd name="T25" fmla="*/ 95 h 187"/>
                  <a:gd name="T26" fmla="*/ 49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1 w 49"/>
                  <a:gd name="T35" fmla="*/ 34 h 187"/>
                  <a:gd name="T36" fmla="*/ 39 w 49"/>
                  <a:gd name="T37" fmla="*/ 25 h 187"/>
                  <a:gd name="T38" fmla="*/ 34 w 49"/>
                  <a:gd name="T39" fmla="*/ 7 h 187"/>
                  <a:gd name="T40" fmla="*/ 31 w 49"/>
                  <a:gd name="T41" fmla="*/ 3 h 187"/>
                  <a:gd name="T42" fmla="*/ 30 w 49"/>
                  <a:gd name="T43" fmla="*/ 1 h 187"/>
                  <a:gd name="T44" fmla="*/ 26 w 49"/>
                  <a:gd name="T45" fmla="*/ 2 h 187"/>
                  <a:gd name="T46" fmla="*/ 23 w 49"/>
                  <a:gd name="T47" fmla="*/ 8 h 187"/>
                  <a:gd name="T48" fmla="*/ 13 w 49"/>
                  <a:gd name="T49" fmla="*/ 38 h 187"/>
                  <a:gd name="T50" fmla="*/ 8 w 49"/>
                  <a:gd name="T51" fmla="*/ 55 h 187"/>
                  <a:gd name="T52" fmla="*/ 3 w 49"/>
                  <a:gd name="T53" fmla="*/ 69 h 187"/>
                  <a:gd name="T54" fmla="*/ 1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1" y="131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1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7" y="171"/>
                    </a:cubicBezTo>
                    <a:cubicBezTo>
                      <a:pt x="8" y="174"/>
                      <a:pt x="11" y="182"/>
                      <a:pt x="12" y="182"/>
                    </a:cubicBezTo>
                    <a:cubicBezTo>
                      <a:pt x="13" y="182"/>
                      <a:pt x="27" y="187"/>
                      <a:pt x="30" y="185"/>
                    </a:cubicBezTo>
                    <a:cubicBezTo>
                      <a:pt x="30" y="185"/>
                      <a:pt x="43" y="178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3"/>
                      <a:pt x="49" y="139"/>
                    </a:cubicBezTo>
                    <a:cubicBezTo>
                      <a:pt x="48" y="135"/>
                      <a:pt x="47" y="131"/>
                      <a:pt x="47" y="126"/>
                    </a:cubicBezTo>
                    <a:cubicBezTo>
                      <a:pt x="47" y="122"/>
                      <a:pt x="48" y="118"/>
                      <a:pt x="48" y="114"/>
                    </a:cubicBezTo>
                    <a:cubicBezTo>
                      <a:pt x="48" y="112"/>
                      <a:pt x="48" y="97"/>
                      <a:pt x="49" y="95"/>
                    </a:cubicBezTo>
                    <a:cubicBezTo>
                      <a:pt x="49" y="93"/>
                      <a:pt x="49" y="91"/>
                      <a:pt x="49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7" y="73"/>
                      <a:pt x="43" y="58"/>
                      <a:pt x="43" y="56"/>
                    </a:cubicBezTo>
                    <a:cubicBezTo>
                      <a:pt x="43" y="54"/>
                      <a:pt x="43" y="52"/>
                      <a:pt x="42" y="51"/>
                    </a:cubicBezTo>
                    <a:cubicBezTo>
                      <a:pt x="42" y="49"/>
                      <a:pt x="41" y="35"/>
                      <a:pt x="41" y="34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8" y="24"/>
                      <a:pt x="35" y="8"/>
                      <a:pt x="34" y="7"/>
                    </a:cubicBezTo>
                    <a:cubicBezTo>
                      <a:pt x="33" y="4"/>
                      <a:pt x="32" y="4"/>
                      <a:pt x="31" y="3"/>
                    </a:cubicBezTo>
                    <a:cubicBezTo>
                      <a:pt x="31" y="2"/>
                      <a:pt x="30" y="2"/>
                      <a:pt x="30" y="1"/>
                    </a:cubicBezTo>
                    <a:cubicBezTo>
                      <a:pt x="29" y="1"/>
                      <a:pt x="26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6" y="60"/>
                      <a:pt x="5" y="62"/>
                      <a:pt x="3" y="69"/>
                    </a:cubicBezTo>
                    <a:cubicBezTo>
                      <a:pt x="3" y="72"/>
                      <a:pt x="1" y="126"/>
                      <a:pt x="1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00" name="Freeform 325">
                <a:extLst>
                  <a:ext uri="{FF2B5EF4-FFF2-40B4-BE49-F238E27FC236}">
                    <a16:creationId xmlns:a16="http://schemas.microsoft.com/office/drawing/2014/main" id="{4FEC97DC-A514-4FC3-857C-A74067D92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0613" y="1435100"/>
                <a:ext cx="195263" cy="741363"/>
              </a:xfrm>
              <a:custGeom>
                <a:avLst/>
                <a:gdLst>
                  <a:gd name="T0" fmla="*/ 1 w 49"/>
                  <a:gd name="T1" fmla="*/ 131 h 187"/>
                  <a:gd name="T2" fmla="*/ 1 w 49"/>
                  <a:gd name="T3" fmla="*/ 141 h 187"/>
                  <a:gd name="T4" fmla="*/ 5 w 49"/>
                  <a:gd name="T5" fmla="*/ 161 h 187"/>
                  <a:gd name="T6" fmla="*/ 7 w 49"/>
                  <a:gd name="T7" fmla="*/ 171 h 187"/>
                  <a:gd name="T8" fmla="*/ 12 w 49"/>
                  <a:gd name="T9" fmla="*/ 182 h 187"/>
                  <a:gd name="T10" fmla="*/ 30 w 49"/>
                  <a:gd name="T11" fmla="*/ 185 h 187"/>
                  <a:gd name="T12" fmla="*/ 44 w 49"/>
                  <a:gd name="T13" fmla="*/ 176 h 187"/>
                  <a:gd name="T14" fmla="*/ 49 w 49"/>
                  <a:gd name="T15" fmla="*/ 164 h 187"/>
                  <a:gd name="T16" fmla="*/ 49 w 49"/>
                  <a:gd name="T17" fmla="*/ 152 h 187"/>
                  <a:gd name="T18" fmla="*/ 49 w 49"/>
                  <a:gd name="T19" fmla="*/ 139 h 187"/>
                  <a:gd name="T20" fmla="*/ 47 w 49"/>
                  <a:gd name="T21" fmla="*/ 126 h 187"/>
                  <a:gd name="T22" fmla="*/ 48 w 49"/>
                  <a:gd name="T23" fmla="*/ 114 h 187"/>
                  <a:gd name="T24" fmla="*/ 49 w 49"/>
                  <a:gd name="T25" fmla="*/ 95 h 187"/>
                  <a:gd name="T26" fmla="*/ 49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1 w 49"/>
                  <a:gd name="T35" fmla="*/ 34 h 187"/>
                  <a:gd name="T36" fmla="*/ 39 w 49"/>
                  <a:gd name="T37" fmla="*/ 25 h 187"/>
                  <a:gd name="T38" fmla="*/ 34 w 49"/>
                  <a:gd name="T39" fmla="*/ 7 h 187"/>
                  <a:gd name="T40" fmla="*/ 31 w 49"/>
                  <a:gd name="T41" fmla="*/ 3 h 187"/>
                  <a:gd name="T42" fmla="*/ 30 w 49"/>
                  <a:gd name="T43" fmla="*/ 1 h 187"/>
                  <a:gd name="T44" fmla="*/ 26 w 49"/>
                  <a:gd name="T45" fmla="*/ 2 h 187"/>
                  <a:gd name="T46" fmla="*/ 23 w 49"/>
                  <a:gd name="T47" fmla="*/ 8 h 187"/>
                  <a:gd name="T48" fmla="*/ 13 w 49"/>
                  <a:gd name="T49" fmla="*/ 38 h 187"/>
                  <a:gd name="T50" fmla="*/ 8 w 49"/>
                  <a:gd name="T51" fmla="*/ 55 h 187"/>
                  <a:gd name="T52" fmla="*/ 3 w 49"/>
                  <a:gd name="T53" fmla="*/ 69 h 187"/>
                  <a:gd name="T54" fmla="*/ 1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1" y="131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1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7" y="171"/>
                    </a:cubicBezTo>
                    <a:cubicBezTo>
                      <a:pt x="8" y="174"/>
                      <a:pt x="11" y="182"/>
                      <a:pt x="12" y="182"/>
                    </a:cubicBezTo>
                    <a:cubicBezTo>
                      <a:pt x="13" y="182"/>
                      <a:pt x="27" y="187"/>
                      <a:pt x="30" y="185"/>
                    </a:cubicBezTo>
                    <a:cubicBezTo>
                      <a:pt x="30" y="185"/>
                      <a:pt x="43" y="178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3"/>
                      <a:pt x="49" y="139"/>
                    </a:cubicBezTo>
                    <a:cubicBezTo>
                      <a:pt x="48" y="135"/>
                      <a:pt x="47" y="131"/>
                      <a:pt x="47" y="126"/>
                    </a:cubicBezTo>
                    <a:cubicBezTo>
                      <a:pt x="47" y="122"/>
                      <a:pt x="48" y="118"/>
                      <a:pt x="48" y="114"/>
                    </a:cubicBezTo>
                    <a:cubicBezTo>
                      <a:pt x="48" y="112"/>
                      <a:pt x="48" y="97"/>
                      <a:pt x="49" y="95"/>
                    </a:cubicBezTo>
                    <a:cubicBezTo>
                      <a:pt x="49" y="93"/>
                      <a:pt x="49" y="91"/>
                      <a:pt x="49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7" y="73"/>
                      <a:pt x="43" y="58"/>
                      <a:pt x="43" y="56"/>
                    </a:cubicBezTo>
                    <a:cubicBezTo>
                      <a:pt x="43" y="54"/>
                      <a:pt x="43" y="52"/>
                      <a:pt x="42" y="51"/>
                    </a:cubicBezTo>
                    <a:cubicBezTo>
                      <a:pt x="42" y="49"/>
                      <a:pt x="41" y="35"/>
                      <a:pt x="41" y="34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8" y="24"/>
                      <a:pt x="35" y="8"/>
                      <a:pt x="34" y="7"/>
                    </a:cubicBezTo>
                    <a:cubicBezTo>
                      <a:pt x="33" y="4"/>
                      <a:pt x="32" y="4"/>
                      <a:pt x="31" y="3"/>
                    </a:cubicBezTo>
                    <a:cubicBezTo>
                      <a:pt x="31" y="2"/>
                      <a:pt x="30" y="2"/>
                      <a:pt x="30" y="1"/>
                    </a:cubicBezTo>
                    <a:cubicBezTo>
                      <a:pt x="29" y="1"/>
                      <a:pt x="26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6" y="60"/>
                      <a:pt x="5" y="62"/>
                      <a:pt x="3" y="69"/>
                    </a:cubicBezTo>
                    <a:cubicBezTo>
                      <a:pt x="3" y="72"/>
                      <a:pt x="1" y="126"/>
                      <a:pt x="1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01" name="Freeform 326">
                <a:extLst>
                  <a:ext uri="{FF2B5EF4-FFF2-40B4-BE49-F238E27FC236}">
                    <a16:creationId xmlns:a16="http://schemas.microsoft.com/office/drawing/2014/main" id="{B0D710A8-0FE1-457D-AE25-C536D3C71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8363" y="2117725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7 h 49"/>
                  <a:gd name="T22" fmla="*/ 19 w 21"/>
                  <a:gd name="T23" fmla="*/ 26 h 49"/>
                  <a:gd name="T24" fmla="*/ 20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3" y="17"/>
                    </a:cubicBezTo>
                    <a:cubicBezTo>
                      <a:pt x="3" y="20"/>
                      <a:pt x="2" y="22"/>
                      <a:pt x="2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02" name="Freeform 327">
                <a:extLst>
                  <a:ext uri="{FF2B5EF4-FFF2-40B4-BE49-F238E27FC236}">
                    <a16:creationId xmlns:a16="http://schemas.microsoft.com/office/drawing/2014/main" id="{E4BD17E9-61AD-493A-B4BD-BFD448E455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8363" y="2117725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7 h 49"/>
                  <a:gd name="T22" fmla="*/ 19 w 21"/>
                  <a:gd name="T23" fmla="*/ 26 h 49"/>
                  <a:gd name="T24" fmla="*/ 20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3" y="17"/>
                    </a:cubicBezTo>
                    <a:cubicBezTo>
                      <a:pt x="3" y="20"/>
                      <a:pt x="2" y="22"/>
                      <a:pt x="2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03" name="Freeform 328">
                <a:extLst>
                  <a:ext uri="{FF2B5EF4-FFF2-40B4-BE49-F238E27FC236}">
                    <a16:creationId xmlns:a16="http://schemas.microsoft.com/office/drawing/2014/main" id="{48A16EB7-3C2D-4B13-A1D3-3C4205F48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74051" y="1668463"/>
                <a:ext cx="501650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6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80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5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6" y="112"/>
                      <a:pt x="18" y="114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3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80" y="1"/>
                    </a:cubicBezTo>
                    <a:cubicBezTo>
                      <a:pt x="78" y="1"/>
                      <a:pt x="77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2" y="58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04" name="Freeform 329">
                <a:extLst>
                  <a:ext uri="{FF2B5EF4-FFF2-40B4-BE49-F238E27FC236}">
                    <a16:creationId xmlns:a16="http://schemas.microsoft.com/office/drawing/2014/main" id="{4CF600FF-9CF6-4046-B6E5-08580756A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74051" y="1668463"/>
                <a:ext cx="501650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6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80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5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6" y="112"/>
                      <a:pt x="18" y="114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3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80" y="1"/>
                    </a:cubicBezTo>
                    <a:cubicBezTo>
                      <a:pt x="78" y="1"/>
                      <a:pt x="77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2" y="58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05" name="Freeform 330">
                <a:extLst>
                  <a:ext uri="{FF2B5EF4-FFF2-40B4-BE49-F238E27FC236}">
                    <a16:creationId xmlns:a16="http://schemas.microsoft.com/office/drawing/2014/main" id="{83125A47-D9DE-40B5-AF11-1648A31C4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1451" y="2160588"/>
                <a:ext cx="82550" cy="190500"/>
              </a:xfrm>
              <a:custGeom>
                <a:avLst/>
                <a:gdLst>
                  <a:gd name="T0" fmla="*/ 1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9 w 21"/>
                  <a:gd name="T7" fmla="*/ 48 h 48"/>
                  <a:gd name="T8" fmla="*/ 13 w 21"/>
                  <a:gd name="T9" fmla="*/ 48 h 48"/>
                  <a:gd name="T10" fmla="*/ 18 w 21"/>
                  <a:gd name="T11" fmla="*/ 48 h 48"/>
                  <a:gd name="T12" fmla="*/ 20 w 21"/>
                  <a:gd name="T13" fmla="*/ 48 h 48"/>
                  <a:gd name="T14" fmla="*/ 21 w 21"/>
                  <a:gd name="T15" fmla="*/ 48 h 48"/>
                  <a:gd name="T16" fmla="*/ 21 w 21"/>
                  <a:gd name="T17" fmla="*/ 48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20 w 21"/>
                  <a:gd name="T27" fmla="*/ 15 h 48"/>
                  <a:gd name="T28" fmla="*/ 20 w 21"/>
                  <a:gd name="T29" fmla="*/ 4 h 48"/>
                  <a:gd name="T30" fmla="*/ 20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1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9" y="48"/>
                    </a:cubicBezTo>
                    <a:cubicBezTo>
                      <a:pt x="10" y="48"/>
                      <a:pt x="12" y="48"/>
                      <a:pt x="13" y="48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1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4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0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2"/>
                      <a:pt x="3" y="17"/>
                    </a:cubicBezTo>
                    <a:cubicBezTo>
                      <a:pt x="3" y="19"/>
                      <a:pt x="3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2" y="35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06" name="Freeform 331">
                <a:extLst>
                  <a:ext uri="{FF2B5EF4-FFF2-40B4-BE49-F238E27FC236}">
                    <a16:creationId xmlns:a16="http://schemas.microsoft.com/office/drawing/2014/main" id="{7FC04465-466E-4D60-AA3D-7DA491E81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1451" y="2160588"/>
                <a:ext cx="82550" cy="190500"/>
              </a:xfrm>
              <a:custGeom>
                <a:avLst/>
                <a:gdLst>
                  <a:gd name="T0" fmla="*/ 1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9 w 21"/>
                  <a:gd name="T7" fmla="*/ 48 h 48"/>
                  <a:gd name="T8" fmla="*/ 13 w 21"/>
                  <a:gd name="T9" fmla="*/ 48 h 48"/>
                  <a:gd name="T10" fmla="*/ 18 w 21"/>
                  <a:gd name="T11" fmla="*/ 48 h 48"/>
                  <a:gd name="T12" fmla="*/ 20 w 21"/>
                  <a:gd name="T13" fmla="*/ 48 h 48"/>
                  <a:gd name="T14" fmla="*/ 21 w 21"/>
                  <a:gd name="T15" fmla="*/ 48 h 48"/>
                  <a:gd name="T16" fmla="*/ 21 w 21"/>
                  <a:gd name="T17" fmla="*/ 48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20 w 21"/>
                  <a:gd name="T27" fmla="*/ 15 h 48"/>
                  <a:gd name="T28" fmla="*/ 20 w 21"/>
                  <a:gd name="T29" fmla="*/ 4 h 48"/>
                  <a:gd name="T30" fmla="*/ 20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1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9" y="48"/>
                    </a:cubicBezTo>
                    <a:cubicBezTo>
                      <a:pt x="10" y="48"/>
                      <a:pt x="12" y="48"/>
                      <a:pt x="13" y="48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1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4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0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2"/>
                      <a:pt x="3" y="17"/>
                    </a:cubicBezTo>
                    <a:cubicBezTo>
                      <a:pt x="3" y="19"/>
                      <a:pt x="3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2" y="35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07" name="Freeform 332">
                <a:extLst>
                  <a:ext uri="{FF2B5EF4-FFF2-40B4-BE49-F238E27FC236}">
                    <a16:creationId xmlns:a16="http://schemas.microsoft.com/office/drawing/2014/main" id="{2804C588-D57F-4358-8423-A815543DCC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171291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1 w 127"/>
                  <a:gd name="T5" fmla="*/ 108 h 125"/>
                  <a:gd name="T6" fmla="*/ 19 w 127"/>
                  <a:gd name="T7" fmla="*/ 114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2 h 125"/>
                  <a:gd name="T18" fmla="*/ 57 w 127"/>
                  <a:gd name="T19" fmla="*/ 122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8 h 125"/>
                  <a:gd name="T28" fmla="*/ 104 w 127"/>
                  <a:gd name="T29" fmla="*/ 118 h 125"/>
                  <a:gd name="T30" fmla="*/ 112 w 127"/>
                  <a:gd name="T31" fmla="*/ 118 h 125"/>
                  <a:gd name="T32" fmla="*/ 121 w 127"/>
                  <a:gd name="T33" fmla="*/ 115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4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6 w 127"/>
                  <a:gd name="T65" fmla="*/ 25 h 125"/>
                  <a:gd name="T66" fmla="*/ 104 w 127"/>
                  <a:gd name="T67" fmla="*/ 22 h 125"/>
                  <a:gd name="T68" fmla="*/ 100 w 127"/>
                  <a:gd name="T69" fmla="*/ 16 h 125"/>
                  <a:gd name="T70" fmla="*/ 96 w 127"/>
                  <a:gd name="T71" fmla="*/ 14 h 125"/>
                  <a:gd name="T72" fmla="*/ 93 w 127"/>
                  <a:gd name="T73" fmla="*/ 10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3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4"/>
                    </a:cubicBezTo>
                    <a:cubicBezTo>
                      <a:pt x="20" y="116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3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2"/>
                      <a:pt x="48" y="122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64" y="122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4" y="118"/>
                    </a:cubicBezTo>
                    <a:cubicBezTo>
                      <a:pt x="97" y="118"/>
                      <a:pt x="100" y="118"/>
                      <a:pt x="104" y="118"/>
                    </a:cubicBezTo>
                    <a:cubicBezTo>
                      <a:pt x="106" y="118"/>
                      <a:pt x="110" y="119"/>
                      <a:pt x="112" y="118"/>
                    </a:cubicBezTo>
                    <a:cubicBezTo>
                      <a:pt x="115" y="117"/>
                      <a:pt x="118" y="117"/>
                      <a:pt x="121" y="115"/>
                    </a:cubicBezTo>
                    <a:cubicBezTo>
                      <a:pt x="123" y="114"/>
                      <a:pt x="125" y="112"/>
                      <a:pt x="125" y="110"/>
                    </a:cubicBezTo>
                    <a:cubicBezTo>
                      <a:pt x="127" y="108"/>
                      <a:pt x="127" y="104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4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0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1"/>
                      <a:pt x="107" y="30"/>
                    </a:cubicBezTo>
                    <a:cubicBezTo>
                      <a:pt x="107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6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1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2"/>
                      <a:pt x="83" y="2"/>
                      <a:pt x="80" y="1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8"/>
                      <a:pt x="51" y="10"/>
                    </a:cubicBezTo>
                    <a:cubicBezTo>
                      <a:pt x="49" y="11"/>
                      <a:pt x="47" y="12"/>
                      <a:pt x="44" y="13"/>
                    </a:cubicBezTo>
                    <a:cubicBezTo>
                      <a:pt x="40" y="16"/>
                      <a:pt x="37" y="20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1" y="72"/>
                      <a:pt x="2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08" name="Freeform 333">
                <a:extLst>
                  <a:ext uri="{FF2B5EF4-FFF2-40B4-BE49-F238E27FC236}">
                    <a16:creationId xmlns:a16="http://schemas.microsoft.com/office/drawing/2014/main" id="{634A5B05-85A5-4207-91E5-49E550EE0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171291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1 w 127"/>
                  <a:gd name="T5" fmla="*/ 108 h 125"/>
                  <a:gd name="T6" fmla="*/ 19 w 127"/>
                  <a:gd name="T7" fmla="*/ 114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2 h 125"/>
                  <a:gd name="T18" fmla="*/ 57 w 127"/>
                  <a:gd name="T19" fmla="*/ 122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8 h 125"/>
                  <a:gd name="T28" fmla="*/ 104 w 127"/>
                  <a:gd name="T29" fmla="*/ 118 h 125"/>
                  <a:gd name="T30" fmla="*/ 112 w 127"/>
                  <a:gd name="T31" fmla="*/ 118 h 125"/>
                  <a:gd name="T32" fmla="*/ 121 w 127"/>
                  <a:gd name="T33" fmla="*/ 115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4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6 w 127"/>
                  <a:gd name="T65" fmla="*/ 25 h 125"/>
                  <a:gd name="T66" fmla="*/ 104 w 127"/>
                  <a:gd name="T67" fmla="*/ 22 h 125"/>
                  <a:gd name="T68" fmla="*/ 100 w 127"/>
                  <a:gd name="T69" fmla="*/ 16 h 125"/>
                  <a:gd name="T70" fmla="*/ 96 w 127"/>
                  <a:gd name="T71" fmla="*/ 14 h 125"/>
                  <a:gd name="T72" fmla="*/ 93 w 127"/>
                  <a:gd name="T73" fmla="*/ 10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3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4"/>
                    </a:cubicBezTo>
                    <a:cubicBezTo>
                      <a:pt x="20" y="116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3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2"/>
                      <a:pt x="48" y="122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64" y="122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4" y="118"/>
                    </a:cubicBezTo>
                    <a:cubicBezTo>
                      <a:pt x="97" y="118"/>
                      <a:pt x="100" y="118"/>
                      <a:pt x="104" y="118"/>
                    </a:cubicBezTo>
                    <a:cubicBezTo>
                      <a:pt x="106" y="118"/>
                      <a:pt x="110" y="119"/>
                      <a:pt x="112" y="118"/>
                    </a:cubicBezTo>
                    <a:cubicBezTo>
                      <a:pt x="115" y="117"/>
                      <a:pt x="118" y="117"/>
                      <a:pt x="121" y="115"/>
                    </a:cubicBezTo>
                    <a:cubicBezTo>
                      <a:pt x="123" y="114"/>
                      <a:pt x="125" y="112"/>
                      <a:pt x="125" y="110"/>
                    </a:cubicBezTo>
                    <a:cubicBezTo>
                      <a:pt x="127" y="108"/>
                      <a:pt x="127" y="104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4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0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1"/>
                      <a:pt x="107" y="30"/>
                    </a:cubicBezTo>
                    <a:cubicBezTo>
                      <a:pt x="107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6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1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2"/>
                      <a:pt x="83" y="2"/>
                      <a:pt x="80" y="1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8"/>
                      <a:pt x="51" y="10"/>
                    </a:cubicBezTo>
                    <a:cubicBezTo>
                      <a:pt x="49" y="11"/>
                      <a:pt x="47" y="12"/>
                      <a:pt x="44" y="13"/>
                    </a:cubicBezTo>
                    <a:cubicBezTo>
                      <a:pt x="40" y="16"/>
                      <a:pt x="37" y="20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1" y="72"/>
                      <a:pt x="2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09" name="Freeform 334">
                <a:extLst>
                  <a:ext uri="{FF2B5EF4-FFF2-40B4-BE49-F238E27FC236}">
                    <a16:creationId xmlns:a16="http://schemas.microsoft.com/office/drawing/2014/main" id="{570A2ED5-210A-4C24-A493-E61180C675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2288" y="2303463"/>
                <a:ext cx="84138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9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9 h 49"/>
                  <a:gd name="T12" fmla="*/ 19 w 21"/>
                  <a:gd name="T13" fmla="*/ 49 h 49"/>
                  <a:gd name="T14" fmla="*/ 20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7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5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1 h 49"/>
                  <a:gd name="T38" fmla="*/ 8 w 21"/>
                  <a:gd name="T39" fmla="*/ 1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8 h 49"/>
                  <a:gd name="T46" fmla="*/ 2 w 21"/>
                  <a:gd name="T47" fmla="*/ 25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9"/>
                    </a:cubicBezTo>
                    <a:cubicBezTo>
                      <a:pt x="5" y="49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9"/>
                      <a:pt x="17" y="49"/>
                    </a:cubicBezTo>
                    <a:cubicBezTo>
                      <a:pt x="18" y="49"/>
                      <a:pt x="18" y="48"/>
                      <a:pt x="19" y="49"/>
                    </a:cubicBezTo>
                    <a:cubicBezTo>
                      <a:pt x="19" y="49"/>
                      <a:pt x="20" y="49"/>
                      <a:pt x="20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2"/>
                      <a:pt x="19" y="40"/>
                      <a:pt x="19" y="38"/>
                    </a:cubicBezTo>
                    <a:cubicBezTo>
                      <a:pt x="19" y="34"/>
                      <a:pt x="19" y="30"/>
                      <a:pt x="19" y="27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8"/>
                      <a:pt x="19" y="16"/>
                    </a:cubicBezTo>
                    <a:cubicBezTo>
                      <a:pt x="19" y="12"/>
                      <a:pt x="19" y="8"/>
                      <a:pt x="19" y="5"/>
                    </a:cubicBezTo>
                    <a:cubicBezTo>
                      <a:pt x="19" y="5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3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1"/>
                    </a:cubicBezTo>
                    <a:cubicBezTo>
                      <a:pt x="10" y="0"/>
                      <a:pt x="9" y="1"/>
                      <a:pt x="8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8"/>
                    </a:cubicBezTo>
                    <a:cubicBezTo>
                      <a:pt x="2" y="20"/>
                      <a:pt x="2" y="22"/>
                      <a:pt x="2" y="25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10" name="Freeform 335">
                <a:extLst>
                  <a:ext uri="{FF2B5EF4-FFF2-40B4-BE49-F238E27FC236}">
                    <a16:creationId xmlns:a16="http://schemas.microsoft.com/office/drawing/2014/main" id="{FEDBC4C2-8173-428E-877B-26E3D0680A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2288" y="2303463"/>
                <a:ext cx="84138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9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9 h 49"/>
                  <a:gd name="T12" fmla="*/ 19 w 21"/>
                  <a:gd name="T13" fmla="*/ 49 h 49"/>
                  <a:gd name="T14" fmla="*/ 20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7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5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1 h 49"/>
                  <a:gd name="T38" fmla="*/ 8 w 21"/>
                  <a:gd name="T39" fmla="*/ 1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8 h 49"/>
                  <a:gd name="T46" fmla="*/ 2 w 21"/>
                  <a:gd name="T47" fmla="*/ 25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9"/>
                    </a:cubicBezTo>
                    <a:cubicBezTo>
                      <a:pt x="5" y="49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9"/>
                      <a:pt x="17" y="49"/>
                    </a:cubicBezTo>
                    <a:cubicBezTo>
                      <a:pt x="18" y="49"/>
                      <a:pt x="18" y="48"/>
                      <a:pt x="19" y="49"/>
                    </a:cubicBezTo>
                    <a:cubicBezTo>
                      <a:pt x="19" y="49"/>
                      <a:pt x="20" y="49"/>
                      <a:pt x="20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2"/>
                      <a:pt x="19" y="40"/>
                      <a:pt x="19" y="38"/>
                    </a:cubicBezTo>
                    <a:cubicBezTo>
                      <a:pt x="19" y="34"/>
                      <a:pt x="19" y="30"/>
                      <a:pt x="19" y="27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8"/>
                      <a:pt x="19" y="16"/>
                    </a:cubicBezTo>
                    <a:cubicBezTo>
                      <a:pt x="19" y="12"/>
                      <a:pt x="19" y="8"/>
                      <a:pt x="19" y="5"/>
                    </a:cubicBezTo>
                    <a:cubicBezTo>
                      <a:pt x="19" y="5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3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1"/>
                    </a:cubicBezTo>
                    <a:cubicBezTo>
                      <a:pt x="10" y="0"/>
                      <a:pt x="9" y="1"/>
                      <a:pt x="8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8"/>
                    </a:cubicBezTo>
                    <a:cubicBezTo>
                      <a:pt x="2" y="20"/>
                      <a:pt x="2" y="22"/>
                      <a:pt x="2" y="25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11" name="Freeform 336">
                <a:extLst>
                  <a:ext uri="{FF2B5EF4-FFF2-40B4-BE49-F238E27FC236}">
                    <a16:creationId xmlns:a16="http://schemas.microsoft.com/office/drawing/2014/main" id="{AAA18BD7-AEF7-4ACD-9102-FF6D9DEC2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7976" y="1855788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3 h 126"/>
                  <a:gd name="T14" fmla="*/ 43 w 126"/>
                  <a:gd name="T15" fmla="*/ 122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3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0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3 h 126"/>
                  <a:gd name="T40" fmla="*/ 120 w 126"/>
                  <a:gd name="T41" fmla="*/ 85 h 126"/>
                  <a:gd name="T42" fmla="*/ 123 w 126"/>
                  <a:gd name="T43" fmla="*/ 76 h 126"/>
                  <a:gd name="T44" fmla="*/ 124 w 126"/>
                  <a:gd name="T45" fmla="*/ 72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4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6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5 w 126"/>
                  <a:gd name="T71" fmla="*/ 14 h 126"/>
                  <a:gd name="T72" fmla="*/ 93 w 126"/>
                  <a:gd name="T73" fmla="*/ 11 h 126"/>
                  <a:gd name="T74" fmla="*/ 90 w 126"/>
                  <a:gd name="T75" fmla="*/ 7 h 126"/>
                  <a:gd name="T76" fmla="*/ 88 w 126"/>
                  <a:gd name="T77" fmla="*/ 5 h 126"/>
                  <a:gd name="T78" fmla="*/ 79 w 126"/>
                  <a:gd name="T79" fmla="*/ 2 h 126"/>
                  <a:gd name="T80" fmla="*/ 75 w 126"/>
                  <a:gd name="T81" fmla="*/ 0 h 126"/>
                  <a:gd name="T82" fmla="*/ 65 w 126"/>
                  <a:gd name="T83" fmla="*/ 1 h 126"/>
                  <a:gd name="T84" fmla="*/ 59 w 126"/>
                  <a:gd name="T85" fmla="*/ 6 h 126"/>
                  <a:gd name="T86" fmla="*/ 51 w 126"/>
                  <a:gd name="T87" fmla="*/ 10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4 w 126"/>
                  <a:gd name="T97" fmla="*/ 54 h 126"/>
                  <a:gd name="T98" fmla="*/ 2 w 126"/>
                  <a:gd name="T99" fmla="*/ 62 h 126"/>
                  <a:gd name="T100" fmla="*/ 1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19" y="117"/>
                      <a:pt x="21" y="119"/>
                      <a:pt x="23" y="120"/>
                    </a:cubicBezTo>
                    <a:cubicBezTo>
                      <a:pt x="25" y="121"/>
                      <a:pt x="28" y="123"/>
                      <a:pt x="30" y="123"/>
                    </a:cubicBezTo>
                    <a:cubicBezTo>
                      <a:pt x="33" y="123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6"/>
                      <a:pt x="76" y="125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9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2"/>
                      <a:pt x="122" y="79"/>
                      <a:pt x="123" y="76"/>
                    </a:cubicBezTo>
                    <a:cubicBezTo>
                      <a:pt x="124" y="75"/>
                      <a:pt x="124" y="74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4" y="60"/>
                    </a:cubicBezTo>
                    <a:cubicBezTo>
                      <a:pt x="124" y="56"/>
                      <a:pt x="123" y="54"/>
                      <a:pt x="121" y="51"/>
                    </a:cubicBezTo>
                    <a:cubicBezTo>
                      <a:pt x="119" y="49"/>
                      <a:pt x="117" y="47"/>
                      <a:pt x="115" y="46"/>
                    </a:cubicBezTo>
                    <a:cubicBezTo>
                      <a:pt x="114" y="45"/>
                      <a:pt x="113" y="43"/>
                      <a:pt x="112" y="42"/>
                    </a:cubicBezTo>
                    <a:cubicBezTo>
                      <a:pt x="110" y="41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7"/>
                    </a:cubicBezTo>
                    <a:cubicBezTo>
                      <a:pt x="89" y="6"/>
                      <a:pt x="89" y="5"/>
                      <a:pt x="88" y="5"/>
                    </a:cubicBezTo>
                    <a:cubicBezTo>
                      <a:pt x="85" y="3"/>
                      <a:pt x="82" y="2"/>
                      <a:pt x="79" y="2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6" y="8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9"/>
                      <a:pt x="5" y="51"/>
                      <a:pt x="4" y="54"/>
                    </a:cubicBezTo>
                    <a:cubicBezTo>
                      <a:pt x="3" y="56"/>
                      <a:pt x="2" y="59"/>
                      <a:pt x="2" y="62"/>
                    </a:cubicBezTo>
                    <a:cubicBezTo>
                      <a:pt x="0" y="67"/>
                      <a:pt x="1" y="73"/>
                      <a:pt x="1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12" name="Freeform 337">
                <a:extLst>
                  <a:ext uri="{FF2B5EF4-FFF2-40B4-BE49-F238E27FC236}">
                    <a16:creationId xmlns:a16="http://schemas.microsoft.com/office/drawing/2014/main" id="{E73FEBA1-83FC-46A6-B1E1-AF1B6A593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7976" y="1855788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3 h 126"/>
                  <a:gd name="T14" fmla="*/ 43 w 126"/>
                  <a:gd name="T15" fmla="*/ 122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3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0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3 h 126"/>
                  <a:gd name="T40" fmla="*/ 120 w 126"/>
                  <a:gd name="T41" fmla="*/ 85 h 126"/>
                  <a:gd name="T42" fmla="*/ 123 w 126"/>
                  <a:gd name="T43" fmla="*/ 76 h 126"/>
                  <a:gd name="T44" fmla="*/ 124 w 126"/>
                  <a:gd name="T45" fmla="*/ 72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4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6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5 w 126"/>
                  <a:gd name="T71" fmla="*/ 14 h 126"/>
                  <a:gd name="T72" fmla="*/ 93 w 126"/>
                  <a:gd name="T73" fmla="*/ 11 h 126"/>
                  <a:gd name="T74" fmla="*/ 90 w 126"/>
                  <a:gd name="T75" fmla="*/ 7 h 126"/>
                  <a:gd name="T76" fmla="*/ 88 w 126"/>
                  <a:gd name="T77" fmla="*/ 5 h 126"/>
                  <a:gd name="T78" fmla="*/ 79 w 126"/>
                  <a:gd name="T79" fmla="*/ 2 h 126"/>
                  <a:gd name="T80" fmla="*/ 75 w 126"/>
                  <a:gd name="T81" fmla="*/ 0 h 126"/>
                  <a:gd name="T82" fmla="*/ 65 w 126"/>
                  <a:gd name="T83" fmla="*/ 1 h 126"/>
                  <a:gd name="T84" fmla="*/ 59 w 126"/>
                  <a:gd name="T85" fmla="*/ 6 h 126"/>
                  <a:gd name="T86" fmla="*/ 51 w 126"/>
                  <a:gd name="T87" fmla="*/ 10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4 w 126"/>
                  <a:gd name="T97" fmla="*/ 54 h 126"/>
                  <a:gd name="T98" fmla="*/ 2 w 126"/>
                  <a:gd name="T99" fmla="*/ 62 h 126"/>
                  <a:gd name="T100" fmla="*/ 1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19" y="117"/>
                      <a:pt x="21" y="119"/>
                      <a:pt x="23" y="120"/>
                    </a:cubicBezTo>
                    <a:cubicBezTo>
                      <a:pt x="25" y="121"/>
                      <a:pt x="28" y="123"/>
                      <a:pt x="30" y="123"/>
                    </a:cubicBezTo>
                    <a:cubicBezTo>
                      <a:pt x="33" y="123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6"/>
                      <a:pt x="76" y="125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9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2"/>
                      <a:pt x="122" y="79"/>
                      <a:pt x="123" y="76"/>
                    </a:cubicBezTo>
                    <a:cubicBezTo>
                      <a:pt x="124" y="75"/>
                      <a:pt x="124" y="74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4" y="60"/>
                    </a:cubicBezTo>
                    <a:cubicBezTo>
                      <a:pt x="124" y="56"/>
                      <a:pt x="123" y="54"/>
                      <a:pt x="121" y="51"/>
                    </a:cubicBezTo>
                    <a:cubicBezTo>
                      <a:pt x="119" y="49"/>
                      <a:pt x="117" y="47"/>
                      <a:pt x="115" y="46"/>
                    </a:cubicBezTo>
                    <a:cubicBezTo>
                      <a:pt x="114" y="45"/>
                      <a:pt x="113" y="43"/>
                      <a:pt x="112" y="42"/>
                    </a:cubicBezTo>
                    <a:cubicBezTo>
                      <a:pt x="110" y="41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7"/>
                    </a:cubicBezTo>
                    <a:cubicBezTo>
                      <a:pt x="89" y="6"/>
                      <a:pt x="89" y="5"/>
                      <a:pt x="88" y="5"/>
                    </a:cubicBezTo>
                    <a:cubicBezTo>
                      <a:pt x="85" y="3"/>
                      <a:pt x="82" y="2"/>
                      <a:pt x="79" y="2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6" y="8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9"/>
                      <a:pt x="5" y="51"/>
                      <a:pt x="4" y="54"/>
                    </a:cubicBezTo>
                    <a:cubicBezTo>
                      <a:pt x="3" y="56"/>
                      <a:pt x="2" y="59"/>
                      <a:pt x="2" y="62"/>
                    </a:cubicBezTo>
                    <a:cubicBezTo>
                      <a:pt x="0" y="67"/>
                      <a:pt x="1" y="73"/>
                      <a:pt x="1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13" name="Freeform 338">
                <a:extLst>
                  <a:ext uri="{FF2B5EF4-FFF2-40B4-BE49-F238E27FC236}">
                    <a16:creationId xmlns:a16="http://schemas.microsoft.com/office/drawing/2014/main" id="{364EE02B-6144-4C2E-AFFD-EBE59F4A2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76" y="2260600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9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14" name="Freeform 339">
                <a:extLst>
                  <a:ext uri="{FF2B5EF4-FFF2-40B4-BE49-F238E27FC236}">
                    <a16:creationId xmlns:a16="http://schemas.microsoft.com/office/drawing/2014/main" id="{6E6CAFCE-67EB-4206-A114-B718AA82AE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76" y="2260600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9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15" name="Freeform 340">
                <a:extLst>
                  <a:ext uri="{FF2B5EF4-FFF2-40B4-BE49-F238E27FC236}">
                    <a16:creationId xmlns:a16="http://schemas.microsoft.com/office/drawing/2014/main" id="{3BAE28DB-88EA-49E0-9FFE-69C32AD91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1063" y="1811338"/>
                <a:ext cx="500063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1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16" name="Freeform 341">
                <a:extLst>
                  <a:ext uri="{FF2B5EF4-FFF2-40B4-BE49-F238E27FC236}">
                    <a16:creationId xmlns:a16="http://schemas.microsoft.com/office/drawing/2014/main" id="{8DEC34EB-8AE3-4BB1-8875-F17A101F7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1063" y="1811338"/>
                <a:ext cx="500063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1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17" name="Freeform 342">
                <a:extLst>
                  <a:ext uri="{FF2B5EF4-FFF2-40B4-BE49-F238E27FC236}">
                    <a16:creationId xmlns:a16="http://schemas.microsoft.com/office/drawing/2014/main" id="{1898FFAD-DBF4-4D08-BB44-3DAA458BF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8988" y="23637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4 h 42"/>
                  <a:gd name="T10" fmla="*/ 11 w 12"/>
                  <a:gd name="T11" fmla="*/ 4 h 42"/>
                  <a:gd name="T12" fmla="*/ 11 w 12"/>
                  <a:gd name="T13" fmla="*/ 4 h 42"/>
                  <a:gd name="T14" fmla="*/ 11 w 12"/>
                  <a:gd name="T15" fmla="*/ 3 h 42"/>
                  <a:gd name="T16" fmla="*/ 9 w 12"/>
                  <a:gd name="T17" fmla="*/ 2 h 42"/>
                  <a:gd name="T18" fmla="*/ 7 w 12"/>
                  <a:gd name="T19" fmla="*/ 1 h 42"/>
                  <a:gd name="T20" fmla="*/ 5 w 12"/>
                  <a:gd name="T21" fmla="*/ 1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7 h 42"/>
                  <a:gd name="T32" fmla="*/ 1 w 12"/>
                  <a:gd name="T33" fmla="*/ 33 h 42"/>
                  <a:gd name="T34" fmla="*/ 1 w 12"/>
                  <a:gd name="T35" fmla="*/ 38 h 42"/>
                  <a:gd name="T36" fmla="*/ 1 w 12"/>
                  <a:gd name="T37" fmla="*/ 41 h 42"/>
                  <a:gd name="T38" fmla="*/ 3 w 12"/>
                  <a:gd name="T39" fmla="*/ 42 h 42"/>
                  <a:gd name="T40" fmla="*/ 5 w 12"/>
                  <a:gd name="T41" fmla="*/ 42 h 42"/>
                  <a:gd name="T42" fmla="*/ 7 w 12"/>
                  <a:gd name="T43" fmla="*/ 42 h 42"/>
                  <a:gd name="T44" fmla="*/ 10 w 12"/>
                  <a:gd name="T45" fmla="*/ 42 h 42"/>
                  <a:gd name="T46" fmla="*/ 11 w 12"/>
                  <a:gd name="T47" fmla="*/ 42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6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7"/>
                      <a:pt x="11" y="15"/>
                      <a:pt x="11" y="14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2"/>
                      <a:pt x="8" y="1"/>
                      <a:pt x="7" y="1"/>
                    </a:cubicBezTo>
                    <a:cubicBezTo>
                      <a:pt x="6" y="0"/>
                      <a:pt x="5" y="1"/>
                      <a:pt x="5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7"/>
                    </a:cubicBezTo>
                    <a:cubicBezTo>
                      <a:pt x="1" y="29"/>
                      <a:pt x="1" y="31"/>
                      <a:pt x="1" y="33"/>
                    </a:cubicBezTo>
                    <a:cubicBezTo>
                      <a:pt x="1" y="35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1"/>
                    </a:cubicBezTo>
                    <a:cubicBezTo>
                      <a:pt x="1" y="41"/>
                      <a:pt x="2" y="41"/>
                      <a:pt x="3" y="42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7" y="42"/>
                    </a:cubicBezTo>
                    <a:cubicBezTo>
                      <a:pt x="8" y="42"/>
                      <a:pt x="9" y="42"/>
                      <a:pt x="10" y="42"/>
                    </a:cubicBezTo>
                    <a:cubicBezTo>
                      <a:pt x="10" y="42"/>
                      <a:pt x="11" y="42"/>
                      <a:pt x="11" y="42"/>
                    </a:cubicBezTo>
                    <a:cubicBezTo>
                      <a:pt x="11" y="42"/>
                      <a:pt x="12" y="42"/>
                      <a:pt x="12" y="42"/>
                    </a:cubicBezTo>
                    <a:cubicBezTo>
                      <a:pt x="12" y="42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18" name="Freeform 343">
                <a:extLst>
                  <a:ext uri="{FF2B5EF4-FFF2-40B4-BE49-F238E27FC236}">
                    <a16:creationId xmlns:a16="http://schemas.microsoft.com/office/drawing/2014/main" id="{0D56A12D-4BAA-4FD0-8D45-0B3ADC61D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8988" y="23637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4 h 42"/>
                  <a:gd name="T10" fmla="*/ 11 w 12"/>
                  <a:gd name="T11" fmla="*/ 4 h 42"/>
                  <a:gd name="T12" fmla="*/ 11 w 12"/>
                  <a:gd name="T13" fmla="*/ 4 h 42"/>
                  <a:gd name="T14" fmla="*/ 11 w 12"/>
                  <a:gd name="T15" fmla="*/ 3 h 42"/>
                  <a:gd name="T16" fmla="*/ 9 w 12"/>
                  <a:gd name="T17" fmla="*/ 2 h 42"/>
                  <a:gd name="T18" fmla="*/ 7 w 12"/>
                  <a:gd name="T19" fmla="*/ 1 h 42"/>
                  <a:gd name="T20" fmla="*/ 5 w 12"/>
                  <a:gd name="T21" fmla="*/ 1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7 h 42"/>
                  <a:gd name="T32" fmla="*/ 1 w 12"/>
                  <a:gd name="T33" fmla="*/ 33 h 42"/>
                  <a:gd name="T34" fmla="*/ 1 w 12"/>
                  <a:gd name="T35" fmla="*/ 38 h 42"/>
                  <a:gd name="T36" fmla="*/ 1 w 12"/>
                  <a:gd name="T37" fmla="*/ 41 h 42"/>
                  <a:gd name="T38" fmla="*/ 3 w 12"/>
                  <a:gd name="T39" fmla="*/ 42 h 42"/>
                  <a:gd name="T40" fmla="*/ 5 w 12"/>
                  <a:gd name="T41" fmla="*/ 42 h 42"/>
                  <a:gd name="T42" fmla="*/ 7 w 12"/>
                  <a:gd name="T43" fmla="*/ 42 h 42"/>
                  <a:gd name="T44" fmla="*/ 10 w 12"/>
                  <a:gd name="T45" fmla="*/ 42 h 42"/>
                  <a:gd name="T46" fmla="*/ 11 w 12"/>
                  <a:gd name="T47" fmla="*/ 42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6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7"/>
                      <a:pt x="11" y="15"/>
                      <a:pt x="11" y="14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2"/>
                      <a:pt x="8" y="1"/>
                      <a:pt x="7" y="1"/>
                    </a:cubicBezTo>
                    <a:cubicBezTo>
                      <a:pt x="6" y="0"/>
                      <a:pt x="5" y="1"/>
                      <a:pt x="5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7"/>
                    </a:cubicBezTo>
                    <a:cubicBezTo>
                      <a:pt x="1" y="29"/>
                      <a:pt x="1" y="31"/>
                      <a:pt x="1" y="33"/>
                    </a:cubicBezTo>
                    <a:cubicBezTo>
                      <a:pt x="1" y="35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1"/>
                    </a:cubicBezTo>
                    <a:cubicBezTo>
                      <a:pt x="1" y="41"/>
                      <a:pt x="2" y="41"/>
                      <a:pt x="3" y="42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7" y="42"/>
                    </a:cubicBezTo>
                    <a:cubicBezTo>
                      <a:pt x="8" y="42"/>
                      <a:pt x="9" y="42"/>
                      <a:pt x="10" y="42"/>
                    </a:cubicBezTo>
                    <a:cubicBezTo>
                      <a:pt x="10" y="42"/>
                      <a:pt x="11" y="42"/>
                      <a:pt x="11" y="42"/>
                    </a:cubicBezTo>
                    <a:cubicBezTo>
                      <a:pt x="11" y="42"/>
                      <a:pt x="12" y="42"/>
                      <a:pt x="12" y="42"/>
                    </a:cubicBezTo>
                    <a:cubicBezTo>
                      <a:pt x="12" y="42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19" name="Freeform 344">
                <a:extLst>
                  <a:ext uri="{FF2B5EF4-FFF2-40B4-BE49-F238E27FC236}">
                    <a16:creationId xmlns:a16="http://schemas.microsoft.com/office/drawing/2014/main" id="{0069AD89-EAB0-4AE4-A622-DC07A61B97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7551" y="1668463"/>
                <a:ext cx="195263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0 h 186"/>
                  <a:gd name="T4" fmla="*/ 4 w 49"/>
                  <a:gd name="T5" fmla="*/ 160 h 186"/>
                  <a:gd name="T6" fmla="*/ 7 w 49"/>
                  <a:gd name="T7" fmla="*/ 170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4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0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6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8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0"/>
                    </a:cubicBezTo>
                    <a:cubicBezTo>
                      <a:pt x="1" y="149"/>
                      <a:pt x="2" y="155"/>
                      <a:pt x="4" y="160"/>
                    </a:cubicBezTo>
                    <a:cubicBezTo>
                      <a:pt x="5" y="164"/>
                      <a:pt x="6" y="167"/>
                      <a:pt x="7" y="170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7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7"/>
                      <a:pt x="48" y="113"/>
                    </a:cubicBezTo>
                    <a:cubicBezTo>
                      <a:pt x="48" y="111"/>
                      <a:pt x="48" y="97"/>
                      <a:pt x="48" y="94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79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3"/>
                      <a:pt x="42" y="52"/>
                      <a:pt x="42" y="50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3"/>
                      <a:pt x="34" y="7"/>
                      <a:pt x="34" y="6"/>
                    </a:cubicBezTo>
                    <a:cubicBezTo>
                      <a:pt x="33" y="4"/>
                      <a:pt x="32" y="3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3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4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8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20" name="Freeform 345">
                <a:extLst>
                  <a:ext uri="{FF2B5EF4-FFF2-40B4-BE49-F238E27FC236}">
                    <a16:creationId xmlns:a16="http://schemas.microsoft.com/office/drawing/2014/main" id="{939515EE-EBC0-434F-94B3-8A7834759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7551" y="1668463"/>
                <a:ext cx="195263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0 h 186"/>
                  <a:gd name="T4" fmla="*/ 4 w 49"/>
                  <a:gd name="T5" fmla="*/ 160 h 186"/>
                  <a:gd name="T6" fmla="*/ 7 w 49"/>
                  <a:gd name="T7" fmla="*/ 170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4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0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6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8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0"/>
                    </a:cubicBezTo>
                    <a:cubicBezTo>
                      <a:pt x="1" y="149"/>
                      <a:pt x="2" y="155"/>
                      <a:pt x="4" y="160"/>
                    </a:cubicBezTo>
                    <a:cubicBezTo>
                      <a:pt x="5" y="164"/>
                      <a:pt x="6" y="167"/>
                      <a:pt x="7" y="170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7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7"/>
                      <a:pt x="48" y="113"/>
                    </a:cubicBezTo>
                    <a:cubicBezTo>
                      <a:pt x="48" y="111"/>
                      <a:pt x="48" y="97"/>
                      <a:pt x="48" y="94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79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3"/>
                      <a:pt x="42" y="52"/>
                      <a:pt x="42" y="50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3"/>
                      <a:pt x="34" y="7"/>
                      <a:pt x="34" y="6"/>
                    </a:cubicBezTo>
                    <a:cubicBezTo>
                      <a:pt x="33" y="4"/>
                      <a:pt x="32" y="3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3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4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8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21" name="Freeform 346">
                <a:extLst>
                  <a:ext uri="{FF2B5EF4-FFF2-40B4-BE49-F238E27FC236}">
                    <a16:creationId xmlns:a16="http://schemas.microsoft.com/office/drawing/2014/main" id="{F2DE3768-D4FE-4A83-9BF4-8B7113EDA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324100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19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5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19" y="30"/>
                      <a:pt x="19" y="26"/>
                    </a:cubicBezTo>
                    <a:cubicBezTo>
                      <a:pt x="19" y="24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2" y="8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5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22" name="Freeform 347">
                <a:extLst>
                  <a:ext uri="{FF2B5EF4-FFF2-40B4-BE49-F238E27FC236}">
                    <a16:creationId xmlns:a16="http://schemas.microsoft.com/office/drawing/2014/main" id="{9F4C3E9C-8A30-4B2F-8DED-DD184EA13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324100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19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5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19" y="30"/>
                      <a:pt x="19" y="26"/>
                    </a:cubicBezTo>
                    <a:cubicBezTo>
                      <a:pt x="19" y="24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2" y="8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5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23" name="Freeform 348">
                <a:extLst>
                  <a:ext uri="{FF2B5EF4-FFF2-40B4-BE49-F238E27FC236}">
                    <a16:creationId xmlns:a16="http://schemas.microsoft.com/office/drawing/2014/main" id="{7949A686-2450-4431-BFDB-38FE9293F1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1871663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9 h 126"/>
                  <a:gd name="T6" fmla="*/ 18 w 126"/>
                  <a:gd name="T7" fmla="*/ 115 h 126"/>
                  <a:gd name="T8" fmla="*/ 23 w 126"/>
                  <a:gd name="T9" fmla="*/ 121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2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3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3 h 126"/>
                  <a:gd name="T58" fmla="*/ 110 w 126"/>
                  <a:gd name="T59" fmla="*/ 38 h 126"/>
                  <a:gd name="T60" fmla="*/ 108 w 126"/>
                  <a:gd name="T61" fmla="*/ 35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5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6 h 126"/>
                  <a:gd name="T92" fmla="*/ 20 w 126"/>
                  <a:gd name="T93" fmla="*/ 38 h 126"/>
                  <a:gd name="T94" fmla="*/ 8 w 126"/>
                  <a:gd name="T95" fmla="*/ 47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1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9"/>
                    </a:cubicBezTo>
                    <a:cubicBezTo>
                      <a:pt x="14" y="111"/>
                      <a:pt x="16" y="113"/>
                      <a:pt x="18" y="115"/>
                    </a:cubicBezTo>
                    <a:cubicBezTo>
                      <a:pt x="20" y="117"/>
                      <a:pt x="21" y="120"/>
                      <a:pt x="23" y="121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2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8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3"/>
                    </a:cubicBezTo>
                    <a:cubicBezTo>
                      <a:pt x="126" y="100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0" y="82"/>
                      <a:pt x="122" y="80"/>
                      <a:pt x="123" y="77"/>
                    </a:cubicBezTo>
                    <a:cubicBezTo>
                      <a:pt x="124" y="76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4" y="68"/>
                    </a:cubicBezTo>
                    <a:cubicBezTo>
                      <a:pt x="124" y="67"/>
                      <a:pt x="124" y="66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8"/>
                      <a:pt x="115" y="46"/>
                    </a:cubicBezTo>
                    <a:cubicBezTo>
                      <a:pt x="114" y="45"/>
                      <a:pt x="113" y="44"/>
                      <a:pt x="112" y="43"/>
                    </a:cubicBezTo>
                    <a:cubicBezTo>
                      <a:pt x="110" y="41"/>
                      <a:pt x="111" y="39"/>
                      <a:pt x="110" y="38"/>
                    </a:cubicBezTo>
                    <a:cubicBezTo>
                      <a:pt x="110" y="37"/>
                      <a:pt x="109" y="36"/>
                      <a:pt x="108" y="35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30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6"/>
                      <a:pt x="96" y="15"/>
                    </a:cubicBezTo>
                    <a:cubicBezTo>
                      <a:pt x="95" y="14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6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1"/>
                      <a:pt x="67" y="0"/>
                      <a:pt x="65" y="2"/>
                    </a:cubicBezTo>
                    <a:cubicBezTo>
                      <a:pt x="63" y="3"/>
                      <a:pt x="61" y="5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6"/>
                    </a:cubicBezTo>
                    <a:cubicBezTo>
                      <a:pt x="30" y="31"/>
                      <a:pt x="25" y="34"/>
                      <a:pt x="20" y="38"/>
                    </a:cubicBezTo>
                    <a:cubicBezTo>
                      <a:pt x="16" y="40"/>
                      <a:pt x="11" y="42"/>
                      <a:pt x="8" y="47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8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24" name="Freeform 349">
                <a:extLst>
                  <a:ext uri="{FF2B5EF4-FFF2-40B4-BE49-F238E27FC236}">
                    <a16:creationId xmlns:a16="http://schemas.microsoft.com/office/drawing/2014/main" id="{F1DBA78F-DF28-46F1-A0C5-E17D0F77F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1871663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9 h 126"/>
                  <a:gd name="T6" fmla="*/ 18 w 126"/>
                  <a:gd name="T7" fmla="*/ 115 h 126"/>
                  <a:gd name="T8" fmla="*/ 23 w 126"/>
                  <a:gd name="T9" fmla="*/ 121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2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3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3 h 126"/>
                  <a:gd name="T58" fmla="*/ 110 w 126"/>
                  <a:gd name="T59" fmla="*/ 38 h 126"/>
                  <a:gd name="T60" fmla="*/ 108 w 126"/>
                  <a:gd name="T61" fmla="*/ 35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5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6 h 126"/>
                  <a:gd name="T92" fmla="*/ 20 w 126"/>
                  <a:gd name="T93" fmla="*/ 38 h 126"/>
                  <a:gd name="T94" fmla="*/ 8 w 126"/>
                  <a:gd name="T95" fmla="*/ 47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1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9"/>
                    </a:cubicBezTo>
                    <a:cubicBezTo>
                      <a:pt x="14" y="111"/>
                      <a:pt x="16" y="113"/>
                      <a:pt x="18" y="115"/>
                    </a:cubicBezTo>
                    <a:cubicBezTo>
                      <a:pt x="20" y="117"/>
                      <a:pt x="21" y="120"/>
                      <a:pt x="23" y="121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2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8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3"/>
                    </a:cubicBezTo>
                    <a:cubicBezTo>
                      <a:pt x="126" y="100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0" y="82"/>
                      <a:pt x="122" y="80"/>
                      <a:pt x="123" y="77"/>
                    </a:cubicBezTo>
                    <a:cubicBezTo>
                      <a:pt x="124" y="76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4" y="68"/>
                    </a:cubicBezTo>
                    <a:cubicBezTo>
                      <a:pt x="124" y="67"/>
                      <a:pt x="124" y="66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8"/>
                      <a:pt x="115" y="46"/>
                    </a:cubicBezTo>
                    <a:cubicBezTo>
                      <a:pt x="114" y="45"/>
                      <a:pt x="113" y="44"/>
                      <a:pt x="112" y="43"/>
                    </a:cubicBezTo>
                    <a:cubicBezTo>
                      <a:pt x="110" y="41"/>
                      <a:pt x="111" y="39"/>
                      <a:pt x="110" y="38"/>
                    </a:cubicBezTo>
                    <a:cubicBezTo>
                      <a:pt x="110" y="37"/>
                      <a:pt x="109" y="36"/>
                      <a:pt x="108" y="35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30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6"/>
                      <a:pt x="96" y="15"/>
                    </a:cubicBezTo>
                    <a:cubicBezTo>
                      <a:pt x="95" y="14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6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1"/>
                      <a:pt x="67" y="0"/>
                      <a:pt x="65" y="2"/>
                    </a:cubicBezTo>
                    <a:cubicBezTo>
                      <a:pt x="63" y="3"/>
                      <a:pt x="61" y="5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6"/>
                    </a:cubicBezTo>
                    <a:cubicBezTo>
                      <a:pt x="30" y="31"/>
                      <a:pt x="25" y="34"/>
                      <a:pt x="20" y="38"/>
                    </a:cubicBezTo>
                    <a:cubicBezTo>
                      <a:pt x="16" y="40"/>
                      <a:pt x="11" y="42"/>
                      <a:pt x="8" y="47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8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25" name="Freeform 350">
                <a:extLst>
                  <a:ext uri="{FF2B5EF4-FFF2-40B4-BE49-F238E27FC236}">
                    <a16:creationId xmlns:a16="http://schemas.microsoft.com/office/drawing/2014/main" id="{34B13663-6A87-46B5-91E5-5252874203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8063" y="24272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3 h 42"/>
                  <a:gd name="T10" fmla="*/ 11 w 12"/>
                  <a:gd name="T11" fmla="*/ 4 h 42"/>
                  <a:gd name="T12" fmla="*/ 11 w 12"/>
                  <a:gd name="T13" fmla="*/ 3 h 42"/>
                  <a:gd name="T14" fmla="*/ 11 w 12"/>
                  <a:gd name="T15" fmla="*/ 2 h 42"/>
                  <a:gd name="T16" fmla="*/ 9 w 12"/>
                  <a:gd name="T17" fmla="*/ 2 h 42"/>
                  <a:gd name="T18" fmla="*/ 7 w 12"/>
                  <a:gd name="T19" fmla="*/ 0 h 42"/>
                  <a:gd name="T20" fmla="*/ 5 w 12"/>
                  <a:gd name="T21" fmla="*/ 0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6 h 42"/>
                  <a:gd name="T32" fmla="*/ 1 w 12"/>
                  <a:gd name="T33" fmla="*/ 32 h 42"/>
                  <a:gd name="T34" fmla="*/ 1 w 12"/>
                  <a:gd name="T35" fmla="*/ 38 h 42"/>
                  <a:gd name="T36" fmla="*/ 1 w 12"/>
                  <a:gd name="T37" fmla="*/ 40 h 42"/>
                  <a:gd name="T38" fmla="*/ 3 w 12"/>
                  <a:gd name="T39" fmla="*/ 41 h 42"/>
                  <a:gd name="T40" fmla="*/ 5 w 12"/>
                  <a:gd name="T41" fmla="*/ 42 h 42"/>
                  <a:gd name="T42" fmla="*/ 8 w 12"/>
                  <a:gd name="T43" fmla="*/ 42 h 42"/>
                  <a:gd name="T44" fmla="*/ 10 w 12"/>
                  <a:gd name="T45" fmla="*/ 41 h 42"/>
                  <a:gd name="T46" fmla="*/ 11 w 12"/>
                  <a:gd name="T47" fmla="*/ 41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3"/>
                    </a:cubicBezTo>
                    <a:cubicBezTo>
                      <a:pt x="11" y="3"/>
                      <a:pt x="11" y="3"/>
                      <a:pt x="11" y="2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1"/>
                      <a:pt x="8" y="1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6"/>
                    </a:cubicBezTo>
                    <a:cubicBezTo>
                      <a:pt x="1" y="28"/>
                      <a:pt x="1" y="31"/>
                      <a:pt x="1" y="32"/>
                    </a:cubicBezTo>
                    <a:cubicBezTo>
                      <a:pt x="1" y="34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0"/>
                    </a:cubicBezTo>
                    <a:cubicBezTo>
                      <a:pt x="1" y="41"/>
                      <a:pt x="2" y="41"/>
                      <a:pt x="3" y="41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8" y="42"/>
                    </a:cubicBezTo>
                    <a:cubicBezTo>
                      <a:pt x="8" y="42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2"/>
                      <a:pt x="12" y="42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26" name="Freeform 351">
                <a:extLst>
                  <a:ext uri="{FF2B5EF4-FFF2-40B4-BE49-F238E27FC236}">
                    <a16:creationId xmlns:a16="http://schemas.microsoft.com/office/drawing/2014/main" id="{34139019-7E2E-43F9-8A18-D1E2E5928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8063" y="24272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3 h 42"/>
                  <a:gd name="T10" fmla="*/ 11 w 12"/>
                  <a:gd name="T11" fmla="*/ 4 h 42"/>
                  <a:gd name="T12" fmla="*/ 11 w 12"/>
                  <a:gd name="T13" fmla="*/ 3 h 42"/>
                  <a:gd name="T14" fmla="*/ 11 w 12"/>
                  <a:gd name="T15" fmla="*/ 2 h 42"/>
                  <a:gd name="T16" fmla="*/ 9 w 12"/>
                  <a:gd name="T17" fmla="*/ 2 h 42"/>
                  <a:gd name="T18" fmla="*/ 7 w 12"/>
                  <a:gd name="T19" fmla="*/ 0 h 42"/>
                  <a:gd name="T20" fmla="*/ 5 w 12"/>
                  <a:gd name="T21" fmla="*/ 0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6 h 42"/>
                  <a:gd name="T32" fmla="*/ 1 w 12"/>
                  <a:gd name="T33" fmla="*/ 32 h 42"/>
                  <a:gd name="T34" fmla="*/ 1 w 12"/>
                  <a:gd name="T35" fmla="*/ 38 h 42"/>
                  <a:gd name="T36" fmla="*/ 1 w 12"/>
                  <a:gd name="T37" fmla="*/ 40 h 42"/>
                  <a:gd name="T38" fmla="*/ 3 w 12"/>
                  <a:gd name="T39" fmla="*/ 41 h 42"/>
                  <a:gd name="T40" fmla="*/ 5 w 12"/>
                  <a:gd name="T41" fmla="*/ 42 h 42"/>
                  <a:gd name="T42" fmla="*/ 8 w 12"/>
                  <a:gd name="T43" fmla="*/ 42 h 42"/>
                  <a:gd name="T44" fmla="*/ 10 w 12"/>
                  <a:gd name="T45" fmla="*/ 41 h 42"/>
                  <a:gd name="T46" fmla="*/ 11 w 12"/>
                  <a:gd name="T47" fmla="*/ 41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3"/>
                    </a:cubicBezTo>
                    <a:cubicBezTo>
                      <a:pt x="11" y="3"/>
                      <a:pt x="11" y="3"/>
                      <a:pt x="11" y="2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1"/>
                      <a:pt x="8" y="1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6"/>
                    </a:cubicBezTo>
                    <a:cubicBezTo>
                      <a:pt x="1" y="28"/>
                      <a:pt x="1" y="31"/>
                      <a:pt x="1" y="32"/>
                    </a:cubicBezTo>
                    <a:cubicBezTo>
                      <a:pt x="1" y="34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0"/>
                    </a:cubicBezTo>
                    <a:cubicBezTo>
                      <a:pt x="1" y="41"/>
                      <a:pt x="2" y="41"/>
                      <a:pt x="3" y="41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8" y="42"/>
                    </a:cubicBezTo>
                    <a:cubicBezTo>
                      <a:pt x="8" y="42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2"/>
                      <a:pt x="12" y="42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27" name="Freeform 352">
                <a:extLst>
                  <a:ext uri="{FF2B5EF4-FFF2-40B4-BE49-F238E27FC236}">
                    <a16:creationId xmlns:a16="http://schemas.microsoft.com/office/drawing/2014/main" id="{A2F0B421-5EC7-4B0C-B043-C5703A9C01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1728788"/>
                <a:ext cx="195263" cy="741363"/>
              </a:xfrm>
              <a:custGeom>
                <a:avLst/>
                <a:gdLst>
                  <a:gd name="T0" fmla="*/ 0 w 49"/>
                  <a:gd name="T1" fmla="*/ 131 h 187"/>
                  <a:gd name="T2" fmla="*/ 0 w 49"/>
                  <a:gd name="T3" fmla="*/ 141 h 187"/>
                  <a:gd name="T4" fmla="*/ 4 w 49"/>
                  <a:gd name="T5" fmla="*/ 161 h 187"/>
                  <a:gd name="T6" fmla="*/ 7 w 49"/>
                  <a:gd name="T7" fmla="*/ 171 h 187"/>
                  <a:gd name="T8" fmla="*/ 12 w 49"/>
                  <a:gd name="T9" fmla="*/ 183 h 187"/>
                  <a:gd name="T10" fmla="*/ 29 w 49"/>
                  <a:gd name="T11" fmla="*/ 186 h 187"/>
                  <a:gd name="T12" fmla="*/ 43 w 49"/>
                  <a:gd name="T13" fmla="*/ 177 h 187"/>
                  <a:gd name="T14" fmla="*/ 49 w 49"/>
                  <a:gd name="T15" fmla="*/ 165 h 187"/>
                  <a:gd name="T16" fmla="*/ 49 w 49"/>
                  <a:gd name="T17" fmla="*/ 152 h 187"/>
                  <a:gd name="T18" fmla="*/ 48 w 49"/>
                  <a:gd name="T19" fmla="*/ 139 h 187"/>
                  <a:gd name="T20" fmla="*/ 47 w 49"/>
                  <a:gd name="T21" fmla="*/ 127 h 187"/>
                  <a:gd name="T22" fmla="*/ 48 w 49"/>
                  <a:gd name="T23" fmla="*/ 114 h 187"/>
                  <a:gd name="T24" fmla="*/ 48 w 49"/>
                  <a:gd name="T25" fmla="*/ 95 h 187"/>
                  <a:gd name="T26" fmla="*/ 48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0 w 49"/>
                  <a:gd name="T35" fmla="*/ 34 h 187"/>
                  <a:gd name="T36" fmla="*/ 39 w 49"/>
                  <a:gd name="T37" fmla="*/ 26 h 187"/>
                  <a:gd name="T38" fmla="*/ 34 w 49"/>
                  <a:gd name="T39" fmla="*/ 7 h 187"/>
                  <a:gd name="T40" fmla="*/ 31 w 49"/>
                  <a:gd name="T41" fmla="*/ 3 h 187"/>
                  <a:gd name="T42" fmla="*/ 29 w 49"/>
                  <a:gd name="T43" fmla="*/ 1 h 187"/>
                  <a:gd name="T44" fmla="*/ 25 w 49"/>
                  <a:gd name="T45" fmla="*/ 2 h 187"/>
                  <a:gd name="T46" fmla="*/ 23 w 49"/>
                  <a:gd name="T47" fmla="*/ 9 h 187"/>
                  <a:gd name="T48" fmla="*/ 13 w 49"/>
                  <a:gd name="T49" fmla="*/ 38 h 187"/>
                  <a:gd name="T50" fmla="*/ 8 w 49"/>
                  <a:gd name="T51" fmla="*/ 56 h 187"/>
                  <a:gd name="T52" fmla="*/ 3 w 49"/>
                  <a:gd name="T53" fmla="*/ 69 h 187"/>
                  <a:gd name="T54" fmla="*/ 0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0" y="131"/>
                    </a:moveTo>
                    <a:cubicBezTo>
                      <a:pt x="0" y="134"/>
                      <a:pt x="0" y="138"/>
                      <a:pt x="0" y="141"/>
                    </a:cubicBezTo>
                    <a:cubicBezTo>
                      <a:pt x="1" y="149"/>
                      <a:pt x="3" y="156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4"/>
                      <a:pt x="11" y="183"/>
                      <a:pt x="12" y="183"/>
                    </a:cubicBezTo>
                    <a:cubicBezTo>
                      <a:pt x="13" y="183"/>
                      <a:pt x="27" y="187"/>
                      <a:pt x="29" y="186"/>
                    </a:cubicBezTo>
                    <a:cubicBezTo>
                      <a:pt x="30" y="185"/>
                      <a:pt x="42" y="178"/>
                      <a:pt x="43" y="177"/>
                    </a:cubicBezTo>
                    <a:cubicBezTo>
                      <a:pt x="45" y="176"/>
                      <a:pt x="48" y="168"/>
                      <a:pt x="49" y="165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4"/>
                      <a:pt x="48" y="139"/>
                    </a:cubicBezTo>
                    <a:cubicBezTo>
                      <a:pt x="48" y="135"/>
                      <a:pt x="47" y="132"/>
                      <a:pt x="47" y="127"/>
                    </a:cubicBezTo>
                    <a:cubicBezTo>
                      <a:pt x="47" y="122"/>
                      <a:pt x="47" y="118"/>
                      <a:pt x="48" y="114"/>
                    </a:cubicBezTo>
                    <a:cubicBezTo>
                      <a:pt x="48" y="112"/>
                      <a:pt x="48" y="97"/>
                      <a:pt x="48" y="95"/>
                    </a:cubicBezTo>
                    <a:cubicBezTo>
                      <a:pt x="48" y="93"/>
                      <a:pt x="49" y="91"/>
                      <a:pt x="48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3"/>
                      <a:pt x="43" y="58"/>
                      <a:pt x="43" y="56"/>
                    </a:cubicBezTo>
                    <a:cubicBezTo>
                      <a:pt x="43" y="54"/>
                      <a:pt x="42" y="53"/>
                      <a:pt x="42" y="51"/>
                    </a:cubicBezTo>
                    <a:cubicBezTo>
                      <a:pt x="42" y="50"/>
                      <a:pt x="41" y="35"/>
                      <a:pt x="40" y="34"/>
                    </a:cubicBezTo>
                    <a:cubicBezTo>
                      <a:pt x="40" y="31"/>
                      <a:pt x="39" y="28"/>
                      <a:pt x="39" y="26"/>
                    </a:cubicBezTo>
                    <a:cubicBezTo>
                      <a:pt x="38" y="24"/>
                      <a:pt x="34" y="8"/>
                      <a:pt x="34" y="7"/>
                    </a:cubicBezTo>
                    <a:cubicBezTo>
                      <a:pt x="33" y="5"/>
                      <a:pt x="32" y="4"/>
                      <a:pt x="31" y="3"/>
                    </a:cubicBezTo>
                    <a:cubicBezTo>
                      <a:pt x="30" y="2"/>
                      <a:pt x="30" y="2"/>
                      <a:pt x="29" y="1"/>
                    </a:cubicBezTo>
                    <a:cubicBezTo>
                      <a:pt x="29" y="1"/>
                      <a:pt x="26" y="0"/>
                      <a:pt x="25" y="2"/>
                    </a:cubicBezTo>
                    <a:cubicBezTo>
                      <a:pt x="24" y="4"/>
                      <a:pt x="24" y="7"/>
                      <a:pt x="23" y="9"/>
                    </a:cubicBezTo>
                    <a:cubicBezTo>
                      <a:pt x="22" y="12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6"/>
                    </a:cubicBezTo>
                    <a:cubicBezTo>
                      <a:pt x="6" y="60"/>
                      <a:pt x="4" y="63"/>
                      <a:pt x="3" y="69"/>
                    </a:cubicBezTo>
                    <a:cubicBezTo>
                      <a:pt x="2" y="73"/>
                      <a:pt x="1" y="127"/>
                      <a:pt x="0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28" name="Freeform 353">
                <a:extLst>
                  <a:ext uri="{FF2B5EF4-FFF2-40B4-BE49-F238E27FC236}">
                    <a16:creationId xmlns:a16="http://schemas.microsoft.com/office/drawing/2014/main" id="{535FCC4F-1708-4DD1-A40F-7A463E0BD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1728788"/>
                <a:ext cx="195263" cy="741363"/>
              </a:xfrm>
              <a:custGeom>
                <a:avLst/>
                <a:gdLst>
                  <a:gd name="T0" fmla="*/ 0 w 49"/>
                  <a:gd name="T1" fmla="*/ 131 h 187"/>
                  <a:gd name="T2" fmla="*/ 0 w 49"/>
                  <a:gd name="T3" fmla="*/ 141 h 187"/>
                  <a:gd name="T4" fmla="*/ 4 w 49"/>
                  <a:gd name="T5" fmla="*/ 161 h 187"/>
                  <a:gd name="T6" fmla="*/ 7 w 49"/>
                  <a:gd name="T7" fmla="*/ 171 h 187"/>
                  <a:gd name="T8" fmla="*/ 12 w 49"/>
                  <a:gd name="T9" fmla="*/ 183 h 187"/>
                  <a:gd name="T10" fmla="*/ 29 w 49"/>
                  <a:gd name="T11" fmla="*/ 186 h 187"/>
                  <a:gd name="T12" fmla="*/ 43 w 49"/>
                  <a:gd name="T13" fmla="*/ 177 h 187"/>
                  <a:gd name="T14" fmla="*/ 49 w 49"/>
                  <a:gd name="T15" fmla="*/ 165 h 187"/>
                  <a:gd name="T16" fmla="*/ 49 w 49"/>
                  <a:gd name="T17" fmla="*/ 152 h 187"/>
                  <a:gd name="T18" fmla="*/ 48 w 49"/>
                  <a:gd name="T19" fmla="*/ 139 h 187"/>
                  <a:gd name="T20" fmla="*/ 47 w 49"/>
                  <a:gd name="T21" fmla="*/ 127 h 187"/>
                  <a:gd name="T22" fmla="*/ 48 w 49"/>
                  <a:gd name="T23" fmla="*/ 114 h 187"/>
                  <a:gd name="T24" fmla="*/ 48 w 49"/>
                  <a:gd name="T25" fmla="*/ 95 h 187"/>
                  <a:gd name="T26" fmla="*/ 48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0 w 49"/>
                  <a:gd name="T35" fmla="*/ 34 h 187"/>
                  <a:gd name="T36" fmla="*/ 39 w 49"/>
                  <a:gd name="T37" fmla="*/ 26 h 187"/>
                  <a:gd name="T38" fmla="*/ 34 w 49"/>
                  <a:gd name="T39" fmla="*/ 7 h 187"/>
                  <a:gd name="T40" fmla="*/ 31 w 49"/>
                  <a:gd name="T41" fmla="*/ 3 h 187"/>
                  <a:gd name="T42" fmla="*/ 29 w 49"/>
                  <a:gd name="T43" fmla="*/ 1 h 187"/>
                  <a:gd name="T44" fmla="*/ 25 w 49"/>
                  <a:gd name="T45" fmla="*/ 2 h 187"/>
                  <a:gd name="T46" fmla="*/ 23 w 49"/>
                  <a:gd name="T47" fmla="*/ 9 h 187"/>
                  <a:gd name="T48" fmla="*/ 13 w 49"/>
                  <a:gd name="T49" fmla="*/ 38 h 187"/>
                  <a:gd name="T50" fmla="*/ 8 w 49"/>
                  <a:gd name="T51" fmla="*/ 56 h 187"/>
                  <a:gd name="T52" fmla="*/ 3 w 49"/>
                  <a:gd name="T53" fmla="*/ 69 h 187"/>
                  <a:gd name="T54" fmla="*/ 0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0" y="131"/>
                    </a:moveTo>
                    <a:cubicBezTo>
                      <a:pt x="0" y="134"/>
                      <a:pt x="0" y="138"/>
                      <a:pt x="0" y="141"/>
                    </a:cubicBezTo>
                    <a:cubicBezTo>
                      <a:pt x="1" y="149"/>
                      <a:pt x="3" y="156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4"/>
                      <a:pt x="11" y="183"/>
                      <a:pt x="12" y="183"/>
                    </a:cubicBezTo>
                    <a:cubicBezTo>
                      <a:pt x="13" y="183"/>
                      <a:pt x="27" y="187"/>
                      <a:pt x="29" y="186"/>
                    </a:cubicBezTo>
                    <a:cubicBezTo>
                      <a:pt x="30" y="185"/>
                      <a:pt x="42" y="178"/>
                      <a:pt x="43" y="177"/>
                    </a:cubicBezTo>
                    <a:cubicBezTo>
                      <a:pt x="45" y="176"/>
                      <a:pt x="48" y="168"/>
                      <a:pt x="49" y="165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4"/>
                      <a:pt x="48" y="139"/>
                    </a:cubicBezTo>
                    <a:cubicBezTo>
                      <a:pt x="48" y="135"/>
                      <a:pt x="47" y="132"/>
                      <a:pt x="47" y="127"/>
                    </a:cubicBezTo>
                    <a:cubicBezTo>
                      <a:pt x="47" y="122"/>
                      <a:pt x="47" y="118"/>
                      <a:pt x="48" y="114"/>
                    </a:cubicBezTo>
                    <a:cubicBezTo>
                      <a:pt x="48" y="112"/>
                      <a:pt x="48" y="97"/>
                      <a:pt x="48" y="95"/>
                    </a:cubicBezTo>
                    <a:cubicBezTo>
                      <a:pt x="48" y="93"/>
                      <a:pt x="49" y="91"/>
                      <a:pt x="48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3"/>
                      <a:pt x="43" y="58"/>
                      <a:pt x="43" y="56"/>
                    </a:cubicBezTo>
                    <a:cubicBezTo>
                      <a:pt x="43" y="54"/>
                      <a:pt x="42" y="53"/>
                      <a:pt x="42" y="51"/>
                    </a:cubicBezTo>
                    <a:cubicBezTo>
                      <a:pt x="42" y="50"/>
                      <a:pt x="41" y="35"/>
                      <a:pt x="40" y="34"/>
                    </a:cubicBezTo>
                    <a:cubicBezTo>
                      <a:pt x="40" y="31"/>
                      <a:pt x="39" y="28"/>
                      <a:pt x="39" y="26"/>
                    </a:cubicBezTo>
                    <a:cubicBezTo>
                      <a:pt x="38" y="24"/>
                      <a:pt x="34" y="8"/>
                      <a:pt x="34" y="7"/>
                    </a:cubicBezTo>
                    <a:cubicBezTo>
                      <a:pt x="33" y="5"/>
                      <a:pt x="32" y="4"/>
                      <a:pt x="31" y="3"/>
                    </a:cubicBezTo>
                    <a:cubicBezTo>
                      <a:pt x="30" y="2"/>
                      <a:pt x="30" y="2"/>
                      <a:pt x="29" y="1"/>
                    </a:cubicBezTo>
                    <a:cubicBezTo>
                      <a:pt x="29" y="1"/>
                      <a:pt x="26" y="0"/>
                      <a:pt x="25" y="2"/>
                    </a:cubicBezTo>
                    <a:cubicBezTo>
                      <a:pt x="24" y="4"/>
                      <a:pt x="24" y="7"/>
                      <a:pt x="23" y="9"/>
                    </a:cubicBezTo>
                    <a:cubicBezTo>
                      <a:pt x="22" y="12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6"/>
                    </a:cubicBezTo>
                    <a:cubicBezTo>
                      <a:pt x="6" y="60"/>
                      <a:pt x="4" y="63"/>
                      <a:pt x="3" y="69"/>
                    </a:cubicBezTo>
                    <a:cubicBezTo>
                      <a:pt x="2" y="73"/>
                      <a:pt x="1" y="127"/>
                      <a:pt x="0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29" name="Freeform 354">
                <a:extLst>
                  <a:ext uri="{FF2B5EF4-FFF2-40B4-BE49-F238E27FC236}">
                    <a16:creationId xmlns:a16="http://schemas.microsoft.com/office/drawing/2014/main" id="{2D5A199F-B9C8-4C32-AC5A-9E5309492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7063" y="243046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0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2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7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7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0" y="47"/>
                    </a:cubicBezTo>
                    <a:cubicBezTo>
                      <a:pt x="1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2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8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19" y="41"/>
                      <a:pt x="19" y="39"/>
                      <a:pt x="19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4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7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30" name="Freeform 355">
                <a:extLst>
                  <a:ext uri="{FF2B5EF4-FFF2-40B4-BE49-F238E27FC236}">
                    <a16:creationId xmlns:a16="http://schemas.microsoft.com/office/drawing/2014/main" id="{734C8CED-8130-4488-B08A-F406D8890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7063" y="243046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0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2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7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7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0" y="47"/>
                    </a:cubicBezTo>
                    <a:cubicBezTo>
                      <a:pt x="1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2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8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19" y="41"/>
                      <a:pt x="19" y="39"/>
                      <a:pt x="19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4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7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31" name="Freeform 356">
                <a:extLst>
                  <a:ext uri="{FF2B5EF4-FFF2-40B4-BE49-F238E27FC236}">
                    <a16:creationId xmlns:a16="http://schemas.microsoft.com/office/drawing/2014/main" id="{AF1815E7-BEE6-4766-AF93-42700962F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1163" y="198278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1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4"/>
                    </a:cubicBezTo>
                    <a:cubicBezTo>
                      <a:pt x="19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1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2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1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6" y="32"/>
                      <a:pt x="106" y="30"/>
                    </a:cubicBezTo>
                    <a:cubicBezTo>
                      <a:pt x="106" y="29"/>
                      <a:pt x="106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6" y="15"/>
                      <a:pt x="95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39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8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32" name="Freeform 357">
                <a:extLst>
                  <a:ext uri="{FF2B5EF4-FFF2-40B4-BE49-F238E27FC236}">
                    <a16:creationId xmlns:a16="http://schemas.microsoft.com/office/drawing/2014/main" id="{01156351-C2A4-4D91-99D4-4AF6F045A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1163" y="198278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1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4"/>
                    </a:cubicBezTo>
                    <a:cubicBezTo>
                      <a:pt x="19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1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2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1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6" y="32"/>
                      <a:pt x="106" y="30"/>
                    </a:cubicBezTo>
                    <a:cubicBezTo>
                      <a:pt x="106" y="29"/>
                      <a:pt x="106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6" y="15"/>
                      <a:pt x="95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39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8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33" name="Freeform 358">
                <a:extLst>
                  <a:ext uri="{FF2B5EF4-FFF2-40B4-BE49-F238E27FC236}">
                    <a16:creationId xmlns:a16="http://schemas.microsoft.com/office/drawing/2014/main" id="{6F2ADE17-0856-4617-90D8-E9A6BDF16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34451" y="239871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20" y="48"/>
                      <a:pt x="20" y="49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6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34" name="Freeform 359">
                <a:extLst>
                  <a:ext uri="{FF2B5EF4-FFF2-40B4-BE49-F238E27FC236}">
                    <a16:creationId xmlns:a16="http://schemas.microsoft.com/office/drawing/2014/main" id="{2964F750-6FA6-454D-8EEC-101E5930F9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34451" y="239871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20" y="48"/>
                      <a:pt x="20" y="49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6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35" name="Freeform 360">
                <a:extLst>
                  <a:ext uri="{FF2B5EF4-FFF2-40B4-BE49-F238E27FC236}">
                    <a16:creationId xmlns:a16="http://schemas.microsoft.com/office/drawing/2014/main" id="{D6F2435D-AFC4-4800-827C-D736FEBD4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8551" y="195103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4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1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36" name="Freeform 361">
                <a:extLst>
                  <a:ext uri="{FF2B5EF4-FFF2-40B4-BE49-F238E27FC236}">
                    <a16:creationId xmlns:a16="http://schemas.microsoft.com/office/drawing/2014/main" id="{E77D811E-1678-4F73-B3BD-5B7E8ABB05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8551" y="195103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4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1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37" name="Freeform 362">
                <a:extLst>
                  <a:ext uri="{FF2B5EF4-FFF2-40B4-BE49-F238E27FC236}">
                    <a16:creationId xmlns:a16="http://schemas.microsoft.com/office/drawing/2014/main" id="{3B576514-50A4-4907-AAEC-BB1B2B04E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0113" y="2493963"/>
                <a:ext cx="47625" cy="163513"/>
              </a:xfrm>
              <a:custGeom>
                <a:avLst/>
                <a:gdLst>
                  <a:gd name="T0" fmla="*/ 11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6 w 12"/>
                  <a:gd name="T19" fmla="*/ 0 h 41"/>
                  <a:gd name="T20" fmla="*/ 4 w 12"/>
                  <a:gd name="T21" fmla="*/ 0 h 41"/>
                  <a:gd name="T22" fmla="*/ 2 w 12"/>
                  <a:gd name="T23" fmla="*/ 0 h 41"/>
                  <a:gd name="T24" fmla="*/ 1 w 12"/>
                  <a:gd name="T25" fmla="*/ 2 h 41"/>
                  <a:gd name="T26" fmla="*/ 1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0 w 12"/>
                  <a:gd name="T37" fmla="*/ 40 h 41"/>
                  <a:gd name="T38" fmla="*/ 2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1 w 12"/>
                  <a:gd name="T49" fmla="*/ 41 h 41"/>
                  <a:gd name="T50" fmla="*/ 12 w 12"/>
                  <a:gd name="T51" fmla="*/ 40 h 41"/>
                  <a:gd name="T52" fmla="*/ 11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1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0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9" y="1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2" y="0"/>
                      <a:pt x="1" y="1"/>
                      <a:pt x="1" y="2"/>
                    </a:cubicBezTo>
                    <a:cubicBezTo>
                      <a:pt x="1" y="6"/>
                      <a:pt x="1" y="10"/>
                      <a:pt x="1" y="14"/>
                    </a:cubicBezTo>
                    <a:cubicBezTo>
                      <a:pt x="1" y="16"/>
                      <a:pt x="1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0" y="34"/>
                      <a:pt x="0" y="35"/>
                      <a:pt x="0" y="37"/>
                    </a:cubicBezTo>
                    <a:cubicBezTo>
                      <a:pt x="0" y="38"/>
                      <a:pt x="0" y="39"/>
                      <a:pt x="0" y="40"/>
                    </a:cubicBezTo>
                    <a:cubicBezTo>
                      <a:pt x="1" y="40"/>
                      <a:pt x="1" y="41"/>
                      <a:pt x="2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0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1" y="38"/>
                      <a:pt x="11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38" name="Freeform 363">
                <a:extLst>
                  <a:ext uri="{FF2B5EF4-FFF2-40B4-BE49-F238E27FC236}">
                    <a16:creationId xmlns:a16="http://schemas.microsoft.com/office/drawing/2014/main" id="{7D0BAF5F-7AAF-43AC-88DB-1CD4A88CF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0113" y="2493963"/>
                <a:ext cx="47625" cy="163513"/>
              </a:xfrm>
              <a:custGeom>
                <a:avLst/>
                <a:gdLst>
                  <a:gd name="T0" fmla="*/ 11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6 w 12"/>
                  <a:gd name="T19" fmla="*/ 0 h 41"/>
                  <a:gd name="T20" fmla="*/ 4 w 12"/>
                  <a:gd name="T21" fmla="*/ 0 h 41"/>
                  <a:gd name="T22" fmla="*/ 2 w 12"/>
                  <a:gd name="T23" fmla="*/ 0 h 41"/>
                  <a:gd name="T24" fmla="*/ 1 w 12"/>
                  <a:gd name="T25" fmla="*/ 2 h 41"/>
                  <a:gd name="T26" fmla="*/ 1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0 w 12"/>
                  <a:gd name="T37" fmla="*/ 40 h 41"/>
                  <a:gd name="T38" fmla="*/ 2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1 w 12"/>
                  <a:gd name="T49" fmla="*/ 41 h 41"/>
                  <a:gd name="T50" fmla="*/ 12 w 12"/>
                  <a:gd name="T51" fmla="*/ 40 h 41"/>
                  <a:gd name="T52" fmla="*/ 11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1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0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9" y="1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2" y="0"/>
                      <a:pt x="1" y="1"/>
                      <a:pt x="1" y="2"/>
                    </a:cubicBezTo>
                    <a:cubicBezTo>
                      <a:pt x="1" y="6"/>
                      <a:pt x="1" y="10"/>
                      <a:pt x="1" y="14"/>
                    </a:cubicBezTo>
                    <a:cubicBezTo>
                      <a:pt x="1" y="16"/>
                      <a:pt x="1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0" y="34"/>
                      <a:pt x="0" y="35"/>
                      <a:pt x="0" y="37"/>
                    </a:cubicBezTo>
                    <a:cubicBezTo>
                      <a:pt x="0" y="38"/>
                      <a:pt x="0" y="39"/>
                      <a:pt x="0" y="40"/>
                    </a:cubicBezTo>
                    <a:cubicBezTo>
                      <a:pt x="1" y="40"/>
                      <a:pt x="1" y="41"/>
                      <a:pt x="2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0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1" y="38"/>
                      <a:pt x="11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39" name="Freeform 364">
                <a:extLst>
                  <a:ext uri="{FF2B5EF4-FFF2-40B4-BE49-F238E27FC236}">
                    <a16:creationId xmlns:a16="http://schemas.microsoft.com/office/drawing/2014/main" id="{418CBCD8-B709-44ED-874F-1CEC3D4DF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5501" y="1795463"/>
                <a:ext cx="193675" cy="738188"/>
              </a:xfrm>
              <a:custGeom>
                <a:avLst/>
                <a:gdLst>
                  <a:gd name="T0" fmla="*/ 1 w 49"/>
                  <a:gd name="T1" fmla="*/ 130 h 186"/>
                  <a:gd name="T2" fmla="*/ 1 w 49"/>
                  <a:gd name="T3" fmla="*/ 141 h 186"/>
                  <a:gd name="T4" fmla="*/ 5 w 49"/>
                  <a:gd name="T5" fmla="*/ 161 h 186"/>
                  <a:gd name="T6" fmla="*/ 8 w 49"/>
                  <a:gd name="T7" fmla="*/ 171 h 186"/>
                  <a:gd name="T8" fmla="*/ 12 w 49"/>
                  <a:gd name="T9" fmla="*/ 182 h 186"/>
                  <a:gd name="T10" fmla="*/ 30 w 49"/>
                  <a:gd name="T11" fmla="*/ 185 h 186"/>
                  <a:gd name="T12" fmla="*/ 44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9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9 w 49"/>
                  <a:gd name="T25" fmla="*/ 95 h 186"/>
                  <a:gd name="T26" fmla="*/ 49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3 w 49"/>
                  <a:gd name="T33" fmla="*/ 51 h 186"/>
                  <a:gd name="T34" fmla="*/ 41 w 49"/>
                  <a:gd name="T35" fmla="*/ 33 h 186"/>
                  <a:gd name="T36" fmla="*/ 39 w 49"/>
                  <a:gd name="T37" fmla="*/ 25 h 186"/>
                  <a:gd name="T38" fmla="*/ 35 w 49"/>
                  <a:gd name="T39" fmla="*/ 7 h 186"/>
                  <a:gd name="T40" fmla="*/ 31 w 49"/>
                  <a:gd name="T41" fmla="*/ 2 h 186"/>
                  <a:gd name="T42" fmla="*/ 30 w 49"/>
                  <a:gd name="T43" fmla="*/ 0 h 186"/>
                  <a:gd name="T44" fmla="*/ 26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4 w 49"/>
                  <a:gd name="T53" fmla="*/ 69 h 186"/>
                  <a:gd name="T54" fmla="*/ 1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1" y="130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2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8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30" y="185"/>
                    </a:cubicBezTo>
                    <a:cubicBezTo>
                      <a:pt x="31" y="185"/>
                      <a:pt x="43" y="177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9" y="143"/>
                      <a:pt x="49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8" y="118"/>
                      <a:pt x="48" y="113"/>
                    </a:cubicBezTo>
                    <a:cubicBezTo>
                      <a:pt x="48" y="111"/>
                      <a:pt x="49" y="97"/>
                      <a:pt x="49" y="95"/>
                    </a:cubicBezTo>
                    <a:cubicBezTo>
                      <a:pt x="49" y="93"/>
                      <a:pt x="49" y="90"/>
                      <a:pt x="49" y="88"/>
                    </a:cubicBezTo>
                    <a:cubicBezTo>
                      <a:pt x="49" y="84"/>
                      <a:pt x="48" y="80"/>
                      <a:pt x="47" y="76"/>
                    </a:cubicBezTo>
                    <a:cubicBezTo>
                      <a:pt x="47" y="72"/>
                      <a:pt x="43" y="58"/>
                      <a:pt x="43" y="55"/>
                    </a:cubicBezTo>
                    <a:cubicBezTo>
                      <a:pt x="43" y="54"/>
                      <a:pt x="43" y="52"/>
                      <a:pt x="43" y="51"/>
                    </a:cubicBezTo>
                    <a:cubicBezTo>
                      <a:pt x="42" y="49"/>
                      <a:pt x="41" y="35"/>
                      <a:pt x="41" y="33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9" y="24"/>
                      <a:pt x="35" y="7"/>
                      <a:pt x="35" y="7"/>
                    </a:cubicBezTo>
                    <a:cubicBezTo>
                      <a:pt x="34" y="4"/>
                      <a:pt x="32" y="4"/>
                      <a:pt x="31" y="2"/>
                    </a:cubicBezTo>
                    <a:cubicBezTo>
                      <a:pt x="31" y="2"/>
                      <a:pt x="30" y="1"/>
                      <a:pt x="30" y="0"/>
                    </a:cubicBezTo>
                    <a:cubicBezTo>
                      <a:pt x="29" y="0"/>
                      <a:pt x="27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5" y="31"/>
                      <a:pt x="13" y="37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7" y="59"/>
                      <a:pt x="5" y="62"/>
                      <a:pt x="4" y="69"/>
                    </a:cubicBezTo>
                    <a:cubicBezTo>
                      <a:pt x="3" y="72"/>
                      <a:pt x="1" y="126"/>
                      <a:pt x="1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40" name="Freeform 365">
                <a:extLst>
                  <a:ext uri="{FF2B5EF4-FFF2-40B4-BE49-F238E27FC236}">
                    <a16:creationId xmlns:a16="http://schemas.microsoft.com/office/drawing/2014/main" id="{FF027C60-8F9E-443D-9F3D-6D4CB38E0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5501" y="1795463"/>
                <a:ext cx="193675" cy="738188"/>
              </a:xfrm>
              <a:custGeom>
                <a:avLst/>
                <a:gdLst>
                  <a:gd name="T0" fmla="*/ 1 w 49"/>
                  <a:gd name="T1" fmla="*/ 130 h 186"/>
                  <a:gd name="T2" fmla="*/ 1 w 49"/>
                  <a:gd name="T3" fmla="*/ 141 h 186"/>
                  <a:gd name="T4" fmla="*/ 5 w 49"/>
                  <a:gd name="T5" fmla="*/ 161 h 186"/>
                  <a:gd name="T6" fmla="*/ 8 w 49"/>
                  <a:gd name="T7" fmla="*/ 171 h 186"/>
                  <a:gd name="T8" fmla="*/ 12 w 49"/>
                  <a:gd name="T9" fmla="*/ 182 h 186"/>
                  <a:gd name="T10" fmla="*/ 30 w 49"/>
                  <a:gd name="T11" fmla="*/ 185 h 186"/>
                  <a:gd name="T12" fmla="*/ 44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9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9 w 49"/>
                  <a:gd name="T25" fmla="*/ 95 h 186"/>
                  <a:gd name="T26" fmla="*/ 49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3 w 49"/>
                  <a:gd name="T33" fmla="*/ 51 h 186"/>
                  <a:gd name="T34" fmla="*/ 41 w 49"/>
                  <a:gd name="T35" fmla="*/ 33 h 186"/>
                  <a:gd name="T36" fmla="*/ 39 w 49"/>
                  <a:gd name="T37" fmla="*/ 25 h 186"/>
                  <a:gd name="T38" fmla="*/ 35 w 49"/>
                  <a:gd name="T39" fmla="*/ 7 h 186"/>
                  <a:gd name="T40" fmla="*/ 31 w 49"/>
                  <a:gd name="T41" fmla="*/ 2 h 186"/>
                  <a:gd name="T42" fmla="*/ 30 w 49"/>
                  <a:gd name="T43" fmla="*/ 0 h 186"/>
                  <a:gd name="T44" fmla="*/ 26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4 w 49"/>
                  <a:gd name="T53" fmla="*/ 69 h 186"/>
                  <a:gd name="T54" fmla="*/ 1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1" y="130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2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8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30" y="185"/>
                    </a:cubicBezTo>
                    <a:cubicBezTo>
                      <a:pt x="31" y="185"/>
                      <a:pt x="43" y="177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9" y="143"/>
                      <a:pt x="49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8" y="118"/>
                      <a:pt x="48" y="113"/>
                    </a:cubicBezTo>
                    <a:cubicBezTo>
                      <a:pt x="48" y="111"/>
                      <a:pt x="49" y="97"/>
                      <a:pt x="49" y="95"/>
                    </a:cubicBezTo>
                    <a:cubicBezTo>
                      <a:pt x="49" y="93"/>
                      <a:pt x="49" y="90"/>
                      <a:pt x="49" y="88"/>
                    </a:cubicBezTo>
                    <a:cubicBezTo>
                      <a:pt x="49" y="84"/>
                      <a:pt x="48" y="80"/>
                      <a:pt x="47" y="76"/>
                    </a:cubicBezTo>
                    <a:cubicBezTo>
                      <a:pt x="47" y="72"/>
                      <a:pt x="43" y="58"/>
                      <a:pt x="43" y="55"/>
                    </a:cubicBezTo>
                    <a:cubicBezTo>
                      <a:pt x="43" y="54"/>
                      <a:pt x="43" y="52"/>
                      <a:pt x="43" y="51"/>
                    </a:cubicBezTo>
                    <a:cubicBezTo>
                      <a:pt x="42" y="49"/>
                      <a:pt x="41" y="35"/>
                      <a:pt x="41" y="33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9" y="24"/>
                      <a:pt x="35" y="7"/>
                      <a:pt x="35" y="7"/>
                    </a:cubicBezTo>
                    <a:cubicBezTo>
                      <a:pt x="34" y="4"/>
                      <a:pt x="32" y="4"/>
                      <a:pt x="31" y="2"/>
                    </a:cubicBezTo>
                    <a:cubicBezTo>
                      <a:pt x="31" y="2"/>
                      <a:pt x="30" y="1"/>
                      <a:pt x="30" y="0"/>
                    </a:cubicBezTo>
                    <a:cubicBezTo>
                      <a:pt x="29" y="0"/>
                      <a:pt x="27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5" y="31"/>
                      <a:pt x="13" y="37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7" y="59"/>
                      <a:pt x="5" y="62"/>
                      <a:pt x="4" y="69"/>
                    </a:cubicBezTo>
                    <a:cubicBezTo>
                      <a:pt x="3" y="72"/>
                      <a:pt x="1" y="126"/>
                      <a:pt x="1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41" name="Freeform 366">
                <a:extLst>
                  <a:ext uri="{FF2B5EF4-FFF2-40B4-BE49-F238E27FC236}">
                    <a16:creationId xmlns:a16="http://schemas.microsoft.com/office/drawing/2014/main" id="{62FC28F6-3618-4BDB-8AF9-75CFD37E6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509838"/>
                <a:ext cx="87313" cy="195263"/>
              </a:xfrm>
              <a:custGeom>
                <a:avLst/>
                <a:gdLst>
                  <a:gd name="T0" fmla="*/ 1 w 22"/>
                  <a:gd name="T1" fmla="*/ 44 h 49"/>
                  <a:gd name="T2" fmla="*/ 1 w 22"/>
                  <a:gd name="T3" fmla="*/ 47 h 49"/>
                  <a:gd name="T4" fmla="*/ 4 w 22"/>
                  <a:gd name="T5" fmla="*/ 48 h 49"/>
                  <a:gd name="T6" fmla="*/ 9 w 22"/>
                  <a:gd name="T7" fmla="*/ 49 h 49"/>
                  <a:gd name="T8" fmla="*/ 13 w 22"/>
                  <a:gd name="T9" fmla="*/ 49 h 49"/>
                  <a:gd name="T10" fmla="*/ 18 w 22"/>
                  <a:gd name="T11" fmla="*/ 48 h 49"/>
                  <a:gd name="T12" fmla="*/ 20 w 22"/>
                  <a:gd name="T13" fmla="*/ 48 h 49"/>
                  <a:gd name="T14" fmla="*/ 21 w 22"/>
                  <a:gd name="T15" fmla="*/ 48 h 49"/>
                  <a:gd name="T16" fmla="*/ 22 w 22"/>
                  <a:gd name="T17" fmla="*/ 48 h 49"/>
                  <a:gd name="T18" fmla="*/ 21 w 22"/>
                  <a:gd name="T19" fmla="*/ 43 h 49"/>
                  <a:gd name="T20" fmla="*/ 20 w 22"/>
                  <a:gd name="T21" fmla="*/ 37 h 49"/>
                  <a:gd name="T22" fmla="*/ 20 w 22"/>
                  <a:gd name="T23" fmla="*/ 26 h 49"/>
                  <a:gd name="T24" fmla="*/ 20 w 22"/>
                  <a:gd name="T25" fmla="*/ 21 h 49"/>
                  <a:gd name="T26" fmla="*/ 20 w 22"/>
                  <a:gd name="T27" fmla="*/ 15 h 49"/>
                  <a:gd name="T28" fmla="*/ 20 w 22"/>
                  <a:gd name="T29" fmla="*/ 4 h 49"/>
                  <a:gd name="T30" fmla="*/ 20 w 22"/>
                  <a:gd name="T31" fmla="*/ 4 h 49"/>
                  <a:gd name="T32" fmla="*/ 20 w 22"/>
                  <a:gd name="T33" fmla="*/ 3 h 49"/>
                  <a:gd name="T34" fmla="*/ 16 w 22"/>
                  <a:gd name="T35" fmla="*/ 2 h 49"/>
                  <a:gd name="T36" fmla="*/ 12 w 22"/>
                  <a:gd name="T37" fmla="*/ 0 h 49"/>
                  <a:gd name="T38" fmla="*/ 8 w 22"/>
                  <a:gd name="T39" fmla="*/ 0 h 49"/>
                  <a:gd name="T40" fmla="*/ 4 w 22"/>
                  <a:gd name="T41" fmla="*/ 1 h 49"/>
                  <a:gd name="T42" fmla="*/ 3 w 22"/>
                  <a:gd name="T43" fmla="*/ 3 h 49"/>
                  <a:gd name="T44" fmla="*/ 3 w 22"/>
                  <a:gd name="T45" fmla="*/ 17 h 49"/>
                  <a:gd name="T46" fmla="*/ 3 w 22"/>
                  <a:gd name="T47" fmla="*/ 24 h 49"/>
                  <a:gd name="T48" fmla="*/ 2 w 22"/>
                  <a:gd name="T49" fmla="*/ 31 h 49"/>
                  <a:gd name="T50" fmla="*/ 2 w 22"/>
                  <a:gd name="T51" fmla="*/ 38 h 49"/>
                  <a:gd name="T52" fmla="*/ 1 w 22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" h="49">
                    <a:moveTo>
                      <a:pt x="1" y="44"/>
                    </a:moveTo>
                    <a:cubicBezTo>
                      <a:pt x="1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8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1" y="49"/>
                      <a:pt x="21" y="48"/>
                    </a:cubicBezTo>
                    <a:cubicBezTo>
                      <a:pt x="21" y="48"/>
                      <a:pt x="21" y="48"/>
                      <a:pt x="22" y="48"/>
                    </a:cubicBezTo>
                    <a:cubicBezTo>
                      <a:pt x="22" y="46"/>
                      <a:pt x="21" y="45"/>
                      <a:pt x="21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20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6" y="0"/>
                      <a:pt x="4" y="1"/>
                    </a:cubicBezTo>
                    <a:cubicBezTo>
                      <a:pt x="4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3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2" y="36"/>
                      <a:pt x="2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42" name="Freeform 367">
                <a:extLst>
                  <a:ext uri="{FF2B5EF4-FFF2-40B4-BE49-F238E27FC236}">
                    <a16:creationId xmlns:a16="http://schemas.microsoft.com/office/drawing/2014/main" id="{47302A10-4E8C-4D56-AAB2-B76679C0B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509838"/>
                <a:ext cx="87313" cy="195263"/>
              </a:xfrm>
              <a:custGeom>
                <a:avLst/>
                <a:gdLst>
                  <a:gd name="T0" fmla="*/ 1 w 22"/>
                  <a:gd name="T1" fmla="*/ 44 h 49"/>
                  <a:gd name="T2" fmla="*/ 1 w 22"/>
                  <a:gd name="T3" fmla="*/ 47 h 49"/>
                  <a:gd name="T4" fmla="*/ 4 w 22"/>
                  <a:gd name="T5" fmla="*/ 48 h 49"/>
                  <a:gd name="T6" fmla="*/ 9 w 22"/>
                  <a:gd name="T7" fmla="*/ 49 h 49"/>
                  <a:gd name="T8" fmla="*/ 13 w 22"/>
                  <a:gd name="T9" fmla="*/ 49 h 49"/>
                  <a:gd name="T10" fmla="*/ 18 w 22"/>
                  <a:gd name="T11" fmla="*/ 48 h 49"/>
                  <a:gd name="T12" fmla="*/ 20 w 22"/>
                  <a:gd name="T13" fmla="*/ 48 h 49"/>
                  <a:gd name="T14" fmla="*/ 21 w 22"/>
                  <a:gd name="T15" fmla="*/ 48 h 49"/>
                  <a:gd name="T16" fmla="*/ 22 w 22"/>
                  <a:gd name="T17" fmla="*/ 48 h 49"/>
                  <a:gd name="T18" fmla="*/ 21 w 22"/>
                  <a:gd name="T19" fmla="*/ 43 h 49"/>
                  <a:gd name="T20" fmla="*/ 20 w 22"/>
                  <a:gd name="T21" fmla="*/ 37 h 49"/>
                  <a:gd name="T22" fmla="*/ 20 w 22"/>
                  <a:gd name="T23" fmla="*/ 26 h 49"/>
                  <a:gd name="T24" fmla="*/ 20 w 22"/>
                  <a:gd name="T25" fmla="*/ 21 h 49"/>
                  <a:gd name="T26" fmla="*/ 20 w 22"/>
                  <a:gd name="T27" fmla="*/ 15 h 49"/>
                  <a:gd name="T28" fmla="*/ 20 w 22"/>
                  <a:gd name="T29" fmla="*/ 4 h 49"/>
                  <a:gd name="T30" fmla="*/ 20 w 22"/>
                  <a:gd name="T31" fmla="*/ 4 h 49"/>
                  <a:gd name="T32" fmla="*/ 20 w 22"/>
                  <a:gd name="T33" fmla="*/ 3 h 49"/>
                  <a:gd name="T34" fmla="*/ 16 w 22"/>
                  <a:gd name="T35" fmla="*/ 2 h 49"/>
                  <a:gd name="T36" fmla="*/ 12 w 22"/>
                  <a:gd name="T37" fmla="*/ 0 h 49"/>
                  <a:gd name="T38" fmla="*/ 8 w 22"/>
                  <a:gd name="T39" fmla="*/ 0 h 49"/>
                  <a:gd name="T40" fmla="*/ 4 w 22"/>
                  <a:gd name="T41" fmla="*/ 1 h 49"/>
                  <a:gd name="T42" fmla="*/ 3 w 22"/>
                  <a:gd name="T43" fmla="*/ 3 h 49"/>
                  <a:gd name="T44" fmla="*/ 3 w 22"/>
                  <a:gd name="T45" fmla="*/ 17 h 49"/>
                  <a:gd name="T46" fmla="*/ 3 w 22"/>
                  <a:gd name="T47" fmla="*/ 24 h 49"/>
                  <a:gd name="T48" fmla="*/ 2 w 22"/>
                  <a:gd name="T49" fmla="*/ 31 h 49"/>
                  <a:gd name="T50" fmla="*/ 2 w 22"/>
                  <a:gd name="T51" fmla="*/ 38 h 49"/>
                  <a:gd name="T52" fmla="*/ 1 w 22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" h="49">
                    <a:moveTo>
                      <a:pt x="1" y="44"/>
                    </a:moveTo>
                    <a:cubicBezTo>
                      <a:pt x="1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8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1" y="49"/>
                      <a:pt x="21" y="48"/>
                    </a:cubicBezTo>
                    <a:cubicBezTo>
                      <a:pt x="21" y="48"/>
                      <a:pt x="21" y="48"/>
                      <a:pt x="22" y="48"/>
                    </a:cubicBezTo>
                    <a:cubicBezTo>
                      <a:pt x="22" y="46"/>
                      <a:pt x="21" y="45"/>
                      <a:pt x="21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20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6" y="0"/>
                      <a:pt x="4" y="1"/>
                    </a:cubicBezTo>
                    <a:cubicBezTo>
                      <a:pt x="4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3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2" y="36"/>
                      <a:pt x="2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43" name="Freeform 368">
                <a:extLst>
                  <a:ext uri="{FF2B5EF4-FFF2-40B4-BE49-F238E27FC236}">
                    <a16:creationId xmlns:a16="http://schemas.microsoft.com/office/drawing/2014/main" id="{F99DA1AF-A9F1-49D0-AD9F-DFDC10025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9801" y="206216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2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8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5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3 w 127"/>
                  <a:gd name="T31" fmla="*/ 118 h 125"/>
                  <a:gd name="T32" fmla="*/ 121 w 127"/>
                  <a:gd name="T33" fmla="*/ 116 h 125"/>
                  <a:gd name="T34" fmla="*/ 126 w 127"/>
                  <a:gd name="T35" fmla="*/ 110 h 125"/>
                  <a:gd name="T36" fmla="*/ 127 w 127"/>
                  <a:gd name="T37" fmla="*/ 102 h 125"/>
                  <a:gd name="T38" fmla="*/ 125 w 127"/>
                  <a:gd name="T39" fmla="*/ 93 h 125"/>
                  <a:gd name="T40" fmla="*/ 121 w 127"/>
                  <a:gd name="T41" fmla="*/ 85 h 125"/>
                  <a:gd name="T42" fmla="*/ 124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5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1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7 w 127"/>
                  <a:gd name="T65" fmla="*/ 25 h 125"/>
                  <a:gd name="T66" fmla="*/ 105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0 h 125"/>
                  <a:gd name="T74" fmla="*/ 91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60 w 127"/>
                  <a:gd name="T85" fmla="*/ 5 h 125"/>
                  <a:gd name="T86" fmla="*/ 52 w 127"/>
                  <a:gd name="T87" fmla="*/ 10 h 125"/>
                  <a:gd name="T88" fmla="*/ 45 w 127"/>
                  <a:gd name="T89" fmla="*/ 14 h 125"/>
                  <a:gd name="T90" fmla="*/ 34 w 127"/>
                  <a:gd name="T91" fmla="*/ 25 h 125"/>
                  <a:gd name="T92" fmla="*/ 21 w 127"/>
                  <a:gd name="T93" fmla="*/ 37 h 125"/>
                  <a:gd name="T94" fmla="*/ 9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1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2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6"/>
                      <a:pt x="22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4" y="122"/>
                      <a:pt x="36" y="123"/>
                      <a:pt x="39" y="123"/>
                    </a:cubicBezTo>
                    <a:cubicBezTo>
                      <a:pt x="41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8" y="123"/>
                      <a:pt x="58" y="123"/>
                      <a:pt x="58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80" y="124"/>
                      <a:pt x="81" y="123"/>
                    </a:cubicBezTo>
                    <a:cubicBezTo>
                      <a:pt x="82" y="122"/>
                      <a:pt x="83" y="121"/>
                      <a:pt x="85" y="121"/>
                    </a:cubicBezTo>
                    <a:cubicBezTo>
                      <a:pt x="88" y="119"/>
                      <a:pt x="91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7" y="119"/>
                      <a:pt x="110" y="119"/>
                      <a:pt x="113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5" y="112"/>
                      <a:pt x="126" y="110"/>
                    </a:cubicBezTo>
                    <a:cubicBezTo>
                      <a:pt x="127" y="108"/>
                      <a:pt x="127" y="105"/>
                      <a:pt x="127" y="102"/>
                    </a:cubicBezTo>
                    <a:cubicBezTo>
                      <a:pt x="126" y="99"/>
                      <a:pt x="126" y="96"/>
                      <a:pt x="125" y="93"/>
                    </a:cubicBezTo>
                    <a:cubicBezTo>
                      <a:pt x="124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4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5" y="65"/>
                      <a:pt x="125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4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5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1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0"/>
                    </a:cubicBezTo>
                    <a:cubicBezTo>
                      <a:pt x="107" y="29"/>
                      <a:pt x="107" y="27"/>
                      <a:pt x="107" y="25"/>
                    </a:cubicBezTo>
                    <a:cubicBezTo>
                      <a:pt x="106" y="24"/>
                      <a:pt x="105" y="23"/>
                      <a:pt x="105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9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0"/>
                    </a:cubicBezTo>
                    <a:cubicBezTo>
                      <a:pt x="93" y="9"/>
                      <a:pt x="92" y="8"/>
                      <a:pt x="91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1"/>
                    </a:cubicBezTo>
                    <a:cubicBezTo>
                      <a:pt x="79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60" y="5"/>
                    </a:cubicBezTo>
                    <a:cubicBezTo>
                      <a:pt x="57" y="7"/>
                      <a:pt x="55" y="9"/>
                      <a:pt x="52" y="10"/>
                    </a:cubicBezTo>
                    <a:cubicBezTo>
                      <a:pt x="49" y="11"/>
                      <a:pt x="47" y="12"/>
                      <a:pt x="45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1" y="37"/>
                    </a:cubicBezTo>
                    <a:cubicBezTo>
                      <a:pt x="16" y="40"/>
                      <a:pt x="11" y="42"/>
                      <a:pt x="9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2" y="73"/>
                      <a:pt x="2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44" name="Freeform 369">
                <a:extLst>
                  <a:ext uri="{FF2B5EF4-FFF2-40B4-BE49-F238E27FC236}">
                    <a16:creationId xmlns:a16="http://schemas.microsoft.com/office/drawing/2014/main" id="{E7B09D4A-CAE5-4E22-AB1F-66A0874DEB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9801" y="206216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2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8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5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3 w 127"/>
                  <a:gd name="T31" fmla="*/ 118 h 125"/>
                  <a:gd name="T32" fmla="*/ 121 w 127"/>
                  <a:gd name="T33" fmla="*/ 116 h 125"/>
                  <a:gd name="T34" fmla="*/ 126 w 127"/>
                  <a:gd name="T35" fmla="*/ 110 h 125"/>
                  <a:gd name="T36" fmla="*/ 127 w 127"/>
                  <a:gd name="T37" fmla="*/ 102 h 125"/>
                  <a:gd name="T38" fmla="*/ 125 w 127"/>
                  <a:gd name="T39" fmla="*/ 93 h 125"/>
                  <a:gd name="T40" fmla="*/ 121 w 127"/>
                  <a:gd name="T41" fmla="*/ 85 h 125"/>
                  <a:gd name="T42" fmla="*/ 124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5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1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7 w 127"/>
                  <a:gd name="T65" fmla="*/ 25 h 125"/>
                  <a:gd name="T66" fmla="*/ 105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0 h 125"/>
                  <a:gd name="T74" fmla="*/ 91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60 w 127"/>
                  <a:gd name="T85" fmla="*/ 5 h 125"/>
                  <a:gd name="T86" fmla="*/ 52 w 127"/>
                  <a:gd name="T87" fmla="*/ 10 h 125"/>
                  <a:gd name="T88" fmla="*/ 45 w 127"/>
                  <a:gd name="T89" fmla="*/ 14 h 125"/>
                  <a:gd name="T90" fmla="*/ 34 w 127"/>
                  <a:gd name="T91" fmla="*/ 25 h 125"/>
                  <a:gd name="T92" fmla="*/ 21 w 127"/>
                  <a:gd name="T93" fmla="*/ 37 h 125"/>
                  <a:gd name="T94" fmla="*/ 9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1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2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6"/>
                      <a:pt x="22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4" y="122"/>
                      <a:pt x="36" y="123"/>
                      <a:pt x="39" y="123"/>
                    </a:cubicBezTo>
                    <a:cubicBezTo>
                      <a:pt x="41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8" y="123"/>
                      <a:pt x="58" y="123"/>
                      <a:pt x="58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80" y="124"/>
                      <a:pt x="81" y="123"/>
                    </a:cubicBezTo>
                    <a:cubicBezTo>
                      <a:pt x="82" y="122"/>
                      <a:pt x="83" y="121"/>
                      <a:pt x="85" y="121"/>
                    </a:cubicBezTo>
                    <a:cubicBezTo>
                      <a:pt x="88" y="119"/>
                      <a:pt x="91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7" y="119"/>
                      <a:pt x="110" y="119"/>
                      <a:pt x="113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5" y="112"/>
                      <a:pt x="126" y="110"/>
                    </a:cubicBezTo>
                    <a:cubicBezTo>
                      <a:pt x="127" y="108"/>
                      <a:pt x="127" y="105"/>
                      <a:pt x="127" y="102"/>
                    </a:cubicBezTo>
                    <a:cubicBezTo>
                      <a:pt x="126" y="99"/>
                      <a:pt x="126" y="96"/>
                      <a:pt x="125" y="93"/>
                    </a:cubicBezTo>
                    <a:cubicBezTo>
                      <a:pt x="124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4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5" y="65"/>
                      <a:pt x="125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4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5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1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0"/>
                    </a:cubicBezTo>
                    <a:cubicBezTo>
                      <a:pt x="107" y="29"/>
                      <a:pt x="107" y="27"/>
                      <a:pt x="107" y="25"/>
                    </a:cubicBezTo>
                    <a:cubicBezTo>
                      <a:pt x="106" y="24"/>
                      <a:pt x="105" y="23"/>
                      <a:pt x="105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9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0"/>
                    </a:cubicBezTo>
                    <a:cubicBezTo>
                      <a:pt x="93" y="9"/>
                      <a:pt x="92" y="8"/>
                      <a:pt x="91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1"/>
                    </a:cubicBezTo>
                    <a:cubicBezTo>
                      <a:pt x="79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60" y="5"/>
                    </a:cubicBezTo>
                    <a:cubicBezTo>
                      <a:pt x="57" y="7"/>
                      <a:pt x="55" y="9"/>
                      <a:pt x="52" y="10"/>
                    </a:cubicBezTo>
                    <a:cubicBezTo>
                      <a:pt x="49" y="11"/>
                      <a:pt x="47" y="12"/>
                      <a:pt x="45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1" y="37"/>
                    </a:cubicBezTo>
                    <a:cubicBezTo>
                      <a:pt x="16" y="40"/>
                      <a:pt x="11" y="42"/>
                      <a:pt x="9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2" y="73"/>
                      <a:pt x="2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45" name="Freeform 370">
                <a:extLst>
                  <a:ext uri="{FF2B5EF4-FFF2-40B4-BE49-F238E27FC236}">
                    <a16:creationId xmlns:a16="http://schemas.microsoft.com/office/drawing/2014/main" id="{284B4FEF-90AE-45DD-B558-74F2D92BE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605088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1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0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0 h 48"/>
                  <a:gd name="T50" fmla="*/ 1 w 21"/>
                  <a:gd name="T51" fmla="*/ 37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3"/>
                      <a:pt x="20" y="30"/>
                      <a:pt x="20" y="26"/>
                    </a:cubicBezTo>
                    <a:cubicBezTo>
                      <a:pt x="20" y="24"/>
                      <a:pt x="20" y="22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1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2"/>
                      <a:pt x="19" y="2"/>
                    </a:cubicBezTo>
                    <a:cubicBezTo>
                      <a:pt x="18" y="2"/>
                      <a:pt x="17" y="2"/>
                      <a:pt x="16" y="1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0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3" y="7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0"/>
                    </a:cubicBezTo>
                    <a:cubicBezTo>
                      <a:pt x="2" y="33"/>
                      <a:pt x="2" y="35"/>
                      <a:pt x="1" y="37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46" name="Freeform 371">
                <a:extLst>
                  <a:ext uri="{FF2B5EF4-FFF2-40B4-BE49-F238E27FC236}">
                    <a16:creationId xmlns:a16="http://schemas.microsoft.com/office/drawing/2014/main" id="{4D993462-E858-4A3D-9FCE-543CAC664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605088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1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0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0 h 48"/>
                  <a:gd name="T50" fmla="*/ 1 w 21"/>
                  <a:gd name="T51" fmla="*/ 37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3"/>
                      <a:pt x="20" y="30"/>
                      <a:pt x="20" y="26"/>
                    </a:cubicBezTo>
                    <a:cubicBezTo>
                      <a:pt x="20" y="24"/>
                      <a:pt x="20" y="22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1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2"/>
                      <a:pt x="19" y="2"/>
                    </a:cubicBezTo>
                    <a:cubicBezTo>
                      <a:pt x="18" y="2"/>
                      <a:pt x="17" y="2"/>
                      <a:pt x="16" y="1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0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3" y="7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0"/>
                    </a:cubicBezTo>
                    <a:cubicBezTo>
                      <a:pt x="2" y="33"/>
                      <a:pt x="2" y="35"/>
                      <a:pt x="1" y="37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47" name="Freeform 372">
                <a:extLst>
                  <a:ext uri="{FF2B5EF4-FFF2-40B4-BE49-F238E27FC236}">
                    <a16:creationId xmlns:a16="http://schemas.microsoft.com/office/drawing/2014/main" id="{25C66299-9A59-49FB-AF30-CAC8A9A36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2152650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5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4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8"/>
                    </a:cubicBezTo>
                    <a:cubicBezTo>
                      <a:pt x="14" y="110"/>
                      <a:pt x="17" y="113"/>
                      <a:pt x="18" y="115"/>
                    </a:cubicBezTo>
                    <a:cubicBezTo>
                      <a:pt x="20" y="117"/>
                      <a:pt x="21" y="119"/>
                      <a:pt x="23" y="120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1" y="82"/>
                      <a:pt x="122" y="79"/>
                      <a:pt x="123" y="77"/>
                    </a:cubicBezTo>
                    <a:cubicBezTo>
                      <a:pt x="124" y="75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5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7"/>
                      <a:pt x="115" y="46"/>
                    </a:cubicBezTo>
                    <a:cubicBezTo>
                      <a:pt x="114" y="45"/>
                      <a:pt x="113" y="44"/>
                      <a:pt x="112" y="42"/>
                    </a:cubicBezTo>
                    <a:cubicBezTo>
                      <a:pt x="110" y="41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5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0"/>
                      <a:pt x="67" y="0"/>
                      <a:pt x="65" y="2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7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48" name="Freeform 373">
                <a:extLst>
                  <a:ext uri="{FF2B5EF4-FFF2-40B4-BE49-F238E27FC236}">
                    <a16:creationId xmlns:a16="http://schemas.microsoft.com/office/drawing/2014/main" id="{06D6CDE8-CE29-413B-AB9F-CA071A927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2152650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5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4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8"/>
                    </a:cubicBezTo>
                    <a:cubicBezTo>
                      <a:pt x="14" y="110"/>
                      <a:pt x="17" y="113"/>
                      <a:pt x="18" y="115"/>
                    </a:cubicBezTo>
                    <a:cubicBezTo>
                      <a:pt x="20" y="117"/>
                      <a:pt x="21" y="119"/>
                      <a:pt x="23" y="120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1" y="82"/>
                      <a:pt x="122" y="79"/>
                      <a:pt x="123" y="77"/>
                    </a:cubicBezTo>
                    <a:cubicBezTo>
                      <a:pt x="124" y="75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5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7"/>
                      <a:pt x="115" y="46"/>
                    </a:cubicBezTo>
                    <a:cubicBezTo>
                      <a:pt x="114" y="45"/>
                      <a:pt x="113" y="44"/>
                      <a:pt x="112" y="42"/>
                    </a:cubicBezTo>
                    <a:cubicBezTo>
                      <a:pt x="110" y="41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5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0"/>
                      <a:pt x="67" y="0"/>
                      <a:pt x="65" y="2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7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49" name="Freeform 374">
                <a:extLst>
                  <a:ext uri="{FF2B5EF4-FFF2-40B4-BE49-F238E27FC236}">
                    <a16:creationId xmlns:a16="http://schemas.microsoft.com/office/drawing/2014/main" id="{3BE03A5C-C17B-404C-B20C-7FAE48BFAD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0751" y="2620963"/>
                <a:ext cx="82550" cy="195263"/>
              </a:xfrm>
              <a:custGeom>
                <a:avLst/>
                <a:gdLst>
                  <a:gd name="T0" fmla="*/ 1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9 w 21"/>
                  <a:gd name="T7" fmla="*/ 49 h 49"/>
                  <a:gd name="T8" fmla="*/ 13 w 21"/>
                  <a:gd name="T9" fmla="*/ 49 h 49"/>
                  <a:gd name="T10" fmla="*/ 18 w 21"/>
                  <a:gd name="T11" fmla="*/ 48 h 49"/>
                  <a:gd name="T12" fmla="*/ 19 w 21"/>
                  <a:gd name="T13" fmla="*/ 48 h 49"/>
                  <a:gd name="T14" fmla="*/ 21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8 h 49"/>
                  <a:gd name="T22" fmla="*/ 20 w 21"/>
                  <a:gd name="T23" fmla="*/ 27 h 49"/>
                  <a:gd name="T24" fmla="*/ 20 w 21"/>
                  <a:gd name="T25" fmla="*/ 21 h 49"/>
                  <a:gd name="T26" fmla="*/ 20 w 21"/>
                  <a:gd name="T27" fmla="*/ 16 h 49"/>
                  <a:gd name="T28" fmla="*/ 20 w 21"/>
                  <a:gd name="T29" fmla="*/ 4 h 49"/>
                  <a:gd name="T30" fmla="*/ 20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2 w 21"/>
                  <a:gd name="T37" fmla="*/ 0 h 49"/>
                  <a:gd name="T38" fmla="*/ 8 w 21"/>
                  <a:gd name="T39" fmla="*/ 1 h 49"/>
                  <a:gd name="T40" fmla="*/ 4 w 21"/>
                  <a:gd name="T41" fmla="*/ 1 h 49"/>
                  <a:gd name="T42" fmla="*/ 3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1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9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9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9"/>
                      <a:pt x="21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1" y="45"/>
                      <a:pt x="20" y="43"/>
                    </a:cubicBezTo>
                    <a:cubicBezTo>
                      <a:pt x="20" y="42"/>
                      <a:pt x="20" y="40"/>
                      <a:pt x="20" y="38"/>
                    </a:cubicBezTo>
                    <a:cubicBezTo>
                      <a:pt x="20" y="34"/>
                      <a:pt x="20" y="30"/>
                      <a:pt x="20" y="27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6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2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1"/>
                    </a:cubicBezTo>
                    <a:cubicBezTo>
                      <a:pt x="7" y="1"/>
                      <a:pt x="5" y="1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2" y="36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50" name="Freeform 375">
                <a:extLst>
                  <a:ext uri="{FF2B5EF4-FFF2-40B4-BE49-F238E27FC236}">
                    <a16:creationId xmlns:a16="http://schemas.microsoft.com/office/drawing/2014/main" id="{FA5FA729-E7C1-468E-B3B4-C78688FC2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0751" y="2620963"/>
                <a:ext cx="82550" cy="195263"/>
              </a:xfrm>
              <a:custGeom>
                <a:avLst/>
                <a:gdLst>
                  <a:gd name="T0" fmla="*/ 1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9 w 21"/>
                  <a:gd name="T7" fmla="*/ 49 h 49"/>
                  <a:gd name="T8" fmla="*/ 13 w 21"/>
                  <a:gd name="T9" fmla="*/ 49 h 49"/>
                  <a:gd name="T10" fmla="*/ 18 w 21"/>
                  <a:gd name="T11" fmla="*/ 48 h 49"/>
                  <a:gd name="T12" fmla="*/ 19 w 21"/>
                  <a:gd name="T13" fmla="*/ 48 h 49"/>
                  <a:gd name="T14" fmla="*/ 21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8 h 49"/>
                  <a:gd name="T22" fmla="*/ 20 w 21"/>
                  <a:gd name="T23" fmla="*/ 27 h 49"/>
                  <a:gd name="T24" fmla="*/ 20 w 21"/>
                  <a:gd name="T25" fmla="*/ 21 h 49"/>
                  <a:gd name="T26" fmla="*/ 20 w 21"/>
                  <a:gd name="T27" fmla="*/ 16 h 49"/>
                  <a:gd name="T28" fmla="*/ 20 w 21"/>
                  <a:gd name="T29" fmla="*/ 4 h 49"/>
                  <a:gd name="T30" fmla="*/ 20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2 w 21"/>
                  <a:gd name="T37" fmla="*/ 0 h 49"/>
                  <a:gd name="T38" fmla="*/ 8 w 21"/>
                  <a:gd name="T39" fmla="*/ 1 h 49"/>
                  <a:gd name="T40" fmla="*/ 4 w 21"/>
                  <a:gd name="T41" fmla="*/ 1 h 49"/>
                  <a:gd name="T42" fmla="*/ 3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1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9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9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9"/>
                      <a:pt x="21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1" y="45"/>
                      <a:pt x="20" y="43"/>
                    </a:cubicBezTo>
                    <a:cubicBezTo>
                      <a:pt x="20" y="42"/>
                      <a:pt x="20" y="40"/>
                      <a:pt x="20" y="38"/>
                    </a:cubicBezTo>
                    <a:cubicBezTo>
                      <a:pt x="20" y="34"/>
                      <a:pt x="20" y="30"/>
                      <a:pt x="20" y="27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6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2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1"/>
                    </a:cubicBezTo>
                    <a:cubicBezTo>
                      <a:pt x="7" y="1"/>
                      <a:pt x="5" y="1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2" y="36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51" name="Freeform 376">
                <a:extLst>
                  <a:ext uri="{FF2B5EF4-FFF2-40B4-BE49-F238E27FC236}">
                    <a16:creationId xmlns:a16="http://schemas.microsoft.com/office/drawing/2014/main" id="{59474D10-6F6F-424C-AE46-F39F58024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6438" y="2173288"/>
                <a:ext cx="504825" cy="495300"/>
              </a:xfrm>
              <a:custGeom>
                <a:avLst/>
                <a:gdLst>
                  <a:gd name="T0" fmla="*/ 1 w 127"/>
                  <a:gd name="T1" fmla="*/ 88 h 125"/>
                  <a:gd name="T2" fmla="*/ 1 w 127"/>
                  <a:gd name="T3" fmla="*/ 95 h 125"/>
                  <a:gd name="T4" fmla="*/ 11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7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2 w 127"/>
                  <a:gd name="T31" fmla="*/ 118 h 125"/>
                  <a:gd name="T32" fmla="*/ 121 w 127"/>
                  <a:gd name="T33" fmla="*/ 116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5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4 h 125"/>
                  <a:gd name="T50" fmla="*/ 125 w 127"/>
                  <a:gd name="T51" fmla="*/ 59 h 125"/>
                  <a:gd name="T52" fmla="*/ 121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1 h 125"/>
                  <a:gd name="T64" fmla="*/ 106 w 127"/>
                  <a:gd name="T65" fmla="*/ 26 h 125"/>
                  <a:gd name="T66" fmla="*/ 104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1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2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4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8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7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4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2"/>
                      <a:pt x="84" y="121"/>
                    </a:cubicBezTo>
                    <a:cubicBezTo>
                      <a:pt x="87" y="119"/>
                      <a:pt x="90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6" y="119"/>
                      <a:pt x="110" y="119"/>
                      <a:pt x="112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7" y="108"/>
                      <a:pt x="127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4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4"/>
                    </a:cubicBezTo>
                    <a:cubicBezTo>
                      <a:pt x="125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9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7"/>
                      <a:pt x="106" y="26"/>
                    </a:cubicBezTo>
                    <a:cubicBezTo>
                      <a:pt x="106" y="25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2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7" y="12"/>
                      <a:pt x="44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9"/>
                      <a:pt x="2" y="61"/>
                    </a:cubicBezTo>
                    <a:cubicBezTo>
                      <a:pt x="1" y="67"/>
                      <a:pt x="1" y="73"/>
                      <a:pt x="2" y="78"/>
                    </a:cubicBezTo>
                    <a:cubicBezTo>
                      <a:pt x="2" y="81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52" name="Freeform 377">
                <a:extLst>
                  <a:ext uri="{FF2B5EF4-FFF2-40B4-BE49-F238E27FC236}">
                    <a16:creationId xmlns:a16="http://schemas.microsoft.com/office/drawing/2014/main" id="{A0263AD1-3D3C-4BBA-AFA7-2443D4BF6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6438" y="2173288"/>
                <a:ext cx="504825" cy="495300"/>
              </a:xfrm>
              <a:custGeom>
                <a:avLst/>
                <a:gdLst>
                  <a:gd name="T0" fmla="*/ 1 w 127"/>
                  <a:gd name="T1" fmla="*/ 88 h 125"/>
                  <a:gd name="T2" fmla="*/ 1 w 127"/>
                  <a:gd name="T3" fmla="*/ 95 h 125"/>
                  <a:gd name="T4" fmla="*/ 11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7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2 w 127"/>
                  <a:gd name="T31" fmla="*/ 118 h 125"/>
                  <a:gd name="T32" fmla="*/ 121 w 127"/>
                  <a:gd name="T33" fmla="*/ 116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5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4 h 125"/>
                  <a:gd name="T50" fmla="*/ 125 w 127"/>
                  <a:gd name="T51" fmla="*/ 59 h 125"/>
                  <a:gd name="T52" fmla="*/ 121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1 h 125"/>
                  <a:gd name="T64" fmla="*/ 106 w 127"/>
                  <a:gd name="T65" fmla="*/ 26 h 125"/>
                  <a:gd name="T66" fmla="*/ 104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1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2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4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8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7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4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2"/>
                      <a:pt x="84" y="121"/>
                    </a:cubicBezTo>
                    <a:cubicBezTo>
                      <a:pt x="87" y="119"/>
                      <a:pt x="90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6" y="119"/>
                      <a:pt x="110" y="119"/>
                      <a:pt x="112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7" y="108"/>
                      <a:pt x="127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4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4"/>
                    </a:cubicBezTo>
                    <a:cubicBezTo>
                      <a:pt x="125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9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7"/>
                      <a:pt x="106" y="26"/>
                    </a:cubicBezTo>
                    <a:cubicBezTo>
                      <a:pt x="106" y="25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2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7" y="12"/>
                      <a:pt x="44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9"/>
                      <a:pt x="2" y="61"/>
                    </a:cubicBezTo>
                    <a:cubicBezTo>
                      <a:pt x="1" y="67"/>
                      <a:pt x="1" y="73"/>
                      <a:pt x="2" y="78"/>
                    </a:cubicBezTo>
                    <a:cubicBezTo>
                      <a:pt x="2" y="81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53" name="Freeform 378">
                <a:extLst>
                  <a:ext uri="{FF2B5EF4-FFF2-40B4-BE49-F238E27FC236}">
                    <a16:creationId xmlns:a16="http://schemas.microsoft.com/office/drawing/2014/main" id="{BF66BCDE-BA0F-4324-967B-D412EE8720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2752725"/>
                <a:ext cx="47625" cy="161925"/>
              </a:xfrm>
              <a:custGeom>
                <a:avLst/>
                <a:gdLst>
                  <a:gd name="T0" fmla="*/ 12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7 w 12"/>
                  <a:gd name="T19" fmla="*/ 0 h 41"/>
                  <a:gd name="T20" fmla="*/ 5 w 12"/>
                  <a:gd name="T21" fmla="*/ 0 h 41"/>
                  <a:gd name="T22" fmla="*/ 2 w 12"/>
                  <a:gd name="T23" fmla="*/ 0 h 41"/>
                  <a:gd name="T24" fmla="*/ 2 w 12"/>
                  <a:gd name="T25" fmla="*/ 2 h 41"/>
                  <a:gd name="T26" fmla="*/ 2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1 w 12"/>
                  <a:gd name="T37" fmla="*/ 40 h 41"/>
                  <a:gd name="T38" fmla="*/ 3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2 w 12"/>
                  <a:gd name="T49" fmla="*/ 41 h 41"/>
                  <a:gd name="T50" fmla="*/ 12 w 12"/>
                  <a:gd name="T51" fmla="*/ 40 h 41"/>
                  <a:gd name="T52" fmla="*/ 12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2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1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10" y="1"/>
                      <a:pt x="9" y="1"/>
                    </a:cubicBezTo>
                    <a:cubicBezTo>
                      <a:pt x="8" y="1"/>
                      <a:pt x="8" y="0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2" y="0"/>
                      <a:pt x="2" y="1"/>
                      <a:pt x="2" y="2"/>
                    </a:cubicBezTo>
                    <a:cubicBezTo>
                      <a:pt x="2" y="6"/>
                      <a:pt x="2" y="10"/>
                      <a:pt x="2" y="14"/>
                    </a:cubicBezTo>
                    <a:cubicBezTo>
                      <a:pt x="2" y="16"/>
                      <a:pt x="2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1" y="34"/>
                      <a:pt x="1" y="35"/>
                      <a:pt x="0" y="37"/>
                    </a:cubicBezTo>
                    <a:cubicBezTo>
                      <a:pt x="0" y="38"/>
                      <a:pt x="0" y="39"/>
                      <a:pt x="1" y="40"/>
                    </a:cubicBezTo>
                    <a:cubicBezTo>
                      <a:pt x="1" y="40"/>
                      <a:pt x="2" y="41"/>
                      <a:pt x="3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6" y="41"/>
                      <a:pt x="7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1"/>
                      <a:pt x="12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2" y="38"/>
                      <a:pt x="12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54" name="Freeform 379">
                <a:extLst>
                  <a:ext uri="{FF2B5EF4-FFF2-40B4-BE49-F238E27FC236}">
                    <a16:creationId xmlns:a16="http://schemas.microsoft.com/office/drawing/2014/main" id="{A3E4A796-758D-4762-A80C-4340707BB6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2752725"/>
                <a:ext cx="47625" cy="161925"/>
              </a:xfrm>
              <a:custGeom>
                <a:avLst/>
                <a:gdLst>
                  <a:gd name="T0" fmla="*/ 12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7 w 12"/>
                  <a:gd name="T19" fmla="*/ 0 h 41"/>
                  <a:gd name="T20" fmla="*/ 5 w 12"/>
                  <a:gd name="T21" fmla="*/ 0 h 41"/>
                  <a:gd name="T22" fmla="*/ 2 w 12"/>
                  <a:gd name="T23" fmla="*/ 0 h 41"/>
                  <a:gd name="T24" fmla="*/ 2 w 12"/>
                  <a:gd name="T25" fmla="*/ 2 h 41"/>
                  <a:gd name="T26" fmla="*/ 2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1 w 12"/>
                  <a:gd name="T37" fmla="*/ 40 h 41"/>
                  <a:gd name="T38" fmla="*/ 3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2 w 12"/>
                  <a:gd name="T49" fmla="*/ 41 h 41"/>
                  <a:gd name="T50" fmla="*/ 12 w 12"/>
                  <a:gd name="T51" fmla="*/ 40 h 41"/>
                  <a:gd name="T52" fmla="*/ 12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2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1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10" y="1"/>
                      <a:pt x="9" y="1"/>
                    </a:cubicBezTo>
                    <a:cubicBezTo>
                      <a:pt x="8" y="1"/>
                      <a:pt x="8" y="0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2" y="0"/>
                      <a:pt x="2" y="1"/>
                      <a:pt x="2" y="2"/>
                    </a:cubicBezTo>
                    <a:cubicBezTo>
                      <a:pt x="2" y="6"/>
                      <a:pt x="2" y="10"/>
                      <a:pt x="2" y="14"/>
                    </a:cubicBezTo>
                    <a:cubicBezTo>
                      <a:pt x="2" y="16"/>
                      <a:pt x="2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1" y="34"/>
                      <a:pt x="1" y="35"/>
                      <a:pt x="0" y="37"/>
                    </a:cubicBezTo>
                    <a:cubicBezTo>
                      <a:pt x="0" y="38"/>
                      <a:pt x="0" y="39"/>
                      <a:pt x="1" y="40"/>
                    </a:cubicBezTo>
                    <a:cubicBezTo>
                      <a:pt x="1" y="40"/>
                      <a:pt x="2" y="41"/>
                      <a:pt x="3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6" y="41"/>
                      <a:pt x="7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1"/>
                      <a:pt x="12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2" y="38"/>
                      <a:pt x="12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55" name="Freeform 380">
                <a:extLst>
                  <a:ext uri="{FF2B5EF4-FFF2-40B4-BE49-F238E27FC236}">
                    <a16:creationId xmlns:a16="http://schemas.microsoft.com/office/drawing/2014/main" id="{88BFBF50-473D-4A20-89CF-D72145FA2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054225"/>
                <a:ext cx="193675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1 h 186"/>
                  <a:gd name="T4" fmla="*/ 4 w 49"/>
                  <a:gd name="T5" fmla="*/ 161 h 186"/>
                  <a:gd name="T6" fmla="*/ 7 w 49"/>
                  <a:gd name="T7" fmla="*/ 171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8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5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1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7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9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1"/>
                    </a:cubicBezTo>
                    <a:cubicBezTo>
                      <a:pt x="1" y="149"/>
                      <a:pt x="2" y="155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8"/>
                      <a:pt x="48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8"/>
                      <a:pt x="48" y="113"/>
                    </a:cubicBezTo>
                    <a:cubicBezTo>
                      <a:pt x="48" y="111"/>
                      <a:pt x="48" y="97"/>
                      <a:pt x="48" y="95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4"/>
                      <a:pt x="42" y="52"/>
                      <a:pt x="42" y="51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4"/>
                      <a:pt x="34" y="7"/>
                      <a:pt x="34" y="7"/>
                    </a:cubicBezTo>
                    <a:cubicBezTo>
                      <a:pt x="33" y="4"/>
                      <a:pt x="32" y="4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5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9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56" name="Freeform 381">
                <a:extLst>
                  <a:ext uri="{FF2B5EF4-FFF2-40B4-BE49-F238E27FC236}">
                    <a16:creationId xmlns:a16="http://schemas.microsoft.com/office/drawing/2014/main" id="{F57032CA-3352-4E69-B4ED-F50BB054A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054225"/>
                <a:ext cx="193675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1 h 186"/>
                  <a:gd name="T4" fmla="*/ 4 w 49"/>
                  <a:gd name="T5" fmla="*/ 161 h 186"/>
                  <a:gd name="T6" fmla="*/ 7 w 49"/>
                  <a:gd name="T7" fmla="*/ 171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8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5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1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7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9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1"/>
                    </a:cubicBezTo>
                    <a:cubicBezTo>
                      <a:pt x="1" y="149"/>
                      <a:pt x="2" y="155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8"/>
                      <a:pt x="48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8"/>
                      <a:pt x="48" y="113"/>
                    </a:cubicBezTo>
                    <a:cubicBezTo>
                      <a:pt x="48" y="111"/>
                      <a:pt x="48" y="97"/>
                      <a:pt x="48" y="95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4"/>
                      <a:pt x="42" y="52"/>
                      <a:pt x="42" y="51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4"/>
                      <a:pt x="34" y="7"/>
                      <a:pt x="34" y="7"/>
                    </a:cubicBezTo>
                    <a:cubicBezTo>
                      <a:pt x="33" y="4"/>
                      <a:pt x="32" y="4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5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9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57" name="Freeform 382">
                <a:extLst>
                  <a:ext uri="{FF2B5EF4-FFF2-40B4-BE49-F238E27FC236}">
                    <a16:creationId xmlns:a16="http://schemas.microsoft.com/office/drawing/2014/main" id="{3AF93CF9-98F2-4676-8FF7-40A7A5A80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32801" y="2795588"/>
                <a:ext cx="322263" cy="211138"/>
              </a:xfrm>
              <a:custGeom>
                <a:avLst/>
                <a:gdLst>
                  <a:gd name="T0" fmla="*/ 18 w 81"/>
                  <a:gd name="T1" fmla="*/ 0 h 53"/>
                  <a:gd name="T2" fmla="*/ 81 w 81"/>
                  <a:gd name="T3" fmla="*/ 25 h 53"/>
                  <a:gd name="T4" fmla="*/ 80 w 81"/>
                  <a:gd name="T5" fmla="*/ 27 h 53"/>
                  <a:gd name="T6" fmla="*/ 69 w 81"/>
                  <a:gd name="T7" fmla="*/ 30 h 53"/>
                  <a:gd name="T8" fmla="*/ 67 w 81"/>
                  <a:gd name="T9" fmla="*/ 46 h 53"/>
                  <a:gd name="T10" fmla="*/ 73 w 81"/>
                  <a:gd name="T11" fmla="*/ 50 h 53"/>
                  <a:gd name="T12" fmla="*/ 72 w 81"/>
                  <a:gd name="T13" fmla="*/ 53 h 53"/>
                  <a:gd name="T14" fmla="*/ 8 w 81"/>
                  <a:gd name="T15" fmla="*/ 25 h 53"/>
                  <a:gd name="T16" fmla="*/ 18 w 81"/>
                  <a:gd name="T1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3">
                    <a:moveTo>
                      <a:pt x="18" y="0"/>
                    </a:moveTo>
                    <a:cubicBezTo>
                      <a:pt x="81" y="25"/>
                      <a:pt x="81" y="25"/>
                      <a:pt x="81" y="25"/>
                    </a:cubicBezTo>
                    <a:cubicBezTo>
                      <a:pt x="80" y="27"/>
                      <a:pt x="80" y="27"/>
                      <a:pt x="80" y="27"/>
                    </a:cubicBezTo>
                    <a:cubicBezTo>
                      <a:pt x="77" y="26"/>
                      <a:pt x="73" y="26"/>
                      <a:pt x="69" y="30"/>
                    </a:cubicBezTo>
                    <a:cubicBezTo>
                      <a:pt x="64" y="35"/>
                      <a:pt x="63" y="41"/>
                      <a:pt x="67" y="46"/>
                    </a:cubicBezTo>
                    <a:cubicBezTo>
                      <a:pt x="69" y="48"/>
                      <a:pt x="71" y="50"/>
                      <a:pt x="73" y="50"/>
                    </a:cubicBezTo>
                    <a:cubicBezTo>
                      <a:pt x="72" y="53"/>
                      <a:pt x="72" y="53"/>
                      <a:pt x="72" y="5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0" y="17"/>
                      <a:pt x="3" y="3"/>
                      <a:pt x="18" y="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58" name="Freeform 383">
                <a:extLst>
                  <a:ext uri="{FF2B5EF4-FFF2-40B4-BE49-F238E27FC236}">
                    <a16:creationId xmlns:a16="http://schemas.microsoft.com/office/drawing/2014/main" id="{41D35B6F-BCCC-4AAF-95EC-A10EF452A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7751" y="2887663"/>
                <a:ext cx="131763" cy="130175"/>
              </a:xfrm>
              <a:custGeom>
                <a:avLst/>
                <a:gdLst>
                  <a:gd name="T0" fmla="*/ 6 w 33"/>
                  <a:gd name="T1" fmla="*/ 26 h 33"/>
                  <a:gd name="T2" fmla="*/ 28 w 33"/>
                  <a:gd name="T3" fmla="*/ 25 h 33"/>
                  <a:gd name="T4" fmla="*/ 33 w 33"/>
                  <a:gd name="T5" fmla="*/ 15 h 33"/>
                  <a:gd name="T6" fmla="*/ 25 w 33"/>
                  <a:gd name="T7" fmla="*/ 4 h 33"/>
                  <a:gd name="T8" fmla="*/ 8 w 33"/>
                  <a:gd name="T9" fmla="*/ 5 h 33"/>
                  <a:gd name="T10" fmla="*/ 6 w 33"/>
                  <a:gd name="T1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3">
                    <a:moveTo>
                      <a:pt x="6" y="26"/>
                    </a:moveTo>
                    <a:cubicBezTo>
                      <a:pt x="12" y="33"/>
                      <a:pt x="22" y="32"/>
                      <a:pt x="28" y="25"/>
                    </a:cubicBezTo>
                    <a:cubicBezTo>
                      <a:pt x="31" y="23"/>
                      <a:pt x="33" y="19"/>
                      <a:pt x="33" y="15"/>
                    </a:cubicBezTo>
                    <a:cubicBezTo>
                      <a:pt x="32" y="11"/>
                      <a:pt x="25" y="4"/>
                      <a:pt x="25" y="4"/>
                    </a:cubicBezTo>
                    <a:cubicBezTo>
                      <a:pt x="21" y="0"/>
                      <a:pt x="13" y="0"/>
                      <a:pt x="8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59" name="Freeform 384">
                <a:extLst>
                  <a:ext uri="{FF2B5EF4-FFF2-40B4-BE49-F238E27FC236}">
                    <a16:creationId xmlns:a16="http://schemas.microsoft.com/office/drawing/2014/main" id="{72F1DFFB-F911-46CE-A7D6-C494C1AA7C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7751" y="2887663"/>
                <a:ext cx="131763" cy="130175"/>
              </a:xfrm>
              <a:custGeom>
                <a:avLst/>
                <a:gdLst>
                  <a:gd name="T0" fmla="*/ 6 w 33"/>
                  <a:gd name="T1" fmla="*/ 26 h 33"/>
                  <a:gd name="T2" fmla="*/ 28 w 33"/>
                  <a:gd name="T3" fmla="*/ 25 h 33"/>
                  <a:gd name="T4" fmla="*/ 33 w 33"/>
                  <a:gd name="T5" fmla="*/ 15 h 33"/>
                  <a:gd name="T6" fmla="*/ 25 w 33"/>
                  <a:gd name="T7" fmla="*/ 4 h 33"/>
                  <a:gd name="T8" fmla="*/ 8 w 33"/>
                  <a:gd name="T9" fmla="*/ 5 h 33"/>
                  <a:gd name="T10" fmla="*/ 6 w 33"/>
                  <a:gd name="T1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3">
                    <a:moveTo>
                      <a:pt x="6" y="26"/>
                    </a:moveTo>
                    <a:cubicBezTo>
                      <a:pt x="12" y="33"/>
                      <a:pt x="22" y="32"/>
                      <a:pt x="28" y="25"/>
                    </a:cubicBezTo>
                    <a:cubicBezTo>
                      <a:pt x="31" y="23"/>
                      <a:pt x="33" y="19"/>
                      <a:pt x="33" y="15"/>
                    </a:cubicBezTo>
                    <a:cubicBezTo>
                      <a:pt x="32" y="11"/>
                      <a:pt x="25" y="4"/>
                      <a:pt x="25" y="4"/>
                    </a:cubicBezTo>
                    <a:cubicBezTo>
                      <a:pt x="21" y="0"/>
                      <a:pt x="13" y="0"/>
                      <a:pt x="8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60" name="Freeform 385">
                <a:extLst>
                  <a:ext uri="{FF2B5EF4-FFF2-40B4-BE49-F238E27FC236}">
                    <a16:creationId xmlns:a16="http://schemas.microsoft.com/office/drawing/2014/main" id="{BA885E8F-A095-4099-8D94-20C30D4AD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3626" y="2874963"/>
                <a:ext cx="103188" cy="127000"/>
              </a:xfrm>
              <a:custGeom>
                <a:avLst/>
                <a:gdLst>
                  <a:gd name="T0" fmla="*/ 4 w 26"/>
                  <a:gd name="T1" fmla="*/ 27 h 32"/>
                  <a:gd name="T2" fmla="*/ 6 w 26"/>
                  <a:gd name="T3" fmla="*/ 10 h 32"/>
                  <a:gd name="T4" fmla="*/ 26 w 26"/>
                  <a:gd name="T5" fmla="*/ 20 h 32"/>
                  <a:gd name="T6" fmla="*/ 21 w 26"/>
                  <a:gd name="T7" fmla="*/ 27 h 32"/>
                  <a:gd name="T8" fmla="*/ 4 w 26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4" y="27"/>
                    </a:moveTo>
                    <a:cubicBezTo>
                      <a:pt x="0" y="22"/>
                      <a:pt x="1" y="15"/>
                      <a:pt x="6" y="10"/>
                    </a:cubicBezTo>
                    <a:cubicBezTo>
                      <a:pt x="17" y="0"/>
                      <a:pt x="26" y="16"/>
                      <a:pt x="26" y="20"/>
                    </a:cubicBezTo>
                    <a:cubicBezTo>
                      <a:pt x="25" y="22"/>
                      <a:pt x="24" y="25"/>
                      <a:pt x="21" y="27"/>
                    </a:cubicBezTo>
                    <a:cubicBezTo>
                      <a:pt x="16" y="32"/>
                      <a:pt x="9" y="32"/>
                      <a:pt x="4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61" name="Freeform 386">
                <a:extLst>
                  <a:ext uri="{FF2B5EF4-FFF2-40B4-BE49-F238E27FC236}">
                    <a16:creationId xmlns:a16="http://schemas.microsoft.com/office/drawing/2014/main" id="{5A9DE2EA-AC91-4C45-8600-2EBE41B6BD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3626" y="2874963"/>
                <a:ext cx="103188" cy="127000"/>
              </a:xfrm>
              <a:custGeom>
                <a:avLst/>
                <a:gdLst>
                  <a:gd name="T0" fmla="*/ 4 w 26"/>
                  <a:gd name="T1" fmla="*/ 27 h 32"/>
                  <a:gd name="T2" fmla="*/ 6 w 26"/>
                  <a:gd name="T3" fmla="*/ 10 h 32"/>
                  <a:gd name="T4" fmla="*/ 26 w 26"/>
                  <a:gd name="T5" fmla="*/ 20 h 32"/>
                  <a:gd name="T6" fmla="*/ 21 w 26"/>
                  <a:gd name="T7" fmla="*/ 27 h 32"/>
                  <a:gd name="T8" fmla="*/ 4 w 26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4" y="27"/>
                    </a:moveTo>
                    <a:cubicBezTo>
                      <a:pt x="0" y="22"/>
                      <a:pt x="1" y="15"/>
                      <a:pt x="6" y="10"/>
                    </a:cubicBezTo>
                    <a:cubicBezTo>
                      <a:pt x="17" y="0"/>
                      <a:pt x="26" y="16"/>
                      <a:pt x="26" y="20"/>
                    </a:cubicBezTo>
                    <a:cubicBezTo>
                      <a:pt x="25" y="22"/>
                      <a:pt x="24" y="25"/>
                      <a:pt x="21" y="27"/>
                    </a:cubicBezTo>
                    <a:cubicBezTo>
                      <a:pt x="16" y="32"/>
                      <a:pt x="9" y="32"/>
                      <a:pt x="4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62" name="Freeform 387">
                <a:extLst>
                  <a:ext uri="{FF2B5EF4-FFF2-40B4-BE49-F238E27FC236}">
                    <a16:creationId xmlns:a16="http://schemas.microsoft.com/office/drawing/2014/main" id="{16030413-BDDF-4F5C-926B-FB767FDEF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3626" y="2874963"/>
                <a:ext cx="103188" cy="127000"/>
              </a:xfrm>
              <a:custGeom>
                <a:avLst/>
                <a:gdLst>
                  <a:gd name="T0" fmla="*/ 4 w 26"/>
                  <a:gd name="T1" fmla="*/ 27 h 32"/>
                  <a:gd name="T2" fmla="*/ 21 w 26"/>
                  <a:gd name="T3" fmla="*/ 27 h 32"/>
                  <a:gd name="T4" fmla="*/ 26 w 26"/>
                  <a:gd name="T5" fmla="*/ 20 h 32"/>
                  <a:gd name="T6" fmla="*/ 6 w 26"/>
                  <a:gd name="T7" fmla="*/ 10 h 32"/>
                  <a:gd name="T8" fmla="*/ 4 w 26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4" y="27"/>
                    </a:moveTo>
                    <a:cubicBezTo>
                      <a:pt x="9" y="32"/>
                      <a:pt x="16" y="32"/>
                      <a:pt x="21" y="27"/>
                    </a:cubicBezTo>
                    <a:cubicBezTo>
                      <a:pt x="24" y="25"/>
                      <a:pt x="25" y="22"/>
                      <a:pt x="26" y="20"/>
                    </a:cubicBezTo>
                    <a:cubicBezTo>
                      <a:pt x="26" y="16"/>
                      <a:pt x="17" y="0"/>
                      <a:pt x="6" y="10"/>
                    </a:cubicBezTo>
                    <a:cubicBezTo>
                      <a:pt x="1" y="15"/>
                      <a:pt x="0" y="22"/>
                      <a:pt x="4" y="27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63" name="Freeform 388">
                <a:extLst>
                  <a:ext uri="{FF2B5EF4-FFF2-40B4-BE49-F238E27FC236}">
                    <a16:creationId xmlns:a16="http://schemas.microsoft.com/office/drawing/2014/main" id="{D0B28C15-5375-41C7-91AB-AAE84B409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9501" y="2898775"/>
                <a:ext cx="71438" cy="84138"/>
              </a:xfrm>
              <a:custGeom>
                <a:avLst/>
                <a:gdLst>
                  <a:gd name="T0" fmla="*/ 3 w 18"/>
                  <a:gd name="T1" fmla="*/ 18 h 21"/>
                  <a:gd name="T2" fmla="*/ 4 w 18"/>
                  <a:gd name="T3" fmla="*/ 7 h 21"/>
                  <a:gd name="T4" fmla="*/ 18 w 18"/>
                  <a:gd name="T5" fmla="*/ 13 h 21"/>
                  <a:gd name="T6" fmla="*/ 15 w 18"/>
                  <a:gd name="T7" fmla="*/ 18 h 21"/>
                  <a:gd name="T8" fmla="*/ 3 w 18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1">
                    <a:moveTo>
                      <a:pt x="3" y="18"/>
                    </a:moveTo>
                    <a:cubicBezTo>
                      <a:pt x="0" y="14"/>
                      <a:pt x="1" y="10"/>
                      <a:pt x="4" y="7"/>
                    </a:cubicBezTo>
                    <a:cubicBezTo>
                      <a:pt x="12" y="0"/>
                      <a:pt x="18" y="11"/>
                      <a:pt x="18" y="13"/>
                    </a:cubicBezTo>
                    <a:cubicBezTo>
                      <a:pt x="17" y="15"/>
                      <a:pt x="16" y="17"/>
                      <a:pt x="15" y="18"/>
                    </a:cubicBezTo>
                    <a:cubicBezTo>
                      <a:pt x="11" y="21"/>
                      <a:pt x="7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64" name="Freeform 389">
                <a:extLst>
                  <a:ext uri="{FF2B5EF4-FFF2-40B4-BE49-F238E27FC236}">
                    <a16:creationId xmlns:a16="http://schemas.microsoft.com/office/drawing/2014/main" id="{6DD45147-5069-4275-BD32-8FAFDB77B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9501" y="2898775"/>
                <a:ext cx="71438" cy="84138"/>
              </a:xfrm>
              <a:custGeom>
                <a:avLst/>
                <a:gdLst>
                  <a:gd name="T0" fmla="*/ 3 w 18"/>
                  <a:gd name="T1" fmla="*/ 18 h 21"/>
                  <a:gd name="T2" fmla="*/ 4 w 18"/>
                  <a:gd name="T3" fmla="*/ 7 h 21"/>
                  <a:gd name="T4" fmla="*/ 18 w 18"/>
                  <a:gd name="T5" fmla="*/ 13 h 21"/>
                  <a:gd name="T6" fmla="*/ 15 w 18"/>
                  <a:gd name="T7" fmla="*/ 18 h 21"/>
                  <a:gd name="T8" fmla="*/ 3 w 18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1">
                    <a:moveTo>
                      <a:pt x="3" y="18"/>
                    </a:moveTo>
                    <a:cubicBezTo>
                      <a:pt x="0" y="14"/>
                      <a:pt x="1" y="10"/>
                      <a:pt x="4" y="7"/>
                    </a:cubicBezTo>
                    <a:cubicBezTo>
                      <a:pt x="12" y="0"/>
                      <a:pt x="18" y="11"/>
                      <a:pt x="18" y="13"/>
                    </a:cubicBezTo>
                    <a:cubicBezTo>
                      <a:pt x="17" y="15"/>
                      <a:pt x="16" y="17"/>
                      <a:pt x="15" y="18"/>
                    </a:cubicBezTo>
                    <a:cubicBezTo>
                      <a:pt x="11" y="21"/>
                      <a:pt x="7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65" name="Freeform 390">
                <a:extLst>
                  <a:ext uri="{FF2B5EF4-FFF2-40B4-BE49-F238E27FC236}">
                    <a16:creationId xmlns:a16="http://schemas.microsoft.com/office/drawing/2014/main" id="{4BE254D8-8904-4FD1-8419-ED54F0CD8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1676" y="2795588"/>
                <a:ext cx="317500" cy="211138"/>
              </a:xfrm>
              <a:custGeom>
                <a:avLst/>
                <a:gdLst>
                  <a:gd name="T0" fmla="*/ 17 w 80"/>
                  <a:gd name="T1" fmla="*/ 0 h 53"/>
                  <a:gd name="T2" fmla="*/ 80 w 80"/>
                  <a:gd name="T3" fmla="*/ 24 h 53"/>
                  <a:gd name="T4" fmla="*/ 79 w 80"/>
                  <a:gd name="T5" fmla="*/ 27 h 53"/>
                  <a:gd name="T6" fmla="*/ 68 w 80"/>
                  <a:gd name="T7" fmla="*/ 30 h 53"/>
                  <a:gd name="T8" fmla="*/ 67 w 80"/>
                  <a:gd name="T9" fmla="*/ 46 h 53"/>
                  <a:gd name="T10" fmla="*/ 72 w 80"/>
                  <a:gd name="T11" fmla="*/ 50 h 53"/>
                  <a:gd name="T12" fmla="*/ 71 w 80"/>
                  <a:gd name="T13" fmla="*/ 53 h 53"/>
                  <a:gd name="T14" fmla="*/ 7 w 80"/>
                  <a:gd name="T15" fmla="*/ 24 h 53"/>
                  <a:gd name="T16" fmla="*/ 17 w 80"/>
                  <a:gd name="T1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53">
                    <a:moveTo>
                      <a:pt x="17" y="0"/>
                    </a:moveTo>
                    <a:cubicBezTo>
                      <a:pt x="80" y="24"/>
                      <a:pt x="80" y="24"/>
                      <a:pt x="80" y="24"/>
                    </a:cubicBezTo>
                    <a:cubicBezTo>
                      <a:pt x="79" y="27"/>
                      <a:pt x="79" y="27"/>
                      <a:pt x="79" y="27"/>
                    </a:cubicBezTo>
                    <a:cubicBezTo>
                      <a:pt x="76" y="26"/>
                      <a:pt x="72" y="26"/>
                      <a:pt x="68" y="30"/>
                    </a:cubicBezTo>
                    <a:cubicBezTo>
                      <a:pt x="63" y="35"/>
                      <a:pt x="62" y="41"/>
                      <a:pt x="67" y="46"/>
                    </a:cubicBezTo>
                    <a:cubicBezTo>
                      <a:pt x="68" y="48"/>
                      <a:pt x="70" y="49"/>
                      <a:pt x="72" y="50"/>
                    </a:cubicBezTo>
                    <a:cubicBezTo>
                      <a:pt x="71" y="53"/>
                      <a:pt x="71" y="53"/>
                      <a:pt x="71" y="53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0" y="17"/>
                      <a:pt x="3" y="3"/>
                      <a:pt x="17" y="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66" name="Freeform 391">
                <a:extLst>
                  <a:ext uri="{FF2B5EF4-FFF2-40B4-BE49-F238E27FC236}">
                    <a16:creationId xmlns:a16="http://schemas.microsoft.com/office/drawing/2014/main" id="{121DCD6C-59C1-4187-926B-AE9039F285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2887663"/>
                <a:ext cx="127000" cy="127000"/>
              </a:xfrm>
              <a:custGeom>
                <a:avLst/>
                <a:gdLst>
                  <a:gd name="T0" fmla="*/ 6 w 32"/>
                  <a:gd name="T1" fmla="*/ 26 h 32"/>
                  <a:gd name="T2" fmla="*/ 27 w 32"/>
                  <a:gd name="T3" fmla="*/ 25 h 32"/>
                  <a:gd name="T4" fmla="*/ 32 w 32"/>
                  <a:gd name="T5" fmla="*/ 15 h 32"/>
                  <a:gd name="T6" fmla="*/ 24 w 32"/>
                  <a:gd name="T7" fmla="*/ 3 h 32"/>
                  <a:gd name="T8" fmla="*/ 7 w 32"/>
                  <a:gd name="T9" fmla="*/ 5 h 32"/>
                  <a:gd name="T10" fmla="*/ 6 w 32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32">
                    <a:moveTo>
                      <a:pt x="6" y="26"/>
                    </a:moveTo>
                    <a:cubicBezTo>
                      <a:pt x="12" y="32"/>
                      <a:pt x="21" y="32"/>
                      <a:pt x="27" y="25"/>
                    </a:cubicBezTo>
                    <a:cubicBezTo>
                      <a:pt x="30" y="22"/>
                      <a:pt x="32" y="19"/>
                      <a:pt x="32" y="15"/>
                    </a:cubicBezTo>
                    <a:cubicBezTo>
                      <a:pt x="32" y="11"/>
                      <a:pt x="25" y="4"/>
                      <a:pt x="24" y="3"/>
                    </a:cubicBezTo>
                    <a:cubicBezTo>
                      <a:pt x="20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67" name="Freeform 392">
                <a:extLst>
                  <a:ext uri="{FF2B5EF4-FFF2-40B4-BE49-F238E27FC236}">
                    <a16:creationId xmlns:a16="http://schemas.microsoft.com/office/drawing/2014/main" id="{42DDA84B-E760-4E8A-9EF9-9D89898B36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2887663"/>
                <a:ext cx="127000" cy="127000"/>
              </a:xfrm>
              <a:custGeom>
                <a:avLst/>
                <a:gdLst>
                  <a:gd name="T0" fmla="*/ 6 w 32"/>
                  <a:gd name="T1" fmla="*/ 26 h 32"/>
                  <a:gd name="T2" fmla="*/ 27 w 32"/>
                  <a:gd name="T3" fmla="*/ 25 h 32"/>
                  <a:gd name="T4" fmla="*/ 32 w 32"/>
                  <a:gd name="T5" fmla="*/ 15 h 32"/>
                  <a:gd name="T6" fmla="*/ 24 w 32"/>
                  <a:gd name="T7" fmla="*/ 3 h 32"/>
                  <a:gd name="T8" fmla="*/ 7 w 32"/>
                  <a:gd name="T9" fmla="*/ 5 h 32"/>
                  <a:gd name="T10" fmla="*/ 6 w 32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32">
                    <a:moveTo>
                      <a:pt x="6" y="26"/>
                    </a:moveTo>
                    <a:cubicBezTo>
                      <a:pt x="12" y="32"/>
                      <a:pt x="21" y="32"/>
                      <a:pt x="27" y="25"/>
                    </a:cubicBezTo>
                    <a:cubicBezTo>
                      <a:pt x="30" y="22"/>
                      <a:pt x="32" y="19"/>
                      <a:pt x="32" y="15"/>
                    </a:cubicBezTo>
                    <a:cubicBezTo>
                      <a:pt x="32" y="11"/>
                      <a:pt x="25" y="4"/>
                      <a:pt x="24" y="3"/>
                    </a:cubicBezTo>
                    <a:cubicBezTo>
                      <a:pt x="20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68" name="Freeform 393">
                <a:extLst>
                  <a:ext uri="{FF2B5EF4-FFF2-40B4-BE49-F238E27FC236}">
                    <a16:creationId xmlns:a16="http://schemas.microsoft.com/office/drawing/2014/main" id="{A2CD1966-5FEB-4FE2-B13B-BD866C682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7738" y="2871788"/>
                <a:ext cx="107950" cy="130175"/>
              </a:xfrm>
              <a:custGeom>
                <a:avLst/>
                <a:gdLst>
                  <a:gd name="T0" fmla="*/ 5 w 27"/>
                  <a:gd name="T1" fmla="*/ 28 h 33"/>
                  <a:gd name="T2" fmla="*/ 6 w 27"/>
                  <a:gd name="T3" fmla="*/ 11 h 33"/>
                  <a:gd name="T4" fmla="*/ 26 w 27"/>
                  <a:gd name="T5" fmla="*/ 20 h 33"/>
                  <a:gd name="T6" fmla="*/ 22 w 27"/>
                  <a:gd name="T7" fmla="*/ 28 h 33"/>
                  <a:gd name="T8" fmla="*/ 5 w 27"/>
                  <a:gd name="T9" fmla="*/ 2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3">
                    <a:moveTo>
                      <a:pt x="5" y="28"/>
                    </a:moveTo>
                    <a:cubicBezTo>
                      <a:pt x="0" y="23"/>
                      <a:pt x="1" y="16"/>
                      <a:pt x="6" y="11"/>
                    </a:cubicBezTo>
                    <a:cubicBezTo>
                      <a:pt x="17" y="0"/>
                      <a:pt x="27" y="17"/>
                      <a:pt x="26" y="20"/>
                    </a:cubicBezTo>
                    <a:cubicBezTo>
                      <a:pt x="26" y="23"/>
                      <a:pt x="24" y="26"/>
                      <a:pt x="22" y="28"/>
                    </a:cubicBezTo>
                    <a:cubicBezTo>
                      <a:pt x="16" y="32"/>
                      <a:pt x="9" y="33"/>
                      <a:pt x="5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69" name="Freeform 394">
                <a:extLst>
                  <a:ext uri="{FF2B5EF4-FFF2-40B4-BE49-F238E27FC236}">
                    <a16:creationId xmlns:a16="http://schemas.microsoft.com/office/drawing/2014/main" id="{3C0D7721-174D-4C76-B17F-DAB1A8FEE1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7738" y="2871788"/>
                <a:ext cx="107950" cy="130175"/>
              </a:xfrm>
              <a:custGeom>
                <a:avLst/>
                <a:gdLst>
                  <a:gd name="T0" fmla="*/ 5 w 27"/>
                  <a:gd name="T1" fmla="*/ 28 h 33"/>
                  <a:gd name="T2" fmla="*/ 6 w 27"/>
                  <a:gd name="T3" fmla="*/ 11 h 33"/>
                  <a:gd name="T4" fmla="*/ 26 w 27"/>
                  <a:gd name="T5" fmla="*/ 20 h 33"/>
                  <a:gd name="T6" fmla="*/ 22 w 27"/>
                  <a:gd name="T7" fmla="*/ 28 h 33"/>
                  <a:gd name="T8" fmla="*/ 5 w 27"/>
                  <a:gd name="T9" fmla="*/ 2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3">
                    <a:moveTo>
                      <a:pt x="5" y="28"/>
                    </a:moveTo>
                    <a:cubicBezTo>
                      <a:pt x="0" y="23"/>
                      <a:pt x="1" y="16"/>
                      <a:pt x="6" y="11"/>
                    </a:cubicBezTo>
                    <a:cubicBezTo>
                      <a:pt x="17" y="0"/>
                      <a:pt x="27" y="17"/>
                      <a:pt x="26" y="20"/>
                    </a:cubicBezTo>
                    <a:cubicBezTo>
                      <a:pt x="26" y="23"/>
                      <a:pt x="24" y="26"/>
                      <a:pt x="22" y="28"/>
                    </a:cubicBezTo>
                    <a:cubicBezTo>
                      <a:pt x="16" y="32"/>
                      <a:pt x="9" y="33"/>
                      <a:pt x="5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70" name="Freeform 395">
                <a:extLst>
                  <a:ext uri="{FF2B5EF4-FFF2-40B4-BE49-F238E27FC236}">
                    <a16:creationId xmlns:a16="http://schemas.microsoft.com/office/drawing/2014/main" id="{125803D9-0E86-4E7F-AD2E-FB62C9BC23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7738" y="2871788"/>
                <a:ext cx="107950" cy="130175"/>
              </a:xfrm>
              <a:custGeom>
                <a:avLst/>
                <a:gdLst>
                  <a:gd name="T0" fmla="*/ 5 w 27"/>
                  <a:gd name="T1" fmla="*/ 28 h 33"/>
                  <a:gd name="T2" fmla="*/ 22 w 27"/>
                  <a:gd name="T3" fmla="*/ 28 h 33"/>
                  <a:gd name="T4" fmla="*/ 26 w 27"/>
                  <a:gd name="T5" fmla="*/ 20 h 33"/>
                  <a:gd name="T6" fmla="*/ 6 w 27"/>
                  <a:gd name="T7" fmla="*/ 11 h 33"/>
                  <a:gd name="T8" fmla="*/ 5 w 27"/>
                  <a:gd name="T9" fmla="*/ 2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3">
                    <a:moveTo>
                      <a:pt x="5" y="28"/>
                    </a:moveTo>
                    <a:cubicBezTo>
                      <a:pt x="9" y="33"/>
                      <a:pt x="16" y="32"/>
                      <a:pt x="22" y="28"/>
                    </a:cubicBezTo>
                    <a:cubicBezTo>
                      <a:pt x="24" y="26"/>
                      <a:pt x="26" y="23"/>
                      <a:pt x="26" y="20"/>
                    </a:cubicBezTo>
                    <a:cubicBezTo>
                      <a:pt x="27" y="17"/>
                      <a:pt x="17" y="0"/>
                      <a:pt x="6" y="11"/>
                    </a:cubicBezTo>
                    <a:cubicBezTo>
                      <a:pt x="1" y="16"/>
                      <a:pt x="0" y="23"/>
                      <a:pt x="5" y="28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71" name="Freeform 396">
                <a:extLst>
                  <a:ext uri="{FF2B5EF4-FFF2-40B4-BE49-F238E27FC236}">
                    <a16:creationId xmlns:a16="http://schemas.microsoft.com/office/drawing/2014/main" id="{5F57FF76-5769-4E02-8B8F-A232E5CA17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8376" y="2898775"/>
                <a:ext cx="66675" cy="84138"/>
              </a:xfrm>
              <a:custGeom>
                <a:avLst/>
                <a:gdLst>
                  <a:gd name="T0" fmla="*/ 3 w 17"/>
                  <a:gd name="T1" fmla="*/ 18 h 21"/>
                  <a:gd name="T2" fmla="*/ 4 w 17"/>
                  <a:gd name="T3" fmla="*/ 7 h 21"/>
                  <a:gd name="T4" fmla="*/ 17 w 17"/>
                  <a:gd name="T5" fmla="*/ 13 h 21"/>
                  <a:gd name="T6" fmla="*/ 14 w 17"/>
                  <a:gd name="T7" fmla="*/ 18 h 21"/>
                  <a:gd name="T8" fmla="*/ 3 w 17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3" y="18"/>
                    </a:moveTo>
                    <a:cubicBezTo>
                      <a:pt x="0" y="14"/>
                      <a:pt x="0" y="10"/>
                      <a:pt x="4" y="7"/>
                    </a:cubicBezTo>
                    <a:cubicBezTo>
                      <a:pt x="11" y="0"/>
                      <a:pt x="17" y="10"/>
                      <a:pt x="17" y="13"/>
                    </a:cubicBezTo>
                    <a:cubicBezTo>
                      <a:pt x="17" y="15"/>
                      <a:pt x="15" y="16"/>
                      <a:pt x="14" y="18"/>
                    </a:cubicBezTo>
                    <a:cubicBezTo>
                      <a:pt x="10" y="21"/>
                      <a:pt x="6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72" name="Freeform 397">
                <a:extLst>
                  <a:ext uri="{FF2B5EF4-FFF2-40B4-BE49-F238E27FC236}">
                    <a16:creationId xmlns:a16="http://schemas.microsoft.com/office/drawing/2014/main" id="{150C3D72-DFA1-4502-A985-954B42CE80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8376" y="2898775"/>
                <a:ext cx="66675" cy="84138"/>
              </a:xfrm>
              <a:custGeom>
                <a:avLst/>
                <a:gdLst>
                  <a:gd name="T0" fmla="*/ 3 w 17"/>
                  <a:gd name="T1" fmla="*/ 18 h 21"/>
                  <a:gd name="T2" fmla="*/ 4 w 17"/>
                  <a:gd name="T3" fmla="*/ 7 h 21"/>
                  <a:gd name="T4" fmla="*/ 17 w 17"/>
                  <a:gd name="T5" fmla="*/ 13 h 21"/>
                  <a:gd name="T6" fmla="*/ 14 w 17"/>
                  <a:gd name="T7" fmla="*/ 18 h 21"/>
                  <a:gd name="T8" fmla="*/ 3 w 17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3" y="18"/>
                    </a:moveTo>
                    <a:cubicBezTo>
                      <a:pt x="0" y="14"/>
                      <a:pt x="0" y="10"/>
                      <a:pt x="4" y="7"/>
                    </a:cubicBezTo>
                    <a:cubicBezTo>
                      <a:pt x="11" y="0"/>
                      <a:pt x="17" y="10"/>
                      <a:pt x="17" y="13"/>
                    </a:cubicBezTo>
                    <a:cubicBezTo>
                      <a:pt x="17" y="15"/>
                      <a:pt x="15" y="16"/>
                      <a:pt x="14" y="18"/>
                    </a:cubicBezTo>
                    <a:cubicBezTo>
                      <a:pt x="10" y="21"/>
                      <a:pt x="6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73" name="Freeform 398">
                <a:extLst>
                  <a:ext uri="{FF2B5EF4-FFF2-40B4-BE49-F238E27FC236}">
                    <a16:creationId xmlns:a16="http://schemas.microsoft.com/office/drawing/2014/main" id="{A3706C30-B71D-44C1-BB9E-7BCF6D126E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1363" y="2697163"/>
                <a:ext cx="333375" cy="214313"/>
              </a:xfrm>
              <a:custGeom>
                <a:avLst/>
                <a:gdLst>
                  <a:gd name="T0" fmla="*/ 18 w 84"/>
                  <a:gd name="T1" fmla="*/ 0 h 54"/>
                  <a:gd name="T2" fmla="*/ 84 w 84"/>
                  <a:gd name="T3" fmla="*/ 25 h 54"/>
                  <a:gd name="T4" fmla="*/ 83 w 84"/>
                  <a:gd name="T5" fmla="*/ 28 h 54"/>
                  <a:gd name="T6" fmla="*/ 72 w 84"/>
                  <a:gd name="T7" fmla="*/ 30 h 54"/>
                  <a:gd name="T8" fmla="*/ 70 w 84"/>
                  <a:gd name="T9" fmla="*/ 47 h 54"/>
                  <a:gd name="T10" fmla="*/ 76 w 84"/>
                  <a:gd name="T11" fmla="*/ 51 h 54"/>
                  <a:gd name="T12" fmla="*/ 75 w 84"/>
                  <a:gd name="T13" fmla="*/ 54 h 54"/>
                  <a:gd name="T14" fmla="*/ 8 w 84"/>
                  <a:gd name="T15" fmla="*/ 24 h 54"/>
                  <a:gd name="T16" fmla="*/ 18 w 84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54">
                    <a:moveTo>
                      <a:pt x="18" y="0"/>
                    </a:moveTo>
                    <a:cubicBezTo>
                      <a:pt x="84" y="25"/>
                      <a:pt x="84" y="25"/>
                      <a:pt x="84" y="25"/>
                    </a:cubicBezTo>
                    <a:cubicBezTo>
                      <a:pt x="83" y="28"/>
                      <a:pt x="83" y="28"/>
                      <a:pt x="83" y="28"/>
                    </a:cubicBezTo>
                    <a:cubicBezTo>
                      <a:pt x="80" y="26"/>
                      <a:pt x="76" y="27"/>
                      <a:pt x="72" y="30"/>
                    </a:cubicBezTo>
                    <a:cubicBezTo>
                      <a:pt x="66" y="35"/>
                      <a:pt x="66" y="42"/>
                      <a:pt x="70" y="47"/>
                    </a:cubicBezTo>
                    <a:cubicBezTo>
                      <a:pt x="72" y="49"/>
                      <a:pt x="74" y="50"/>
                      <a:pt x="76" y="51"/>
                    </a:cubicBezTo>
                    <a:cubicBezTo>
                      <a:pt x="75" y="54"/>
                      <a:pt x="75" y="54"/>
                      <a:pt x="75" y="5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0" y="17"/>
                      <a:pt x="3" y="2"/>
                      <a:pt x="18" y="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74" name="Freeform 399">
                <a:extLst>
                  <a:ext uri="{FF2B5EF4-FFF2-40B4-BE49-F238E27FC236}">
                    <a16:creationId xmlns:a16="http://schemas.microsoft.com/office/drawing/2014/main" id="{7451FA54-A3D3-4508-B705-6D8D16457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7426" y="2792413"/>
                <a:ext cx="136525" cy="127000"/>
              </a:xfrm>
              <a:custGeom>
                <a:avLst/>
                <a:gdLst>
                  <a:gd name="T0" fmla="*/ 6 w 34"/>
                  <a:gd name="T1" fmla="*/ 26 h 32"/>
                  <a:gd name="T2" fmla="*/ 29 w 34"/>
                  <a:gd name="T3" fmla="*/ 25 h 32"/>
                  <a:gd name="T4" fmla="*/ 34 w 34"/>
                  <a:gd name="T5" fmla="*/ 15 h 32"/>
                  <a:gd name="T6" fmla="*/ 26 w 34"/>
                  <a:gd name="T7" fmla="*/ 3 h 32"/>
                  <a:gd name="T8" fmla="*/ 7 w 34"/>
                  <a:gd name="T9" fmla="*/ 5 h 32"/>
                  <a:gd name="T10" fmla="*/ 6 w 34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32">
                    <a:moveTo>
                      <a:pt x="6" y="26"/>
                    </a:moveTo>
                    <a:cubicBezTo>
                      <a:pt x="13" y="32"/>
                      <a:pt x="22" y="32"/>
                      <a:pt x="29" y="25"/>
                    </a:cubicBezTo>
                    <a:cubicBezTo>
                      <a:pt x="32" y="22"/>
                      <a:pt x="34" y="19"/>
                      <a:pt x="34" y="15"/>
                    </a:cubicBezTo>
                    <a:cubicBezTo>
                      <a:pt x="33" y="11"/>
                      <a:pt x="26" y="4"/>
                      <a:pt x="26" y="3"/>
                    </a:cubicBezTo>
                    <a:cubicBezTo>
                      <a:pt x="21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75" name="Freeform 400">
                <a:extLst>
                  <a:ext uri="{FF2B5EF4-FFF2-40B4-BE49-F238E27FC236}">
                    <a16:creationId xmlns:a16="http://schemas.microsoft.com/office/drawing/2014/main" id="{E92E2E34-27D6-4693-A028-1AEF9E141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7426" y="2792413"/>
                <a:ext cx="136525" cy="127000"/>
              </a:xfrm>
              <a:custGeom>
                <a:avLst/>
                <a:gdLst>
                  <a:gd name="T0" fmla="*/ 6 w 34"/>
                  <a:gd name="T1" fmla="*/ 26 h 32"/>
                  <a:gd name="T2" fmla="*/ 29 w 34"/>
                  <a:gd name="T3" fmla="*/ 25 h 32"/>
                  <a:gd name="T4" fmla="*/ 34 w 34"/>
                  <a:gd name="T5" fmla="*/ 15 h 32"/>
                  <a:gd name="T6" fmla="*/ 26 w 34"/>
                  <a:gd name="T7" fmla="*/ 3 h 32"/>
                  <a:gd name="T8" fmla="*/ 7 w 34"/>
                  <a:gd name="T9" fmla="*/ 5 h 32"/>
                  <a:gd name="T10" fmla="*/ 6 w 34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32">
                    <a:moveTo>
                      <a:pt x="6" y="26"/>
                    </a:moveTo>
                    <a:cubicBezTo>
                      <a:pt x="13" y="32"/>
                      <a:pt x="22" y="32"/>
                      <a:pt x="29" y="25"/>
                    </a:cubicBezTo>
                    <a:cubicBezTo>
                      <a:pt x="32" y="22"/>
                      <a:pt x="34" y="19"/>
                      <a:pt x="34" y="15"/>
                    </a:cubicBezTo>
                    <a:cubicBezTo>
                      <a:pt x="33" y="11"/>
                      <a:pt x="26" y="4"/>
                      <a:pt x="26" y="3"/>
                    </a:cubicBezTo>
                    <a:cubicBezTo>
                      <a:pt x="21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76" name="Freeform 401">
                <a:extLst>
                  <a:ext uri="{FF2B5EF4-FFF2-40B4-BE49-F238E27FC236}">
                    <a16:creationId xmlns:a16="http://schemas.microsoft.com/office/drawing/2014/main" id="{D84A013B-D60C-413E-B133-BBFDC9251A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0126" y="2776538"/>
                <a:ext cx="111125" cy="130175"/>
              </a:xfrm>
              <a:custGeom>
                <a:avLst/>
                <a:gdLst>
                  <a:gd name="T0" fmla="*/ 5 w 28"/>
                  <a:gd name="T1" fmla="*/ 27 h 33"/>
                  <a:gd name="T2" fmla="*/ 7 w 28"/>
                  <a:gd name="T3" fmla="*/ 11 h 33"/>
                  <a:gd name="T4" fmla="*/ 28 w 28"/>
                  <a:gd name="T5" fmla="*/ 20 h 33"/>
                  <a:gd name="T6" fmla="*/ 23 w 28"/>
                  <a:gd name="T7" fmla="*/ 28 h 33"/>
                  <a:gd name="T8" fmla="*/ 5 w 28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3">
                    <a:moveTo>
                      <a:pt x="5" y="27"/>
                    </a:moveTo>
                    <a:cubicBezTo>
                      <a:pt x="0" y="22"/>
                      <a:pt x="1" y="16"/>
                      <a:pt x="7" y="11"/>
                    </a:cubicBezTo>
                    <a:cubicBezTo>
                      <a:pt x="18" y="0"/>
                      <a:pt x="28" y="17"/>
                      <a:pt x="28" y="20"/>
                    </a:cubicBezTo>
                    <a:cubicBezTo>
                      <a:pt x="27" y="23"/>
                      <a:pt x="25" y="26"/>
                      <a:pt x="23" y="28"/>
                    </a:cubicBezTo>
                    <a:cubicBezTo>
                      <a:pt x="18" y="32"/>
                      <a:pt x="10" y="33"/>
                      <a:pt x="5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77" name="Freeform 402">
                <a:extLst>
                  <a:ext uri="{FF2B5EF4-FFF2-40B4-BE49-F238E27FC236}">
                    <a16:creationId xmlns:a16="http://schemas.microsoft.com/office/drawing/2014/main" id="{0C8DE51E-8FC7-4896-9F13-A8FC998E73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0126" y="2776538"/>
                <a:ext cx="111125" cy="130175"/>
              </a:xfrm>
              <a:custGeom>
                <a:avLst/>
                <a:gdLst>
                  <a:gd name="T0" fmla="*/ 5 w 28"/>
                  <a:gd name="T1" fmla="*/ 27 h 33"/>
                  <a:gd name="T2" fmla="*/ 7 w 28"/>
                  <a:gd name="T3" fmla="*/ 11 h 33"/>
                  <a:gd name="T4" fmla="*/ 28 w 28"/>
                  <a:gd name="T5" fmla="*/ 20 h 33"/>
                  <a:gd name="T6" fmla="*/ 23 w 28"/>
                  <a:gd name="T7" fmla="*/ 28 h 33"/>
                  <a:gd name="T8" fmla="*/ 5 w 28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3">
                    <a:moveTo>
                      <a:pt x="5" y="27"/>
                    </a:moveTo>
                    <a:cubicBezTo>
                      <a:pt x="0" y="22"/>
                      <a:pt x="1" y="16"/>
                      <a:pt x="7" y="11"/>
                    </a:cubicBezTo>
                    <a:cubicBezTo>
                      <a:pt x="18" y="0"/>
                      <a:pt x="28" y="17"/>
                      <a:pt x="28" y="20"/>
                    </a:cubicBezTo>
                    <a:cubicBezTo>
                      <a:pt x="27" y="23"/>
                      <a:pt x="25" y="26"/>
                      <a:pt x="23" y="28"/>
                    </a:cubicBezTo>
                    <a:cubicBezTo>
                      <a:pt x="18" y="32"/>
                      <a:pt x="10" y="33"/>
                      <a:pt x="5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78" name="Freeform 403">
                <a:extLst>
                  <a:ext uri="{FF2B5EF4-FFF2-40B4-BE49-F238E27FC236}">
                    <a16:creationId xmlns:a16="http://schemas.microsoft.com/office/drawing/2014/main" id="{2B9C9735-F4CD-4888-A1F4-125C2F000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0126" y="2776538"/>
                <a:ext cx="111125" cy="130175"/>
              </a:xfrm>
              <a:custGeom>
                <a:avLst/>
                <a:gdLst>
                  <a:gd name="T0" fmla="*/ 5 w 28"/>
                  <a:gd name="T1" fmla="*/ 27 h 33"/>
                  <a:gd name="T2" fmla="*/ 23 w 28"/>
                  <a:gd name="T3" fmla="*/ 28 h 33"/>
                  <a:gd name="T4" fmla="*/ 28 w 28"/>
                  <a:gd name="T5" fmla="*/ 20 h 33"/>
                  <a:gd name="T6" fmla="*/ 7 w 28"/>
                  <a:gd name="T7" fmla="*/ 11 h 33"/>
                  <a:gd name="T8" fmla="*/ 5 w 28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3">
                    <a:moveTo>
                      <a:pt x="5" y="27"/>
                    </a:moveTo>
                    <a:cubicBezTo>
                      <a:pt x="10" y="33"/>
                      <a:pt x="18" y="32"/>
                      <a:pt x="23" y="28"/>
                    </a:cubicBezTo>
                    <a:cubicBezTo>
                      <a:pt x="25" y="26"/>
                      <a:pt x="27" y="23"/>
                      <a:pt x="28" y="20"/>
                    </a:cubicBezTo>
                    <a:cubicBezTo>
                      <a:pt x="28" y="17"/>
                      <a:pt x="18" y="0"/>
                      <a:pt x="7" y="11"/>
                    </a:cubicBezTo>
                    <a:cubicBezTo>
                      <a:pt x="1" y="16"/>
                      <a:pt x="0" y="22"/>
                      <a:pt x="5" y="27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79" name="Freeform 404">
                <a:extLst>
                  <a:ext uri="{FF2B5EF4-FFF2-40B4-BE49-F238E27FC236}">
                    <a16:creationId xmlns:a16="http://schemas.microsoft.com/office/drawing/2014/main" id="{D9EBFCEF-CEB6-4007-BC38-19F01FEFC3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6" y="2803525"/>
                <a:ext cx="76200" cy="84138"/>
              </a:xfrm>
              <a:custGeom>
                <a:avLst/>
                <a:gdLst>
                  <a:gd name="T0" fmla="*/ 3 w 19"/>
                  <a:gd name="T1" fmla="*/ 17 h 21"/>
                  <a:gd name="T2" fmla="*/ 4 w 19"/>
                  <a:gd name="T3" fmla="*/ 6 h 21"/>
                  <a:gd name="T4" fmla="*/ 18 w 19"/>
                  <a:gd name="T5" fmla="*/ 13 h 21"/>
                  <a:gd name="T6" fmla="*/ 15 w 19"/>
                  <a:gd name="T7" fmla="*/ 18 h 21"/>
                  <a:gd name="T8" fmla="*/ 3 w 19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3" y="17"/>
                    </a:moveTo>
                    <a:cubicBezTo>
                      <a:pt x="0" y="14"/>
                      <a:pt x="1" y="10"/>
                      <a:pt x="4" y="6"/>
                    </a:cubicBezTo>
                    <a:cubicBezTo>
                      <a:pt x="12" y="0"/>
                      <a:pt x="19" y="10"/>
                      <a:pt x="18" y="13"/>
                    </a:cubicBezTo>
                    <a:cubicBezTo>
                      <a:pt x="18" y="15"/>
                      <a:pt x="17" y="16"/>
                      <a:pt x="15" y="18"/>
                    </a:cubicBezTo>
                    <a:cubicBezTo>
                      <a:pt x="12" y="21"/>
                      <a:pt x="7" y="21"/>
                      <a:pt x="3" y="1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280" name="Freeform 405">
                <a:extLst>
                  <a:ext uri="{FF2B5EF4-FFF2-40B4-BE49-F238E27FC236}">
                    <a16:creationId xmlns:a16="http://schemas.microsoft.com/office/drawing/2014/main" id="{94A7CF9A-E5D5-42FD-BE30-2167B9DCE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6" y="2803525"/>
                <a:ext cx="76200" cy="84138"/>
              </a:xfrm>
              <a:custGeom>
                <a:avLst/>
                <a:gdLst>
                  <a:gd name="T0" fmla="*/ 3 w 19"/>
                  <a:gd name="T1" fmla="*/ 17 h 21"/>
                  <a:gd name="T2" fmla="*/ 4 w 19"/>
                  <a:gd name="T3" fmla="*/ 6 h 21"/>
                  <a:gd name="T4" fmla="*/ 18 w 19"/>
                  <a:gd name="T5" fmla="*/ 13 h 21"/>
                  <a:gd name="T6" fmla="*/ 15 w 19"/>
                  <a:gd name="T7" fmla="*/ 18 h 21"/>
                  <a:gd name="T8" fmla="*/ 3 w 19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3" y="17"/>
                    </a:moveTo>
                    <a:cubicBezTo>
                      <a:pt x="0" y="14"/>
                      <a:pt x="1" y="10"/>
                      <a:pt x="4" y="6"/>
                    </a:cubicBezTo>
                    <a:cubicBezTo>
                      <a:pt x="12" y="0"/>
                      <a:pt x="19" y="10"/>
                      <a:pt x="18" y="13"/>
                    </a:cubicBezTo>
                    <a:cubicBezTo>
                      <a:pt x="18" y="15"/>
                      <a:pt x="17" y="16"/>
                      <a:pt x="15" y="18"/>
                    </a:cubicBezTo>
                    <a:cubicBezTo>
                      <a:pt x="12" y="21"/>
                      <a:pt x="7" y="21"/>
                      <a:pt x="3" y="1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</p:grp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ACECE5DE-ADC2-4687-8373-3FDF80B0BBAB}"/>
                </a:ext>
              </a:extLst>
            </p:cNvPr>
            <p:cNvSpPr txBox="1"/>
            <p:nvPr/>
          </p:nvSpPr>
          <p:spPr>
            <a:xfrm>
              <a:off x="5549554" y="1396704"/>
              <a:ext cx="1824605" cy="327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200" dirty="0"/>
                <a:t>Source</a:t>
              </a:r>
            </a:p>
          </p:txBody>
        </p: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61985DC3-22BB-417B-A3AB-25E5D2A841C3}"/>
                </a:ext>
              </a:extLst>
            </p:cNvPr>
            <p:cNvCxnSpPr>
              <a:cxnSpLocks/>
            </p:cNvCxnSpPr>
            <p:nvPr/>
          </p:nvCxnSpPr>
          <p:spPr>
            <a:xfrm>
              <a:off x="6181823" y="2520893"/>
              <a:ext cx="509201" cy="603869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A0E40B-9642-4110-989F-79B199527C01}"/>
              </a:ext>
            </a:extLst>
          </p:cNvPr>
          <p:cNvGrpSpPr/>
          <p:nvPr/>
        </p:nvGrpSpPr>
        <p:grpSpPr>
          <a:xfrm>
            <a:off x="2657581" y="1212902"/>
            <a:ext cx="1437465" cy="1053123"/>
            <a:chOff x="7104815" y="1375599"/>
            <a:chExt cx="1981729" cy="1729817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67F68CD8-B77F-4B50-BAC7-55843E6188FD}"/>
                </a:ext>
              </a:extLst>
            </p:cNvPr>
            <p:cNvSpPr txBox="1"/>
            <p:nvPr/>
          </p:nvSpPr>
          <p:spPr>
            <a:xfrm>
              <a:off x="7261939" y="1375599"/>
              <a:ext cx="1824605" cy="327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200" dirty="0"/>
                <a:t>Sinks</a:t>
              </a:r>
            </a:p>
          </p:txBody>
        </p:sp>
        <p:grpSp>
          <p:nvGrpSpPr>
            <p:cNvPr id="114" name="Gruppieren 36">
              <a:extLst>
                <a:ext uri="{FF2B5EF4-FFF2-40B4-BE49-F238E27FC236}">
                  <a16:creationId xmlns:a16="http://schemas.microsoft.com/office/drawing/2014/main" id="{03CBC009-84BA-4E81-8A29-53A07F9251B2}"/>
                </a:ext>
              </a:extLst>
            </p:cNvPr>
            <p:cNvGrpSpPr/>
            <p:nvPr/>
          </p:nvGrpSpPr>
          <p:grpSpPr>
            <a:xfrm>
              <a:off x="7142493" y="1752527"/>
              <a:ext cx="363575" cy="415906"/>
              <a:chOff x="1619672" y="2348884"/>
              <a:chExt cx="2092337" cy="3532450"/>
            </a:xfrm>
          </p:grpSpPr>
          <p:sp>
            <p:nvSpPr>
              <p:cNvPr id="188" name="Freeform 285">
                <a:extLst>
                  <a:ext uri="{FF2B5EF4-FFF2-40B4-BE49-F238E27FC236}">
                    <a16:creationId xmlns:a16="http://schemas.microsoft.com/office/drawing/2014/main" id="{1B017870-5B6A-42CD-B398-1A0DD8D040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2362207"/>
                <a:ext cx="473108" cy="3375060"/>
              </a:xfrm>
              <a:custGeom>
                <a:avLst/>
                <a:gdLst>
                  <a:gd name="T0" fmla="*/ 0 w 142"/>
                  <a:gd name="T1" fmla="*/ 754 h 1013"/>
                  <a:gd name="T2" fmla="*/ 142 w 142"/>
                  <a:gd name="T3" fmla="*/ 1013 h 1013"/>
                  <a:gd name="T4" fmla="*/ 142 w 142"/>
                  <a:gd name="T5" fmla="*/ 218 h 1013"/>
                  <a:gd name="T6" fmla="*/ 0 w 142"/>
                  <a:gd name="T7" fmla="*/ 0 h 1013"/>
                  <a:gd name="T8" fmla="*/ 0 w 142"/>
                  <a:gd name="T9" fmla="*/ 754 h 10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1013">
                    <a:moveTo>
                      <a:pt x="0" y="754"/>
                    </a:moveTo>
                    <a:lnTo>
                      <a:pt x="142" y="1013"/>
                    </a:lnTo>
                    <a:lnTo>
                      <a:pt x="142" y="218"/>
                    </a:lnTo>
                    <a:lnTo>
                      <a:pt x="0" y="0"/>
                    </a:lnTo>
                    <a:lnTo>
                      <a:pt x="0" y="754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89" name="Freeform 286">
                <a:extLst>
                  <a:ext uri="{FF2B5EF4-FFF2-40B4-BE49-F238E27FC236}">
                    <a16:creationId xmlns:a16="http://schemas.microsoft.com/office/drawing/2014/main" id="{DA3A608B-6C39-4CEE-B5C9-E02FC9D36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2348884"/>
                <a:ext cx="2092336" cy="739648"/>
              </a:xfrm>
              <a:custGeom>
                <a:avLst/>
                <a:gdLst>
                  <a:gd name="T0" fmla="*/ 628 w 628"/>
                  <a:gd name="T1" fmla="*/ 222 h 222"/>
                  <a:gd name="T2" fmla="*/ 482 w 628"/>
                  <a:gd name="T3" fmla="*/ 0 h 222"/>
                  <a:gd name="T4" fmla="*/ 0 w 628"/>
                  <a:gd name="T5" fmla="*/ 4 h 222"/>
                  <a:gd name="T6" fmla="*/ 142 w 628"/>
                  <a:gd name="T7" fmla="*/ 222 h 222"/>
                  <a:gd name="T8" fmla="*/ 628 w 628"/>
                  <a:gd name="T9" fmla="*/ 222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8" h="222">
                    <a:moveTo>
                      <a:pt x="628" y="222"/>
                    </a:moveTo>
                    <a:lnTo>
                      <a:pt x="482" y="0"/>
                    </a:lnTo>
                    <a:lnTo>
                      <a:pt x="0" y="4"/>
                    </a:lnTo>
                    <a:lnTo>
                      <a:pt x="142" y="222"/>
                    </a:lnTo>
                    <a:lnTo>
                      <a:pt x="628" y="222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90" name="Rechteck 8">
                <a:extLst>
                  <a:ext uri="{FF2B5EF4-FFF2-40B4-BE49-F238E27FC236}">
                    <a16:creationId xmlns:a16="http://schemas.microsoft.com/office/drawing/2014/main" id="{C52F6175-C75A-466C-BCBB-55DA6F0704ED}"/>
                  </a:ext>
                </a:extLst>
              </p:cNvPr>
              <p:cNvSpPr/>
              <p:nvPr/>
            </p:nvSpPr>
            <p:spPr>
              <a:xfrm>
                <a:off x="2092781" y="3088532"/>
                <a:ext cx="1619228" cy="2648735"/>
              </a:xfrm>
              <a:prstGeom prst="rect">
                <a:avLst/>
              </a:pr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Freeform 630">
                <a:extLst>
                  <a:ext uri="{FF2B5EF4-FFF2-40B4-BE49-F238E27FC236}">
                    <a16:creationId xmlns:a16="http://schemas.microsoft.com/office/drawing/2014/main" id="{AE32694F-68D1-46D1-84BB-5BE1633F82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89186" y="3732659"/>
                <a:ext cx="826417" cy="2148675"/>
              </a:xfrm>
              <a:custGeom>
                <a:avLst/>
                <a:gdLst>
                  <a:gd name="T0" fmla="*/ 13 w 18"/>
                  <a:gd name="T1" fmla="*/ 4 h 47"/>
                  <a:gd name="T2" fmla="*/ 13 w 18"/>
                  <a:gd name="T3" fmla="*/ 4 h 47"/>
                  <a:gd name="T4" fmla="*/ 13 w 18"/>
                  <a:gd name="T5" fmla="*/ 1 h 47"/>
                  <a:gd name="T6" fmla="*/ 12 w 18"/>
                  <a:gd name="T7" fmla="*/ 0 h 47"/>
                  <a:gd name="T8" fmla="*/ 11 w 18"/>
                  <a:gd name="T9" fmla="*/ 1 h 47"/>
                  <a:gd name="T10" fmla="*/ 11 w 18"/>
                  <a:gd name="T11" fmla="*/ 4 h 47"/>
                  <a:gd name="T12" fmla="*/ 7 w 18"/>
                  <a:gd name="T13" fmla="*/ 4 h 47"/>
                  <a:gd name="T14" fmla="*/ 7 w 18"/>
                  <a:gd name="T15" fmla="*/ 1 h 47"/>
                  <a:gd name="T16" fmla="*/ 6 w 18"/>
                  <a:gd name="T17" fmla="*/ 0 h 47"/>
                  <a:gd name="T18" fmla="*/ 5 w 18"/>
                  <a:gd name="T19" fmla="*/ 1 h 47"/>
                  <a:gd name="T20" fmla="*/ 5 w 18"/>
                  <a:gd name="T21" fmla="*/ 4 h 47"/>
                  <a:gd name="T22" fmla="*/ 4 w 18"/>
                  <a:gd name="T23" fmla="*/ 4 h 47"/>
                  <a:gd name="T24" fmla="*/ 0 w 18"/>
                  <a:gd name="T25" fmla="*/ 9 h 47"/>
                  <a:gd name="T26" fmla="*/ 0 w 18"/>
                  <a:gd name="T27" fmla="*/ 11 h 47"/>
                  <a:gd name="T28" fmla="*/ 4 w 18"/>
                  <a:gd name="T29" fmla="*/ 15 h 47"/>
                  <a:gd name="T30" fmla="*/ 8 w 18"/>
                  <a:gd name="T31" fmla="*/ 15 h 47"/>
                  <a:gd name="T32" fmla="*/ 7 w 18"/>
                  <a:gd name="T33" fmla="*/ 31 h 47"/>
                  <a:gd name="T34" fmla="*/ 3 w 18"/>
                  <a:gd name="T35" fmla="*/ 47 h 47"/>
                  <a:gd name="T36" fmla="*/ 5 w 18"/>
                  <a:gd name="T37" fmla="*/ 46 h 47"/>
                  <a:gd name="T38" fmla="*/ 8 w 18"/>
                  <a:gd name="T39" fmla="*/ 33 h 47"/>
                  <a:gd name="T40" fmla="*/ 10 w 18"/>
                  <a:gd name="T41" fmla="*/ 15 h 47"/>
                  <a:gd name="T42" fmla="*/ 13 w 18"/>
                  <a:gd name="T43" fmla="*/ 15 h 47"/>
                  <a:gd name="T44" fmla="*/ 18 w 18"/>
                  <a:gd name="T45" fmla="*/ 11 h 47"/>
                  <a:gd name="T46" fmla="*/ 18 w 18"/>
                  <a:gd name="T47" fmla="*/ 9 h 47"/>
                  <a:gd name="T48" fmla="*/ 13 w 18"/>
                  <a:gd name="T49" fmla="*/ 4 h 47"/>
                  <a:gd name="T50" fmla="*/ 15 w 18"/>
                  <a:gd name="T51" fmla="*/ 11 h 47"/>
                  <a:gd name="T52" fmla="*/ 13 w 18"/>
                  <a:gd name="T53" fmla="*/ 13 h 47"/>
                  <a:gd name="T54" fmla="*/ 4 w 18"/>
                  <a:gd name="T55" fmla="*/ 13 h 47"/>
                  <a:gd name="T56" fmla="*/ 2 w 18"/>
                  <a:gd name="T57" fmla="*/ 11 h 47"/>
                  <a:gd name="T58" fmla="*/ 2 w 18"/>
                  <a:gd name="T59" fmla="*/ 9 h 47"/>
                  <a:gd name="T60" fmla="*/ 4 w 18"/>
                  <a:gd name="T61" fmla="*/ 7 h 47"/>
                  <a:gd name="T62" fmla="*/ 13 w 18"/>
                  <a:gd name="T63" fmla="*/ 7 h 47"/>
                  <a:gd name="T64" fmla="*/ 15 w 18"/>
                  <a:gd name="T65" fmla="*/ 9 h 47"/>
                  <a:gd name="T66" fmla="*/ 15 w 18"/>
                  <a:gd name="T67" fmla="*/ 1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" h="47">
                    <a:moveTo>
                      <a:pt x="13" y="4"/>
                    </a:moveTo>
                    <a:cubicBezTo>
                      <a:pt x="13" y="4"/>
                      <a:pt x="13" y="4"/>
                      <a:pt x="13" y="4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0"/>
                      <a:pt x="12" y="0"/>
                      <a:pt x="12" y="0"/>
                    </a:cubicBezTo>
                    <a:cubicBezTo>
                      <a:pt x="11" y="0"/>
                      <a:pt x="11" y="0"/>
                      <a:pt x="11" y="1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1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4"/>
                      <a:pt x="0" y="6"/>
                      <a:pt x="0" y="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4"/>
                      <a:pt x="1" y="15"/>
                      <a:pt x="4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20"/>
                      <a:pt x="10" y="29"/>
                      <a:pt x="7" y="31"/>
                    </a:cubicBezTo>
                    <a:cubicBezTo>
                      <a:pt x="0" y="34"/>
                      <a:pt x="3" y="46"/>
                      <a:pt x="3" y="47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3"/>
                      <a:pt x="4" y="35"/>
                      <a:pt x="8" y="33"/>
                    </a:cubicBezTo>
                    <a:cubicBezTo>
                      <a:pt x="13" y="31"/>
                      <a:pt x="11" y="20"/>
                      <a:pt x="10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6" y="15"/>
                      <a:pt x="18" y="14"/>
                      <a:pt x="18" y="11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8" y="6"/>
                      <a:pt x="16" y="4"/>
                      <a:pt x="13" y="4"/>
                    </a:cubicBezTo>
                    <a:close/>
                    <a:moveTo>
                      <a:pt x="15" y="11"/>
                    </a:moveTo>
                    <a:cubicBezTo>
                      <a:pt x="15" y="12"/>
                      <a:pt x="15" y="13"/>
                      <a:pt x="13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3"/>
                      <a:pt x="2" y="12"/>
                      <a:pt x="2" y="11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8"/>
                      <a:pt x="3" y="7"/>
                      <a:pt x="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8"/>
                      <a:pt x="15" y="9"/>
                    </a:cubicBezTo>
                    <a:lnTo>
                      <a:pt x="15" y="11"/>
                    </a:lnTo>
                    <a:close/>
                  </a:path>
                </a:pathLst>
              </a:custGeom>
              <a:solidFill>
                <a:schemeClr val="bg1"/>
              </a:solidFill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</p:grpSp>
        <p:grpSp>
          <p:nvGrpSpPr>
            <p:cNvPr id="115" name="Gruppieren 1">
              <a:extLst>
                <a:ext uri="{FF2B5EF4-FFF2-40B4-BE49-F238E27FC236}">
                  <a16:creationId xmlns:a16="http://schemas.microsoft.com/office/drawing/2014/main" id="{F703A3EA-B7E9-49D9-8B71-684BDB6398B0}"/>
                </a:ext>
              </a:extLst>
            </p:cNvPr>
            <p:cNvGrpSpPr/>
            <p:nvPr/>
          </p:nvGrpSpPr>
          <p:grpSpPr>
            <a:xfrm>
              <a:off x="7622305" y="1733608"/>
              <a:ext cx="829209" cy="409572"/>
              <a:chOff x="1979712" y="2132859"/>
              <a:chExt cx="5378301" cy="3486275"/>
            </a:xfrm>
            <a:solidFill>
              <a:schemeClr val="accent1"/>
            </a:solidFill>
          </p:grpSpPr>
          <p:sp>
            <p:nvSpPr>
              <p:cNvPr id="176" name="Freeform 584">
                <a:extLst>
                  <a:ext uri="{FF2B5EF4-FFF2-40B4-BE49-F238E27FC236}">
                    <a16:creationId xmlns:a16="http://schemas.microsoft.com/office/drawing/2014/main" id="{1F7D72C3-4AEF-4F98-BD4F-7A1FE5156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912" y="3954818"/>
                <a:ext cx="324102" cy="788350"/>
              </a:xfrm>
              <a:custGeom>
                <a:avLst/>
                <a:gdLst>
                  <a:gd name="T0" fmla="*/ 15 w 15"/>
                  <a:gd name="T1" fmla="*/ 32 h 36"/>
                  <a:gd name="T2" fmla="*/ 15 w 15"/>
                  <a:gd name="T3" fmla="*/ 35 h 36"/>
                  <a:gd name="T4" fmla="*/ 12 w 15"/>
                  <a:gd name="T5" fmla="*/ 36 h 36"/>
                  <a:gd name="T6" fmla="*/ 9 w 15"/>
                  <a:gd name="T7" fmla="*/ 36 h 36"/>
                  <a:gd name="T8" fmla="*/ 6 w 15"/>
                  <a:gd name="T9" fmla="*/ 36 h 36"/>
                  <a:gd name="T10" fmla="*/ 2 w 15"/>
                  <a:gd name="T11" fmla="*/ 36 h 36"/>
                  <a:gd name="T12" fmla="*/ 1 w 15"/>
                  <a:gd name="T13" fmla="*/ 36 h 36"/>
                  <a:gd name="T14" fmla="*/ 0 w 15"/>
                  <a:gd name="T15" fmla="*/ 36 h 36"/>
                  <a:gd name="T16" fmla="*/ 0 w 15"/>
                  <a:gd name="T17" fmla="*/ 35 h 36"/>
                  <a:gd name="T18" fmla="*/ 0 w 15"/>
                  <a:gd name="T19" fmla="*/ 32 h 36"/>
                  <a:gd name="T20" fmla="*/ 1 w 15"/>
                  <a:gd name="T21" fmla="*/ 28 h 36"/>
                  <a:gd name="T22" fmla="*/ 1 w 15"/>
                  <a:gd name="T23" fmla="*/ 20 h 36"/>
                  <a:gd name="T24" fmla="*/ 1 w 15"/>
                  <a:gd name="T25" fmla="*/ 16 h 36"/>
                  <a:gd name="T26" fmla="*/ 1 w 15"/>
                  <a:gd name="T27" fmla="*/ 12 h 36"/>
                  <a:gd name="T28" fmla="*/ 1 w 15"/>
                  <a:gd name="T29" fmla="*/ 3 h 36"/>
                  <a:gd name="T30" fmla="*/ 1 w 15"/>
                  <a:gd name="T31" fmla="*/ 3 h 36"/>
                  <a:gd name="T32" fmla="*/ 1 w 15"/>
                  <a:gd name="T33" fmla="*/ 2 h 36"/>
                  <a:gd name="T34" fmla="*/ 4 w 15"/>
                  <a:gd name="T35" fmla="*/ 1 h 36"/>
                  <a:gd name="T36" fmla="*/ 7 w 15"/>
                  <a:gd name="T37" fmla="*/ 0 h 36"/>
                  <a:gd name="T38" fmla="*/ 9 w 15"/>
                  <a:gd name="T39" fmla="*/ 0 h 36"/>
                  <a:gd name="T40" fmla="*/ 12 w 15"/>
                  <a:gd name="T41" fmla="*/ 1 h 36"/>
                  <a:gd name="T42" fmla="*/ 13 w 15"/>
                  <a:gd name="T43" fmla="*/ 2 h 36"/>
                  <a:gd name="T44" fmla="*/ 13 w 15"/>
                  <a:gd name="T45" fmla="*/ 13 h 36"/>
                  <a:gd name="T46" fmla="*/ 14 w 15"/>
                  <a:gd name="T47" fmla="*/ 18 h 36"/>
                  <a:gd name="T48" fmla="*/ 14 w 15"/>
                  <a:gd name="T49" fmla="*/ 23 h 36"/>
                  <a:gd name="T50" fmla="*/ 14 w 15"/>
                  <a:gd name="T51" fmla="*/ 28 h 36"/>
                  <a:gd name="T52" fmla="*/ 15 w 15"/>
                  <a:gd name="T53" fmla="*/ 3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" h="36">
                    <a:moveTo>
                      <a:pt x="15" y="32"/>
                    </a:moveTo>
                    <a:cubicBezTo>
                      <a:pt x="15" y="33"/>
                      <a:pt x="15" y="34"/>
                      <a:pt x="15" y="35"/>
                    </a:cubicBezTo>
                    <a:cubicBezTo>
                      <a:pt x="14" y="35"/>
                      <a:pt x="13" y="35"/>
                      <a:pt x="12" y="36"/>
                    </a:cubicBezTo>
                    <a:cubicBezTo>
                      <a:pt x="11" y="36"/>
                      <a:pt x="10" y="36"/>
                      <a:pt x="9" y="36"/>
                    </a:cubicBezTo>
                    <a:cubicBezTo>
                      <a:pt x="8" y="36"/>
                      <a:pt x="7" y="36"/>
                      <a:pt x="6" y="36"/>
                    </a:cubicBezTo>
                    <a:cubicBezTo>
                      <a:pt x="5" y="36"/>
                      <a:pt x="4" y="36"/>
                      <a:pt x="2" y="36"/>
                    </a:cubicBezTo>
                    <a:cubicBezTo>
                      <a:pt x="2" y="36"/>
                      <a:pt x="2" y="35"/>
                      <a:pt x="1" y="36"/>
                    </a:cubicBezTo>
                    <a:cubicBezTo>
                      <a:pt x="1" y="36"/>
                      <a:pt x="0" y="36"/>
                      <a:pt x="0" y="36"/>
                    </a:cubicBezTo>
                    <a:cubicBezTo>
                      <a:pt x="0" y="36"/>
                      <a:pt x="0" y="35"/>
                      <a:pt x="0" y="35"/>
                    </a:cubicBezTo>
                    <a:cubicBezTo>
                      <a:pt x="0" y="34"/>
                      <a:pt x="0" y="33"/>
                      <a:pt x="0" y="32"/>
                    </a:cubicBezTo>
                    <a:cubicBezTo>
                      <a:pt x="1" y="31"/>
                      <a:pt x="1" y="29"/>
                      <a:pt x="1" y="28"/>
                    </a:cubicBezTo>
                    <a:cubicBezTo>
                      <a:pt x="1" y="25"/>
                      <a:pt x="1" y="22"/>
                      <a:pt x="1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1" y="14"/>
                      <a:pt x="1" y="13"/>
                      <a:pt x="1" y="12"/>
                    </a:cubicBezTo>
                    <a:cubicBezTo>
                      <a:pt x="1" y="9"/>
                      <a:pt x="1" y="6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5" y="1"/>
                      <a:pt x="6" y="1"/>
                      <a:pt x="7" y="0"/>
                    </a:cubicBezTo>
                    <a:cubicBezTo>
                      <a:pt x="8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1"/>
                    </a:cubicBezTo>
                    <a:cubicBezTo>
                      <a:pt x="13" y="1"/>
                      <a:pt x="13" y="1"/>
                      <a:pt x="13" y="2"/>
                    </a:cubicBezTo>
                    <a:cubicBezTo>
                      <a:pt x="13" y="6"/>
                      <a:pt x="13" y="9"/>
                      <a:pt x="13" y="13"/>
                    </a:cubicBezTo>
                    <a:cubicBezTo>
                      <a:pt x="13" y="15"/>
                      <a:pt x="13" y="16"/>
                      <a:pt x="14" y="18"/>
                    </a:cubicBezTo>
                    <a:cubicBezTo>
                      <a:pt x="14" y="20"/>
                      <a:pt x="14" y="21"/>
                      <a:pt x="14" y="23"/>
                    </a:cubicBezTo>
                    <a:cubicBezTo>
                      <a:pt x="14" y="24"/>
                      <a:pt x="14" y="26"/>
                      <a:pt x="14" y="28"/>
                    </a:cubicBezTo>
                    <a:cubicBezTo>
                      <a:pt x="15" y="29"/>
                      <a:pt x="15" y="31"/>
                      <a:pt x="15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77" name="Freeform 585">
                <a:extLst>
                  <a:ext uri="{FF2B5EF4-FFF2-40B4-BE49-F238E27FC236}">
                    <a16:creationId xmlns:a16="http://schemas.microsoft.com/office/drawing/2014/main" id="{3043527E-9444-4E9A-AC6E-9DFCA185B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912" y="3954818"/>
                <a:ext cx="324102" cy="788350"/>
              </a:xfrm>
              <a:custGeom>
                <a:avLst/>
                <a:gdLst>
                  <a:gd name="T0" fmla="*/ 15 w 15"/>
                  <a:gd name="T1" fmla="*/ 32 h 36"/>
                  <a:gd name="T2" fmla="*/ 15 w 15"/>
                  <a:gd name="T3" fmla="*/ 35 h 36"/>
                  <a:gd name="T4" fmla="*/ 12 w 15"/>
                  <a:gd name="T5" fmla="*/ 36 h 36"/>
                  <a:gd name="T6" fmla="*/ 9 w 15"/>
                  <a:gd name="T7" fmla="*/ 36 h 36"/>
                  <a:gd name="T8" fmla="*/ 6 w 15"/>
                  <a:gd name="T9" fmla="*/ 36 h 36"/>
                  <a:gd name="T10" fmla="*/ 2 w 15"/>
                  <a:gd name="T11" fmla="*/ 36 h 36"/>
                  <a:gd name="T12" fmla="*/ 1 w 15"/>
                  <a:gd name="T13" fmla="*/ 36 h 36"/>
                  <a:gd name="T14" fmla="*/ 0 w 15"/>
                  <a:gd name="T15" fmla="*/ 36 h 36"/>
                  <a:gd name="T16" fmla="*/ 0 w 15"/>
                  <a:gd name="T17" fmla="*/ 35 h 36"/>
                  <a:gd name="T18" fmla="*/ 0 w 15"/>
                  <a:gd name="T19" fmla="*/ 32 h 36"/>
                  <a:gd name="T20" fmla="*/ 1 w 15"/>
                  <a:gd name="T21" fmla="*/ 28 h 36"/>
                  <a:gd name="T22" fmla="*/ 1 w 15"/>
                  <a:gd name="T23" fmla="*/ 20 h 36"/>
                  <a:gd name="T24" fmla="*/ 1 w 15"/>
                  <a:gd name="T25" fmla="*/ 16 h 36"/>
                  <a:gd name="T26" fmla="*/ 1 w 15"/>
                  <a:gd name="T27" fmla="*/ 12 h 36"/>
                  <a:gd name="T28" fmla="*/ 1 w 15"/>
                  <a:gd name="T29" fmla="*/ 3 h 36"/>
                  <a:gd name="T30" fmla="*/ 1 w 15"/>
                  <a:gd name="T31" fmla="*/ 3 h 36"/>
                  <a:gd name="T32" fmla="*/ 1 w 15"/>
                  <a:gd name="T33" fmla="*/ 2 h 36"/>
                  <a:gd name="T34" fmla="*/ 4 w 15"/>
                  <a:gd name="T35" fmla="*/ 1 h 36"/>
                  <a:gd name="T36" fmla="*/ 7 w 15"/>
                  <a:gd name="T37" fmla="*/ 0 h 36"/>
                  <a:gd name="T38" fmla="*/ 9 w 15"/>
                  <a:gd name="T39" fmla="*/ 0 h 36"/>
                  <a:gd name="T40" fmla="*/ 12 w 15"/>
                  <a:gd name="T41" fmla="*/ 1 h 36"/>
                  <a:gd name="T42" fmla="*/ 13 w 15"/>
                  <a:gd name="T43" fmla="*/ 2 h 36"/>
                  <a:gd name="T44" fmla="*/ 13 w 15"/>
                  <a:gd name="T45" fmla="*/ 13 h 36"/>
                  <a:gd name="T46" fmla="*/ 14 w 15"/>
                  <a:gd name="T47" fmla="*/ 18 h 36"/>
                  <a:gd name="T48" fmla="*/ 14 w 15"/>
                  <a:gd name="T49" fmla="*/ 23 h 36"/>
                  <a:gd name="T50" fmla="*/ 14 w 15"/>
                  <a:gd name="T51" fmla="*/ 28 h 36"/>
                  <a:gd name="T52" fmla="*/ 15 w 15"/>
                  <a:gd name="T53" fmla="*/ 3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" h="36">
                    <a:moveTo>
                      <a:pt x="15" y="32"/>
                    </a:moveTo>
                    <a:cubicBezTo>
                      <a:pt x="15" y="33"/>
                      <a:pt x="15" y="34"/>
                      <a:pt x="15" y="35"/>
                    </a:cubicBezTo>
                    <a:cubicBezTo>
                      <a:pt x="14" y="35"/>
                      <a:pt x="13" y="35"/>
                      <a:pt x="12" y="36"/>
                    </a:cubicBezTo>
                    <a:cubicBezTo>
                      <a:pt x="11" y="36"/>
                      <a:pt x="10" y="36"/>
                      <a:pt x="9" y="36"/>
                    </a:cubicBezTo>
                    <a:cubicBezTo>
                      <a:pt x="8" y="36"/>
                      <a:pt x="7" y="36"/>
                      <a:pt x="6" y="36"/>
                    </a:cubicBezTo>
                    <a:cubicBezTo>
                      <a:pt x="5" y="36"/>
                      <a:pt x="4" y="36"/>
                      <a:pt x="2" y="36"/>
                    </a:cubicBezTo>
                    <a:cubicBezTo>
                      <a:pt x="2" y="36"/>
                      <a:pt x="2" y="35"/>
                      <a:pt x="1" y="36"/>
                    </a:cubicBezTo>
                    <a:cubicBezTo>
                      <a:pt x="1" y="36"/>
                      <a:pt x="0" y="36"/>
                      <a:pt x="0" y="36"/>
                    </a:cubicBezTo>
                    <a:cubicBezTo>
                      <a:pt x="0" y="36"/>
                      <a:pt x="0" y="35"/>
                      <a:pt x="0" y="35"/>
                    </a:cubicBezTo>
                    <a:cubicBezTo>
                      <a:pt x="0" y="34"/>
                      <a:pt x="0" y="33"/>
                      <a:pt x="0" y="32"/>
                    </a:cubicBezTo>
                    <a:cubicBezTo>
                      <a:pt x="1" y="31"/>
                      <a:pt x="1" y="29"/>
                      <a:pt x="1" y="28"/>
                    </a:cubicBezTo>
                    <a:cubicBezTo>
                      <a:pt x="1" y="25"/>
                      <a:pt x="1" y="22"/>
                      <a:pt x="1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1" y="14"/>
                      <a:pt x="1" y="13"/>
                      <a:pt x="1" y="12"/>
                    </a:cubicBezTo>
                    <a:cubicBezTo>
                      <a:pt x="1" y="9"/>
                      <a:pt x="1" y="6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5" y="1"/>
                      <a:pt x="6" y="1"/>
                      <a:pt x="7" y="0"/>
                    </a:cubicBezTo>
                    <a:cubicBezTo>
                      <a:pt x="8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1"/>
                    </a:cubicBezTo>
                    <a:cubicBezTo>
                      <a:pt x="13" y="1"/>
                      <a:pt x="13" y="1"/>
                      <a:pt x="13" y="2"/>
                    </a:cubicBezTo>
                    <a:cubicBezTo>
                      <a:pt x="13" y="6"/>
                      <a:pt x="13" y="9"/>
                      <a:pt x="13" y="13"/>
                    </a:cubicBezTo>
                    <a:cubicBezTo>
                      <a:pt x="13" y="15"/>
                      <a:pt x="13" y="16"/>
                      <a:pt x="14" y="18"/>
                    </a:cubicBezTo>
                    <a:cubicBezTo>
                      <a:pt x="14" y="20"/>
                      <a:pt x="14" y="21"/>
                      <a:pt x="14" y="23"/>
                    </a:cubicBezTo>
                    <a:cubicBezTo>
                      <a:pt x="14" y="24"/>
                      <a:pt x="14" y="26"/>
                      <a:pt x="14" y="28"/>
                    </a:cubicBezTo>
                    <a:cubicBezTo>
                      <a:pt x="15" y="29"/>
                      <a:pt x="15" y="31"/>
                      <a:pt x="15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78" name="Freeform 586">
                <a:extLst>
                  <a:ext uri="{FF2B5EF4-FFF2-40B4-BE49-F238E27FC236}">
                    <a16:creationId xmlns:a16="http://schemas.microsoft.com/office/drawing/2014/main" id="{85EE71C5-FDFD-42D5-ABB4-11894F89C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005" y="2132859"/>
                <a:ext cx="2040952" cy="2014672"/>
              </a:xfrm>
              <a:custGeom>
                <a:avLst/>
                <a:gdLst>
                  <a:gd name="T0" fmla="*/ 92 w 93"/>
                  <a:gd name="T1" fmla="*/ 64 h 92"/>
                  <a:gd name="T2" fmla="*/ 92 w 93"/>
                  <a:gd name="T3" fmla="*/ 70 h 92"/>
                  <a:gd name="T4" fmla="*/ 85 w 93"/>
                  <a:gd name="T5" fmla="*/ 79 h 92"/>
                  <a:gd name="T6" fmla="*/ 79 w 93"/>
                  <a:gd name="T7" fmla="*/ 84 h 92"/>
                  <a:gd name="T8" fmla="*/ 76 w 93"/>
                  <a:gd name="T9" fmla="*/ 88 h 92"/>
                  <a:gd name="T10" fmla="*/ 71 w 93"/>
                  <a:gd name="T11" fmla="*/ 90 h 92"/>
                  <a:gd name="T12" fmla="*/ 65 w 93"/>
                  <a:gd name="T13" fmla="*/ 91 h 92"/>
                  <a:gd name="T14" fmla="*/ 61 w 93"/>
                  <a:gd name="T15" fmla="*/ 90 h 92"/>
                  <a:gd name="T16" fmla="*/ 58 w 93"/>
                  <a:gd name="T17" fmla="*/ 90 h 92"/>
                  <a:gd name="T18" fmla="*/ 51 w 93"/>
                  <a:gd name="T19" fmla="*/ 90 h 92"/>
                  <a:gd name="T20" fmla="*/ 37 w 93"/>
                  <a:gd name="T21" fmla="*/ 91 h 92"/>
                  <a:gd name="T22" fmla="*/ 34 w 93"/>
                  <a:gd name="T23" fmla="*/ 90 h 92"/>
                  <a:gd name="T24" fmla="*/ 31 w 93"/>
                  <a:gd name="T25" fmla="*/ 89 h 92"/>
                  <a:gd name="T26" fmla="*/ 24 w 93"/>
                  <a:gd name="T27" fmla="*/ 87 h 92"/>
                  <a:gd name="T28" fmla="*/ 17 w 93"/>
                  <a:gd name="T29" fmla="*/ 87 h 92"/>
                  <a:gd name="T30" fmla="*/ 11 w 93"/>
                  <a:gd name="T31" fmla="*/ 87 h 92"/>
                  <a:gd name="T32" fmla="*/ 4 w 93"/>
                  <a:gd name="T33" fmla="*/ 85 h 92"/>
                  <a:gd name="T34" fmla="*/ 1 w 93"/>
                  <a:gd name="T35" fmla="*/ 81 h 92"/>
                  <a:gd name="T36" fmla="*/ 0 w 93"/>
                  <a:gd name="T37" fmla="*/ 75 h 92"/>
                  <a:gd name="T38" fmla="*/ 2 w 93"/>
                  <a:gd name="T39" fmla="*/ 69 h 92"/>
                  <a:gd name="T40" fmla="*/ 4 w 93"/>
                  <a:gd name="T41" fmla="*/ 62 h 92"/>
                  <a:gd name="T42" fmla="*/ 2 w 93"/>
                  <a:gd name="T43" fmla="*/ 56 h 92"/>
                  <a:gd name="T44" fmla="*/ 1 w 93"/>
                  <a:gd name="T45" fmla="*/ 53 h 92"/>
                  <a:gd name="T46" fmla="*/ 1 w 93"/>
                  <a:gd name="T47" fmla="*/ 50 h 92"/>
                  <a:gd name="T48" fmla="*/ 2 w 93"/>
                  <a:gd name="T49" fmla="*/ 47 h 92"/>
                  <a:gd name="T50" fmla="*/ 1 w 93"/>
                  <a:gd name="T51" fmla="*/ 44 h 92"/>
                  <a:gd name="T52" fmla="*/ 4 w 93"/>
                  <a:gd name="T53" fmla="*/ 37 h 92"/>
                  <a:gd name="T54" fmla="*/ 8 w 93"/>
                  <a:gd name="T55" fmla="*/ 33 h 92"/>
                  <a:gd name="T56" fmla="*/ 11 w 93"/>
                  <a:gd name="T57" fmla="*/ 31 h 92"/>
                  <a:gd name="T58" fmla="*/ 12 w 93"/>
                  <a:gd name="T59" fmla="*/ 27 h 92"/>
                  <a:gd name="T60" fmla="*/ 13 w 93"/>
                  <a:gd name="T61" fmla="*/ 25 h 92"/>
                  <a:gd name="T62" fmla="*/ 15 w 93"/>
                  <a:gd name="T63" fmla="*/ 23 h 92"/>
                  <a:gd name="T64" fmla="*/ 15 w 93"/>
                  <a:gd name="T65" fmla="*/ 19 h 92"/>
                  <a:gd name="T66" fmla="*/ 16 w 93"/>
                  <a:gd name="T67" fmla="*/ 17 h 92"/>
                  <a:gd name="T68" fmla="*/ 20 w 93"/>
                  <a:gd name="T69" fmla="*/ 12 h 92"/>
                  <a:gd name="T70" fmla="*/ 23 w 93"/>
                  <a:gd name="T71" fmla="*/ 10 h 92"/>
                  <a:gd name="T72" fmla="*/ 25 w 93"/>
                  <a:gd name="T73" fmla="*/ 8 h 92"/>
                  <a:gd name="T74" fmla="*/ 27 w 93"/>
                  <a:gd name="T75" fmla="*/ 5 h 92"/>
                  <a:gd name="T76" fmla="*/ 28 w 93"/>
                  <a:gd name="T77" fmla="*/ 3 h 92"/>
                  <a:gd name="T78" fmla="*/ 34 w 93"/>
                  <a:gd name="T79" fmla="*/ 1 h 92"/>
                  <a:gd name="T80" fmla="*/ 38 w 93"/>
                  <a:gd name="T81" fmla="*/ 0 h 92"/>
                  <a:gd name="T82" fmla="*/ 45 w 93"/>
                  <a:gd name="T83" fmla="*/ 1 h 92"/>
                  <a:gd name="T84" fmla="*/ 49 w 93"/>
                  <a:gd name="T85" fmla="*/ 4 h 92"/>
                  <a:gd name="T86" fmla="*/ 55 w 93"/>
                  <a:gd name="T87" fmla="*/ 8 h 92"/>
                  <a:gd name="T88" fmla="*/ 60 w 93"/>
                  <a:gd name="T89" fmla="*/ 10 h 92"/>
                  <a:gd name="T90" fmla="*/ 68 w 93"/>
                  <a:gd name="T91" fmla="*/ 18 h 92"/>
                  <a:gd name="T92" fmla="*/ 78 w 93"/>
                  <a:gd name="T93" fmla="*/ 27 h 92"/>
                  <a:gd name="T94" fmla="*/ 87 w 93"/>
                  <a:gd name="T95" fmla="*/ 34 h 92"/>
                  <a:gd name="T96" fmla="*/ 89 w 93"/>
                  <a:gd name="T97" fmla="*/ 39 h 92"/>
                  <a:gd name="T98" fmla="*/ 91 w 93"/>
                  <a:gd name="T99" fmla="*/ 45 h 92"/>
                  <a:gd name="T100" fmla="*/ 92 w 93"/>
                  <a:gd name="T101" fmla="*/ 58 h 92"/>
                  <a:gd name="T102" fmla="*/ 92 w 93"/>
                  <a:gd name="T103" fmla="*/ 6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" h="92">
                    <a:moveTo>
                      <a:pt x="92" y="64"/>
                    </a:moveTo>
                    <a:cubicBezTo>
                      <a:pt x="93" y="66"/>
                      <a:pt x="93" y="68"/>
                      <a:pt x="92" y="70"/>
                    </a:cubicBezTo>
                    <a:cubicBezTo>
                      <a:pt x="91" y="74"/>
                      <a:pt x="88" y="77"/>
                      <a:pt x="85" y="79"/>
                    </a:cubicBezTo>
                    <a:cubicBezTo>
                      <a:pt x="83" y="81"/>
                      <a:pt x="81" y="82"/>
                      <a:pt x="79" y="84"/>
                    </a:cubicBezTo>
                    <a:cubicBezTo>
                      <a:pt x="78" y="86"/>
                      <a:pt x="77" y="87"/>
                      <a:pt x="76" y="88"/>
                    </a:cubicBezTo>
                    <a:cubicBezTo>
                      <a:pt x="74" y="89"/>
                      <a:pt x="72" y="90"/>
                      <a:pt x="71" y="90"/>
                    </a:cubicBezTo>
                    <a:cubicBezTo>
                      <a:pt x="69" y="90"/>
                      <a:pt x="67" y="91"/>
                      <a:pt x="65" y="91"/>
                    </a:cubicBezTo>
                    <a:cubicBezTo>
                      <a:pt x="63" y="90"/>
                      <a:pt x="62" y="90"/>
                      <a:pt x="61" y="90"/>
                    </a:cubicBezTo>
                    <a:cubicBezTo>
                      <a:pt x="60" y="90"/>
                      <a:pt x="59" y="90"/>
                      <a:pt x="58" y="90"/>
                    </a:cubicBezTo>
                    <a:cubicBezTo>
                      <a:pt x="51" y="90"/>
                      <a:pt x="51" y="90"/>
                      <a:pt x="51" y="90"/>
                    </a:cubicBezTo>
                    <a:cubicBezTo>
                      <a:pt x="46" y="90"/>
                      <a:pt x="42" y="92"/>
                      <a:pt x="37" y="91"/>
                    </a:cubicBezTo>
                    <a:cubicBezTo>
                      <a:pt x="36" y="91"/>
                      <a:pt x="35" y="91"/>
                      <a:pt x="34" y="90"/>
                    </a:cubicBezTo>
                    <a:cubicBezTo>
                      <a:pt x="33" y="90"/>
                      <a:pt x="32" y="89"/>
                      <a:pt x="31" y="89"/>
                    </a:cubicBezTo>
                    <a:cubicBezTo>
                      <a:pt x="29" y="88"/>
                      <a:pt x="27" y="87"/>
                      <a:pt x="24" y="87"/>
                    </a:cubicBezTo>
                    <a:cubicBezTo>
                      <a:pt x="22" y="87"/>
                      <a:pt x="19" y="87"/>
                      <a:pt x="17" y="87"/>
                    </a:cubicBezTo>
                    <a:cubicBezTo>
                      <a:pt x="15" y="87"/>
                      <a:pt x="13" y="88"/>
                      <a:pt x="11" y="87"/>
                    </a:cubicBezTo>
                    <a:cubicBezTo>
                      <a:pt x="9" y="86"/>
                      <a:pt x="6" y="86"/>
                      <a:pt x="4" y="85"/>
                    </a:cubicBezTo>
                    <a:cubicBezTo>
                      <a:pt x="3" y="84"/>
                      <a:pt x="2" y="83"/>
                      <a:pt x="1" y="81"/>
                    </a:cubicBezTo>
                    <a:cubicBezTo>
                      <a:pt x="0" y="79"/>
                      <a:pt x="0" y="77"/>
                      <a:pt x="0" y="75"/>
                    </a:cubicBezTo>
                    <a:cubicBezTo>
                      <a:pt x="0" y="73"/>
                      <a:pt x="1" y="71"/>
                      <a:pt x="2" y="69"/>
                    </a:cubicBezTo>
                    <a:cubicBezTo>
                      <a:pt x="2" y="66"/>
                      <a:pt x="4" y="65"/>
                      <a:pt x="4" y="62"/>
                    </a:cubicBezTo>
                    <a:cubicBezTo>
                      <a:pt x="4" y="60"/>
                      <a:pt x="3" y="58"/>
                      <a:pt x="2" y="56"/>
                    </a:cubicBezTo>
                    <a:cubicBezTo>
                      <a:pt x="2" y="55"/>
                      <a:pt x="2" y="54"/>
                      <a:pt x="1" y="53"/>
                    </a:cubicBezTo>
                    <a:cubicBezTo>
                      <a:pt x="1" y="52"/>
                      <a:pt x="1" y="51"/>
                      <a:pt x="1" y="50"/>
                    </a:cubicBezTo>
                    <a:cubicBezTo>
                      <a:pt x="1" y="49"/>
                      <a:pt x="2" y="48"/>
                      <a:pt x="2" y="47"/>
                    </a:cubicBezTo>
                    <a:cubicBezTo>
                      <a:pt x="2" y="46"/>
                      <a:pt x="1" y="45"/>
                      <a:pt x="1" y="44"/>
                    </a:cubicBezTo>
                    <a:cubicBezTo>
                      <a:pt x="2" y="41"/>
                      <a:pt x="2" y="39"/>
                      <a:pt x="4" y="37"/>
                    </a:cubicBezTo>
                    <a:cubicBezTo>
                      <a:pt x="5" y="36"/>
                      <a:pt x="7" y="35"/>
                      <a:pt x="8" y="33"/>
                    </a:cubicBezTo>
                    <a:cubicBezTo>
                      <a:pt x="9" y="33"/>
                      <a:pt x="10" y="32"/>
                      <a:pt x="11" y="31"/>
                    </a:cubicBezTo>
                    <a:cubicBezTo>
                      <a:pt x="12" y="30"/>
                      <a:pt x="12" y="29"/>
                      <a:pt x="12" y="27"/>
                    </a:cubicBezTo>
                    <a:cubicBezTo>
                      <a:pt x="12" y="26"/>
                      <a:pt x="13" y="26"/>
                      <a:pt x="13" y="25"/>
                    </a:cubicBezTo>
                    <a:cubicBezTo>
                      <a:pt x="14" y="24"/>
                      <a:pt x="14" y="23"/>
                      <a:pt x="15" y="23"/>
                    </a:cubicBezTo>
                    <a:cubicBezTo>
                      <a:pt x="15" y="21"/>
                      <a:pt x="15" y="20"/>
                      <a:pt x="15" y="19"/>
                    </a:cubicBezTo>
                    <a:cubicBezTo>
                      <a:pt x="15" y="18"/>
                      <a:pt x="16" y="17"/>
                      <a:pt x="16" y="17"/>
                    </a:cubicBezTo>
                    <a:cubicBezTo>
                      <a:pt x="17" y="15"/>
                      <a:pt x="18" y="13"/>
                      <a:pt x="20" y="12"/>
                    </a:cubicBezTo>
                    <a:cubicBezTo>
                      <a:pt x="21" y="12"/>
                      <a:pt x="22" y="11"/>
                      <a:pt x="23" y="10"/>
                    </a:cubicBezTo>
                    <a:cubicBezTo>
                      <a:pt x="23" y="10"/>
                      <a:pt x="24" y="9"/>
                      <a:pt x="25" y="8"/>
                    </a:cubicBezTo>
                    <a:cubicBezTo>
                      <a:pt x="25" y="7"/>
                      <a:pt x="26" y="6"/>
                      <a:pt x="27" y="5"/>
                    </a:cubicBezTo>
                    <a:cubicBezTo>
                      <a:pt x="27" y="5"/>
                      <a:pt x="28" y="4"/>
                      <a:pt x="28" y="3"/>
                    </a:cubicBezTo>
                    <a:cubicBezTo>
                      <a:pt x="30" y="2"/>
                      <a:pt x="32" y="2"/>
                      <a:pt x="34" y="1"/>
                    </a:cubicBezTo>
                    <a:cubicBezTo>
                      <a:pt x="35" y="1"/>
                      <a:pt x="37" y="1"/>
                      <a:pt x="38" y="0"/>
                    </a:cubicBezTo>
                    <a:cubicBezTo>
                      <a:pt x="38" y="0"/>
                      <a:pt x="43" y="0"/>
                      <a:pt x="45" y="1"/>
                    </a:cubicBezTo>
                    <a:cubicBezTo>
                      <a:pt x="47" y="2"/>
                      <a:pt x="48" y="3"/>
                      <a:pt x="49" y="4"/>
                    </a:cubicBezTo>
                    <a:cubicBezTo>
                      <a:pt x="51" y="6"/>
                      <a:pt x="53" y="7"/>
                      <a:pt x="55" y="8"/>
                    </a:cubicBezTo>
                    <a:cubicBezTo>
                      <a:pt x="57" y="8"/>
                      <a:pt x="59" y="9"/>
                      <a:pt x="60" y="10"/>
                    </a:cubicBezTo>
                    <a:cubicBezTo>
                      <a:pt x="64" y="12"/>
                      <a:pt x="66" y="15"/>
                      <a:pt x="68" y="18"/>
                    </a:cubicBezTo>
                    <a:cubicBezTo>
                      <a:pt x="71" y="22"/>
                      <a:pt x="74" y="25"/>
                      <a:pt x="78" y="27"/>
                    </a:cubicBezTo>
                    <a:cubicBezTo>
                      <a:pt x="81" y="29"/>
                      <a:pt x="85" y="31"/>
                      <a:pt x="87" y="34"/>
                    </a:cubicBezTo>
                    <a:cubicBezTo>
                      <a:pt x="88" y="36"/>
                      <a:pt x="89" y="37"/>
                      <a:pt x="89" y="39"/>
                    </a:cubicBezTo>
                    <a:cubicBezTo>
                      <a:pt x="90" y="41"/>
                      <a:pt x="91" y="43"/>
                      <a:pt x="91" y="45"/>
                    </a:cubicBezTo>
                    <a:cubicBezTo>
                      <a:pt x="92" y="49"/>
                      <a:pt x="92" y="54"/>
                      <a:pt x="92" y="58"/>
                    </a:cubicBezTo>
                    <a:cubicBezTo>
                      <a:pt x="91" y="60"/>
                      <a:pt x="91" y="62"/>
                      <a:pt x="92" y="6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79" name="Freeform 587">
                <a:extLst>
                  <a:ext uri="{FF2B5EF4-FFF2-40B4-BE49-F238E27FC236}">
                    <a16:creationId xmlns:a16="http://schemas.microsoft.com/office/drawing/2014/main" id="{082FC677-D600-423A-9C0A-6BC8962DF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005" y="2132865"/>
                <a:ext cx="2040952" cy="2014672"/>
              </a:xfrm>
              <a:custGeom>
                <a:avLst/>
                <a:gdLst>
                  <a:gd name="T0" fmla="*/ 92 w 93"/>
                  <a:gd name="T1" fmla="*/ 64 h 92"/>
                  <a:gd name="T2" fmla="*/ 92 w 93"/>
                  <a:gd name="T3" fmla="*/ 70 h 92"/>
                  <a:gd name="T4" fmla="*/ 85 w 93"/>
                  <a:gd name="T5" fmla="*/ 79 h 92"/>
                  <a:gd name="T6" fmla="*/ 79 w 93"/>
                  <a:gd name="T7" fmla="*/ 84 h 92"/>
                  <a:gd name="T8" fmla="*/ 76 w 93"/>
                  <a:gd name="T9" fmla="*/ 88 h 92"/>
                  <a:gd name="T10" fmla="*/ 71 w 93"/>
                  <a:gd name="T11" fmla="*/ 90 h 92"/>
                  <a:gd name="T12" fmla="*/ 65 w 93"/>
                  <a:gd name="T13" fmla="*/ 91 h 92"/>
                  <a:gd name="T14" fmla="*/ 61 w 93"/>
                  <a:gd name="T15" fmla="*/ 90 h 92"/>
                  <a:gd name="T16" fmla="*/ 58 w 93"/>
                  <a:gd name="T17" fmla="*/ 90 h 92"/>
                  <a:gd name="T18" fmla="*/ 51 w 93"/>
                  <a:gd name="T19" fmla="*/ 90 h 92"/>
                  <a:gd name="T20" fmla="*/ 37 w 93"/>
                  <a:gd name="T21" fmla="*/ 91 h 92"/>
                  <a:gd name="T22" fmla="*/ 34 w 93"/>
                  <a:gd name="T23" fmla="*/ 90 h 92"/>
                  <a:gd name="T24" fmla="*/ 31 w 93"/>
                  <a:gd name="T25" fmla="*/ 89 h 92"/>
                  <a:gd name="T26" fmla="*/ 24 w 93"/>
                  <a:gd name="T27" fmla="*/ 87 h 92"/>
                  <a:gd name="T28" fmla="*/ 17 w 93"/>
                  <a:gd name="T29" fmla="*/ 87 h 92"/>
                  <a:gd name="T30" fmla="*/ 11 w 93"/>
                  <a:gd name="T31" fmla="*/ 87 h 92"/>
                  <a:gd name="T32" fmla="*/ 4 w 93"/>
                  <a:gd name="T33" fmla="*/ 85 h 92"/>
                  <a:gd name="T34" fmla="*/ 1 w 93"/>
                  <a:gd name="T35" fmla="*/ 81 h 92"/>
                  <a:gd name="T36" fmla="*/ 0 w 93"/>
                  <a:gd name="T37" fmla="*/ 75 h 92"/>
                  <a:gd name="T38" fmla="*/ 2 w 93"/>
                  <a:gd name="T39" fmla="*/ 69 h 92"/>
                  <a:gd name="T40" fmla="*/ 4 w 93"/>
                  <a:gd name="T41" fmla="*/ 62 h 92"/>
                  <a:gd name="T42" fmla="*/ 2 w 93"/>
                  <a:gd name="T43" fmla="*/ 56 h 92"/>
                  <a:gd name="T44" fmla="*/ 1 w 93"/>
                  <a:gd name="T45" fmla="*/ 53 h 92"/>
                  <a:gd name="T46" fmla="*/ 1 w 93"/>
                  <a:gd name="T47" fmla="*/ 50 h 92"/>
                  <a:gd name="T48" fmla="*/ 2 w 93"/>
                  <a:gd name="T49" fmla="*/ 47 h 92"/>
                  <a:gd name="T50" fmla="*/ 1 w 93"/>
                  <a:gd name="T51" fmla="*/ 44 h 92"/>
                  <a:gd name="T52" fmla="*/ 4 w 93"/>
                  <a:gd name="T53" fmla="*/ 37 h 92"/>
                  <a:gd name="T54" fmla="*/ 8 w 93"/>
                  <a:gd name="T55" fmla="*/ 33 h 92"/>
                  <a:gd name="T56" fmla="*/ 11 w 93"/>
                  <a:gd name="T57" fmla="*/ 31 h 92"/>
                  <a:gd name="T58" fmla="*/ 12 w 93"/>
                  <a:gd name="T59" fmla="*/ 27 h 92"/>
                  <a:gd name="T60" fmla="*/ 13 w 93"/>
                  <a:gd name="T61" fmla="*/ 25 h 92"/>
                  <a:gd name="T62" fmla="*/ 15 w 93"/>
                  <a:gd name="T63" fmla="*/ 23 h 92"/>
                  <a:gd name="T64" fmla="*/ 15 w 93"/>
                  <a:gd name="T65" fmla="*/ 19 h 92"/>
                  <a:gd name="T66" fmla="*/ 16 w 93"/>
                  <a:gd name="T67" fmla="*/ 17 h 92"/>
                  <a:gd name="T68" fmla="*/ 20 w 93"/>
                  <a:gd name="T69" fmla="*/ 12 h 92"/>
                  <a:gd name="T70" fmla="*/ 23 w 93"/>
                  <a:gd name="T71" fmla="*/ 10 h 92"/>
                  <a:gd name="T72" fmla="*/ 25 w 93"/>
                  <a:gd name="T73" fmla="*/ 8 h 92"/>
                  <a:gd name="T74" fmla="*/ 27 w 93"/>
                  <a:gd name="T75" fmla="*/ 5 h 92"/>
                  <a:gd name="T76" fmla="*/ 28 w 93"/>
                  <a:gd name="T77" fmla="*/ 3 h 92"/>
                  <a:gd name="T78" fmla="*/ 34 w 93"/>
                  <a:gd name="T79" fmla="*/ 1 h 92"/>
                  <a:gd name="T80" fmla="*/ 38 w 93"/>
                  <a:gd name="T81" fmla="*/ 0 h 92"/>
                  <a:gd name="T82" fmla="*/ 45 w 93"/>
                  <a:gd name="T83" fmla="*/ 1 h 92"/>
                  <a:gd name="T84" fmla="*/ 49 w 93"/>
                  <a:gd name="T85" fmla="*/ 4 h 92"/>
                  <a:gd name="T86" fmla="*/ 55 w 93"/>
                  <a:gd name="T87" fmla="*/ 8 h 92"/>
                  <a:gd name="T88" fmla="*/ 60 w 93"/>
                  <a:gd name="T89" fmla="*/ 10 h 92"/>
                  <a:gd name="T90" fmla="*/ 68 w 93"/>
                  <a:gd name="T91" fmla="*/ 18 h 92"/>
                  <a:gd name="T92" fmla="*/ 78 w 93"/>
                  <a:gd name="T93" fmla="*/ 27 h 92"/>
                  <a:gd name="T94" fmla="*/ 87 w 93"/>
                  <a:gd name="T95" fmla="*/ 34 h 92"/>
                  <a:gd name="T96" fmla="*/ 89 w 93"/>
                  <a:gd name="T97" fmla="*/ 39 h 92"/>
                  <a:gd name="T98" fmla="*/ 91 w 93"/>
                  <a:gd name="T99" fmla="*/ 45 h 92"/>
                  <a:gd name="T100" fmla="*/ 92 w 93"/>
                  <a:gd name="T101" fmla="*/ 58 h 92"/>
                  <a:gd name="T102" fmla="*/ 92 w 93"/>
                  <a:gd name="T103" fmla="*/ 6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" h="92">
                    <a:moveTo>
                      <a:pt x="92" y="64"/>
                    </a:moveTo>
                    <a:cubicBezTo>
                      <a:pt x="93" y="66"/>
                      <a:pt x="93" y="68"/>
                      <a:pt x="92" y="70"/>
                    </a:cubicBezTo>
                    <a:cubicBezTo>
                      <a:pt x="91" y="74"/>
                      <a:pt x="88" y="77"/>
                      <a:pt x="85" y="79"/>
                    </a:cubicBezTo>
                    <a:cubicBezTo>
                      <a:pt x="83" y="81"/>
                      <a:pt x="81" y="82"/>
                      <a:pt x="79" y="84"/>
                    </a:cubicBezTo>
                    <a:cubicBezTo>
                      <a:pt x="78" y="86"/>
                      <a:pt x="77" y="87"/>
                      <a:pt x="76" y="88"/>
                    </a:cubicBezTo>
                    <a:cubicBezTo>
                      <a:pt x="74" y="89"/>
                      <a:pt x="72" y="90"/>
                      <a:pt x="71" y="90"/>
                    </a:cubicBezTo>
                    <a:cubicBezTo>
                      <a:pt x="69" y="90"/>
                      <a:pt x="67" y="91"/>
                      <a:pt x="65" y="91"/>
                    </a:cubicBezTo>
                    <a:cubicBezTo>
                      <a:pt x="63" y="90"/>
                      <a:pt x="62" y="90"/>
                      <a:pt x="61" y="90"/>
                    </a:cubicBezTo>
                    <a:cubicBezTo>
                      <a:pt x="60" y="90"/>
                      <a:pt x="59" y="90"/>
                      <a:pt x="58" y="90"/>
                    </a:cubicBezTo>
                    <a:cubicBezTo>
                      <a:pt x="51" y="90"/>
                      <a:pt x="51" y="90"/>
                      <a:pt x="51" y="90"/>
                    </a:cubicBezTo>
                    <a:cubicBezTo>
                      <a:pt x="46" y="90"/>
                      <a:pt x="42" y="92"/>
                      <a:pt x="37" y="91"/>
                    </a:cubicBezTo>
                    <a:cubicBezTo>
                      <a:pt x="36" y="91"/>
                      <a:pt x="35" y="91"/>
                      <a:pt x="34" y="90"/>
                    </a:cubicBezTo>
                    <a:cubicBezTo>
                      <a:pt x="33" y="90"/>
                      <a:pt x="32" y="89"/>
                      <a:pt x="31" y="89"/>
                    </a:cubicBezTo>
                    <a:cubicBezTo>
                      <a:pt x="29" y="88"/>
                      <a:pt x="27" y="87"/>
                      <a:pt x="24" y="87"/>
                    </a:cubicBezTo>
                    <a:cubicBezTo>
                      <a:pt x="22" y="87"/>
                      <a:pt x="19" y="87"/>
                      <a:pt x="17" y="87"/>
                    </a:cubicBezTo>
                    <a:cubicBezTo>
                      <a:pt x="15" y="87"/>
                      <a:pt x="13" y="88"/>
                      <a:pt x="11" y="87"/>
                    </a:cubicBezTo>
                    <a:cubicBezTo>
                      <a:pt x="9" y="86"/>
                      <a:pt x="6" y="86"/>
                      <a:pt x="4" y="85"/>
                    </a:cubicBezTo>
                    <a:cubicBezTo>
                      <a:pt x="3" y="84"/>
                      <a:pt x="2" y="83"/>
                      <a:pt x="1" y="81"/>
                    </a:cubicBezTo>
                    <a:cubicBezTo>
                      <a:pt x="0" y="79"/>
                      <a:pt x="0" y="77"/>
                      <a:pt x="0" y="75"/>
                    </a:cubicBezTo>
                    <a:cubicBezTo>
                      <a:pt x="0" y="73"/>
                      <a:pt x="1" y="71"/>
                      <a:pt x="2" y="69"/>
                    </a:cubicBezTo>
                    <a:cubicBezTo>
                      <a:pt x="2" y="66"/>
                      <a:pt x="4" y="65"/>
                      <a:pt x="4" y="62"/>
                    </a:cubicBezTo>
                    <a:cubicBezTo>
                      <a:pt x="4" y="60"/>
                      <a:pt x="3" y="58"/>
                      <a:pt x="2" y="56"/>
                    </a:cubicBezTo>
                    <a:cubicBezTo>
                      <a:pt x="2" y="55"/>
                      <a:pt x="2" y="54"/>
                      <a:pt x="1" y="53"/>
                    </a:cubicBezTo>
                    <a:cubicBezTo>
                      <a:pt x="1" y="52"/>
                      <a:pt x="1" y="51"/>
                      <a:pt x="1" y="50"/>
                    </a:cubicBezTo>
                    <a:cubicBezTo>
                      <a:pt x="1" y="49"/>
                      <a:pt x="2" y="48"/>
                      <a:pt x="2" y="47"/>
                    </a:cubicBezTo>
                    <a:cubicBezTo>
                      <a:pt x="2" y="46"/>
                      <a:pt x="1" y="45"/>
                      <a:pt x="1" y="44"/>
                    </a:cubicBezTo>
                    <a:cubicBezTo>
                      <a:pt x="2" y="41"/>
                      <a:pt x="2" y="39"/>
                      <a:pt x="4" y="37"/>
                    </a:cubicBezTo>
                    <a:cubicBezTo>
                      <a:pt x="5" y="36"/>
                      <a:pt x="7" y="35"/>
                      <a:pt x="8" y="33"/>
                    </a:cubicBezTo>
                    <a:cubicBezTo>
                      <a:pt x="9" y="33"/>
                      <a:pt x="10" y="32"/>
                      <a:pt x="11" y="31"/>
                    </a:cubicBezTo>
                    <a:cubicBezTo>
                      <a:pt x="12" y="30"/>
                      <a:pt x="12" y="29"/>
                      <a:pt x="12" y="27"/>
                    </a:cubicBezTo>
                    <a:cubicBezTo>
                      <a:pt x="12" y="26"/>
                      <a:pt x="13" y="26"/>
                      <a:pt x="13" y="25"/>
                    </a:cubicBezTo>
                    <a:cubicBezTo>
                      <a:pt x="14" y="24"/>
                      <a:pt x="14" y="23"/>
                      <a:pt x="15" y="23"/>
                    </a:cubicBezTo>
                    <a:cubicBezTo>
                      <a:pt x="15" y="21"/>
                      <a:pt x="15" y="20"/>
                      <a:pt x="15" y="19"/>
                    </a:cubicBezTo>
                    <a:cubicBezTo>
                      <a:pt x="15" y="18"/>
                      <a:pt x="16" y="17"/>
                      <a:pt x="16" y="17"/>
                    </a:cubicBezTo>
                    <a:cubicBezTo>
                      <a:pt x="17" y="15"/>
                      <a:pt x="18" y="13"/>
                      <a:pt x="20" y="12"/>
                    </a:cubicBezTo>
                    <a:cubicBezTo>
                      <a:pt x="21" y="12"/>
                      <a:pt x="22" y="11"/>
                      <a:pt x="23" y="10"/>
                    </a:cubicBezTo>
                    <a:cubicBezTo>
                      <a:pt x="23" y="10"/>
                      <a:pt x="24" y="9"/>
                      <a:pt x="25" y="8"/>
                    </a:cubicBezTo>
                    <a:cubicBezTo>
                      <a:pt x="25" y="7"/>
                      <a:pt x="26" y="6"/>
                      <a:pt x="27" y="5"/>
                    </a:cubicBezTo>
                    <a:cubicBezTo>
                      <a:pt x="27" y="5"/>
                      <a:pt x="28" y="4"/>
                      <a:pt x="28" y="3"/>
                    </a:cubicBezTo>
                    <a:cubicBezTo>
                      <a:pt x="30" y="2"/>
                      <a:pt x="32" y="2"/>
                      <a:pt x="34" y="1"/>
                    </a:cubicBezTo>
                    <a:cubicBezTo>
                      <a:pt x="35" y="1"/>
                      <a:pt x="37" y="1"/>
                      <a:pt x="38" y="0"/>
                    </a:cubicBezTo>
                    <a:cubicBezTo>
                      <a:pt x="38" y="0"/>
                      <a:pt x="43" y="0"/>
                      <a:pt x="45" y="1"/>
                    </a:cubicBezTo>
                    <a:cubicBezTo>
                      <a:pt x="47" y="2"/>
                      <a:pt x="48" y="3"/>
                      <a:pt x="49" y="4"/>
                    </a:cubicBezTo>
                    <a:cubicBezTo>
                      <a:pt x="51" y="6"/>
                      <a:pt x="53" y="7"/>
                      <a:pt x="55" y="8"/>
                    </a:cubicBezTo>
                    <a:cubicBezTo>
                      <a:pt x="57" y="8"/>
                      <a:pt x="59" y="9"/>
                      <a:pt x="60" y="10"/>
                    </a:cubicBezTo>
                    <a:cubicBezTo>
                      <a:pt x="64" y="12"/>
                      <a:pt x="66" y="15"/>
                      <a:pt x="68" y="18"/>
                    </a:cubicBezTo>
                    <a:cubicBezTo>
                      <a:pt x="71" y="22"/>
                      <a:pt x="74" y="25"/>
                      <a:pt x="78" y="27"/>
                    </a:cubicBezTo>
                    <a:cubicBezTo>
                      <a:pt x="81" y="29"/>
                      <a:pt x="85" y="31"/>
                      <a:pt x="87" y="34"/>
                    </a:cubicBezTo>
                    <a:cubicBezTo>
                      <a:pt x="88" y="36"/>
                      <a:pt x="89" y="37"/>
                      <a:pt x="89" y="39"/>
                    </a:cubicBezTo>
                    <a:cubicBezTo>
                      <a:pt x="90" y="41"/>
                      <a:pt x="91" y="43"/>
                      <a:pt x="91" y="45"/>
                    </a:cubicBezTo>
                    <a:cubicBezTo>
                      <a:pt x="92" y="49"/>
                      <a:pt x="92" y="54"/>
                      <a:pt x="92" y="58"/>
                    </a:cubicBezTo>
                    <a:cubicBezTo>
                      <a:pt x="91" y="60"/>
                      <a:pt x="91" y="62"/>
                      <a:pt x="92" y="6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80" name="Freeform 588">
                <a:extLst>
                  <a:ext uri="{FF2B5EF4-FFF2-40B4-BE49-F238E27FC236}">
                    <a16:creationId xmlns:a16="http://schemas.microsoft.com/office/drawing/2014/main" id="{8994F914-1FAF-4962-8F1D-621F546400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712" y="3490570"/>
                <a:ext cx="437972" cy="2084748"/>
              </a:xfrm>
              <a:custGeom>
                <a:avLst/>
                <a:gdLst>
                  <a:gd name="T0" fmla="*/ 0 w 50"/>
                  <a:gd name="T1" fmla="*/ 148 h 238"/>
                  <a:gd name="T2" fmla="*/ 50 w 50"/>
                  <a:gd name="T3" fmla="*/ 238 h 238"/>
                  <a:gd name="T4" fmla="*/ 50 w 50"/>
                  <a:gd name="T5" fmla="*/ 88 h 238"/>
                  <a:gd name="T6" fmla="*/ 0 w 50"/>
                  <a:gd name="T7" fmla="*/ 0 h 238"/>
                  <a:gd name="T8" fmla="*/ 0 w 50"/>
                  <a:gd name="T9" fmla="*/ 14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238">
                    <a:moveTo>
                      <a:pt x="0" y="148"/>
                    </a:moveTo>
                    <a:lnTo>
                      <a:pt x="50" y="238"/>
                    </a:lnTo>
                    <a:lnTo>
                      <a:pt x="50" y="88"/>
                    </a:lnTo>
                    <a:lnTo>
                      <a:pt x="0" y="0"/>
                    </a:lnTo>
                    <a:lnTo>
                      <a:pt x="0" y="148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81" name="Freeform 589">
                <a:extLst>
                  <a:ext uri="{FF2B5EF4-FFF2-40B4-BE49-F238E27FC236}">
                    <a16:creationId xmlns:a16="http://schemas.microsoft.com/office/drawing/2014/main" id="{58A6CDDB-449C-4793-A257-AC18323FE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712" y="3035084"/>
                <a:ext cx="1296397" cy="1226322"/>
              </a:xfrm>
              <a:custGeom>
                <a:avLst/>
                <a:gdLst>
                  <a:gd name="T0" fmla="*/ 85 w 148"/>
                  <a:gd name="T1" fmla="*/ 0 h 140"/>
                  <a:gd name="T2" fmla="*/ 148 w 148"/>
                  <a:gd name="T3" fmla="*/ 80 h 140"/>
                  <a:gd name="T4" fmla="*/ 50 w 148"/>
                  <a:gd name="T5" fmla="*/ 140 h 140"/>
                  <a:gd name="T6" fmla="*/ 0 w 148"/>
                  <a:gd name="T7" fmla="*/ 52 h 140"/>
                  <a:gd name="T8" fmla="*/ 85 w 148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140">
                    <a:moveTo>
                      <a:pt x="85" y="0"/>
                    </a:moveTo>
                    <a:lnTo>
                      <a:pt x="148" y="80"/>
                    </a:lnTo>
                    <a:lnTo>
                      <a:pt x="50" y="140"/>
                    </a:lnTo>
                    <a:lnTo>
                      <a:pt x="0" y="52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82" name="Freeform 590">
                <a:extLst>
                  <a:ext uri="{FF2B5EF4-FFF2-40B4-BE49-F238E27FC236}">
                    <a16:creationId xmlns:a16="http://schemas.microsoft.com/office/drawing/2014/main" id="{0B6B2B7D-6F8F-4B1C-B6C2-AA22CA1CE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267" y="3035090"/>
                <a:ext cx="1410272" cy="1226322"/>
              </a:xfrm>
              <a:custGeom>
                <a:avLst/>
                <a:gdLst>
                  <a:gd name="T0" fmla="*/ 0 w 161"/>
                  <a:gd name="T1" fmla="*/ 0 h 140"/>
                  <a:gd name="T2" fmla="*/ 63 w 161"/>
                  <a:gd name="T3" fmla="*/ 80 h 140"/>
                  <a:gd name="T4" fmla="*/ 161 w 161"/>
                  <a:gd name="T5" fmla="*/ 140 h 140"/>
                  <a:gd name="T6" fmla="*/ 68 w 161"/>
                  <a:gd name="T7" fmla="*/ 37 h 140"/>
                  <a:gd name="T8" fmla="*/ 0 w 161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1" h="140">
                    <a:moveTo>
                      <a:pt x="0" y="0"/>
                    </a:moveTo>
                    <a:lnTo>
                      <a:pt x="63" y="80"/>
                    </a:lnTo>
                    <a:lnTo>
                      <a:pt x="161" y="140"/>
                    </a:lnTo>
                    <a:lnTo>
                      <a:pt x="68" y="3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83" name="Freeform 591">
                <a:extLst>
                  <a:ext uri="{FF2B5EF4-FFF2-40B4-BE49-F238E27FC236}">
                    <a16:creationId xmlns:a16="http://schemas.microsoft.com/office/drawing/2014/main" id="{BD079104-7746-4790-A6AA-9C8859E987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17684" y="3735845"/>
                <a:ext cx="1716850" cy="1839483"/>
              </a:xfrm>
              <a:custGeom>
                <a:avLst/>
                <a:gdLst>
                  <a:gd name="T0" fmla="*/ 98 w 196"/>
                  <a:gd name="T1" fmla="*/ 0 h 210"/>
                  <a:gd name="T2" fmla="*/ 0 w 196"/>
                  <a:gd name="T3" fmla="*/ 60 h 210"/>
                  <a:gd name="T4" fmla="*/ 0 w 196"/>
                  <a:gd name="T5" fmla="*/ 210 h 210"/>
                  <a:gd name="T6" fmla="*/ 113 w 196"/>
                  <a:gd name="T7" fmla="*/ 210 h 210"/>
                  <a:gd name="T8" fmla="*/ 113 w 196"/>
                  <a:gd name="T9" fmla="*/ 137 h 210"/>
                  <a:gd name="T10" fmla="*/ 171 w 196"/>
                  <a:gd name="T11" fmla="*/ 137 h 210"/>
                  <a:gd name="T12" fmla="*/ 171 w 196"/>
                  <a:gd name="T13" fmla="*/ 210 h 210"/>
                  <a:gd name="T14" fmla="*/ 196 w 196"/>
                  <a:gd name="T15" fmla="*/ 210 h 210"/>
                  <a:gd name="T16" fmla="*/ 196 w 196"/>
                  <a:gd name="T17" fmla="*/ 60 h 210"/>
                  <a:gd name="T18" fmla="*/ 98 w 196"/>
                  <a:gd name="T19" fmla="*/ 0 h 210"/>
                  <a:gd name="T20" fmla="*/ 95 w 196"/>
                  <a:gd name="T21" fmla="*/ 180 h 210"/>
                  <a:gd name="T22" fmla="*/ 38 w 196"/>
                  <a:gd name="T23" fmla="*/ 180 h 210"/>
                  <a:gd name="T24" fmla="*/ 38 w 196"/>
                  <a:gd name="T25" fmla="*/ 137 h 210"/>
                  <a:gd name="T26" fmla="*/ 95 w 196"/>
                  <a:gd name="T27" fmla="*/ 137 h 210"/>
                  <a:gd name="T28" fmla="*/ 95 w 196"/>
                  <a:gd name="T29" fmla="*/ 180 h 210"/>
                  <a:gd name="T30" fmla="*/ 95 w 196"/>
                  <a:gd name="T31" fmla="*/ 105 h 210"/>
                  <a:gd name="T32" fmla="*/ 38 w 196"/>
                  <a:gd name="T33" fmla="*/ 105 h 210"/>
                  <a:gd name="T34" fmla="*/ 38 w 196"/>
                  <a:gd name="T35" fmla="*/ 62 h 210"/>
                  <a:gd name="T36" fmla="*/ 95 w 196"/>
                  <a:gd name="T37" fmla="*/ 62 h 210"/>
                  <a:gd name="T38" fmla="*/ 95 w 196"/>
                  <a:gd name="T39" fmla="*/ 105 h 210"/>
                  <a:gd name="T40" fmla="*/ 171 w 196"/>
                  <a:gd name="T41" fmla="*/ 105 h 210"/>
                  <a:gd name="T42" fmla="*/ 113 w 196"/>
                  <a:gd name="T43" fmla="*/ 105 h 210"/>
                  <a:gd name="T44" fmla="*/ 113 w 196"/>
                  <a:gd name="T45" fmla="*/ 62 h 210"/>
                  <a:gd name="T46" fmla="*/ 171 w 196"/>
                  <a:gd name="T47" fmla="*/ 62 h 210"/>
                  <a:gd name="T48" fmla="*/ 171 w 196"/>
                  <a:gd name="T49" fmla="*/ 1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6" h="210">
                    <a:moveTo>
                      <a:pt x="98" y="0"/>
                    </a:moveTo>
                    <a:lnTo>
                      <a:pt x="0" y="60"/>
                    </a:lnTo>
                    <a:lnTo>
                      <a:pt x="0" y="210"/>
                    </a:lnTo>
                    <a:lnTo>
                      <a:pt x="113" y="210"/>
                    </a:lnTo>
                    <a:lnTo>
                      <a:pt x="113" y="137"/>
                    </a:lnTo>
                    <a:lnTo>
                      <a:pt x="171" y="137"/>
                    </a:lnTo>
                    <a:lnTo>
                      <a:pt x="171" y="210"/>
                    </a:lnTo>
                    <a:lnTo>
                      <a:pt x="196" y="210"/>
                    </a:lnTo>
                    <a:lnTo>
                      <a:pt x="196" y="60"/>
                    </a:lnTo>
                    <a:lnTo>
                      <a:pt x="98" y="0"/>
                    </a:lnTo>
                    <a:close/>
                    <a:moveTo>
                      <a:pt x="95" y="180"/>
                    </a:moveTo>
                    <a:lnTo>
                      <a:pt x="38" y="180"/>
                    </a:lnTo>
                    <a:lnTo>
                      <a:pt x="38" y="137"/>
                    </a:lnTo>
                    <a:lnTo>
                      <a:pt x="95" y="137"/>
                    </a:lnTo>
                    <a:lnTo>
                      <a:pt x="95" y="180"/>
                    </a:lnTo>
                    <a:close/>
                    <a:moveTo>
                      <a:pt x="95" y="105"/>
                    </a:moveTo>
                    <a:lnTo>
                      <a:pt x="38" y="105"/>
                    </a:lnTo>
                    <a:lnTo>
                      <a:pt x="38" y="62"/>
                    </a:lnTo>
                    <a:lnTo>
                      <a:pt x="95" y="62"/>
                    </a:lnTo>
                    <a:lnTo>
                      <a:pt x="95" y="105"/>
                    </a:lnTo>
                    <a:close/>
                    <a:moveTo>
                      <a:pt x="171" y="105"/>
                    </a:moveTo>
                    <a:lnTo>
                      <a:pt x="113" y="105"/>
                    </a:lnTo>
                    <a:lnTo>
                      <a:pt x="113" y="62"/>
                    </a:lnTo>
                    <a:lnTo>
                      <a:pt x="171" y="62"/>
                    </a:lnTo>
                    <a:lnTo>
                      <a:pt x="171" y="10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84" name="Freeform 592">
                <a:extLst>
                  <a:ext uri="{FF2B5EF4-FFF2-40B4-BE49-F238E27FC236}">
                    <a16:creationId xmlns:a16="http://schemas.microsoft.com/office/drawing/2014/main" id="{CA559490-FEE0-430B-A224-9CA154BD1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5667" y="3534381"/>
                <a:ext cx="455491" cy="2084748"/>
              </a:xfrm>
              <a:custGeom>
                <a:avLst/>
                <a:gdLst>
                  <a:gd name="T0" fmla="*/ 0 w 52"/>
                  <a:gd name="T1" fmla="*/ 148 h 238"/>
                  <a:gd name="T2" fmla="*/ 52 w 52"/>
                  <a:gd name="T3" fmla="*/ 238 h 238"/>
                  <a:gd name="T4" fmla="*/ 52 w 52"/>
                  <a:gd name="T5" fmla="*/ 88 h 238"/>
                  <a:gd name="T6" fmla="*/ 0 w 52"/>
                  <a:gd name="T7" fmla="*/ 0 h 238"/>
                  <a:gd name="T8" fmla="*/ 0 w 52"/>
                  <a:gd name="T9" fmla="*/ 14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238">
                    <a:moveTo>
                      <a:pt x="0" y="148"/>
                    </a:moveTo>
                    <a:lnTo>
                      <a:pt x="52" y="238"/>
                    </a:lnTo>
                    <a:lnTo>
                      <a:pt x="52" y="88"/>
                    </a:lnTo>
                    <a:lnTo>
                      <a:pt x="0" y="0"/>
                    </a:lnTo>
                    <a:lnTo>
                      <a:pt x="0" y="148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85" name="Freeform 593">
                <a:extLst>
                  <a:ext uri="{FF2B5EF4-FFF2-40B4-BE49-F238E27FC236}">
                    <a16:creationId xmlns:a16="http://schemas.microsoft.com/office/drawing/2014/main" id="{4DB2DCDE-6920-4A3F-B0BB-E7AC85874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5661" y="3078890"/>
                <a:ext cx="1313916" cy="1226322"/>
              </a:xfrm>
              <a:custGeom>
                <a:avLst/>
                <a:gdLst>
                  <a:gd name="T0" fmla="*/ 85 w 150"/>
                  <a:gd name="T1" fmla="*/ 0 h 140"/>
                  <a:gd name="T2" fmla="*/ 150 w 150"/>
                  <a:gd name="T3" fmla="*/ 80 h 140"/>
                  <a:gd name="T4" fmla="*/ 52 w 150"/>
                  <a:gd name="T5" fmla="*/ 140 h 140"/>
                  <a:gd name="T6" fmla="*/ 0 w 150"/>
                  <a:gd name="T7" fmla="*/ 52 h 140"/>
                  <a:gd name="T8" fmla="*/ 85 w 150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140">
                    <a:moveTo>
                      <a:pt x="85" y="0"/>
                    </a:moveTo>
                    <a:lnTo>
                      <a:pt x="150" y="80"/>
                    </a:lnTo>
                    <a:lnTo>
                      <a:pt x="52" y="140"/>
                    </a:lnTo>
                    <a:lnTo>
                      <a:pt x="0" y="52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86" name="Freeform 594">
                <a:extLst>
                  <a:ext uri="{FF2B5EF4-FFF2-40B4-BE49-F238E27FC236}">
                    <a16:creationId xmlns:a16="http://schemas.microsoft.com/office/drawing/2014/main" id="{898B6B55-4E5E-4E06-9606-AD7F70FC79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0222" y="3078890"/>
                <a:ext cx="1427791" cy="1226322"/>
              </a:xfrm>
              <a:custGeom>
                <a:avLst/>
                <a:gdLst>
                  <a:gd name="T0" fmla="*/ 0 w 163"/>
                  <a:gd name="T1" fmla="*/ 0 h 140"/>
                  <a:gd name="T2" fmla="*/ 65 w 163"/>
                  <a:gd name="T3" fmla="*/ 80 h 140"/>
                  <a:gd name="T4" fmla="*/ 163 w 163"/>
                  <a:gd name="T5" fmla="*/ 140 h 140"/>
                  <a:gd name="T6" fmla="*/ 70 w 163"/>
                  <a:gd name="T7" fmla="*/ 37 h 140"/>
                  <a:gd name="T8" fmla="*/ 0 w 163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3" h="140">
                    <a:moveTo>
                      <a:pt x="0" y="0"/>
                    </a:moveTo>
                    <a:lnTo>
                      <a:pt x="65" y="80"/>
                    </a:lnTo>
                    <a:lnTo>
                      <a:pt x="163" y="140"/>
                    </a:lnTo>
                    <a:lnTo>
                      <a:pt x="70" y="3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87" name="Freeform 595">
                <a:extLst>
                  <a:ext uri="{FF2B5EF4-FFF2-40B4-BE49-F238E27FC236}">
                    <a16:creationId xmlns:a16="http://schemas.microsoft.com/office/drawing/2014/main" id="{102EED48-874E-4DD4-B94D-867EFAD0BA5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1157" y="3779651"/>
                <a:ext cx="1716850" cy="1839483"/>
              </a:xfrm>
              <a:custGeom>
                <a:avLst/>
                <a:gdLst>
                  <a:gd name="T0" fmla="*/ 98 w 196"/>
                  <a:gd name="T1" fmla="*/ 0 h 210"/>
                  <a:gd name="T2" fmla="*/ 0 w 196"/>
                  <a:gd name="T3" fmla="*/ 60 h 210"/>
                  <a:gd name="T4" fmla="*/ 0 w 196"/>
                  <a:gd name="T5" fmla="*/ 210 h 210"/>
                  <a:gd name="T6" fmla="*/ 110 w 196"/>
                  <a:gd name="T7" fmla="*/ 210 h 210"/>
                  <a:gd name="T8" fmla="*/ 110 w 196"/>
                  <a:gd name="T9" fmla="*/ 135 h 210"/>
                  <a:gd name="T10" fmla="*/ 168 w 196"/>
                  <a:gd name="T11" fmla="*/ 135 h 210"/>
                  <a:gd name="T12" fmla="*/ 168 w 196"/>
                  <a:gd name="T13" fmla="*/ 210 h 210"/>
                  <a:gd name="T14" fmla="*/ 196 w 196"/>
                  <a:gd name="T15" fmla="*/ 210 h 210"/>
                  <a:gd name="T16" fmla="*/ 196 w 196"/>
                  <a:gd name="T17" fmla="*/ 60 h 210"/>
                  <a:gd name="T18" fmla="*/ 98 w 196"/>
                  <a:gd name="T19" fmla="*/ 0 h 210"/>
                  <a:gd name="T20" fmla="*/ 95 w 196"/>
                  <a:gd name="T21" fmla="*/ 177 h 210"/>
                  <a:gd name="T22" fmla="*/ 38 w 196"/>
                  <a:gd name="T23" fmla="*/ 177 h 210"/>
                  <a:gd name="T24" fmla="*/ 38 w 196"/>
                  <a:gd name="T25" fmla="*/ 135 h 210"/>
                  <a:gd name="T26" fmla="*/ 95 w 196"/>
                  <a:gd name="T27" fmla="*/ 135 h 210"/>
                  <a:gd name="T28" fmla="*/ 95 w 196"/>
                  <a:gd name="T29" fmla="*/ 177 h 210"/>
                  <a:gd name="T30" fmla="*/ 95 w 196"/>
                  <a:gd name="T31" fmla="*/ 105 h 210"/>
                  <a:gd name="T32" fmla="*/ 38 w 196"/>
                  <a:gd name="T33" fmla="*/ 105 h 210"/>
                  <a:gd name="T34" fmla="*/ 38 w 196"/>
                  <a:gd name="T35" fmla="*/ 62 h 210"/>
                  <a:gd name="T36" fmla="*/ 95 w 196"/>
                  <a:gd name="T37" fmla="*/ 62 h 210"/>
                  <a:gd name="T38" fmla="*/ 95 w 196"/>
                  <a:gd name="T39" fmla="*/ 105 h 210"/>
                  <a:gd name="T40" fmla="*/ 168 w 196"/>
                  <a:gd name="T41" fmla="*/ 105 h 210"/>
                  <a:gd name="T42" fmla="*/ 110 w 196"/>
                  <a:gd name="T43" fmla="*/ 105 h 210"/>
                  <a:gd name="T44" fmla="*/ 110 w 196"/>
                  <a:gd name="T45" fmla="*/ 62 h 210"/>
                  <a:gd name="T46" fmla="*/ 168 w 196"/>
                  <a:gd name="T47" fmla="*/ 62 h 210"/>
                  <a:gd name="T48" fmla="*/ 168 w 196"/>
                  <a:gd name="T49" fmla="*/ 1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6" h="210">
                    <a:moveTo>
                      <a:pt x="98" y="0"/>
                    </a:moveTo>
                    <a:lnTo>
                      <a:pt x="0" y="60"/>
                    </a:lnTo>
                    <a:lnTo>
                      <a:pt x="0" y="210"/>
                    </a:lnTo>
                    <a:lnTo>
                      <a:pt x="110" y="210"/>
                    </a:lnTo>
                    <a:lnTo>
                      <a:pt x="110" y="135"/>
                    </a:lnTo>
                    <a:lnTo>
                      <a:pt x="168" y="135"/>
                    </a:lnTo>
                    <a:lnTo>
                      <a:pt x="168" y="210"/>
                    </a:lnTo>
                    <a:lnTo>
                      <a:pt x="196" y="210"/>
                    </a:lnTo>
                    <a:lnTo>
                      <a:pt x="196" y="60"/>
                    </a:lnTo>
                    <a:lnTo>
                      <a:pt x="98" y="0"/>
                    </a:lnTo>
                    <a:close/>
                    <a:moveTo>
                      <a:pt x="95" y="177"/>
                    </a:moveTo>
                    <a:lnTo>
                      <a:pt x="38" y="177"/>
                    </a:lnTo>
                    <a:lnTo>
                      <a:pt x="38" y="135"/>
                    </a:lnTo>
                    <a:lnTo>
                      <a:pt x="95" y="135"/>
                    </a:lnTo>
                    <a:lnTo>
                      <a:pt x="95" y="177"/>
                    </a:lnTo>
                    <a:close/>
                    <a:moveTo>
                      <a:pt x="95" y="105"/>
                    </a:moveTo>
                    <a:lnTo>
                      <a:pt x="38" y="105"/>
                    </a:lnTo>
                    <a:lnTo>
                      <a:pt x="38" y="62"/>
                    </a:lnTo>
                    <a:lnTo>
                      <a:pt x="95" y="62"/>
                    </a:lnTo>
                    <a:lnTo>
                      <a:pt x="95" y="105"/>
                    </a:lnTo>
                    <a:close/>
                    <a:moveTo>
                      <a:pt x="168" y="105"/>
                    </a:moveTo>
                    <a:lnTo>
                      <a:pt x="110" y="105"/>
                    </a:lnTo>
                    <a:lnTo>
                      <a:pt x="110" y="62"/>
                    </a:lnTo>
                    <a:lnTo>
                      <a:pt x="168" y="62"/>
                    </a:lnTo>
                    <a:lnTo>
                      <a:pt x="168" y="10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</p:grpSp>
        <p:grpSp>
          <p:nvGrpSpPr>
            <p:cNvPr id="116" name="Gruppieren 5">
              <a:extLst>
                <a:ext uri="{FF2B5EF4-FFF2-40B4-BE49-F238E27FC236}">
                  <a16:creationId xmlns:a16="http://schemas.microsoft.com/office/drawing/2014/main" id="{03BA5A93-BEF7-4CAA-83A5-4F4BDF531685}"/>
                </a:ext>
              </a:extLst>
            </p:cNvPr>
            <p:cNvGrpSpPr/>
            <p:nvPr/>
          </p:nvGrpSpPr>
          <p:grpSpPr>
            <a:xfrm>
              <a:off x="7501863" y="2078667"/>
              <a:ext cx="576763" cy="339731"/>
              <a:chOff x="2809876" y="5070475"/>
              <a:chExt cx="623888" cy="428625"/>
            </a:xfrm>
            <a:solidFill>
              <a:schemeClr val="accent1"/>
            </a:solidFill>
          </p:grpSpPr>
          <p:sp>
            <p:nvSpPr>
              <p:cNvPr id="118" name="Freeform 628">
                <a:extLst>
                  <a:ext uri="{FF2B5EF4-FFF2-40B4-BE49-F238E27FC236}">
                    <a16:creationId xmlns:a16="http://schemas.microsoft.com/office/drawing/2014/main" id="{1657096C-15D4-4FAF-AF36-B9E509F7D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876" y="5070475"/>
                <a:ext cx="19050" cy="404813"/>
              </a:xfrm>
              <a:custGeom>
                <a:avLst/>
                <a:gdLst>
                  <a:gd name="T0" fmla="*/ 0 w 5"/>
                  <a:gd name="T1" fmla="*/ 95 h 102"/>
                  <a:gd name="T2" fmla="*/ 5 w 5"/>
                  <a:gd name="T3" fmla="*/ 102 h 102"/>
                  <a:gd name="T4" fmla="*/ 5 w 5"/>
                  <a:gd name="T5" fmla="*/ 9 h 102"/>
                  <a:gd name="T6" fmla="*/ 0 w 5"/>
                  <a:gd name="T7" fmla="*/ 5 h 102"/>
                  <a:gd name="T8" fmla="*/ 0 w 5"/>
                  <a:gd name="T9" fmla="*/ 9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02">
                    <a:moveTo>
                      <a:pt x="0" y="95"/>
                    </a:moveTo>
                    <a:cubicBezTo>
                      <a:pt x="5" y="102"/>
                      <a:pt x="5" y="102"/>
                      <a:pt x="5" y="102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0"/>
                      <a:pt x="0" y="0"/>
                      <a:pt x="0" y="5"/>
                    </a:cubicBezTo>
                    <a:lnTo>
                      <a:pt x="0" y="9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19" name="Freeform 629">
                <a:extLst>
                  <a:ext uri="{FF2B5EF4-FFF2-40B4-BE49-F238E27FC236}">
                    <a16:creationId xmlns:a16="http://schemas.microsoft.com/office/drawing/2014/main" id="{B2C67549-7D8B-4AD6-9D63-65884D621D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17813" y="5070475"/>
                <a:ext cx="134938" cy="401638"/>
              </a:xfrm>
              <a:custGeom>
                <a:avLst/>
                <a:gdLst>
                  <a:gd name="T0" fmla="*/ 30 w 34"/>
                  <a:gd name="T1" fmla="*/ 0 h 101"/>
                  <a:gd name="T2" fmla="*/ 30 w 34"/>
                  <a:gd name="T3" fmla="*/ 0 h 101"/>
                  <a:gd name="T4" fmla="*/ 0 w 34"/>
                  <a:gd name="T5" fmla="*/ 0 h 101"/>
                  <a:gd name="T6" fmla="*/ 3 w 34"/>
                  <a:gd name="T7" fmla="*/ 8 h 101"/>
                  <a:gd name="T8" fmla="*/ 3 w 34"/>
                  <a:gd name="T9" fmla="*/ 101 h 101"/>
                  <a:gd name="T10" fmla="*/ 34 w 34"/>
                  <a:gd name="T11" fmla="*/ 101 h 101"/>
                  <a:gd name="T12" fmla="*/ 34 w 34"/>
                  <a:gd name="T13" fmla="*/ 4 h 101"/>
                  <a:gd name="T14" fmla="*/ 30 w 34"/>
                  <a:gd name="T15" fmla="*/ 0 h 101"/>
                  <a:gd name="T16" fmla="*/ 29 w 34"/>
                  <a:gd name="T17" fmla="*/ 34 h 101"/>
                  <a:gd name="T18" fmla="*/ 7 w 34"/>
                  <a:gd name="T19" fmla="*/ 34 h 101"/>
                  <a:gd name="T20" fmla="*/ 7 w 34"/>
                  <a:gd name="T21" fmla="*/ 11 h 101"/>
                  <a:gd name="T22" fmla="*/ 29 w 34"/>
                  <a:gd name="T23" fmla="*/ 11 h 101"/>
                  <a:gd name="T24" fmla="*/ 29 w 34"/>
                  <a:gd name="T25" fmla="*/ 34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101">
                    <a:moveTo>
                      <a:pt x="30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101"/>
                      <a:pt x="3" y="101"/>
                      <a:pt x="3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1"/>
                      <a:pt x="31" y="0"/>
                      <a:pt x="30" y="0"/>
                    </a:cubicBezTo>
                    <a:close/>
                    <a:moveTo>
                      <a:pt x="29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34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20" name="Freeform 630">
                <a:extLst>
                  <a:ext uri="{FF2B5EF4-FFF2-40B4-BE49-F238E27FC236}">
                    <a16:creationId xmlns:a16="http://schemas.microsoft.com/office/drawing/2014/main" id="{8163C0A1-757E-47EE-AA78-AD00DBF49A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65438" y="5289550"/>
                <a:ext cx="71438" cy="185738"/>
              </a:xfrm>
              <a:custGeom>
                <a:avLst/>
                <a:gdLst>
                  <a:gd name="T0" fmla="*/ 13 w 18"/>
                  <a:gd name="T1" fmla="*/ 4 h 47"/>
                  <a:gd name="T2" fmla="*/ 13 w 18"/>
                  <a:gd name="T3" fmla="*/ 4 h 47"/>
                  <a:gd name="T4" fmla="*/ 13 w 18"/>
                  <a:gd name="T5" fmla="*/ 1 h 47"/>
                  <a:gd name="T6" fmla="*/ 12 w 18"/>
                  <a:gd name="T7" fmla="*/ 0 h 47"/>
                  <a:gd name="T8" fmla="*/ 11 w 18"/>
                  <a:gd name="T9" fmla="*/ 1 h 47"/>
                  <a:gd name="T10" fmla="*/ 11 w 18"/>
                  <a:gd name="T11" fmla="*/ 4 h 47"/>
                  <a:gd name="T12" fmla="*/ 7 w 18"/>
                  <a:gd name="T13" fmla="*/ 4 h 47"/>
                  <a:gd name="T14" fmla="*/ 7 w 18"/>
                  <a:gd name="T15" fmla="*/ 1 h 47"/>
                  <a:gd name="T16" fmla="*/ 6 w 18"/>
                  <a:gd name="T17" fmla="*/ 0 h 47"/>
                  <a:gd name="T18" fmla="*/ 5 w 18"/>
                  <a:gd name="T19" fmla="*/ 1 h 47"/>
                  <a:gd name="T20" fmla="*/ 5 w 18"/>
                  <a:gd name="T21" fmla="*/ 4 h 47"/>
                  <a:gd name="T22" fmla="*/ 4 w 18"/>
                  <a:gd name="T23" fmla="*/ 4 h 47"/>
                  <a:gd name="T24" fmla="*/ 0 w 18"/>
                  <a:gd name="T25" fmla="*/ 9 h 47"/>
                  <a:gd name="T26" fmla="*/ 0 w 18"/>
                  <a:gd name="T27" fmla="*/ 11 h 47"/>
                  <a:gd name="T28" fmla="*/ 4 w 18"/>
                  <a:gd name="T29" fmla="*/ 15 h 47"/>
                  <a:gd name="T30" fmla="*/ 8 w 18"/>
                  <a:gd name="T31" fmla="*/ 15 h 47"/>
                  <a:gd name="T32" fmla="*/ 7 w 18"/>
                  <a:gd name="T33" fmla="*/ 31 h 47"/>
                  <a:gd name="T34" fmla="*/ 3 w 18"/>
                  <a:gd name="T35" fmla="*/ 47 h 47"/>
                  <a:gd name="T36" fmla="*/ 5 w 18"/>
                  <a:gd name="T37" fmla="*/ 46 h 47"/>
                  <a:gd name="T38" fmla="*/ 8 w 18"/>
                  <a:gd name="T39" fmla="*/ 33 h 47"/>
                  <a:gd name="T40" fmla="*/ 10 w 18"/>
                  <a:gd name="T41" fmla="*/ 15 h 47"/>
                  <a:gd name="T42" fmla="*/ 13 w 18"/>
                  <a:gd name="T43" fmla="*/ 15 h 47"/>
                  <a:gd name="T44" fmla="*/ 18 w 18"/>
                  <a:gd name="T45" fmla="*/ 11 h 47"/>
                  <a:gd name="T46" fmla="*/ 18 w 18"/>
                  <a:gd name="T47" fmla="*/ 9 h 47"/>
                  <a:gd name="T48" fmla="*/ 13 w 18"/>
                  <a:gd name="T49" fmla="*/ 4 h 47"/>
                  <a:gd name="T50" fmla="*/ 15 w 18"/>
                  <a:gd name="T51" fmla="*/ 11 h 47"/>
                  <a:gd name="T52" fmla="*/ 13 w 18"/>
                  <a:gd name="T53" fmla="*/ 13 h 47"/>
                  <a:gd name="T54" fmla="*/ 4 w 18"/>
                  <a:gd name="T55" fmla="*/ 13 h 47"/>
                  <a:gd name="T56" fmla="*/ 2 w 18"/>
                  <a:gd name="T57" fmla="*/ 11 h 47"/>
                  <a:gd name="T58" fmla="*/ 2 w 18"/>
                  <a:gd name="T59" fmla="*/ 9 h 47"/>
                  <a:gd name="T60" fmla="*/ 4 w 18"/>
                  <a:gd name="T61" fmla="*/ 7 h 47"/>
                  <a:gd name="T62" fmla="*/ 13 w 18"/>
                  <a:gd name="T63" fmla="*/ 7 h 47"/>
                  <a:gd name="T64" fmla="*/ 15 w 18"/>
                  <a:gd name="T65" fmla="*/ 9 h 47"/>
                  <a:gd name="T66" fmla="*/ 15 w 18"/>
                  <a:gd name="T67" fmla="*/ 1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" h="47">
                    <a:moveTo>
                      <a:pt x="13" y="4"/>
                    </a:moveTo>
                    <a:cubicBezTo>
                      <a:pt x="13" y="4"/>
                      <a:pt x="13" y="4"/>
                      <a:pt x="13" y="4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0"/>
                      <a:pt x="12" y="0"/>
                      <a:pt x="12" y="0"/>
                    </a:cubicBezTo>
                    <a:cubicBezTo>
                      <a:pt x="11" y="0"/>
                      <a:pt x="11" y="0"/>
                      <a:pt x="11" y="1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1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4"/>
                      <a:pt x="0" y="6"/>
                      <a:pt x="0" y="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4"/>
                      <a:pt x="1" y="15"/>
                      <a:pt x="4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20"/>
                      <a:pt x="10" y="29"/>
                      <a:pt x="7" y="31"/>
                    </a:cubicBezTo>
                    <a:cubicBezTo>
                      <a:pt x="0" y="34"/>
                      <a:pt x="3" y="46"/>
                      <a:pt x="3" y="47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3"/>
                      <a:pt x="4" y="35"/>
                      <a:pt x="8" y="33"/>
                    </a:cubicBezTo>
                    <a:cubicBezTo>
                      <a:pt x="13" y="31"/>
                      <a:pt x="11" y="20"/>
                      <a:pt x="10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6" y="15"/>
                      <a:pt x="18" y="14"/>
                      <a:pt x="18" y="11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8" y="6"/>
                      <a:pt x="16" y="4"/>
                      <a:pt x="13" y="4"/>
                    </a:cubicBezTo>
                    <a:close/>
                    <a:moveTo>
                      <a:pt x="15" y="11"/>
                    </a:moveTo>
                    <a:cubicBezTo>
                      <a:pt x="15" y="12"/>
                      <a:pt x="15" y="13"/>
                      <a:pt x="13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3"/>
                      <a:pt x="2" y="12"/>
                      <a:pt x="2" y="11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8"/>
                      <a:pt x="3" y="7"/>
                      <a:pt x="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8"/>
                      <a:pt x="15" y="9"/>
                    </a:cubicBezTo>
                    <a:lnTo>
                      <a:pt x="15" y="11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21" name="Freeform 631">
                <a:extLst>
                  <a:ext uri="{FF2B5EF4-FFF2-40B4-BE49-F238E27FC236}">
                    <a16:creationId xmlns:a16="http://schemas.microsoft.com/office/drawing/2014/main" id="{99C79023-5A8A-4CBB-BA29-D375577EAD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2751" y="5146675"/>
                <a:ext cx="233363" cy="177800"/>
              </a:xfrm>
              <a:custGeom>
                <a:avLst/>
                <a:gdLst>
                  <a:gd name="T0" fmla="*/ 39 w 59"/>
                  <a:gd name="T1" fmla="*/ 44 h 45"/>
                  <a:gd name="T2" fmla="*/ 59 w 59"/>
                  <a:gd name="T3" fmla="*/ 36 h 45"/>
                  <a:gd name="T4" fmla="*/ 59 w 59"/>
                  <a:gd name="T5" fmla="*/ 35 h 45"/>
                  <a:gd name="T6" fmla="*/ 34 w 59"/>
                  <a:gd name="T7" fmla="*/ 41 h 45"/>
                  <a:gd name="T8" fmla="*/ 30 w 59"/>
                  <a:gd name="T9" fmla="*/ 32 h 45"/>
                  <a:gd name="T10" fmla="*/ 0 w 59"/>
                  <a:gd name="T11" fmla="*/ 0 h 45"/>
                  <a:gd name="T12" fmla="*/ 0 w 59"/>
                  <a:gd name="T13" fmla="*/ 2 h 45"/>
                  <a:gd name="T14" fmla="*/ 28 w 59"/>
                  <a:gd name="T15" fmla="*/ 32 h 45"/>
                  <a:gd name="T16" fmla="*/ 33 w 59"/>
                  <a:gd name="T17" fmla="*/ 42 h 45"/>
                  <a:gd name="T18" fmla="*/ 39 w 59"/>
                  <a:gd name="T19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" h="45">
                    <a:moveTo>
                      <a:pt x="39" y="44"/>
                    </a:moveTo>
                    <a:cubicBezTo>
                      <a:pt x="48" y="44"/>
                      <a:pt x="59" y="37"/>
                      <a:pt x="59" y="36"/>
                    </a:cubicBezTo>
                    <a:cubicBezTo>
                      <a:pt x="59" y="35"/>
                      <a:pt x="59" y="35"/>
                      <a:pt x="59" y="35"/>
                    </a:cubicBezTo>
                    <a:cubicBezTo>
                      <a:pt x="58" y="35"/>
                      <a:pt x="42" y="45"/>
                      <a:pt x="34" y="41"/>
                    </a:cubicBezTo>
                    <a:cubicBezTo>
                      <a:pt x="32" y="40"/>
                      <a:pt x="30" y="37"/>
                      <a:pt x="30" y="32"/>
                    </a:cubicBezTo>
                    <a:cubicBezTo>
                      <a:pt x="28" y="4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27" y="5"/>
                      <a:pt x="28" y="32"/>
                    </a:cubicBezTo>
                    <a:cubicBezTo>
                      <a:pt x="29" y="37"/>
                      <a:pt x="30" y="41"/>
                      <a:pt x="33" y="42"/>
                    </a:cubicBezTo>
                    <a:cubicBezTo>
                      <a:pt x="35" y="43"/>
                      <a:pt x="37" y="44"/>
                      <a:pt x="39" y="44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22" name="Freeform 632">
                <a:extLst>
                  <a:ext uri="{FF2B5EF4-FFF2-40B4-BE49-F238E27FC236}">
                    <a16:creationId xmlns:a16="http://schemas.microsoft.com/office/drawing/2014/main" id="{7E0E7C03-C9B3-4C28-8ECA-6A1B8CFDD8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326" y="5376863"/>
                <a:ext cx="50800" cy="111125"/>
              </a:xfrm>
              <a:custGeom>
                <a:avLst/>
                <a:gdLst>
                  <a:gd name="T0" fmla="*/ 13 w 13"/>
                  <a:gd name="T1" fmla="*/ 19 h 28"/>
                  <a:gd name="T2" fmla="*/ 10 w 13"/>
                  <a:gd name="T3" fmla="*/ 28 h 28"/>
                  <a:gd name="T4" fmla="*/ 4 w 13"/>
                  <a:gd name="T5" fmla="*/ 28 h 28"/>
                  <a:gd name="T6" fmla="*/ 0 w 13"/>
                  <a:gd name="T7" fmla="*/ 14 h 28"/>
                  <a:gd name="T8" fmla="*/ 1 w 13"/>
                  <a:gd name="T9" fmla="*/ 1 h 28"/>
                  <a:gd name="T10" fmla="*/ 3 w 13"/>
                  <a:gd name="T11" fmla="*/ 1 h 28"/>
                  <a:gd name="T12" fmla="*/ 13 w 13"/>
                  <a:gd name="T13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8">
                    <a:moveTo>
                      <a:pt x="13" y="19"/>
                    </a:moveTo>
                    <a:cubicBezTo>
                      <a:pt x="13" y="21"/>
                      <a:pt x="12" y="26"/>
                      <a:pt x="10" y="28"/>
                    </a:cubicBezTo>
                    <a:cubicBezTo>
                      <a:pt x="10" y="28"/>
                      <a:pt x="4" y="28"/>
                      <a:pt x="4" y="28"/>
                    </a:cubicBezTo>
                    <a:cubicBezTo>
                      <a:pt x="4" y="28"/>
                      <a:pt x="0" y="21"/>
                      <a:pt x="0" y="14"/>
                    </a:cubicBezTo>
                    <a:cubicBezTo>
                      <a:pt x="0" y="9"/>
                      <a:pt x="1" y="1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6" y="0"/>
                      <a:pt x="13" y="19"/>
                      <a:pt x="13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23" name="Freeform 633">
                <a:extLst>
                  <a:ext uri="{FF2B5EF4-FFF2-40B4-BE49-F238E27FC236}">
                    <a16:creationId xmlns:a16="http://schemas.microsoft.com/office/drawing/2014/main" id="{DBA2A71D-5D20-43B7-94BB-13AA7626C5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326" y="5376863"/>
                <a:ext cx="50800" cy="111125"/>
              </a:xfrm>
              <a:custGeom>
                <a:avLst/>
                <a:gdLst>
                  <a:gd name="T0" fmla="*/ 13 w 13"/>
                  <a:gd name="T1" fmla="*/ 19 h 28"/>
                  <a:gd name="T2" fmla="*/ 10 w 13"/>
                  <a:gd name="T3" fmla="*/ 28 h 28"/>
                  <a:gd name="T4" fmla="*/ 4 w 13"/>
                  <a:gd name="T5" fmla="*/ 28 h 28"/>
                  <a:gd name="T6" fmla="*/ 0 w 13"/>
                  <a:gd name="T7" fmla="*/ 14 h 28"/>
                  <a:gd name="T8" fmla="*/ 1 w 13"/>
                  <a:gd name="T9" fmla="*/ 1 h 28"/>
                  <a:gd name="T10" fmla="*/ 3 w 13"/>
                  <a:gd name="T11" fmla="*/ 1 h 28"/>
                  <a:gd name="T12" fmla="*/ 13 w 13"/>
                  <a:gd name="T13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8">
                    <a:moveTo>
                      <a:pt x="13" y="19"/>
                    </a:moveTo>
                    <a:cubicBezTo>
                      <a:pt x="13" y="21"/>
                      <a:pt x="12" y="26"/>
                      <a:pt x="10" y="28"/>
                    </a:cubicBezTo>
                    <a:cubicBezTo>
                      <a:pt x="10" y="28"/>
                      <a:pt x="4" y="28"/>
                      <a:pt x="4" y="28"/>
                    </a:cubicBezTo>
                    <a:cubicBezTo>
                      <a:pt x="4" y="28"/>
                      <a:pt x="0" y="21"/>
                      <a:pt x="0" y="14"/>
                    </a:cubicBezTo>
                    <a:cubicBezTo>
                      <a:pt x="0" y="9"/>
                      <a:pt x="1" y="1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6" y="0"/>
                      <a:pt x="13" y="19"/>
                      <a:pt x="13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24" name="Freeform 634">
                <a:extLst>
                  <a:ext uri="{FF2B5EF4-FFF2-40B4-BE49-F238E27FC236}">
                    <a16:creationId xmlns:a16="http://schemas.microsoft.com/office/drawing/2014/main" id="{ED74421B-00C7-4E61-B830-E73A0AC6DD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451" y="5380038"/>
                <a:ext cx="50800" cy="111125"/>
              </a:xfrm>
              <a:custGeom>
                <a:avLst/>
                <a:gdLst>
                  <a:gd name="T0" fmla="*/ 13 w 13"/>
                  <a:gd name="T1" fmla="*/ 13 h 28"/>
                  <a:gd name="T2" fmla="*/ 8 w 13"/>
                  <a:gd name="T3" fmla="*/ 27 h 28"/>
                  <a:gd name="T4" fmla="*/ 1 w 13"/>
                  <a:gd name="T5" fmla="*/ 14 h 28"/>
                  <a:gd name="T6" fmla="*/ 6 w 13"/>
                  <a:gd name="T7" fmla="*/ 0 h 28"/>
                  <a:gd name="T8" fmla="*/ 13 w 13"/>
                  <a:gd name="T9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8">
                    <a:moveTo>
                      <a:pt x="13" y="13"/>
                    </a:moveTo>
                    <a:cubicBezTo>
                      <a:pt x="13" y="21"/>
                      <a:pt x="11" y="27"/>
                      <a:pt x="8" y="27"/>
                    </a:cubicBezTo>
                    <a:cubicBezTo>
                      <a:pt x="5" y="28"/>
                      <a:pt x="2" y="22"/>
                      <a:pt x="1" y="14"/>
                    </a:cubicBezTo>
                    <a:cubicBezTo>
                      <a:pt x="0" y="7"/>
                      <a:pt x="3" y="1"/>
                      <a:pt x="6" y="0"/>
                    </a:cubicBezTo>
                    <a:cubicBezTo>
                      <a:pt x="9" y="0"/>
                      <a:pt x="12" y="6"/>
                      <a:pt x="13" y="1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25" name="Freeform 635">
                <a:extLst>
                  <a:ext uri="{FF2B5EF4-FFF2-40B4-BE49-F238E27FC236}">
                    <a16:creationId xmlns:a16="http://schemas.microsoft.com/office/drawing/2014/main" id="{52264BE2-1CC6-42C2-BF66-24B14D704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451" y="5380038"/>
                <a:ext cx="50800" cy="111125"/>
              </a:xfrm>
              <a:custGeom>
                <a:avLst/>
                <a:gdLst>
                  <a:gd name="T0" fmla="*/ 13 w 13"/>
                  <a:gd name="T1" fmla="*/ 13 h 28"/>
                  <a:gd name="T2" fmla="*/ 8 w 13"/>
                  <a:gd name="T3" fmla="*/ 27 h 28"/>
                  <a:gd name="T4" fmla="*/ 1 w 13"/>
                  <a:gd name="T5" fmla="*/ 14 h 28"/>
                  <a:gd name="T6" fmla="*/ 6 w 13"/>
                  <a:gd name="T7" fmla="*/ 0 h 28"/>
                  <a:gd name="T8" fmla="*/ 13 w 13"/>
                  <a:gd name="T9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8">
                    <a:moveTo>
                      <a:pt x="13" y="13"/>
                    </a:moveTo>
                    <a:cubicBezTo>
                      <a:pt x="13" y="21"/>
                      <a:pt x="11" y="27"/>
                      <a:pt x="8" y="27"/>
                    </a:cubicBezTo>
                    <a:cubicBezTo>
                      <a:pt x="5" y="28"/>
                      <a:pt x="2" y="22"/>
                      <a:pt x="1" y="14"/>
                    </a:cubicBezTo>
                    <a:cubicBezTo>
                      <a:pt x="0" y="7"/>
                      <a:pt x="3" y="1"/>
                      <a:pt x="6" y="0"/>
                    </a:cubicBezTo>
                    <a:cubicBezTo>
                      <a:pt x="9" y="0"/>
                      <a:pt x="12" y="6"/>
                      <a:pt x="13" y="1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26" name="Freeform 636">
                <a:extLst>
                  <a:ext uri="{FF2B5EF4-FFF2-40B4-BE49-F238E27FC236}">
                    <a16:creationId xmlns:a16="http://schemas.microsoft.com/office/drawing/2014/main" id="{540F0D85-27AA-47EE-A671-D462108D7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376" y="5364163"/>
                <a:ext cx="52388" cy="115888"/>
              </a:xfrm>
              <a:custGeom>
                <a:avLst/>
                <a:gdLst>
                  <a:gd name="T0" fmla="*/ 8 w 13"/>
                  <a:gd name="T1" fmla="*/ 28 h 29"/>
                  <a:gd name="T2" fmla="*/ 6 w 13"/>
                  <a:gd name="T3" fmla="*/ 3 h 29"/>
                  <a:gd name="T4" fmla="*/ 4 w 13"/>
                  <a:gd name="T5" fmla="*/ 4 h 29"/>
                  <a:gd name="T6" fmla="*/ 1 w 13"/>
                  <a:gd name="T7" fmla="*/ 28 h 29"/>
                  <a:gd name="T8" fmla="*/ 1 w 13"/>
                  <a:gd name="T9" fmla="*/ 29 h 29"/>
                  <a:gd name="T10" fmla="*/ 7 w 13"/>
                  <a:gd name="T11" fmla="*/ 28 h 29"/>
                  <a:gd name="T12" fmla="*/ 8 w 13"/>
                  <a:gd name="T13" fmla="*/ 28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9">
                    <a:moveTo>
                      <a:pt x="8" y="28"/>
                    </a:moveTo>
                    <a:cubicBezTo>
                      <a:pt x="8" y="28"/>
                      <a:pt x="13" y="13"/>
                      <a:pt x="6" y="3"/>
                    </a:cubicBezTo>
                    <a:cubicBezTo>
                      <a:pt x="6" y="3"/>
                      <a:pt x="5" y="0"/>
                      <a:pt x="4" y="4"/>
                    </a:cubicBezTo>
                    <a:cubicBezTo>
                      <a:pt x="4" y="4"/>
                      <a:pt x="7" y="9"/>
                      <a:pt x="1" y="28"/>
                    </a:cubicBezTo>
                    <a:cubicBezTo>
                      <a:pt x="1" y="28"/>
                      <a:pt x="0" y="29"/>
                      <a:pt x="1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8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27" name="Freeform 637">
                <a:extLst>
                  <a:ext uri="{FF2B5EF4-FFF2-40B4-BE49-F238E27FC236}">
                    <a16:creationId xmlns:a16="http://schemas.microsoft.com/office/drawing/2014/main" id="{AD54173F-2E92-4C01-9D76-3515E70EC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376" y="5364163"/>
                <a:ext cx="52388" cy="115888"/>
              </a:xfrm>
              <a:custGeom>
                <a:avLst/>
                <a:gdLst>
                  <a:gd name="T0" fmla="*/ 8 w 13"/>
                  <a:gd name="T1" fmla="*/ 28 h 29"/>
                  <a:gd name="T2" fmla="*/ 6 w 13"/>
                  <a:gd name="T3" fmla="*/ 3 h 29"/>
                  <a:gd name="T4" fmla="*/ 4 w 13"/>
                  <a:gd name="T5" fmla="*/ 4 h 29"/>
                  <a:gd name="T6" fmla="*/ 1 w 13"/>
                  <a:gd name="T7" fmla="*/ 28 h 29"/>
                  <a:gd name="T8" fmla="*/ 1 w 13"/>
                  <a:gd name="T9" fmla="*/ 29 h 29"/>
                  <a:gd name="T10" fmla="*/ 7 w 13"/>
                  <a:gd name="T11" fmla="*/ 28 h 29"/>
                  <a:gd name="T12" fmla="*/ 8 w 13"/>
                  <a:gd name="T13" fmla="*/ 28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9">
                    <a:moveTo>
                      <a:pt x="8" y="28"/>
                    </a:moveTo>
                    <a:cubicBezTo>
                      <a:pt x="8" y="28"/>
                      <a:pt x="13" y="13"/>
                      <a:pt x="6" y="3"/>
                    </a:cubicBezTo>
                    <a:cubicBezTo>
                      <a:pt x="6" y="3"/>
                      <a:pt x="5" y="0"/>
                      <a:pt x="4" y="4"/>
                    </a:cubicBezTo>
                    <a:cubicBezTo>
                      <a:pt x="4" y="4"/>
                      <a:pt x="7" y="9"/>
                      <a:pt x="1" y="28"/>
                    </a:cubicBezTo>
                    <a:cubicBezTo>
                      <a:pt x="1" y="28"/>
                      <a:pt x="0" y="29"/>
                      <a:pt x="1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8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28" name="Freeform 638">
                <a:extLst>
                  <a:ext uri="{FF2B5EF4-FFF2-40B4-BE49-F238E27FC236}">
                    <a16:creationId xmlns:a16="http://schemas.microsoft.com/office/drawing/2014/main" id="{8B0A7DF8-47FC-40F3-8010-0A01870E7A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18113"/>
                <a:ext cx="330200" cy="261938"/>
              </a:xfrm>
              <a:custGeom>
                <a:avLst/>
                <a:gdLst>
                  <a:gd name="T0" fmla="*/ 76 w 83"/>
                  <a:gd name="T1" fmla="*/ 27 h 66"/>
                  <a:gd name="T2" fmla="*/ 83 w 83"/>
                  <a:gd name="T3" fmla="*/ 39 h 66"/>
                  <a:gd name="T4" fmla="*/ 81 w 83"/>
                  <a:gd name="T5" fmla="*/ 55 h 66"/>
                  <a:gd name="T6" fmla="*/ 79 w 83"/>
                  <a:gd name="T7" fmla="*/ 61 h 66"/>
                  <a:gd name="T8" fmla="*/ 33 w 83"/>
                  <a:gd name="T9" fmla="*/ 65 h 66"/>
                  <a:gd name="T10" fmla="*/ 24 w 83"/>
                  <a:gd name="T11" fmla="*/ 44 h 66"/>
                  <a:gd name="T12" fmla="*/ 19 w 83"/>
                  <a:gd name="T13" fmla="*/ 60 h 66"/>
                  <a:gd name="T14" fmla="*/ 7 w 83"/>
                  <a:gd name="T15" fmla="*/ 54 h 66"/>
                  <a:gd name="T16" fmla="*/ 1 w 83"/>
                  <a:gd name="T17" fmla="*/ 36 h 66"/>
                  <a:gd name="T18" fmla="*/ 3 w 83"/>
                  <a:gd name="T19" fmla="*/ 21 h 66"/>
                  <a:gd name="T20" fmla="*/ 11 w 83"/>
                  <a:gd name="T21" fmla="*/ 5 h 66"/>
                  <a:gd name="T22" fmla="*/ 17 w 83"/>
                  <a:gd name="T23" fmla="*/ 4 h 66"/>
                  <a:gd name="T24" fmla="*/ 52 w 83"/>
                  <a:gd name="T25" fmla="*/ 3 h 66"/>
                  <a:gd name="T26" fmla="*/ 62 w 83"/>
                  <a:gd name="T27" fmla="*/ 8 h 66"/>
                  <a:gd name="T28" fmla="*/ 76 w 83"/>
                  <a:gd name="T29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66">
                    <a:moveTo>
                      <a:pt x="76" y="27"/>
                    </a:moveTo>
                    <a:cubicBezTo>
                      <a:pt x="76" y="27"/>
                      <a:pt x="81" y="29"/>
                      <a:pt x="83" y="39"/>
                    </a:cubicBezTo>
                    <a:cubicBezTo>
                      <a:pt x="83" y="39"/>
                      <a:pt x="83" y="45"/>
                      <a:pt x="81" y="55"/>
                    </a:cubicBezTo>
                    <a:cubicBezTo>
                      <a:pt x="81" y="57"/>
                      <a:pt x="79" y="61"/>
                      <a:pt x="79" y="61"/>
                    </a:cubicBezTo>
                    <a:cubicBezTo>
                      <a:pt x="79" y="61"/>
                      <a:pt x="52" y="66"/>
                      <a:pt x="33" y="65"/>
                    </a:cubicBezTo>
                    <a:cubicBezTo>
                      <a:pt x="33" y="65"/>
                      <a:pt x="30" y="46"/>
                      <a:pt x="24" y="44"/>
                    </a:cubicBezTo>
                    <a:cubicBezTo>
                      <a:pt x="18" y="42"/>
                      <a:pt x="19" y="56"/>
                      <a:pt x="19" y="60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7" y="54"/>
                      <a:pt x="3" y="37"/>
                      <a:pt x="1" y="36"/>
                    </a:cubicBezTo>
                    <a:cubicBezTo>
                      <a:pt x="1" y="36"/>
                      <a:pt x="0" y="25"/>
                      <a:pt x="3" y="21"/>
                    </a:cubicBezTo>
                    <a:cubicBezTo>
                      <a:pt x="3" y="21"/>
                      <a:pt x="7" y="6"/>
                      <a:pt x="11" y="5"/>
                    </a:cubicBezTo>
                    <a:cubicBezTo>
                      <a:pt x="15" y="3"/>
                      <a:pt x="17" y="4"/>
                      <a:pt x="17" y="4"/>
                    </a:cubicBezTo>
                    <a:cubicBezTo>
                      <a:pt x="17" y="4"/>
                      <a:pt x="27" y="0"/>
                      <a:pt x="52" y="3"/>
                    </a:cubicBezTo>
                    <a:cubicBezTo>
                      <a:pt x="52" y="3"/>
                      <a:pt x="58" y="3"/>
                      <a:pt x="62" y="8"/>
                    </a:cubicBezTo>
                    <a:cubicBezTo>
                      <a:pt x="62" y="8"/>
                      <a:pt x="74" y="21"/>
                      <a:pt x="76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29" name="Freeform 639">
                <a:extLst>
                  <a:ext uri="{FF2B5EF4-FFF2-40B4-BE49-F238E27FC236}">
                    <a16:creationId xmlns:a16="http://schemas.microsoft.com/office/drawing/2014/main" id="{7FBC4BE9-F7E9-4DC4-987C-53908A23A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18113"/>
                <a:ext cx="330200" cy="261938"/>
              </a:xfrm>
              <a:custGeom>
                <a:avLst/>
                <a:gdLst>
                  <a:gd name="T0" fmla="*/ 76 w 83"/>
                  <a:gd name="T1" fmla="*/ 27 h 66"/>
                  <a:gd name="T2" fmla="*/ 83 w 83"/>
                  <a:gd name="T3" fmla="*/ 39 h 66"/>
                  <a:gd name="T4" fmla="*/ 81 w 83"/>
                  <a:gd name="T5" fmla="*/ 55 h 66"/>
                  <a:gd name="T6" fmla="*/ 79 w 83"/>
                  <a:gd name="T7" fmla="*/ 61 h 66"/>
                  <a:gd name="T8" fmla="*/ 33 w 83"/>
                  <a:gd name="T9" fmla="*/ 65 h 66"/>
                  <a:gd name="T10" fmla="*/ 24 w 83"/>
                  <a:gd name="T11" fmla="*/ 44 h 66"/>
                  <a:gd name="T12" fmla="*/ 19 w 83"/>
                  <a:gd name="T13" fmla="*/ 60 h 66"/>
                  <a:gd name="T14" fmla="*/ 7 w 83"/>
                  <a:gd name="T15" fmla="*/ 54 h 66"/>
                  <a:gd name="T16" fmla="*/ 1 w 83"/>
                  <a:gd name="T17" fmla="*/ 36 h 66"/>
                  <a:gd name="T18" fmla="*/ 3 w 83"/>
                  <a:gd name="T19" fmla="*/ 21 h 66"/>
                  <a:gd name="T20" fmla="*/ 11 w 83"/>
                  <a:gd name="T21" fmla="*/ 5 h 66"/>
                  <a:gd name="T22" fmla="*/ 17 w 83"/>
                  <a:gd name="T23" fmla="*/ 4 h 66"/>
                  <a:gd name="T24" fmla="*/ 52 w 83"/>
                  <a:gd name="T25" fmla="*/ 3 h 66"/>
                  <a:gd name="T26" fmla="*/ 62 w 83"/>
                  <a:gd name="T27" fmla="*/ 8 h 66"/>
                  <a:gd name="T28" fmla="*/ 76 w 83"/>
                  <a:gd name="T29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66">
                    <a:moveTo>
                      <a:pt x="76" y="27"/>
                    </a:moveTo>
                    <a:cubicBezTo>
                      <a:pt x="76" y="27"/>
                      <a:pt x="81" y="29"/>
                      <a:pt x="83" y="39"/>
                    </a:cubicBezTo>
                    <a:cubicBezTo>
                      <a:pt x="83" y="39"/>
                      <a:pt x="83" y="45"/>
                      <a:pt x="81" y="55"/>
                    </a:cubicBezTo>
                    <a:cubicBezTo>
                      <a:pt x="81" y="57"/>
                      <a:pt x="79" y="61"/>
                      <a:pt x="79" y="61"/>
                    </a:cubicBezTo>
                    <a:cubicBezTo>
                      <a:pt x="79" y="61"/>
                      <a:pt x="52" y="66"/>
                      <a:pt x="33" y="65"/>
                    </a:cubicBezTo>
                    <a:cubicBezTo>
                      <a:pt x="33" y="65"/>
                      <a:pt x="30" y="46"/>
                      <a:pt x="24" y="44"/>
                    </a:cubicBezTo>
                    <a:cubicBezTo>
                      <a:pt x="18" y="42"/>
                      <a:pt x="19" y="56"/>
                      <a:pt x="19" y="60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7" y="54"/>
                      <a:pt x="3" y="37"/>
                      <a:pt x="1" y="36"/>
                    </a:cubicBezTo>
                    <a:cubicBezTo>
                      <a:pt x="1" y="36"/>
                      <a:pt x="0" y="25"/>
                      <a:pt x="3" y="21"/>
                    </a:cubicBezTo>
                    <a:cubicBezTo>
                      <a:pt x="3" y="21"/>
                      <a:pt x="7" y="6"/>
                      <a:pt x="11" y="5"/>
                    </a:cubicBezTo>
                    <a:cubicBezTo>
                      <a:pt x="15" y="3"/>
                      <a:pt x="17" y="4"/>
                      <a:pt x="17" y="4"/>
                    </a:cubicBezTo>
                    <a:cubicBezTo>
                      <a:pt x="17" y="4"/>
                      <a:pt x="27" y="0"/>
                      <a:pt x="52" y="3"/>
                    </a:cubicBezTo>
                    <a:cubicBezTo>
                      <a:pt x="52" y="3"/>
                      <a:pt x="58" y="3"/>
                      <a:pt x="62" y="8"/>
                    </a:cubicBezTo>
                    <a:cubicBezTo>
                      <a:pt x="62" y="8"/>
                      <a:pt x="74" y="21"/>
                      <a:pt x="76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30" name="Freeform 640">
                <a:extLst>
                  <a:ext uri="{FF2B5EF4-FFF2-40B4-BE49-F238E27FC236}">
                    <a16:creationId xmlns:a16="http://schemas.microsoft.com/office/drawing/2014/main" id="{8A62D0CA-CBD3-4065-A441-0BCBFB257A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237163"/>
                <a:ext cx="215900" cy="107950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31" name="Freeform 641">
                <a:extLst>
                  <a:ext uri="{FF2B5EF4-FFF2-40B4-BE49-F238E27FC236}">
                    <a16:creationId xmlns:a16="http://schemas.microsoft.com/office/drawing/2014/main" id="{A47E3983-6CCD-4692-8E41-56D3CFA544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237163"/>
                <a:ext cx="215900" cy="107950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32" name="Freeform 642">
                <a:extLst>
                  <a:ext uri="{FF2B5EF4-FFF2-40B4-BE49-F238E27FC236}">
                    <a16:creationId xmlns:a16="http://schemas.microsoft.com/office/drawing/2014/main" id="{A59DD8B6-3E6A-47DC-B7F4-74FE84E5B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237163"/>
                <a:ext cx="215900" cy="107950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33" name="Freeform 643">
                <a:extLst>
                  <a:ext uri="{FF2B5EF4-FFF2-40B4-BE49-F238E27FC236}">
                    <a16:creationId xmlns:a16="http://schemas.microsoft.com/office/drawing/2014/main" id="{CED815BC-3034-47C2-AE08-59229E3DF8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241925"/>
                <a:ext cx="63500" cy="79375"/>
              </a:xfrm>
              <a:custGeom>
                <a:avLst/>
                <a:gdLst>
                  <a:gd name="T0" fmla="*/ 16 w 16"/>
                  <a:gd name="T1" fmla="*/ 20 h 20"/>
                  <a:gd name="T2" fmla="*/ 13 w 16"/>
                  <a:gd name="T3" fmla="*/ 5 h 20"/>
                  <a:gd name="T4" fmla="*/ 8 w 16"/>
                  <a:gd name="T5" fmla="*/ 0 h 20"/>
                  <a:gd name="T6" fmla="*/ 0 w 16"/>
                  <a:gd name="T7" fmla="*/ 13 h 20"/>
                  <a:gd name="T8" fmla="*/ 16 w 16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6" y="20"/>
                    </a:move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0"/>
                      <a:pt x="8" y="0"/>
                    </a:cubicBezTo>
                    <a:cubicBezTo>
                      <a:pt x="8" y="0"/>
                      <a:pt x="5" y="0"/>
                      <a:pt x="0" y="13"/>
                    </a:cubicBezTo>
                    <a:cubicBezTo>
                      <a:pt x="16" y="20"/>
                      <a:pt x="16" y="20"/>
                      <a:pt x="16" y="2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34" name="Freeform 644">
                <a:extLst>
                  <a:ext uri="{FF2B5EF4-FFF2-40B4-BE49-F238E27FC236}">
                    <a16:creationId xmlns:a16="http://schemas.microsoft.com/office/drawing/2014/main" id="{61641CD8-0F82-4A43-A938-A2393E77A9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241925"/>
                <a:ext cx="63500" cy="79375"/>
              </a:xfrm>
              <a:custGeom>
                <a:avLst/>
                <a:gdLst>
                  <a:gd name="T0" fmla="*/ 16 w 16"/>
                  <a:gd name="T1" fmla="*/ 20 h 20"/>
                  <a:gd name="T2" fmla="*/ 13 w 16"/>
                  <a:gd name="T3" fmla="*/ 5 h 20"/>
                  <a:gd name="T4" fmla="*/ 8 w 16"/>
                  <a:gd name="T5" fmla="*/ 0 h 20"/>
                  <a:gd name="T6" fmla="*/ 0 w 16"/>
                  <a:gd name="T7" fmla="*/ 13 h 20"/>
                  <a:gd name="T8" fmla="*/ 16 w 16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6" y="20"/>
                    </a:move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0"/>
                      <a:pt x="8" y="0"/>
                    </a:cubicBezTo>
                    <a:cubicBezTo>
                      <a:pt x="8" y="0"/>
                      <a:pt x="5" y="0"/>
                      <a:pt x="0" y="13"/>
                    </a:cubicBezTo>
                    <a:cubicBezTo>
                      <a:pt x="16" y="20"/>
                      <a:pt x="16" y="20"/>
                      <a:pt x="16" y="2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35" name="Freeform 645">
                <a:extLst>
                  <a:ext uri="{FF2B5EF4-FFF2-40B4-BE49-F238E27FC236}">
                    <a16:creationId xmlns:a16="http://schemas.microsoft.com/office/drawing/2014/main" id="{6F40FE12-2D19-4079-96EC-5EF7279F52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6426" y="5321300"/>
                <a:ext cx="7938" cy="138113"/>
              </a:xfrm>
              <a:custGeom>
                <a:avLst/>
                <a:gdLst>
                  <a:gd name="T0" fmla="*/ 1 w 2"/>
                  <a:gd name="T1" fmla="*/ 35 h 35"/>
                  <a:gd name="T2" fmla="*/ 0 w 2"/>
                  <a:gd name="T3" fmla="*/ 10 h 35"/>
                  <a:gd name="T4" fmla="*/ 2 w 2"/>
                  <a:gd name="T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5">
                    <a:moveTo>
                      <a:pt x="1" y="35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4"/>
                      <a:pt x="2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36" name="Freeform 646">
                <a:extLst>
                  <a:ext uri="{FF2B5EF4-FFF2-40B4-BE49-F238E27FC236}">
                    <a16:creationId xmlns:a16="http://schemas.microsoft.com/office/drawing/2014/main" id="{B2E87997-3308-4766-B972-C3C98CA9F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6426" y="5321300"/>
                <a:ext cx="7938" cy="138113"/>
              </a:xfrm>
              <a:custGeom>
                <a:avLst/>
                <a:gdLst>
                  <a:gd name="T0" fmla="*/ 1 w 2"/>
                  <a:gd name="T1" fmla="*/ 35 h 35"/>
                  <a:gd name="T2" fmla="*/ 0 w 2"/>
                  <a:gd name="T3" fmla="*/ 10 h 35"/>
                  <a:gd name="T4" fmla="*/ 2 w 2"/>
                  <a:gd name="T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5">
                    <a:moveTo>
                      <a:pt x="1" y="35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4"/>
                      <a:pt x="2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37" name="Freeform 647">
                <a:extLst>
                  <a:ext uri="{FF2B5EF4-FFF2-40B4-BE49-F238E27FC236}">
                    <a16:creationId xmlns:a16="http://schemas.microsoft.com/office/drawing/2014/main" id="{B654FA6A-14AA-4078-83B9-1F6637AE6F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92725"/>
                <a:ext cx="31750" cy="127000"/>
              </a:xfrm>
              <a:custGeom>
                <a:avLst/>
                <a:gdLst>
                  <a:gd name="T0" fmla="*/ 6 w 8"/>
                  <a:gd name="T1" fmla="*/ 0 h 32"/>
                  <a:gd name="T2" fmla="*/ 8 w 8"/>
                  <a:gd name="T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" h="32">
                    <a:moveTo>
                      <a:pt x="6" y="0"/>
                    </a:moveTo>
                    <a:cubicBezTo>
                      <a:pt x="6" y="0"/>
                      <a:pt x="0" y="9"/>
                      <a:pt x="8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38" name="Freeform 648">
                <a:extLst>
                  <a:ext uri="{FF2B5EF4-FFF2-40B4-BE49-F238E27FC236}">
                    <a16:creationId xmlns:a16="http://schemas.microsoft.com/office/drawing/2014/main" id="{37CDDF96-5712-4CFB-9452-4A738C831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92725"/>
                <a:ext cx="31750" cy="127000"/>
              </a:xfrm>
              <a:custGeom>
                <a:avLst/>
                <a:gdLst>
                  <a:gd name="T0" fmla="*/ 6 w 8"/>
                  <a:gd name="T1" fmla="*/ 0 h 32"/>
                  <a:gd name="T2" fmla="*/ 8 w 8"/>
                  <a:gd name="T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" h="32">
                    <a:moveTo>
                      <a:pt x="6" y="0"/>
                    </a:moveTo>
                    <a:cubicBezTo>
                      <a:pt x="6" y="0"/>
                      <a:pt x="0" y="9"/>
                      <a:pt x="8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39" name="Freeform 649">
                <a:extLst>
                  <a:ext uri="{FF2B5EF4-FFF2-40B4-BE49-F238E27FC236}">
                    <a16:creationId xmlns:a16="http://schemas.microsoft.com/office/drawing/2014/main" id="{3AFC58D0-1B7F-4F4F-B2FD-196D48C990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251" y="5376863"/>
                <a:ext cx="39688" cy="87313"/>
              </a:xfrm>
              <a:custGeom>
                <a:avLst/>
                <a:gdLst>
                  <a:gd name="T0" fmla="*/ 2 w 10"/>
                  <a:gd name="T1" fmla="*/ 20 h 22"/>
                  <a:gd name="T2" fmla="*/ 6 w 10"/>
                  <a:gd name="T3" fmla="*/ 22 h 22"/>
                  <a:gd name="T4" fmla="*/ 10 w 10"/>
                  <a:gd name="T5" fmla="*/ 7 h 22"/>
                  <a:gd name="T6" fmla="*/ 2 w 10"/>
                  <a:gd name="T7" fmla="*/ 6 h 22"/>
                  <a:gd name="T8" fmla="*/ 2 w 10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2">
                    <a:moveTo>
                      <a:pt x="2" y="20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5" y="0"/>
                      <a:pt x="2" y="6"/>
                    </a:cubicBezTo>
                    <a:cubicBezTo>
                      <a:pt x="0" y="12"/>
                      <a:pt x="2" y="20"/>
                      <a:pt x="2" y="2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40" name="Freeform 650">
                <a:extLst>
                  <a:ext uri="{FF2B5EF4-FFF2-40B4-BE49-F238E27FC236}">
                    <a16:creationId xmlns:a16="http://schemas.microsoft.com/office/drawing/2014/main" id="{76E3232D-6776-417D-BFE0-53031E51B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251" y="5376863"/>
                <a:ext cx="39688" cy="87313"/>
              </a:xfrm>
              <a:custGeom>
                <a:avLst/>
                <a:gdLst>
                  <a:gd name="T0" fmla="*/ 2 w 10"/>
                  <a:gd name="T1" fmla="*/ 20 h 22"/>
                  <a:gd name="T2" fmla="*/ 6 w 10"/>
                  <a:gd name="T3" fmla="*/ 22 h 22"/>
                  <a:gd name="T4" fmla="*/ 10 w 10"/>
                  <a:gd name="T5" fmla="*/ 7 h 22"/>
                  <a:gd name="T6" fmla="*/ 2 w 10"/>
                  <a:gd name="T7" fmla="*/ 6 h 22"/>
                  <a:gd name="T8" fmla="*/ 2 w 10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2">
                    <a:moveTo>
                      <a:pt x="2" y="20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5" y="0"/>
                      <a:pt x="2" y="6"/>
                    </a:cubicBezTo>
                    <a:cubicBezTo>
                      <a:pt x="0" y="12"/>
                      <a:pt x="2" y="20"/>
                      <a:pt x="2" y="2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41" name="Freeform 651">
                <a:extLst>
                  <a:ext uri="{FF2B5EF4-FFF2-40B4-BE49-F238E27FC236}">
                    <a16:creationId xmlns:a16="http://schemas.microsoft.com/office/drawing/2014/main" id="{0A367364-DAF3-4E9E-989F-57325D140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403850"/>
                <a:ext cx="47625" cy="95250"/>
              </a:xfrm>
              <a:custGeom>
                <a:avLst/>
                <a:gdLst>
                  <a:gd name="T0" fmla="*/ 11 w 12"/>
                  <a:gd name="T1" fmla="*/ 16 h 24"/>
                  <a:gd name="T2" fmla="*/ 9 w 12"/>
                  <a:gd name="T3" fmla="*/ 24 h 24"/>
                  <a:gd name="T4" fmla="*/ 4 w 12"/>
                  <a:gd name="T5" fmla="*/ 24 h 24"/>
                  <a:gd name="T6" fmla="*/ 0 w 12"/>
                  <a:gd name="T7" fmla="*/ 11 h 24"/>
                  <a:gd name="T8" fmla="*/ 1 w 12"/>
                  <a:gd name="T9" fmla="*/ 0 h 24"/>
                  <a:gd name="T10" fmla="*/ 3 w 12"/>
                  <a:gd name="T11" fmla="*/ 0 h 24"/>
                  <a:gd name="T12" fmla="*/ 11 w 12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11" y="16"/>
                    </a:moveTo>
                    <a:cubicBezTo>
                      <a:pt x="12" y="17"/>
                      <a:pt x="11" y="22"/>
                      <a:pt x="9" y="24"/>
                    </a:cubicBezTo>
                    <a:cubicBezTo>
                      <a:pt x="9" y="24"/>
                      <a:pt x="4" y="24"/>
                      <a:pt x="4" y="24"/>
                    </a:cubicBezTo>
                    <a:cubicBezTo>
                      <a:pt x="4" y="24"/>
                      <a:pt x="1" y="17"/>
                      <a:pt x="0" y="11"/>
                    </a:cubicBezTo>
                    <a:cubicBezTo>
                      <a:pt x="0" y="7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6" y="0"/>
                      <a:pt x="11" y="16"/>
                      <a:pt x="11" y="1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42" name="Freeform 652">
                <a:extLst>
                  <a:ext uri="{FF2B5EF4-FFF2-40B4-BE49-F238E27FC236}">
                    <a16:creationId xmlns:a16="http://schemas.microsoft.com/office/drawing/2014/main" id="{668EF0AA-5BA6-467A-B089-831FC37134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403850"/>
                <a:ext cx="47625" cy="95250"/>
              </a:xfrm>
              <a:custGeom>
                <a:avLst/>
                <a:gdLst>
                  <a:gd name="T0" fmla="*/ 11 w 12"/>
                  <a:gd name="T1" fmla="*/ 16 h 24"/>
                  <a:gd name="T2" fmla="*/ 9 w 12"/>
                  <a:gd name="T3" fmla="*/ 24 h 24"/>
                  <a:gd name="T4" fmla="*/ 4 w 12"/>
                  <a:gd name="T5" fmla="*/ 24 h 24"/>
                  <a:gd name="T6" fmla="*/ 0 w 12"/>
                  <a:gd name="T7" fmla="*/ 11 h 24"/>
                  <a:gd name="T8" fmla="*/ 1 w 12"/>
                  <a:gd name="T9" fmla="*/ 0 h 24"/>
                  <a:gd name="T10" fmla="*/ 3 w 12"/>
                  <a:gd name="T11" fmla="*/ 0 h 24"/>
                  <a:gd name="T12" fmla="*/ 11 w 12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11" y="16"/>
                    </a:moveTo>
                    <a:cubicBezTo>
                      <a:pt x="12" y="17"/>
                      <a:pt x="11" y="22"/>
                      <a:pt x="9" y="24"/>
                    </a:cubicBezTo>
                    <a:cubicBezTo>
                      <a:pt x="9" y="24"/>
                      <a:pt x="4" y="24"/>
                      <a:pt x="4" y="24"/>
                    </a:cubicBezTo>
                    <a:cubicBezTo>
                      <a:pt x="4" y="24"/>
                      <a:pt x="1" y="17"/>
                      <a:pt x="0" y="11"/>
                    </a:cubicBezTo>
                    <a:cubicBezTo>
                      <a:pt x="0" y="7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6" y="0"/>
                      <a:pt x="11" y="16"/>
                      <a:pt x="11" y="1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43" name="Freeform 653">
                <a:extLst>
                  <a:ext uri="{FF2B5EF4-FFF2-40B4-BE49-F238E27FC236}">
                    <a16:creationId xmlns:a16="http://schemas.microsoft.com/office/drawing/2014/main" id="{88F33D13-9546-4512-ACBD-A2C556BA7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188" y="5403850"/>
                <a:ext cx="42863" cy="95250"/>
              </a:xfrm>
              <a:custGeom>
                <a:avLst/>
                <a:gdLst>
                  <a:gd name="T0" fmla="*/ 11 w 11"/>
                  <a:gd name="T1" fmla="*/ 12 h 24"/>
                  <a:gd name="T2" fmla="*/ 7 w 11"/>
                  <a:gd name="T3" fmla="*/ 24 h 24"/>
                  <a:gd name="T4" fmla="*/ 1 w 11"/>
                  <a:gd name="T5" fmla="*/ 12 h 24"/>
                  <a:gd name="T6" fmla="*/ 5 w 11"/>
                  <a:gd name="T7" fmla="*/ 0 h 24"/>
                  <a:gd name="T8" fmla="*/ 11 w 11"/>
                  <a:gd name="T9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4">
                    <a:moveTo>
                      <a:pt x="11" y="12"/>
                    </a:moveTo>
                    <a:cubicBezTo>
                      <a:pt x="11" y="18"/>
                      <a:pt x="10" y="24"/>
                      <a:pt x="7" y="24"/>
                    </a:cubicBezTo>
                    <a:cubicBezTo>
                      <a:pt x="4" y="24"/>
                      <a:pt x="1" y="19"/>
                      <a:pt x="1" y="12"/>
                    </a:cubicBezTo>
                    <a:cubicBezTo>
                      <a:pt x="0" y="6"/>
                      <a:pt x="2" y="0"/>
                      <a:pt x="5" y="0"/>
                    </a:cubicBezTo>
                    <a:cubicBezTo>
                      <a:pt x="8" y="0"/>
                      <a:pt x="10" y="5"/>
                      <a:pt x="11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44" name="Freeform 654">
                <a:extLst>
                  <a:ext uri="{FF2B5EF4-FFF2-40B4-BE49-F238E27FC236}">
                    <a16:creationId xmlns:a16="http://schemas.microsoft.com/office/drawing/2014/main" id="{2D79FB23-B4F6-42A4-B93E-42FFC03A0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188" y="5403850"/>
                <a:ext cx="42863" cy="95250"/>
              </a:xfrm>
              <a:custGeom>
                <a:avLst/>
                <a:gdLst>
                  <a:gd name="T0" fmla="*/ 11 w 11"/>
                  <a:gd name="T1" fmla="*/ 12 h 24"/>
                  <a:gd name="T2" fmla="*/ 7 w 11"/>
                  <a:gd name="T3" fmla="*/ 24 h 24"/>
                  <a:gd name="T4" fmla="*/ 1 w 11"/>
                  <a:gd name="T5" fmla="*/ 12 h 24"/>
                  <a:gd name="T6" fmla="*/ 5 w 11"/>
                  <a:gd name="T7" fmla="*/ 0 h 24"/>
                  <a:gd name="T8" fmla="*/ 11 w 11"/>
                  <a:gd name="T9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4">
                    <a:moveTo>
                      <a:pt x="11" y="12"/>
                    </a:moveTo>
                    <a:cubicBezTo>
                      <a:pt x="11" y="18"/>
                      <a:pt x="10" y="24"/>
                      <a:pt x="7" y="24"/>
                    </a:cubicBezTo>
                    <a:cubicBezTo>
                      <a:pt x="4" y="24"/>
                      <a:pt x="1" y="19"/>
                      <a:pt x="1" y="12"/>
                    </a:cubicBezTo>
                    <a:cubicBezTo>
                      <a:pt x="0" y="6"/>
                      <a:pt x="2" y="0"/>
                      <a:pt x="5" y="0"/>
                    </a:cubicBezTo>
                    <a:cubicBezTo>
                      <a:pt x="8" y="0"/>
                      <a:pt x="10" y="5"/>
                      <a:pt x="11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45" name="Freeform 655">
                <a:extLst>
                  <a:ext uri="{FF2B5EF4-FFF2-40B4-BE49-F238E27FC236}">
                    <a16:creationId xmlns:a16="http://schemas.microsoft.com/office/drawing/2014/main" id="{0A0B17A3-3FB1-43DD-A552-9DD32A39FB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54363" y="5416550"/>
                <a:ext cx="31750" cy="74613"/>
              </a:xfrm>
              <a:custGeom>
                <a:avLst/>
                <a:gdLst>
                  <a:gd name="T0" fmla="*/ 5 w 8"/>
                  <a:gd name="T1" fmla="*/ 17 h 19"/>
                  <a:gd name="T2" fmla="*/ 5 w 8"/>
                  <a:gd name="T3" fmla="*/ 17 h 19"/>
                  <a:gd name="T4" fmla="*/ 4 w 8"/>
                  <a:gd name="T5" fmla="*/ 17 h 19"/>
                  <a:gd name="T6" fmla="*/ 2 w 8"/>
                  <a:gd name="T7" fmla="*/ 14 h 19"/>
                  <a:gd name="T8" fmla="*/ 4 w 8"/>
                  <a:gd name="T9" fmla="*/ 11 h 19"/>
                  <a:gd name="T10" fmla="*/ 5 w 8"/>
                  <a:gd name="T11" fmla="*/ 17 h 19"/>
                  <a:gd name="T12" fmla="*/ 5 w 8"/>
                  <a:gd name="T13" fmla="*/ 17 h 19"/>
                  <a:gd name="T14" fmla="*/ 7 w 8"/>
                  <a:gd name="T15" fmla="*/ 13 h 19"/>
                  <a:gd name="T16" fmla="*/ 5 w 8"/>
                  <a:gd name="T17" fmla="*/ 17 h 19"/>
                  <a:gd name="T18" fmla="*/ 5 w 8"/>
                  <a:gd name="T19" fmla="*/ 11 h 19"/>
                  <a:gd name="T20" fmla="*/ 7 w 8"/>
                  <a:gd name="T21" fmla="*/ 11 h 19"/>
                  <a:gd name="T22" fmla="*/ 7 w 8"/>
                  <a:gd name="T23" fmla="*/ 13 h 19"/>
                  <a:gd name="T24" fmla="*/ 2 w 8"/>
                  <a:gd name="T25" fmla="*/ 13 h 19"/>
                  <a:gd name="T26" fmla="*/ 2 w 8"/>
                  <a:gd name="T27" fmla="*/ 12 h 19"/>
                  <a:gd name="T28" fmla="*/ 1 w 8"/>
                  <a:gd name="T29" fmla="*/ 6 h 19"/>
                  <a:gd name="T30" fmla="*/ 2 w 8"/>
                  <a:gd name="T31" fmla="*/ 5 h 19"/>
                  <a:gd name="T32" fmla="*/ 4 w 8"/>
                  <a:gd name="T33" fmla="*/ 10 h 19"/>
                  <a:gd name="T34" fmla="*/ 2 w 8"/>
                  <a:gd name="T35" fmla="*/ 13 h 19"/>
                  <a:gd name="T36" fmla="*/ 7 w 8"/>
                  <a:gd name="T37" fmla="*/ 7 h 19"/>
                  <a:gd name="T38" fmla="*/ 7 w 8"/>
                  <a:gd name="T39" fmla="*/ 10 h 19"/>
                  <a:gd name="T40" fmla="*/ 5 w 8"/>
                  <a:gd name="T41" fmla="*/ 9 h 19"/>
                  <a:gd name="T42" fmla="*/ 5 w 8"/>
                  <a:gd name="T43" fmla="*/ 2 h 19"/>
                  <a:gd name="T44" fmla="*/ 7 w 8"/>
                  <a:gd name="T45" fmla="*/ 7 h 19"/>
                  <a:gd name="T46" fmla="*/ 4 w 8"/>
                  <a:gd name="T47" fmla="*/ 8 h 19"/>
                  <a:gd name="T48" fmla="*/ 2 w 8"/>
                  <a:gd name="T49" fmla="*/ 4 h 19"/>
                  <a:gd name="T50" fmla="*/ 4 w 8"/>
                  <a:gd name="T51" fmla="*/ 2 h 19"/>
                  <a:gd name="T52" fmla="*/ 5 w 8"/>
                  <a:gd name="T53" fmla="*/ 2 h 19"/>
                  <a:gd name="T54" fmla="*/ 4 w 8"/>
                  <a:gd name="T55" fmla="*/ 8 h 19"/>
                  <a:gd name="T56" fmla="*/ 5 w 8"/>
                  <a:gd name="T57" fmla="*/ 1 h 19"/>
                  <a:gd name="T58" fmla="*/ 4 w 8"/>
                  <a:gd name="T59" fmla="*/ 0 h 19"/>
                  <a:gd name="T60" fmla="*/ 4 w 8"/>
                  <a:gd name="T61" fmla="*/ 0 h 19"/>
                  <a:gd name="T62" fmla="*/ 1 w 8"/>
                  <a:gd name="T63" fmla="*/ 5 h 19"/>
                  <a:gd name="T64" fmla="*/ 3 w 8"/>
                  <a:gd name="T65" fmla="*/ 18 h 19"/>
                  <a:gd name="T66" fmla="*/ 5 w 8"/>
                  <a:gd name="T67" fmla="*/ 19 h 19"/>
                  <a:gd name="T68" fmla="*/ 8 w 8"/>
                  <a:gd name="T69" fmla="*/ 14 h 19"/>
                  <a:gd name="T70" fmla="*/ 5 w 8"/>
                  <a:gd name="T71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" h="19">
                    <a:moveTo>
                      <a:pt x="5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6"/>
                      <a:pt x="2" y="15"/>
                      <a:pt x="2" y="14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moveTo>
                      <a:pt x="7" y="13"/>
                    </a:moveTo>
                    <a:cubicBezTo>
                      <a:pt x="7" y="15"/>
                      <a:pt x="6" y="17"/>
                      <a:pt x="5" y="17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2"/>
                      <a:pt x="7" y="12"/>
                      <a:pt x="7" y="13"/>
                    </a:cubicBezTo>
                    <a:moveTo>
                      <a:pt x="2" y="13"/>
                    </a:moveTo>
                    <a:cubicBezTo>
                      <a:pt x="2" y="13"/>
                      <a:pt x="2" y="13"/>
                      <a:pt x="2" y="12"/>
                    </a:cubicBezTo>
                    <a:cubicBezTo>
                      <a:pt x="1" y="10"/>
                      <a:pt x="1" y="8"/>
                      <a:pt x="1" y="6"/>
                    </a:cubicBezTo>
                    <a:cubicBezTo>
                      <a:pt x="2" y="6"/>
                      <a:pt x="2" y="5"/>
                      <a:pt x="2" y="5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2" y="13"/>
                    </a:lnTo>
                    <a:close/>
                    <a:moveTo>
                      <a:pt x="7" y="7"/>
                    </a:moveTo>
                    <a:cubicBezTo>
                      <a:pt x="7" y="8"/>
                      <a:pt x="7" y="9"/>
                      <a:pt x="7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6" y="5"/>
                      <a:pt x="7" y="7"/>
                    </a:cubicBezTo>
                    <a:moveTo>
                      <a:pt x="4" y="8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2"/>
                      <a:pt x="3" y="2"/>
                      <a:pt x="4" y="2"/>
                    </a:cubicBezTo>
                    <a:cubicBezTo>
                      <a:pt x="4" y="1"/>
                      <a:pt x="5" y="2"/>
                      <a:pt x="5" y="2"/>
                    </a:cubicBezTo>
                    <a:lnTo>
                      <a:pt x="4" y="8"/>
                    </a:lnTo>
                    <a:close/>
                    <a:moveTo>
                      <a:pt x="5" y="1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2"/>
                      <a:pt x="1" y="5"/>
                    </a:cubicBezTo>
                    <a:cubicBezTo>
                      <a:pt x="0" y="10"/>
                      <a:pt x="1" y="16"/>
                      <a:pt x="3" y="18"/>
                    </a:cubicBezTo>
                    <a:cubicBezTo>
                      <a:pt x="4" y="19"/>
                      <a:pt x="4" y="19"/>
                      <a:pt x="5" y="19"/>
                    </a:cubicBezTo>
                    <a:cubicBezTo>
                      <a:pt x="6" y="19"/>
                      <a:pt x="7" y="17"/>
                      <a:pt x="8" y="14"/>
                    </a:cubicBezTo>
                    <a:cubicBezTo>
                      <a:pt x="8" y="9"/>
                      <a:pt x="7" y="3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46" name="Freeform 656">
                <a:extLst>
                  <a:ext uri="{FF2B5EF4-FFF2-40B4-BE49-F238E27FC236}">
                    <a16:creationId xmlns:a16="http://schemas.microsoft.com/office/drawing/2014/main" id="{78E145CF-D9E3-4C89-B8DE-CF61F1BA8F5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54363" y="5416550"/>
                <a:ext cx="31750" cy="74613"/>
              </a:xfrm>
              <a:custGeom>
                <a:avLst/>
                <a:gdLst>
                  <a:gd name="T0" fmla="*/ 5 w 8"/>
                  <a:gd name="T1" fmla="*/ 17 h 19"/>
                  <a:gd name="T2" fmla="*/ 5 w 8"/>
                  <a:gd name="T3" fmla="*/ 17 h 19"/>
                  <a:gd name="T4" fmla="*/ 4 w 8"/>
                  <a:gd name="T5" fmla="*/ 17 h 19"/>
                  <a:gd name="T6" fmla="*/ 2 w 8"/>
                  <a:gd name="T7" fmla="*/ 14 h 19"/>
                  <a:gd name="T8" fmla="*/ 4 w 8"/>
                  <a:gd name="T9" fmla="*/ 11 h 19"/>
                  <a:gd name="T10" fmla="*/ 5 w 8"/>
                  <a:gd name="T11" fmla="*/ 17 h 19"/>
                  <a:gd name="T12" fmla="*/ 5 w 8"/>
                  <a:gd name="T13" fmla="*/ 17 h 19"/>
                  <a:gd name="T14" fmla="*/ 7 w 8"/>
                  <a:gd name="T15" fmla="*/ 13 h 19"/>
                  <a:gd name="T16" fmla="*/ 5 w 8"/>
                  <a:gd name="T17" fmla="*/ 17 h 19"/>
                  <a:gd name="T18" fmla="*/ 5 w 8"/>
                  <a:gd name="T19" fmla="*/ 11 h 19"/>
                  <a:gd name="T20" fmla="*/ 7 w 8"/>
                  <a:gd name="T21" fmla="*/ 11 h 19"/>
                  <a:gd name="T22" fmla="*/ 7 w 8"/>
                  <a:gd name="T23" fmla="*/ 13 h 19"/>
                  <a:gd name="T24" fmla="*/ 2 w 8"/>
                  <a:gd name="T25" fmla="*/ 13 h 19"/>
                  <a:gd name="T26" fmla="*/ 2 w 8"/>
                  <a:gd name="T27" fmla="*/ 12 h 19"/>
                  <a:gd name="T28" fmla="*/ 1 w 8"/>
                  <a:gd name="T29" fmla="*/ 6 h 19"/>
                  <a:gd name="T30" fmla="*/ 2 w 8"/>
                  <a:gd name="T31" fmla="*/ 5 h 19"/>
                  <a:gd name="T32" fmla="*/ 4 w 8"/>
                  <a:gd name="T33" fmla="*/ 10 h 19"/>
                  <a:gd name="T34" fmla="*/ 2 w 8"/>
                  <a:gd name="T35" fmla="*/ 13 h 19"/>
                  <a:gd name="T36" fmla="*/ 7 w 8"/>
                  <a:gd name="T37" fmla="*/ 7 h 19"/>
                  <a:gd name="T38" fmla="*/ 7 w 8"/>
                  <a:gd name="T39" fmla="*/ 10 h 19"/>
                  <a:gd name="T40" fmla="*/ 5 w 8"/>
                  <a:gd name="T41" fmla="*/ 9 h 19"/>
                  <a:gd name="T42" fmla="*/ 5 w 8"/>
                  <a:gd name="T43" fmla="*/ 2 h 19"/>
                  <a:gd name="T44" fmla="*/ 7 w 8"/>
                  <a:gd name="T45" fmla="*/ 7 h 19"/>
                  <a:gd name="T46" fmla="*/ 4 w 8"/>
                  <a:gd name="T47" fmla="*/ 8 h 19"/>
                  <a:gd name="T48" fmla="*/ 2 w 8"/>
                  <a:gd name="T49" fmla="*/ 4 h 19"/>
                  <a:gd name="T50" fmla="*/ 4 w 8"/>
                  <a:gd name="T51" fmla="*/ 2 h 19"/>
                  <a:gd name="T52" fmla="*/ 5 w 8"/>
                  <a:gd name="T53" fmla="*/ 2 h 19"/>
                  <a:gd name="T54" fmla="*/ 4 w 8"/>
                  <a:gd name="T55" fmla="*/ 8 h 19"/>
                  <a:gd name="T56" fmla="*/ 5 w 8"/>
                  <a:gd name="T57" fmla="*/ 1 h 19"/>
                  <a:gd name="T58" fmla="*/ 4 w 8"/>
                  <a:gd name="T59" fmla="*/ 0 h 19"/>
                  <a:gd name="T60" fmla="*/ 4 w 8"/>
                  <a:gd name="T61" fmla="*/ 0 h 19"/>
                  <a:gd name="T62" fmla="*/ 1 w 8"/>
                  <a:gd name="T63" fmla="*/ 5 h 19"/>
                  <a:gd name="T64" fmla="*/ 3 w 8"/>
                  <a:gd name="T65" fmla="*/ 18 h 19"/>
                  <a:gd name="T66" fmla="*/ 5 w 8"/>
                  <a:gd name="T67" fmla="*/ 19 h 19"/>
                  <a:gd name="T68" fmla="*/ 8 w 8"/>
                  <a:gd name="T69" fmla="*/ 14 h 19"/>
                  <a:gd name="T70" fmla="*/ 5 w 8"/>
                  <a:gd name="T71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" h="19">
                    <a:moveTo>
                      <a:pt x="5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6"/>
                      <a:pt x="2" y="15"/>
                      <a:pt x="2" y="14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moveTo>
                      <a:pt x="7" y="13"/>
                    </a:moveTo>
                    <a:cubicBezTo>
                      <a:pt x="7" y="15"/>
                      <a:pt x="6" y="17"/>
                      <a:pt x="5" y="17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2"/>
                      <a:pt x="7" y="12"/>
                      <a:pt x="7" y="13"/>
                    </a:cubicBezTo>
                    <a:moveTo>
                      <a:pt x="2" y="13"/>
                    </a:moveTo>
                    <a:cubicBezTo>
                      <a:pt x="2" y="13"/>
                      <a:pt x="2" y="13"/>
                      <a:pt x="2" y="12"/>
                    </a:cubicBezTo>
                    <a:cubicBezTo>
                      <a:pt x="1" y="10"/>
                      <a:pt x="1" y="8"/>
                      <a:pt x="1" y="6"/>
                    </a:cubicBezTo>
                    <a:cubicBezTo>
                      <a:pt x="2" y="6"/>
                      <a:pt x="2" y="5"/>
                      <a:pt x="2" y="5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2" y="13"/>
                    </a:lnTo>
                    <a:close/>
                    <a:moveTo>
                      <a:pt x="7" y="7"/>
                    </a:moveTo>
                    <a:cubicBezTo>
                      <a:pt x="7" y="8"/>
                      <a:pt x="7" y="9"/>
                      <a:pt x="7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6" y="5"/>
                      <a:pt x="7" y="7"/>
                    </a:cubicBezTo>
                    <a:moveTo>
                      <a:pt x="4" y="8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2"/>
                      <a:pt x="3" y="2"/>
                      <a:pt x="4" y="2"/>
                    </a:cubicBezTo>
                    <a:cubicBezTo>
                      <a:pt x="4" y="1"/>
                      <a:pt x="5" y="2"/>
                      <a:pt x="5" y="2"/>
                    </a:cubicBezTo>
                    <a:lnTo>
                      <a:pt x="4" y="8"/>
                    </a:lnTo>
                    <a:close/>
                    <a:moveTo>
                      <a:pt x="5" y="1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2"/>
                      <a:pt x="1" y="5"/>
                    </a:cubicBezTo>
                    <a:cubicBezTo>
                      <a:pt x="0" y="10"/>
                      <a:pt x="1" y="16"/>
                      <a:pt x="3" y="18"/>
                    </a:cubicBezTo>
                    <a:cubicBezTo>
                      <a:pt x="4" y="19"/>
                      <a:pt x="4" y="19"/>
                      <a:pt x="5" y="19"/>
                    </a:cubicBezTo>
                    <a:cubicBezTo>
                      <a:pt x="6" y="19"/>
                      <a:pt x="7" y="17"/>
                      <a:pt x="8" y="14"/>
                    </a:cubicBezTo>
                    <a:cubicBezTo>
                      <a:pt x="8" y="9"/>
                      <a:pt x="7" y="3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47" name="Freeform 657">
                <a:extLst>
                  <a:ext uri="{FF2B5EF4-FFF2-40B4-BE49-F238E27FC236}">
                    <a16:creationId xmlns:a16="http://schemas.microsoft.com/office/drawing/2014/main" id="{C95524B7-D892-41A2-AB76-1F4AFFC55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488" y="5372100"/>
                <a:ext cx="87313" cy="111125"/>
              </a:xfrm>
              <a:custGeom>
                <a:avLst/>
                <a:gdLst>
                  <a:gd name="T0" fmla="*/ 21 w 22"/>
                  <a:gd name="T1" fmla="*/ 27 h 28"/>
                  <a:gd name="T2" fmla="*/ 15 w 22"/>
                  <a:gd name="T3" fmla="*/ 5 h 28"/>
                  <a:gd name="T4" fmla="*/ 3 w 22"/>
                  <a:gd name="T5" fmla="*/ 6 h 28"/>
                  <a:gd name="T6" fmla="*/ 3 w 22"/>
                  <a:gd name="T7" fmla="*/ 21 h 28"/>
                  <a:gd name="T8" fmla="*/ 4 w 22"/>
                  <a:gd name="T9" fmla="*/ 22 h 28"/>
                  <a:gd name="T10" fmla="*/ 7 w 22"/>
                  <a:gd name="T11" fmla="*/ 7 h 28"/>
                  <a:gd name="T12" fmla="*/ 13 w 22"/>
                  <a:gd name="T13" fmla="*/ 23 h 28"/>
                  <a:gd name="T14" fmla="*/ 14 w 22"/>
                  <a:gd name="T15" fmla="*/ 28 h 28"/>
                  <a:gd name="T16" fmla="*/ 21 w 22"/>
                  <a:gd name="T17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28">
                    <a:moveTo>
                      <a:pt x="21" y="27"/>
                    </a:moveTo>
                    <a:cubicBezTo>
                      <a:pt x="21" y="27"/>
                      <a:pt x="21" y="10"/>
                      <a:pt x="15" y="5"/>
                    </a:cubicBezTo>
                    <a:cubicBezTo>
                      <a:pt x="9" y="0"/>
                      <a:pt x="5" y="1"/>
                      <a:pt x="3" y="6"/>
                    </a:cubicBezTo>
                    <a:cubicBezTo>
                      <a:pt x="0" y="10"/>
                      <a:pt x="3" y="21"/>
                      <a:pt x="3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1" y="3"/>
                      <a:pt x="7" y="7"/>
                    </a:cubicBezTo>
                    <a:cubicBezTo>
                      <a:pt x="11" y="9"/>
                      <a:pt x="13" y="23"/>
                      <a:pt x="13" y="23"/>
                    </a:cubicBezTo>
                    <a:cubicBezTo>
                      <a:pt x="13" y="23"/>
                      <a:pt x="14" y="28"/>
                      <a:pt x="14" y="28"/>
                    </a:cubicBezTo>
                    <a:cubicBezTo>
                      <a:pt x="17" y="28"/>
                      <a:pt x="22" y="28"/>
                      <a:pt x="21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48" name="Freeform 658">
                <a:extLst>
                  <a:ext uri="{FF2B5EF4-FFF2-40B4-BE49-F238E27FC236}">
                    <a16:creationId xmlns:a16="http://schemas.microsoft.com/office/drawing/2014/main" id="{07F9F395-E9DA-486C-A341-2490D8AD82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488" y="5372100"/>
                <a:ext cx="87313" cy="111125"/>
              </a:xfrm>
              <a:custGeom>
                <a:avLst/>
                <a:gdLst>
                  <a:gd name="T0" fmla="*/ 21 w 22"/>
                  <a:gd name="T1" fmla="*/ 27 h 28"/>
                  <a:gd name="T2" fmla="*/ 15 w 22"/>
                  <a:gd name="T3" fmla="*/ 5 h 28"/>
                  <a:gd name="T4" fmla="*/ 3 w 22"/>
                  <a:gd name="T5" fmla="*/ 6 h 28"/>
                  <a:gd name="T6" fmla="*/ 3 w 22"/>
                  <a:gd name="T7" fmla="*/ 21 h 28"/>
                  <a:gd name="T8" fmla="*/ 4 w 22"/>
                  <a:gd name="T9" fmla="*/ 22 h 28"/>
                  <a:gd name="T10" fmla="*/ 7 w 22"/>
                  <a:gd name="T11" fmla="*/ 7 h 28"/>
                  <a:gd name="T12" fmla="*/ 13 w 22"/>
                  <a:gd name="T13" fmla="*/ 23 h 28"/>
                  <a:gd name="T14" fmla="*/ 14 w 22"/>
                  <a:gd name="T15" fmla="*/ 28 h 28"/>
                  <a:gd name="T16" fmla="*/ 21 w 22"/>
                  <a:gd name="T17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28">
                    <a:moveTo>
                      <a:pt x="21" y="27"/>
                    </a:moveTo>
                    <a:cubicBezTo>
                      <a:pt x="21" y="27"/>
                      <a:pt x="21" y="10"/>
                      <a:pt x="15" y="5"/>
                    </a:cubicBezTo>
                    <a:cubicBezTo>
                      <a:pt x="9" y="0"/>
                      <a:pt x="5" y="1"/>
                      <a:pt x="3" y="6"/>
                    </a:cubicBezTo>
                    <a:cubicBezTo>
                      <a:pt x="0" y="10"/>
                      <a:pt x="3" y="21"/>
                      <a:pt x="3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1" y="3"/>
                      <a:pt x="7" y="7"/>
                    </a:cubicBezTo>
                    <a:cubicBezTo>
                      <a:pt x="11" y="9"/>
                      <a:pt x="13" y="23"/>
                      <a:pt x="13" y="23"/>
                    </a:cubicBezTo>
                    <a:cubicBezTo>
                      <a:pt x="13" y="23"/>
                      <a:pt x="14" y="28"/>
                      <a:pt x="14" y="28"/>
                    </a:cubicBezTo>
                    <a:cubicBezTo>
                      <a:pt x="17" y="28"/>
                      <a:pt x="22" y="28"/>
                      <a:pt x="21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49" name="Freeform 659">
                <a:extLst>
                  <a:ext uri="{FF2B5EF4-FFF2-40B4-BE49-F238E27FC236}">
                    <a16:creationId xmlns:a16="http://schemas.microsoft.com/office/drawing/2014/main" id="{BE987B24-5484-40B2-9071-EAB3FFE67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26988" cy="84138"/>
              </a:xfrm>
              <a:custGeom>
                <a:avLst/>
                <a:gdLst>
                  <a:gd name="T0" fmla="*/ 4 w 7"/>
                  <a:gd name="T1" fmla="*/ 19 h 21"/>
                  <a:gd name="T2" fmla="*/ 5 w 7"/>
                  <a:gd name="T3" fmla="*/ 21 h 21"/>
                  <a:gd name="T4" fmla="*/ 7 w 7"/>
                  <a:gd name="T5" fmla="*/ 8 h 21"/>
                  <a:gd name="T6" fmla="*/ 1 w 7"/>
                  <a:gd name="T7" fmla="*/ 6 h 21"/>
                  <a:gd name="T8" fmla="*/ 4 w 7"/>
                  <a:gd name="T9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1">
                    <a:moveTo>
                      <a:pt x="4" y="19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2" y="0"/>
                      <a:pt x="1" y="6"/>
                    </a:cubicBezTo>
                    <a:cubicBezTo>
                      <a:pt x="0" y="13"/>
                      <a:pt x="4" y="19"/>
                      <a:pt x="4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50" name="Freeform 660">
                <a:extLst>
                  <a:ext uri="{FF2B5EF4-FFF2-40B4-BE49-F238E27FC236}">
                    <a16:creationId xmlns:a16="http://schemas.microsoft.com/office/drawing/2014/main" id="{E30533FF-F79F-4C89-BD3E-8DE5281BD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26988" cy="84138"/>
              </a:xfrm>
              <a:custGeom>
                <a:avLst/>
                <a:gdLst>
                  <a:gd name="T0" fmla="*/ 4 w 7"/>
                  <a:gd name="T1" fmla="*/ 19 h 21"/>
                  <a:gd name="T2" fmla="*/ 5 w 7"/>
                  <a:gd name="T3" fmla="*/ 21 h 21"/>
                  <a:gd name="T4" fmla="*/ 7 w 7"/>
                  <a:gd name="T5" fmla="*/ 8 h 21"/>
                  <a:gd name="T6" fmla="*/ 1 w 7"/>
                  <a:gd name="T7" fmla="*/ 6 h 21"/>
                  <a:gd name="T8" fmla="*/ 4 w 7"/>
                  <a:gd name="T9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1">
                    <a:moveTo>
                      <a:pt x="4" y="19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2" y="0"/>
                      <a:pt x="1" y="6"/>
                    </a:cubicBezTo>
                    <a:cubicBezTo>
                      <a:pt x="0" y="13"/>
                      <a:pt x="4" y="19"/>
                      <a:pt x="4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51" name="Freeform 661">
                <a:extLst>
                  <a:ext uri="{FF2B5EF4-FFF2-40B4-BE49-F238E27FC236}">
                    <a16:creationId xmlns:a16="http://schemas.microsoft.com/office/drawing/2014/main" id="{4ACEF8DC-13AB-4F5E-81A0-3DC5F2F13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372100"/>
                <a:ext cx="39688" cy="84138"/>
              </a:xfrm>
              <a:custGeom>
                <a:avLst/>
                <a:gdLst>
                  <a:gd name="T0" fmla="*/ 10 w 10"/>
                  <a:gd name="T1" fmla="*/ 14 h 21"/>
                  <a:gd name="T2" fmla="*/ 8 w 10"/>
                  <a:gd name="T3" fmla="*/ 21 h 21"/>
                  <a:gd name="T4" fmla="*/ 3 w 10"/>
                  <a:gd name="T5" fmla="*/ 21 h 21"/>
                  <a:gd name="T6" fmla="*/ 0 w 10"/>
                  <a:gd name="T7" fmla="*/ 10 h 21"/>
                  <a:gd name="T8" fmla="*/ 1 w 10"/>
                  <a:gd name="T9" fmla="*/ 0 h 21"/>
                  <a:gd name="T10" fmla="*/ 3 w 10"/>
                  <a:gd name="T11" fmla="*/ 0 h 21"/>
                  <a:gd name="T12" fmla="*/ 7 w 10"/>
                  <a:gd name="T13" fmla="*/ 10 h 21"/>
                  <a:gd name="T14" fmla="*/ 10 w 10"/>
                  <a:gd name="T15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1">
                    <a:moveTo>
                      <a:pt x="10" y="14"/>
                    </a:moveTo>
                    <a:cubicBezTo>
                      <a:pt x="10" y="15"/>
                      <a:pt x="9" y="19"/>
                      <a:pt x="8" y="21"/>
                    </a:cubicBezTo>
                    <a:cubicBezTo>
                      <a:pt x="7" y="21"/>
                      <a:pt x="3" y="21"/>
                      <a:pt x="3" y="21"/>
                    </a:cubicBezTo>
                    <a:cubicBezTo>
                      <a:pt x="3" y="21"/>
                      <a:pt x="0" y="15"/>
                      <a:pt x="0" y="10"/>
                    </a:cubicBezTo>
                    <a:cubicBezTo>
                      <a:pt x="0" y="6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7"/>
                      <a:pt x="7" y="10"/>
                    </a:cubicBezTo>
                    <a:cubicBezTo>
                      <a:pt x="8" y="14"/>
                      <a:pt x="10" y="14"/>
                      <a:pt x="10" y="1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52" name="Freeform 662">
                <a:extLst>
                  <a:ext uri="{FF2B5EF4-FFF2-40B4-BE49-F238E27FC236}">
                    <a16:creationId xmlns:a16="http://schemas.microsoft.com/office/drawing/2014/main" id="{C619620D-B1DD-476E-8553-0B225D249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372100"/>
                <a:ext cx="39688" cy="84138"/>
              </a:xfrm>
              <a:custGeom>
                <a:avLst/>
                <a:gdLst>
                  <a:gd name="T0" fmla="*/ 10 w 10"/>
                  <a:gd name="T1" fmla="*/ 14 h 21"/>
                  <a:gd name="T2" fmla="*/ 8 w 10"/>
                  <a:gd name="T3" fmla="*/ 21 h 21"/>
                  <a:gd name="T4" fmla="*/ 3 w 10"/>
                  <a:gd name="T5" fmla="*/ 21 h 21"/>
                  <a:gd name="T6" fmla="*/ 0 w 10"/>
                  <a:gd name="T7" fmla="*/ 10 h 21"/>
                  <a:gd name="T8" fmla="*/ 1 w 10"/>
                  <a:gd name="T9" fmla="*/ 0 h 21"/>
                  <a:gd name="T10" fmla="*/ 3 w 10"/>
                  <a:gd name="T11" fmla="*/ 0 h 21"/>
                  <a:gd name="T12" fmla="*/ 7 w 10"/>
                  <a:gd name="T13" fmla="*/ 10 h 21"/>
                  <a:gd name="T14" fmla="*/ 10 w 10"/>
                  <a:gd name="T15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1">
                    <a:moveTo>
                      <a:pt x="10" y="14"/>
                    </a:moveTo>
                    <a:cubicBezTo>
                      <a:pt x="10" y="15"/>
                      <a:pt x="9" y="19"/>
                      <a:pt x="8" y="21"/>
                    </a:cubicBezTo>
                    <a:cubicBezTo>
                      <a:pt x="7" y="21"/>
                      <a:pt x="3" y="21"/>
                      <a:pt x="3" y="21"/>
                    </a:cubicBezTo>
                    <a:cubicBezTo>
                      <a:pt x="3" y="21"/>
                      <a:pt x="0" y="15"/>
                      <a:pt x="0" y="10"/>
                    </a:cubicBezTo>
                    <a:cubicBezTo>
                      <a:pt x="0" y="6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7"/>
                      <a:pt x="7" y="10"/>
                    </a:cubicBezTo>
                    <a:cubicBezTo>
                      <a:pt x="8" y="14"/>
                      <a:pt x="10" y="14"/>
                      <a:pt x="10" y="1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53" name="Freeform 663">
                <a:extLst>
                  <a:ext uri="{FF2B5EF4-FFF2-40B4-BE49-F238E27FC236}">
                    <a16:creationId xmlns:a16="http://schemas.microsoft.com/office/drawing/2014/main" id="{3064ECB8-A808-49E9-9DAE-4A46D10BF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72100"/>
                <a:ext cx="39688" cy="84138"/>
              </a:xfrm>
              <a:custGeom>
                <a:avLst/>
                <a:gdLst>
                  <a:gd name="T0" fmla="*/ 10 w 10"/>
                  <a:gd name="T1" fmla="*/ 10 h 21"/>
                  <a:gd name="T2" fmla="*/ 6 w 10"/>
                  <a:gd name="T3" fmla="*/ 21 h 21"/>
                  <a:gd name="T4" fmla="*/ 1 w 10"/>
                  <a:gd name="T5" fmla="*/ 11 h 21"/>
                  <a:gd name="T6" fmla="*/ 4 w 10"/>
                  <a:gd name="T7" fmla="*/ 0 h 21"/>
                  <a:gd name="T8" fmla="*/ 10 w 10"/>
                  <a:gd name="T9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1">
                    <a:moveTo>
                      <a:pt x="10" y="10"/>
                    </a:moveTo>
                    <a:cubicBezTo>
                      <a:pt x="10" y="16"/>
                      <a:pt x="8" y="21"/>
                      <a:pt x="6" y="21"/>
                    </a:cubicBezTo>
                    <a:cubicBezTo>
                      <a:pt x="4" y="21"/>
                      <a:pt x="1" y="17"/>
                      <a:pt x="1" y="11"/>
                    </a:cubicBezTo>
                    <a:cubicBezTo>
                      <a:pt x="0" y="5"/>
                      <a:pt x="2" y="0"/>
                      <a:pt x="4" y="0"/>
                    </a:cubicBezTo>
                    <a:cubicBezTo>
                      <a:pt x="7" y="0"/>
                      <a:pt x="9" y="5"/>
                      <a:pt x="10" y="1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54" name="Freeform 664">
                <a:extLst>
                  <a:ext uri="{FF2B5EF4-FFF2-40B4-BE49-F238E27FC236}">
                    <a16:creationId xmlns:a16="http://schemas.microsoft.com/office/drawing/2014/main" id="{E18DB319-69BB-4BDA-BD87-D0C742F1FC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72100"/>
                <a:ext cx="39688" cy="84138"/>
              </a:xfrm>
              <a:custGeom>
                <a:avLst/>
                <a:gdLst>
                  <a:gd name="T0" fmla="*/ 10 w 10"/>
                  <a:gd name="T1" fmla="*/ 10 h 21"/>
                  <a:gd name="T2" fmla="*/ 6 w 10"/>
                  <a:gd name="T3" fmla="*/ 21 h 21"/>
                  <a:gd name="T4" fmla="*/ 1 w 10"/>
                  <a:gd name="T5" fmla="*/ 11 h 21"/>
                  <a:gd name="T6" fmla="*/ 4 w 10"/>
                  <a:gd name="T7" fmla="*/ 0 h 21"/>
                  <a:gd name="T8" fmla="*/ 10 w 10"/>
                  <a:gd name="T9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1">
                    <a:moveTo>
                      <a:pt x="10" y="10"/>
                    </a:moveTo>
                    <a:cubicBezTo>
                      <a:pt x="10" y="16"/>
                      <a:pt x="8" y="21"/>
                      <a:pt x="6" y="21"/>
                    </a:cubicBezTo>
                    <a:cubicBezTo>
                      <a:pt x="4" y="21"/>
                      <a:pt x="1" y="17"/>
                      <a:pt x="1" y="11"/>
                    </a:cubicBezTo>
                    <a:cubicBezTo>
                      <a:pt x="0" y="5"/>
                      <a:pt x="2" y="0"/>
                      <a:pt x="4" y="0"/>
                    </a:cubicBezTo>
                    <a:cubicBezTo>
                      <a:pt x="7" y="0"/>
                      <a:pt x="9" y="5"/>
                      <a:pt x="10" y="1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55" name="Freeform 665">
                <a:extLst>
                  <a:ext uri="{FF2B5EF4-FFF2-40B4-BE49-F238E27FC236}">
                    <a16:creationId xmlns:a16="http://schemas.microsoft.com/office/drawing/2014/main" id="{74FFD948-3A08-48D7-B64B-4EAEAC8142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7051" y="5384800"/>
                <a:ext cx="28575" cy="63500"/>
              </a:xfrm>
              <a:custGeom>
                <a:avLst/>
                <a:gdLst>
                  <a:gd name="T0" fmla="*/ 4 w 7"/>
                  <a:gd name="T1" fmla="*/ 15 h 16"/>
                  <a:gd name="T2" fmla="*/ 4 w 7"/>
                  <a:gd name="T3" fmla="*/ 15 h 16"/>
                  <a:gd name="T4" fmla="*/ 3 w 7"/>
                  <a:gd name="T5" fmla="*/ 14 h 16"/>
                  <a:gd name="T6" fmla="*/ 2 w 7"/>
                  <a:gd name="T7" fmla="*/ 12 h 16"/>
                  <a:gd name="T8" fmla="*/ 3 w 7"/>
                  <a:gd name="T9" fmla="*/ 10 h 16"/>
                  <a:gd name="T10" fmla="*/ 4 w 7"/>
                  <a:gd name="T11" fmla="*/ 15 h 16"/>
                  <a:gd name="T12" fmla="*/ 4 w 7"/>
                  <a:gd name="T13" fmla="*/ 15 h 16"/>
                  <a:gd name="T14" fmla="*/ 6 w 7"/>
                  <a:gd name="T15" fmla="*/ 11 h 16"/>
                  <a:gd name="T16" fmla="*/ 5 w 7"/>
                  <a:gd name="T17" fmla="*/ 15 h 16"/>
                  <a:gd name="T18" fmla="*/ 4 w 7"/>
                  <a:gd name="T19" fmla="*/ 9 h 16"/>
                  <a:gd name="T20" fmla="*/ 6 w 7"/>
                  <a:gd name="T21" fmla="*/ 9 h 16"/>
                  <a:gd name="T22" fmla="*/ 6 w 7"/>
                  <a:gd name="T23" fmla="*/ 11 h 16"/>
                  <a:gd name="T24" fmla="*/ 2 w 7"/>
                  <a:gd name="T25" fmla="*/ 11 h 16"/>
                  <a:gd name="T26" fmla="*/ 1 w 7"/>
                  <a:gd name="T27" fmla="*/ 10 h 16"/>
                  <a:gd name="T28" fmla="*/ 1 w 7"/>
                  <a:gd name="T29" fmla="*/ 5 h 16"/>
                  <a:gd name="T30" fmla="*/ 1 w 7"/>
                  <a:gd name="T31" fmla="*/ 4 h 16"/>
                  <a:gd name="T32" fmla="*/ 3 w 7"/>
                  <a:gd name="T33" fmla="*/ 8 h 16"/>
                  <a:gd name="T34" fmla="*/ 2 w 7"/>
                  <a:gd name="T35" fmla="*/ 11 h 16"/>
                  <a:gd name="T36" fmla="*/ 6 w 7"/>
                  <a:gd name="T37" fmla="*/ 6 h 16"/>
                  <a:gd name="T38" fmla="*/ 6 w 7"/>
                  <a:gd name="T39" fmla="*/ 9 h 16"/>
                  <a:gd name="T40" fmla="*/ 4 w 7"/>
                  <a:gd name="T41" fmla="*/ 7 h 16"/>
                  <a:gd name="T42" fmla="*/ 4 w 7"/>
                  <a:gd name="T43" fmla="*/ 2 h 16"/>
                  <a:gd name="T44" fmla="*/ 6 w 7"/>
                  <a:gd name="T45" fmla="*/ 6 h 16"/>
                  <a:gd name="T46" fmla="*/ 3 w 7"/>
                  <a:gd name="T47" fmla="*/ 7 h 16"/>
                  <a:gd name="T48" fmla="*/ 2 w 7"/>
                  <a:gd name="T49" fmla="*/ 3 h 16"/>
                  <a:gd name="T50" fmla="*/ 3 w 7"/>
                  <a:gd name="T51" fmla="*/ 1 h 16"/>
                  <a:gd name="T52" fmla="*/ 4 w 7"/>
                  <a:gd name="T53" fmla="*/ 1 h 16"/>
                  <a:gd name="T54" fmla="*/ 3 w 7"/>
                  <a:gd name="T55" fmla="*/ 7 h 16"/>
                  <a:gd name="T56" fmla="*/ 4 w 7"/>
                  <a:gd name="T57" fmla="*/ 0 h 16"/>
                  <a:gd name="T58" fmla="*/ 3 w 7"/>
                  <a:gd name="T59" fmla="*/ 0 h 16"/>
                  <a:gd name="T60" fmla="*/ 3 w 7"/>
                  <a:gd name="T61" fmla="*/ 0 h 16"/>
                  <a:gd name="T62" fmla="*/ 1 w 7"/>
                  <a:gd name="T63" fmla="*/ 4 h 16"/>
                  <a:gd name="T64" fmla="*/ 3 w 7"/>
                  <a:gd name="T65" fmla="*/ 16 h 16"/>
                  <a:gd name="T66" fmla="*/ 4 w 7"/>
                  <a:gd name="T67" fmla="*/ 16 h 16"/>
                  <a:gd name="T68" fmla="*/ 7 w 7"/>
                  <a:gd name="T69" fmla="*/ 12 h 16"/>
                  <a:gd name="T70" fmla="*/ 4 w 7"/>
                  <a:gd name="T7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" h="16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3" y="15"/>
                      <a:pt x="3" y="14"/>
                    </a:cubicBezTo>
                    <a:cubicBezTo>
                      <a:pt x="2" y="14"/>
                      <a:pt x="2" y="13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moveTo>
                      <a:pt x="6" y="11"/>
                    </a:moveTo>
                    <a:cubicBezTo>
                      <a:pt x="6" y="13"/>
                      <a:pt x="5" y="14"/>
                      <a:pt x="5" y="15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1"/>
                    </a:cubicBezTo>
                    <a:moveTo>
                      <a:pt x="2" y="11"/>
                    </a:moveTo>
                    <a:cubicBezTo>
                      <a:pt x="2" y="11"/>
                      <a:pt x="1" y="11"/>
                      <a:pt x="1" y="10"/>
                    </a:cubicBezTo>
                    <a:cubicBezTo>
                      <a:pt x="1" y="9"/>
                      <a:pt x="1" y="7"/>
                      <a:pt x="1" y="5"/>
                    </a:cubicBezTo>
                    <a:cubicBezTo>
                      <a:pt x="1" y="5"/>
                      <a:pt x="1" y="4"/>
                      <a:pt x="1" y="4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2" y="11"/>
                    </a:lnTo>
                    <a:close/>
                    <a:moveTo>
                      <a:pt x="6" y="6"/>
                    </a:moveTo>
                    <a:cubicBezTo>
                      <a:pt x="6" y="7"/>
                      <a:pt x="6" y="8"/>
                      <a:pt x="6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6" y="4"/>
                      <a:pt x="6" y="6"/>
                    </a:cubicBezTo>
                    <a:moveTo>
                      <a:pt x="3" y="7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1"/>
                      <a:pt x="3" y="1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3" y="7"/>
                    </a:lnTo>
                    <a:close/>
                    <a:moveTo>
                      <a:pt x="4" y="0"/>
                    </a:move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1" y="4"/>
                    </a:cubicBezTo>
                    <a:cubicBezTo>
                      <a:pt x="0" y="9"/>
                      <a:pt x="1" y="14"/>
                      <a:pt x="3" y="16"/>
                    </a:cubicBezTo>
                    <a:cubicBezTo>
                      <a:pt x="3" y="16"/>
                      <a:pt x="4" y="16"/>
                      <a:pt x="4" y="16"/>
                    </a:cubicBezTo>
                    <a:cubicBezTo>
                      <a:pt x="5" y="16"/>
                      <a:pt x="6" y="15"/>
                      <a:pt x="7" y="12"/>
                    </a:cubicBezTo>
                    <a:cubicBezTo>
                      <a:pt x="7" y="7"/>
                      <a:pt x="6" y="2"/>
                      <a:pt x="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56" name="Freeform 666">
                <a:extLst>
                  <a:ext uri="{FF2B5EF4-FFF2-40B4-BE49-F238E27FC236}">
                    <a16:creationId xmlns:a16="http://schemas.microsoft.com/office/drawing/2014/main" id="{82BC9EE0-B82A-4A35-B346-899A6C4E21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7051" y="5384800"/>
                <a:ext cx="28575" cy="63500"/>
              </a:xfrm>
              <a:custGeom>
                <a:avLst/>
                <a:gdLst>
                  <a:gd name="T0" fmla="*/ 4 w 7"/>
                  <a:gd name="T1" fmla="*/ 15 h 16"/>
                  <a:gd name="T2" fmla="*/ 4 w 7"/>
                  <a:gd name="T3" fmla="*/ 15 h 16"/>
                  <a:gd name="T4" fmla="*/ 3 w 7"/>
                  <a:gd name="T5" fmla="*/ 14 h 16"/>
                  <a:gd name="T6" fmla="*/ 2 w 7"/>
                  <a:gd name="T7" fmla="*/ 12 h 16"/>
                  <a:gd name="T8" fmla="*/ 3 w 7"/>
                  <a:gd name="T9" fmla="*/ 10 h 16"/>
                  <a:gd name="T10" fmla="*/ 4 w 7"/>
                  <a:gd name="T11" fmla="*/ 15 h 16"/>
                  <a:gd name="T12" fmla="*/ 4 w 7"/>
                  <a:gd name="T13" fmla="*/ 15 h 16"/>
                  <a:gd name="T14" fmla="*/ 6 w 7"/>
                  <a:gd name="T15" fmla="*/ 11 h 16"/>
                  <a:gd name="T16" fmla="*/ 5 w 7"/>
                  <a:gd name="T17" fmla="*/ 15 h 16"/>
                  <a:gd name="T18" fmla="*/ 4 w 7"/>
                  <a:gd name="T19" fmla="*/ 9 h 16"/>
                  <a:gd name="T20" fmla="*/ 6 w 7"/>
                  <a:gd name="T21" fmla="*/ 9 h 16"/>
                  <a:gd name="T22" fmla="*/ 6 w 7"/>
                  <a:gd name="T23" fmla="*/ 11 h 16"/>
                  <a:gd name="T24" fmla="*/ 2 w 7"/>
                  <a:gd name="T25" fmla="*/ 11 h 16"/>
                  <a:gd name="T26" fmla="*/ 1 w 7"/>
                  <a:gd name="T27" fmla="*/ 10 h 16"/>
                  <a:gd name="T28" fmla="*/ 1 w 7"/>
                  <a:gd name="T29" fmla="*/ 5 h 16"/>
                  <a:gd name="T30" fmla="*/ 1 w 7"/>
                  <a:gd name="T31" fmla="*/ 4 h 16"/>
                  <a:gd name="T32" fmla="*/ 3 w 7"/>
                  <a:gd name="T33" fmla="*/ 8 h 16"/>
                  <a:gd name="T34" fmla="*/ 2 w 7"/>
                  <a:gd name="T35" fmla="*/ 11 h 16"/>
                  <a:gd name="T36" fmla="*/ 6 w 7"/>
                  <a:gd name="T37" fmla="*/ 6 h 16"/>
                  <a:gd name="T38" fmla="*/ 6 w 7"/>
                  <a:gd name="T39" fmla="*/ 9 h 16"/>
                  <a:gd name="T40" fmla="*/ 4 w 7"/>
                  <a:gd name="T41" fmla="*/ 7 h 16"/>
                  <a:gd name="T42" fmla="*/ 4 w 7"/>
                  <a:gd name="T43" fmla="*/ 2 h 16"/>
                  <a:gd name="T44" fmla="*/ 6 w 7"/>
                  <a:gd name="T45" fmla="*/ 6 h 16"/>
                  <a:gd name="T46" fmla="*/ 3 w 7"/>
                  <a:gd name="T47" fmla="*/ 7 h 16"/>
                  <a:gd name="T48" fmla="*/ 2 w 7"/>
                  <a:gd name="T49" fmla="*/ 3 h 16"/>
                  <a:gd name="T50" fmla="*/ 3 w 7"/>
                  <a:gd name="T51" fmla="*/ 1 h 16"/>
                  <a:gd name="T52" fmla="*/ 4 w 7"/>
                  <a:gd name="T53" fmla="*/ 1 h 16"/>
                  <a:gd name="T54" fmla="*/ 3 w 7"/>
                  <a:gd name="T55" fmla="*/ 7 h 16"/>
                  <a:gd name="T56" fmla="*/ 4 w 7"/>
                  <a:gd name="T57" fmla="*/ 0 h 16"/>
                  <a:gd name="T58" fmla="*/ 3 w 7"/>
                  <a:gd name="T59" fmla="*/ 0 h 16"/>
                  <a:gd name="T60" fmla="*/ 3 w 7"/>
                  <a:gd name="T61" fmla="*/ 0 h 16"/>
                  <a:gd name="T62" fmla="*/ 1 w 7"/>
                  <a:gd name="T63" fmla="*/ 4 h 16"/>
                  <a:gd name="T64" fmla="*/ 3 w 7"/>
                  <a:gd name="T65" fmla="*/ 16 h 16"/>
                  <a:gd name="T66" fmla="*/ 4 w 7"/>
                  <a:gd name="T67" fmla="*/ 16 h 16"/>
                  <a:gd name="T68" fmla="*/ 7 w 7"/>
                  <a:gd name="T69" fmla="*/ 12 h 16"/>
                  <a:gd name="T70" fmla="*/ 4 w 7"/>
                  <a:gd name="T7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" h="16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3" y="15"/>
                      <a:pt x="3" y="14"/>
                    </a:cubicBezTo>
                    <a:cubicBezTo>
                      <a:pt x="2" y="14"/>
                      <a:pt x="2" y="13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moveTo>
                      <a:pt x="6" y="11"/>
                    </a:moveTo>
                    <a:cubicBezTo>
                      <a:pt x="6" y="13"/>
                      <a:pt x="5" y="14"/>
                      <a:pt x="5" y="15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1"/>
                    </a:cubicBezTo>
                    <a:moveTo>
                      <a:pt x="2" y="11"/>
                    </a:moveTo>
                    <a:cubicBezTo>
                      <a:pt x="2" y="11"/>
                      <a:pt x="1" y="11"/>
                      <a:pt x="1" y="10"/>
                    </a:cubicBezTo>
                    <a:cubicBezTo>
                      <a:pt x="1" y="9"/>
                      <a:pt x="1" y="7"/>
                      <a:pt x="1" y="5"/>
                    </a:cubicBezTo>
                    <a:cubicBezTo>
                      <a:pt x="1" y="5"/>
                      <a:pt x="1" y="4"/>
                      <a:pt x="1" y="4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2" y="11"/>
                    </a:lnTo>
                    <a:close/>
                    <a:moveTo>
                      <a:pt x="6" y="6"/>
                    </a:moveTo>
                    <a:cubicBezTo>
                      <a:pt x="6" y="7"/>
                      <a:pt x="6" y="8"/>
                      <a:pt x="6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6" y="4"/>
                      <a:pt x="6" y="6"/>
                    </a:cubicBezTo>
                    <a:moveTo>
                      <a:pt x="3" y="7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1"/>
                      <a:pt x="3" y="1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3" y="7"/>
                    </a:lnTo>
                    <a:close/>
                    <a:moveTo>
                      <a:pt x="4" y="0"/>
                    </a:move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1" y="4"/>
                    </a:cubicBezTo>
                    <a:cubicBezTo>
                      <a:pt x="0" y="9"/>
                      <a:pt x="1" y="14"/>
                      <a:pt x="3" y="16"/>
                    </a:cubicBezTo>
                    <a:cubicBezTo>
                      <a:pt x="3" y="16"/>
                      <a:pt x="4" y="16"/>
                      <a:pt x="4" y="16"/>
                    </a:cubicBezTo>
                    <a:cubicBezTo>
                      <a:pt x="5" y="16"/>
                      <a:pt x="6" y="15"/>
                      <a:pt x="7" y="12"/>
                    </a:cubicBezTo>
                    <a:cubicBezTo>
                      <a:pt x="7" y="7"/>
                      <a:pt x="6" y="2"/>
                      <a:pt x="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57" name="Freeform 667">
                <a:extLst>
                  <a:ext uri="{FF2B5EF4-FFF2-40B4-BE49-F238E27FC236}">
                    <a16:creationId xmlns:a16="http://schemas.microsoft.com/office/drawing/2014/main" id="{B3087F7A-D77B-47DB-B429-FAA3A15D1C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47625" cy="95250"/>
              </a:xfrm>
              <a:custGeom>
                <a:avLst/>
                <a:gdLst>
                  <a:gd name="T0" fmla="*/ 12 w 12"/>
                  <a:gd name="T1" fmla="*/ 24 h 24"/>
                  <a:gd name="T2" fmla="*/ 7 w 12"/>
                  <a:gd name="T3" fmla="*/ 4 h 24"/>
                  <a:gd name="T4" fmla="*/ 2 w 12"/>
                  <a:gd name="T5" fmla="*/ 2 h 24"/>
                  <a:gd name="T6" fmla="*/ 1 w 12"/>
                  <a:gd name="T7" fmla="*/ 13 h 24"/>
                  <a:gd name="T8" fmla="*/ 3 w 12"/>
                  <a:gd name="T9" fmla="*/ 6 h 24"/>
                  <a:gd name="T10" fmla="*/ 8 w 12"/>
                  <a:gd name="T11" fmla="*/ 22 h 24"/>
                  <a:gd name="T12" fmla="*/ 10 w 12"/>
                  <a:gd name="T13" fmla="*/ 24 h 24"/>
                  <a:gd name="T14" fmla="*/ 12 w 12"/>
                  <a:gd name="T1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24">
                    <a:moveTo>
                      <a:pt x="12" y="24"/>
                    </a:moveTo>
                    <a:cubicBezTo>
                      <a:pt x="12" y="24"/>
                      <a:pt x="10" y="7"/>
                      <a:pt x="7" y="4"/>
                    </a:cubicBezTo>
                    <a:cubicBezTo>
                      <a:pt x="4" y="0"/>
                      <a:pt x="3" y="2"/>
                      <a:pt x="2" y="2"/>
                    </a:cubicBezTo>
                    <a:cubicBezTo>
                      <a:pt x="1" y="3"/>
                      <a:pt x="0" y="9"/>
                      <a:pt x="1" y="13"/>
                    </a:cubicBezTo>
                    <a:cubicBezTo>
                      <a:pt x="1" y="13"/>
                      <a:pt x="0" y="4"/>
                      <a:pt x="3" y="6"/>
                    </a:cubicBezTo>
                    <a:cubicBezTo>
                      <a:pt x="6" y="7"/>
                      <a:pt x="8" y="22"/>
                      <a:pt x="8" y="22"/>
                    </a:cubicBezTo>
                    <a:cubicBezTo>
                      <a:pt x="8" y="22"/>
                      <a:pt x="8" y="23"/>
                      <a:pt x="10" y="24"/>
                    </a:cubicBezTo>
                    <a:cubicBezTo>
                      <a:pt x="11" y="24"/>
                      <a:pt x="11" y="24"/>
                      <a:pt x="12" y="2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58" name="Freeform 668">
                <a:extLst>
                  <a:ext uri="{FF2B5EF4-FFF2-40B4-BE49-F238E27FC236}">
                    <a16:creationId xmlns:a16="http://schemas.microsoft.com/office/drawing/2014/main" id="{0FC9E644-CBC4-49FD-87B5-7E181E5E2B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47625" cy="95250"/>
              </a:xfrm>
              <a:custGeom>
                <a:avLst/>
                <a:gdLst>
                  <a:gd name="T0" fmla="*/ 12 w 12"/>
                  <a:gd name="T1" fmla="*/ 24 h 24"/>
                  <a:gd name="T2" fmla="*/ 7 w 12"/>
                  <a:gd name="T3" fmla="*/ 4 h 24"/>
                  <a:gd name="T4" fmla="*/ 2 w 12"/>
                  <a:gd name="T5" fmla="*/ 2 h 24"/>
                  <a:gd name="T6" fmla="*/ 1 w 12"/>
                  <a:gd name="T7" fmla="*/ 13 h 24"/>
                  <a:gd name="T8" fmla="*/ 3 w 12"/>
                  <a:gd name="T9" fmla="*/ 6 h 24"/>
                  <a:gd name="T10" fmla="*/ 8 w 12"/>
                  <a:gd name="T11" fmla="*/ 22 h 24"/>
                  <a:gd name="T12" fmla="*/ 10 w 12"/>
                  <a:gd name="T13" fmla="*/ 24 h 24"/>
                  <a:gd name="T14" fmla="*/ 12 w 12"/>
                  <a:gd name="T1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24">
                    <a:moveTo>
                      <a:pt x="12" y="24"/>
                    </a:moveTo>
                    <a:cubicBezTo>
                      <a:pt x="12" y="24"/>
                      <a:pt x="10" y="7"/>
                      <a:pt x="7" y="4"/>
                    </a:cubicBezTo>
                    <a:cubicBezTo>
                      <a:pt x="4" y="0"/>
                      <a:pt x="3" y="2"/>
                      <a:pt x="2" y="2"/>
                    </a:cubicBezTo>
                    <a:cubicBezTo>
                      <a:pt x="1" y="3"/>
                      <a:pt x="0" y="9"/>
                      <a:pt x="1" y="13"/>
                    </a:cubicBezTo>
                    <a:cubicBezTo>
                      <a:pt x="1" y="13"/>
                      <a:pt x="0" y="4"/>
                      <a:pt x="3" y="6"/>
                    </a:cubicBezTo>
                    <a:cubicBezTo>
                      <a:pt x="6" y="7"/>
                      <a:pt x="8" y="22"/>
                      <a:pt x="8" y="22"/>
                    </a:cubicBezTo>
                    <a:cubicBezTo>
                      <a:pt x="8" y="22"/>
                      <a:pt x="8" y="23"/>
                      <a:pt x="10" y="24"/>
                    </a:cubicBezTo>
                    <a:cubicBezTo>
                      <a:pt x="11" y="24"/>
                      <a:pt x="11" y="24"/>
                      <a:pt x="12" y="2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59" name="Freeform 669">
                <a:extLst>
                  <a:ext uri="{FF2B5EF4-FFF2-40B4-BE49-F238E27FC236}">
                    <a16:creationId xmlns:a16="http://schemas.microsoft.com/office/drawing/2014/main" id="{4AE2D366-FE63-4701-99A3-AF14ED63E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419725"/>
                <a:ext cx="52388" cy="36513"/>
              </a:xfrm>
              <a:custGeom>
                <a:avLst/>
                <a:gdLst>
                  <a:gd name="T0" fmla="*/ 33 w 33"/>
                  <a:gd name="T1" fmla="*/ 13 h 23"/>
                  <a:gd name="T2" fmla="*/ 33 w 33"/>
                  <a:gd name="T3" fmla="*/ 23 h 23"/>
                  <a:gd name="T4" fmla="*/ 0 w 33"/>
                  <a:gd name="T5" fmla="*/ 8 h 23"/>
                  <a:gd name="T6" fmla="*/ 0 w 33"/>
                  <a:gd name="T7" fmla="*/ 0 h 23"/>
                  <a:gd name="T8" fmla="*/ 33 w 33"/>
                  <a:gd name="T9" fmla="*/ 1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3">
                    <a:moveTo>
                      <a:pt x="33" y="13"/>
                    </a:moveTo>
                    <a:lnTo>
                      <a:pt x="33" y="23"/>
                    </a:lnTo>
                    <a:lnTo>
                      <a:pt x="0" y="8"/>
                    </a:lnTo>
                    <a:lnTo>
                      <a:pt x="0" y="0"/>
                    </a:lnTo>
                    <a:lnTo>
                      <a:pt x="33" y="1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60" name="Freeform 670">
                <a:extLst>
                  <a:ext uri="{FF2B5EF4-FFF2-40B4-BE49-F238E27FC236}">
                    <a16:creationId xmlns:a16="http://schemas.microsoft.com/office/drawing/2014/main" id="{0B718C92-CBAE-47FF-A16A-B0818F5C6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300663"/>
                <a:ext cx="23813" cy="15875"/>
              </a:xfrm>
              <a:custGeom>
                <a:avLst/>
                <a:gdLst>
                  <a:gd name="T0" fmla="*/ 6 w 6"/>
                  <a:gd name="T1" fmla="*/ 3 h 4"/>
                  <a:gd name="T2" fmla="*/ 6 w 6"/>
                  <a:gd name="T3" fmla="*/ 4 h 4"/>
                  <a:gd name="T4" fmla="*/ 1 w 6"/>
                  <a:gd name="T5" fmla="*/ 1 h 4"/>
                  <a:gd name="T6" fmla="*/ 0 w 6"/>
                  <a:gd name="T7" fmla="*/ 1 h 4"/>
                  <a:gd name="T8" fmla="*/ 1 w 6"/>
                  <a:gd name="T9" fmla="*/ 0 h 4"/>
                  <a:gd name="T10" fmla="*/ 5 w 6"/>
                  <a:gd name="T11" fmla="*/ 3 h 4"/>
                  <a:gd name="T12" fmla="*/ 6 w 6"/>
                  <a:gd name="T1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3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3"/>
                      <a:pt x="6" y="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61" name="Freeform 671">
                <a:extLst>
                  <a:ext uri="{FF2B5EF4-FFF2-40B4-BE49-F238E27FC236}">
                    <a16:creationId xmlns:a16="http://schemas.microsoft.com/office/drawing/2014/main" id="{9CE3C583-5CFD-4C62-A9B6-57AB82C0E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300663"/>
                <a:ext cx="23813" cy="15875"/>
              </a:xfrm>
              <a:custGeom>
                <a:avLst/>
                <a:gdLst>
                  <a:gd name="T0" fmla="*/ 6 w 6"/>
                  <a:gd name="T1" fmla="*/ 3 h 4"/>
                  <a:gd name="T2" fmla="*/ 6 w 6"/>
                  <a:gd name="T3" fmla="*/ 4 h 4"/>
                  <a:gd name="T4" fmla="*/ 1 w 6"/>
                  <a:gd name="T5" fmla="*/ 1 h 4"/>
                  <a:gd name="T6" fmla="*/ 0 w 6"/>
                  <a:gd name="T7" fmla="*/ 1 h 4"/>
                  <a:gd name="T8" fmla="*/ 1 w 6"/>
                  <a:gd name="T9" fmla="*/ 0 h 4"/>
                  <a:gd name="T10" fmla="*/ 5 w 6"/>
                  <a:gd name="T11" fmla="*/ 3 h 4"/>
                  <a:gd name="T12" fmla="*/ 6 w 6"/>
                  <a:gd name="T1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3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3"/>
                      <a:pt x="6" y="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62" name="Freeform 672">
                <a:extLst>
                  <a:ext uri="{FF2B5EF4-FFF2-40B4-BE49-F238E27FC236}">
                    <a16:creationId xmlns:a16="http://schemas.microsoft.com/office/drawing/2014/main" id="{63C57A18-0BF3-4CBD-8455-65D79C01B2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013" y="5424488"/>
                <a:ext cx="82550" cy="23813"/>
              </a:xfrm>
              <a:custGeom>
                <a:avLst/>
                <a:gdLst>
                  <a:gd name="T0" fmla="*/ 52 w 52"/>
                  <a:gd name="T1" fmla="*/ 0 h 15"/>
                  <a:gd name="T2" fmla="*/ 52 w 52"/>
                  <a:gd name="T3" fmla="*/ 12 h 15"/>
                  <a:gd name="T4" fmla="*/ 0 w 52"/>
                  <a:gd name="T5" fmla="*/ 15 h 15"/>
                  <a:gd name="T6" fmla="*/ 0 w 52"/>
                  <a:gd name="T7" fmla="*/ 2 h 15"/>
                  <a:gd name="T8" fmla="*/ 52 w 52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15">
                    <a:moveTo>
                      <a:pt x="52" y="0"/>
                    </a:moveTo>
                    <a:lnTo>
                      <a:pt x="52" y="12"/>
                    </a:lnTo>
                    <a:lnTo>
                      <a:pt x="0" y="15"/>
                    </a:lnTo>
                    <a:lnTo>
                      <a:pt x="0" y="2"/>
                    </a:lnTo>
                    <a:lnTo>
                      <a:pt x="52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63" name="Freeform 673">
                <a:extLst>
                  <a:ext uri="{FF2B5EF4-FFF2-40B4-BE49-F238E27FC236}">
                    <a16:creationId xmlns:a16="http://schemas.microsoft.com/office/drawing/2014/main" id="{3E7AABBC-F98C-42AE-A138-5D8A91DDE1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0563" y="5387975"/>
                <a:ext cx="155575" cy="31750"/>
              </a:xfrm>
              <a:custGeom>
                <a:avLst/>
                <a:gdLst>
                  <a:gd name="T0" fmla="*/ 39 w 39"/>
                  <a:gd name="T1" fmla="*/ 1 h 8"/>
                  <a:gd name="T2" fmla="*/ 33 w 39"/>
                  <a:gd name="T3" fmla="*/ 6 h 8"/>
                  <a:gd name="T4" fmla="*/ 7 w 39"/>
                  <a:gd name="T5" fmla="*/ 7 h 8"/>
                  <a:gd name="T6" fmla="*/ 1 w 39"/>
                  <a:gd name="T7" fmla="*/ 3 h 8"/>
                  <a:gd name="T8" fmla="*/ 3 w 39"/>
                  <a:gd name="T9" fmla="*/ 2 h 8"/>
                  <a:gd name="T10" fmla="*/ 37 w 39"/>
                  <a:gd name="T11" fmla="*/ 0 h 8"/>
                  <a:gd name="T12" fmla="*/ 39 w 3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8">
                    <a:moveTo>
                      <a:pt x="39" y="1"/>
                    </a:moveTo>
                    <a:cubicBezTo>
                      <a:pt x="39" y="1"/>
                      <a:pt x="39" y="5"/>
                      <a:pt x="33" y="6"/>
                    </a:cubicBezTo>
                    <a:cubicBezTo>
                      <a:pt x="33" y="6"/>
                      <a:pt x="15" y="8"/>
                      <a:pt x="7" y="7"/>
                    </a:cubicBezTo>
                    <a:cubicBezTo>
                      <a:pt x="7" y="7"/>
                      <a:pt x="2" y="6"/>
                      <a:pt x="1" y="3"/>
                    </a:cubicBezTo>
                    <a:cubicBezTo>
                      <a:pt x="1" y="3"/>
                      <a:pt x="0" y="2"/>
                      <a:pt x="3" y="2"/>
                    </a:cubicBezTo>
                    <a:cubicBezTo>
                      <a:pt x="3" y="2"/>
                      <a:pt x="30" y="1"/>
                      <a:pt x="37" y="0"/>
                    </a:cubicBezTo>
                    <a:cubicBezTo>
                      <a:pt x="37" y="0"/>
                      <a:pt x="38" y="0"/>
                      <a:pt x="39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64" name="Freeform 674">
                <a:extLst>
                  <a:ext uri="{FF2B5EF4-FFF2-40B4-BE49-F238E27FC236}">
                    <a16:creationId xmlns:a16="http://schemas.microsoft.com/office/drawing/2014/main" id="{11F02693-AC54-4014-BC3C-1018C6A12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0563" y="5387975"/>
                <a:ext cx="155575" cy="31750"/>
              </a:xfrm>
              <a:custGeom>
                <a:avLst/>
                <a:gdLst>
                  <a:gd name="T0" fmla="*/ 39 w 39"/>
                  <a:gd name="T1" fmla="*/ 1 h 8"/>
                  <a:gd name="T2" fmla="*/ 33 w 39"/>
                  <a:gd name="T3" fmla="*/ 6 h 8"/>
                  <a:gd name="T4" fmla="*/ 7 w 39"/>
                  <a:gd name="T5" fmla="*/ 7 h 8"/>
                  <a:gd name="T6" fmla="*/ 1 w 39"/>
                  <a:gd name="T7" fmla="*/ 3 h 8"/>
                  <a:gd name="T8" fmla="*/ 3 w 39"/>
                  <a:gd name="T9" fmla="*/ 2 h 8"/>
                  <a:gd name="T10" fmla="*/ 37 w 39"/>
                  <a:gd name="T11" fmla="*/ 0 h 8"/>
                  <a:gd name="T12" fmla="*/ 39 w 3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8">
                    <a:moveTo>
                      <a:pt x="39" y="1"/>
                    </a:moveTo>
                    <a:cubicBezTo>
                      <a:pt x="39" y="1"/>
                      <a:pt x="39" y="5"/>
                      <a:pt x="33" y="6"/>
                    </a:cubicBezTo>
                    <a:cubicBezTo>
                      <a:pt x="33" y="6"/>
                      <a:pt x="15" y="8"/>
                      <a:pt x="7" y="7"/>
                    </a:cubicBezTo>
                    <a:cubicBezTo>
                      <a:pt x="7" y="7"/>
                      <a:pt x="2" y="6"/>
                      <a:pt x="1" y="3"/>
                    </a:cubicBezTo>
                    <a:cubicBezTo>
                      <a:pt x="1" y="3"/>
                      <a:pt x="0" y="2"/>
                      <a:pt x="3" y="2"/>
                    </a:cubicBezTo>
                    <a:cubicBezTo>
                      <a:pt x="3" y="2"/>
                      <a:pt x="30" y="1"/>
                      <a:pt x="37" y="0"/>
                    </a:cubicBezTo>
                    <a:cubicBezTo>
                      <a:pt x="37" y="0"/>
                      <a:pt x="38" y="0"/>
                      <a:pt x="39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65" name="Freeform 675">
                <a:extLst>
                  <a:ext uri="{FF2B5EF4-FFF2-40B4-BE49-F238E27FC236}">
                    <a16:creationId xmlns:a16="http://schemas.microsoft.com/office/drawing/2014/main" id="{EC0523BD-192C-4DA5-8A5D-ED1A09ADB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1676" y="5392738"/>
                <a:ext cx="139700" cy="7938"/>
              </a:xfrm>
              <a:custGeom>
                <a:avLst/>
                <a:gdLst>
                  <a:gd name="T0" fmla="*/ 34 w 35"/>
                  <a:gd name="T1" fmla="*/ 0 h 2"/>
                  <a:gd name="T2" fmla="*/ 0 w 35"/>
                  <a:gd name="T3" fmla="*/ 1 h 2"/>
                  <a:gd name="T4" fmla="*/ 2 w 35"/>
                  <a:gd name="T5" fmla="*/ 2 h 2"/>
                  <a:gd name="T6" fmla="*/ 33 w 35"/>
                  <a:gd name="T7" fmla="*/ 1 h 2"/>
                  <a:gd name="T8" fmla="*/ 34 w 35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">
                    <a:moveTo>
                      <a:pt x="34" y="0"/>
                    </a:moveTo>
                    <a:cubicBezTo>
                      <a:pt x="34" y="0"/>
                      <a:pt x="8" y="2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8" y="2"/>
                      <a:pt x="24" y="2"/>
                      <a:pt x="33" y="1"/>
                    </a:cubicBezTo>
                    <a:cubicBezTo>
                      <a:pt x="33" y="1"/>
                      <a:pt x="35" y="0"/>
                      <a:pt x="3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66" name="Freeform 676">
                <a:extLst>
                  <a:ext uri="{FF2B5EF4-FFF2-40B4-BE49-F238E27FC236}">
                    <a16:creationId xmlns:a16="http://schemas.microsoft.com/office/drawing/2014/main" id="{9822165E-1525-4FC2-AC81-94E3D89F7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1676" y="5392738"/>
                <a:ext cx="139700" cy="7938"/>
              </a:xfrm>
              <a:custGeom>
                <a:avLst/>
                <a:gdLst>
                  <a:gd name="T0" fmla="*/ 34 w 35"/>
                  <a:gd name="T1" fmla="*/ 0 h 2"/>
                  <a:gd name="T2" fmla="*/ 0 w 35"/>
                  <a:gd name="T3" fmla="*/ 1 h 2"/>
                  <a:gd name="T4" fmla="*/ 2 w 35"/>
                  <a:gd name="T5" fmla="*/ 2 h 2"/>
                  <a:gd name="T6" fmla="*/ 33 w 35"/>
                  <a:gd name="T7" fmla="*/ 1 h 2"/>
                  <a:gd name="T8" fmla="*/ 34 w 35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">
                    <a:moveTo>
                      <a:pt x="34" y="0"/>
                    </a:moveTo>
                    <a:cubicBezTo>
                      <a:pt x="34" y="0"/>
                      <a:pt x="8" y="2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8" y="2"/>
                      <a:pt x="24" y="2"/>
                      <a:pt x="33" y="1"/>
                    </a:cubicBezTo>
                    <a:cubicBezTo>
                      <a:pt x="33" y="1"/>
                      <a:pt x="35" y="0"/>
                      <a:pt x="3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67" name="Freeform 677">
                <a:extLst>
                  <a:ext uri="{FF2B5EF4-FFF2-40B4-BE49-F238E27FC236}">
                    <a16:creationId xmlns:a16="http://schemas.microsoft.com/office/drawing/2014/main" id="{6046637C-7F8E-4A0B-8E6B-4C3D9657E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7551" y="5400675"/>
                <a:ext cx="115888" cy="7938"/>
              </a:xfrm>
              <a:custGeom>
                <a:avLst/>
                <a:gdLst>
                  <a:gd name="T0" fmla="*/ 28 w 29"/>
                  <a:gd name="T1" fmla="*/ 0 h 2"/>
                  <a:gd name="T2" fmla="*/ 0 w 29"/>
                  <a:gd name="T3" fmla="*/ 1 h 2"/>
                  <a:gd name="T4" fmla="*/ 2 w 29"/>
                  <a:gd name="T5" fmla="*/ 2 h 2"/>
                  <a:gd name="T6" fmla="*/ 27 w 29"/>
                  <a:gd name="T7" fmla="*/ 1 h 2"/>
                  <a:gd name="T8" fmla="*/ 28 w 29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">
                    <a:moveTo>
                      <a:pt x="28" y="0"/>
                    </a:moveTo>
                    <a:cubicBezTo>
                      <a:pt x="28" y="0"/>
                      <a:pt x="7" y="1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7" y="2"/>
                      <a:pt x="19" y="2"/>
                      <a:pt x="27" y="1"/>
                    </a:cubicBezTo>
                    <a:cubicBezTo>
                      <a:pt x="27" y="1"/>
                      <a:pt x="29" y="0"/>
                      <a:pt x="28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68" name="Freeform 678">
                <a:extLst>
                  <a:ext uri="{FF2B5EF4-FFF2-40B4-BE49-F238E27FC236}">
                    <a16:creationId xmlns:a16="http://schemas.microsoft.com/office/drawing/2014/main" id="{E42AEFF0-2042-4D16-A6D1-B8515005B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7551" y="5400675"/>
                <a:ext cx="115888" cy="7938"/>
              </a:xfrm>
              <a:custGeom>
                <a:avLst/>
                <a:gdLst>
                  <a:gd name="T0" fmla="*/ 28 w 29"/>
                  <a:gd name="T1" fmla="*/ 0 h 2"/>
                  <a:gd name="T2" fmla="*/ 0 w 29"/>
                  <a:gd name="T3" fmla="*/ 1 h 2"/>
                  <a:gd name="T4" fmla="*/ 2 w 29"/>
                  <a:gd name="T5" fmla="*/ 2 h 2"/>
                  <a:gd name="T6" fmla="*/ 27 w 29"/>
                  <a:gd name="T7" fmla="*/ 1 h 2"/>
                  <a:gd name="T8" fmla="*/ 28 w 29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">
                    <a:moveTo>
                      <a:pt x="28" y="0"/>
                    </a:moveTo>
                    <a:cubicBezTo>
                      <a:pt x="28" y="0"/>
                      <a:pt x="7" y="1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7" y="2"/>
                      <a:pt x="19" y="2"/>
                      <a:pt x="27" y="1"/>
                    </a:cubicBezTo>
                    <a:cubicBezTo>
                      <a:pt x="27" y="1"/>
                      <a:pt x="29" y="0"/>
                      <a:pt x="28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69" name="Freeform 679">
                <a:extLst>
                  <a:ext uri="{FF2B5EF4-FFF2-40B4-BE49-F238E27FC236}">
                    <a16:creationId xmlns:a16="http://schemas.microsoft.com/office/drawing/2014/main" id="{B5EFC48D-2EBC-4CEA-9FC2-ECE27D84D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013" y="5408613"/>
                <a:ext cx="87313" cy="3175"/>
              </a:xfrm>
              <a:custGeom>
                <a:avLst/>
                <a:gdLst>
                  <a:gd name="T0" fmla="*/ 21 w 22"/>
                  <a:gd name="T1" fmla="*/ 0 h 1"/>
                  <a:gd name="T2" fmla="*/ 0 w 22"/>
                  <a:gd name="T3" fmla="*/ 1 h 1"/>
                  <a:gd name="T4" fmla="*/ 1 w 22"/>
                  <a:gd name="T5" fmla="*/ 1 h 1"/>
                  <a:gd name="T6" fmla="*/ 20 w 22"/>
                  <a:gd name="T7" fmla="*/ 0 h 1"/>
                  <a:gd name="T8" fmla="*/ 21 w 2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">
                    <a:moveTo>
                      <a:pt x="21" y="0"/>
                    </a:moveTo>
                    <a:cubicBezTo>
                      <a:pt x="21" y="0"/>
                      <a:pt x="5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5" y="1"/>
                      <a:pt x="15" y="1"/>
                      <a:pt x="20" y="0"/>
                    </a:cubicBezTo>
                    <a:cubicBezTo>
                      <a:pt x="20" y="0"/>
                      <a:pt x="22" y="0"/>
                      <a:pt x="21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70" name="Freeform 680">
                <a:extLst>
                  <a:ext uri="{FF2B5EF4-FFF2-40B4-BE49-F238E27FC236}">
                    <a16:creationId xmlns:a16="http://schemas.microsoft.com/office/drawing/2014/main" id="{CECC85AD-6CED-4DAE-955D-04AF8753B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013" y="5408613"/>
                <a:ext cx="87313" cy="3175"/>
              </a:xfrm>
              <a:custGeom>
                <a:avLst/>
                <a:gdLst>
                  <a:gd name="T0" fmla="*/ 21 w 22"/>
                  <a:gd name="T1" fmla="*/ 0 h 1"/>
                  <a:gd name="T2" fmla="*/ 0 w 22"/>
                  <a:gd name="T3" fmla="*/ 1 h 1"/>
                  <a:gd name="T4" fmla="*/ 1 w 22"/>
                  <a:gd name="T5" fmla="*/ 1 h 1"/>
                  <a:gd name="T6" fmla="*/ 20 w 22"/>
                  <a:gd name="T7" fmla="*/ 0 h 1"/>
                  <a:gd name="T8" fmla="*/ 21 w 2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">
                    <a:moveTo>
                      <a:pt x="21" y="0"/>
                    </a:moveTo>
                    <a:cubicBezTo>
                      <a:pt x="21" y="0"/>
                      <a:pt x="5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5" y="1"/>
                      <a:pt x="15" y="1"/>
                      <a:pt x="20" y="0"/>
                    </a:cubicBezTo>
                    <a:cubicBezTo>
                      <a:pt x="20" y="0"/>
                      <a:pt x="22" y="0"/>
                      <a:pt x="21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71" name="Freeform 681">
                <a:extLst>
                  <a:ext uri="{FF2B5EF4-FFF2-40B4-BE49-F238E27FC236}">
                    <a16:creationId xmlns:a16="http://schemas.microsoft.com/office/drawing/2014/main" id="{E0D2AD32-91AF-4AFB-BF70-F1FCBCCD9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563" y="5329238"/>
                <a:ext cx="47625" cy="55563"/>
              </a:xfrm>
              <a:custGeom>
                <a:avLst/>
                <a:gdLst>
                  <a:gd name="T0" fmla="*/ 4 w 12"/>
                  <a:gd name="T1" fmla="*/ 7 h 14"/>
                  <a:gd name="T2" fmla="*/ 9 w 12"/>
                  <a:gd name="T3" fmla="*/ 3 h 14"/>
                  <a:gd name="T4" fmla="*/ 9 w 12"/>
                  <a:gd name="T5" fmla="*/ 10 h 14"/>
                  <a:gd name="T6" fmla="*/ 1 w 12"/>
                  <a:gd name="T7" fmla="*/ 11 h 14"/>
                  <a:gd name="T8" fmla="*/ 3 w 12"/>
                  <a:gd name="T9" fmla="*/ 7 h 14"/>
                  <a:gd name="T10" fmla="*/ 4 w 12"/>
                  <a:gd name="T11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4">
                    <a:moveTo>
                      <a:pt x="4" y="7"/>
                    </a:moveTo>
                    <a:cubicBezTo>
                      <a:pt x="4" y="7"/>
                      <a:pt x="6" y="0"/>
                      <a:pt x="9" y="3"/>
                    </a:cubicBezTo>
                    <a:cubicBezTo>
                      <a:pt x="9" y="3"/>
                      <a:pt x="12" y="9"/>
                      <a:pt x="9" y="10"/>
                    </a:cubicBezTo>
                    <a:cubicBezTo>
                      <a:pt x="9" y="10"/>
                      <a:pt x="2" y="14"/>
                      <a:pt x="1" y="11"/>
                    </a:cubicBezTo>
                    <a:cubicBezTo>
                      <a:pt x="1" y="11"/>
                      <a:pt x="0" y="8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72" name="Freeform 682">
                <a:extLst>
                  <a:ext uri="{FF2B5EF4-FFF2-40B4-BE49-F238E27FC236}">
                    <a16:creationId xmlns:a16="http://schemas.microsoft.com/office/drawing/2014/main" id="{DF68F495-9A2F-4044-91AD-359B414326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563" y="5329238"/>
                <a:ext cx="47625" cy="55563"/>
              </a:xfrm>
              <a:custGeom>
                <a:avLst/>
                <a:gdLst>
                  <a:gd name="T0" fmla="*/ 4 w 12"/>
                  <a:gd name="T1" fmla="*/ 7 h 14"/>
                  <a:gd name="T2" fmla="*/ 9 w 12"/>
                  <a:gd name="T3" fmla="*/ 3 h 14"/>
                  <a:gd name="T4" fmla="*/ 9 w 12"/>
                  <a:gd name="T5" fmla="*/ 10 h 14"/>
                  <a:gd name="T6" fmla="*/ 1 w 12"/>
                  <a:gd name="T7" fmla="*/ 11 h 14"/>
                  <a:gd name="T8" fmla="*/ 3 w 12"/>
                  <a:gd name="T9" fmla="*/ 7 h 14"/>
                  <a:gd name="T10" fmla="*/ 4 w 12"/>
                  <a:gd name="T11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4">
                    <a:moveTo>
                      <a:pt x="4" y="7"/>
                    </a:moveTo>
                    <a:cubicBezTo>
                      <a:pt x="4" y="7"/>
                      <a:pt x="6" y="0"/>
                      <a:pt x="9" y="3"/>
                    </a:cubicBezTo>
                    <a:cubicBezTo>
                      <a:pt x="9" y="3"/>
                      <a:pt x="12" y="9"/>
                      <a:pt x="9" y="10"/>
                    </a:cubicBezTo>
                    <a:cubicBezTo>
                      <a:pt x="9" y="10"/>
                      <a:pt x="2" y="14"/>
                      <a:pt x="1" y="11"/>
                    </a:cubicBezTo>
                    <a:cubicBezTo>
                      <a:pt x="1" y="11"/>
                      <a:pt x="0" y="8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73" name="Freeform 683">
                <a:extLst>
                  <a:ext uri="{FF2B5EF4-FFF2-40B4-BE49-F238E27FC236}">
                    <a16:creationId xmlns:a16="http://schemas.microsoft.com/office/drawing/2014/main" id="{8A29B6C1-1ED3-438B-A03F-52A3F41D6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938" y="5337175"/>
                <a:ext cx="74613" cy="47625"/>
              </a:xfrm>
              <a:custGeom>
                <a:avLst/>
                <a:gdLst>
                  <a:gd name="T0" fmla="*/ 11 w 19"/>
                  <a:gd name="T1" fmla="*/ 6 h 12"/>
                  <a:gd name="T2" fmla="*/ 0 w 19"/>
                  <a:gd name="T3" fmla="*/ 4 h 12"/>
                  <a:gd name="T4" fmla="*/ 4 w 19"/>
                  <a:gd name="T5" fmla="*/ 10 h 12"/>
                  <a:gd name="T6" fmla="*/ 17 w 19"/>
                  <a:gd name="T7" fmla="*/ 12 h 12"/>
                  <a:gd name="T8" fmla="*/ 17 w 19"/>
                  <a:gd name="T9" fmla="*/ 9 h 12"/>
                  <a:gd name="T10" fmla="*/ 14 w 19"/>
                  <a:gd name="T11" fmla="*/ 7 h 12"/>
                  <a:gd name="T12" fmla="*/ 11 w 19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2">
                    <a:moveTo>
                      <a:pt x="11" y="6"/>
                    </a:moveTo>
                    <a:cubicBezTo>
                      <a:pt x="11" y="6"/>
                      <a:pt x="0" y="0"/>
                      <a:pt x="0" y="4"/>
                    </a:cubicBezTo>
                    <a:cubicBezTo>
                      <a:pt x="0" y="4"/>
                      <a:pt x="1" y="9"/>
                      <a:pt x="4" y="10"/>
                    </a:cubicBezTo>
                    <a:cubicBezTo>
                      <a:pt x="8" y="11"/>
                      <a:pt x="11" y="12"/>
                      <a:pt x="17" y="12"/>
                    </a:cubicBezTo>
                    <a:cubicBezTo>
                      <a:pt x="17" y="12"/>
                      <a:pt x="19" y="11"/>
                      <a:pt x="17" y="9"/>
                    </a:cubicBezTo>
                    <a:cubicBezTo>
                      <a:pt x="17" y="9"/>
                      <a:pt x="17" y="8"/>
                      <a:pt x="14" y="7"/>
                    </a:cubicBezTo>
                    <a:cubicBezTo>
                      <a:pt x="12" y="7"/>
                      <a:pt x="11" y="6"/>
                      <a:pt x="11" y="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74" name="Freeform 684">
                <a:extLst>
                  <a:ext uri="{FF2B5EF4-FFF2-40B4-BE49-F238E27FC236}">
                    <a16:creationId xmlns:a16="http://schemas.microsoft.com/office/drawing/2014/main" id="{09A2A627-7E54-47BC-A7FC-03F141F56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938" y="5337175"/>
                <a:ext cx="74613" cy="47625"/>
              </a:xfrm>
              <a:custGeom>
                <a:avLst/>
                <a:gdLst>
                  <a:gd name="T0" fmla="*/ 11 w 19"/>
                  <a:gd name="T1" fmla="*/ 6 h 12"/>
                  <a:gd name="T2" fmla="*/ 0 w 19"/>
                  <a:gd name="T3" fmla="*/ 4 h 12"/>
                  <a:gd name="T4" fmla="*/ 4 w 19"/>
                  <a:gd name="T5" fmla="*/ 10 h 12"/>
                  <a:gd name="T6" fmla="*/ 17 w 19"/>
                  <a:gd name="T7" fmla="*/ 12 h 12"/>
                  <a:gd name="T8" fmla="*/ 17 w 19"/>
                  <a:gd name="T9" fmla="*/ 9 h 12"/>
                  <a:gd name="T10" fmla="*/ 14 w 19"/>
                  <a:gd name="T11" fmla="*/ 7 h 12"/>
                  <a:gd name="T12" fmla="*/ 11 w 19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2">
                    <a:moveTo>
                      <a:pt x="11" y="6"/>
                    </a:moveTo>
                    <a:cubicBezTo>
                      <a:pt x="11" y="6"/>
                      <a:pt x="0" y="0"/>
                      <a:pt x="0" y="4"/>
                    </a:cubicBezTo>
                    <a:cubicBezTo>
                      <a:pt x="0" y="4"/>
                      <a:pt x="1" y="9"/>
                      <a:pt x="4" y="10"/>
                    </a:cubicBezTo>
                    <a:cubicBezTo>
                      <a:pt x="8" y="11"/>
                      <a:pt x="11" y="12"/>
                      <a:pt x="17" y="12"/>
                    </a:cubicBezTo>
                    <a:cubicBezTo>
                      <a:pt x="17" y="12"/>
                      <a:pt x="19" y="11"/>
                      <a:pt x="17" y="9"/>
                    </a:cubicBezTo>
                    <a:cubicBezTo>
                      <a:pt x="17" y="9"/>
                      <a:pt x="17" y="8"/>
                      <a:pt x="14" y="7"/>
                    </a:cubicBezTo>
                    <a:cubicBezTo>
                      <a:pt x="12" y="7"/>
                      <a:pt x="11" y="6"/>
                      <a:pt x="11" y="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75" name="Freeform 685">
                <a:extLst>
                  <a:ext uri="{FF2B5EF4-FFF2-40B4-BE49-F238E27FC236}">
                    <a16:creationId xmlns:a16="http://schemas.microsoft.com/office/drawing/2014/main" id="{9861301B-7449-4D4A-A83D-4FCDB83C13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626" y="5451475"/>
                <a:ext cx="182563" cy="28575"/>
              </a:xfrm>
              <a:custGeom>
                <a:avLst/>
                <a:gdLst>
                  <a:gd name="T0" fmla="*/ 115 w 115"/>
                  <a:gd name="T1" fmla="*/ 0 h 18"/>
                  <a:gd name="T2" fmla="*/ 108 w 115"/>
                  <a:gd name="T3" fmla="*/ 3 h 18"/>
                  <a:gd name="T4" fmla="*/ 0 w 115"/>
                  <a:gd name="T5" fmla="*/ 8 h 18"/>
                  <a:gd name="T6" fmla="*/ 0 w 115"/>
                  <a:gd name="T7" fmla="*/ 18 h 18"/>
                  <a:gd name="T8" fmla="*/ 108 w 115"/>
                  <a:gd name="T9" fmla="*/ 15 h 18"/>
                  <a:gd name="T10" fmla="*/ 115 w 115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5" h="18">
                    <a:moveTo>
                      <a:pt x="115" y="0"/>
                    </a:moveTo>
                    <a:lnTo>
                      <a:pt x="108" y="3"/>
                    </a:lnTo>
                    <a:lnTo>
                      <a:pt x="0" y="8"/>
                    </a:lnTo>
                    <a:lnTo>
                      <a:pt x="0" y="18"/>
                    </a:lnTo>
                    <a:lnTo>
                      <a:pt x="108" y="15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</p:grp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A5F40875-E2F2-40FC-B2C5-51DDADF37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4815" y="2560029"/>
              <a:ext cx="551252" cy="545387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87D9188-735A-46DC-A56D-A1B7690F6804}"/>
              </a:ext>
            </a:extLst>
          </p:cNvPr>
          <p:cNvGrpSpPr/>
          <p:nvPr/>
        </p:nvGrpSpPr>
        <p:grpSpPr>
          <a:xfrm>
            <a:off x="649755" y="2350434"/>
            <a:ext cx="1323494" cy="365824"/>
            <a:chOff x="4336772" y="3244062"/>
            <a:chExt cx="1824605" cy="60088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B6C15CE-32F7-4689-A923-3AD9E05CC8D4}"/>
                </a:ext>
              </a:extLst>
            </p:cNvPr>
            <p:cNvSpPr txBox="1"/>
            <p:nvPr/>
          </p:nvSpPr>
          <p:spPr>
            <a:xfrm>
              <a:off x="4336772" y="3517702"/>
              <a:ext cx="1824605" cy="327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200" dirty="0"/>
                <a:t>Storage</a:t>
              </a:r>
            </a:p>
          </p:txBody>
        </p:sp>
        <p:grpSp>
          <p:nvGrpSpPr>
            <p:cNvPr id="75" name="Gruppieren 48">
              <a:extLst>
                <a:ext uri="{FF2B5EF4-FFF2-40B4-BE49-F238E27FC236}">
                  <a16:creationId xmlns:a16="http://schemas.microsoft.com/office/drawing/2014/main" id="{1D400B40-3A15-4193-A126-5F828CF9DD7F}"/>
                </a:ext>
              </a:extLst>
            </p:cNvPr>
            <p:cNvGrpSpPr/>
            <p:nvPr/>
          </p:nvGrpSpPr>
          <p:grpSpPr>
            <a:xfrm>
              <a:off x="4353044" y="3244062"/>
              <a:ext cx="770328" cy="230845"/>
              <a:chOff x="1619672" y="3068960"/>
              <a:chExt cx="5184576" cy="1778249"/>
            </a:xfrm>
            <a:solidFill>
              <a:schemeClr val="accent1"/>
            </a:solidFill>
          </p:grpSpPr>
          <p:sp>
            <p:nvSpPr>
              <p:cNvPr id="77" name="Rectangle 67">
                <a:extLst>
                  <a:ext uri="{FF2B5EF4-FFF2-40B4-BE49-F238E27FC236}">
                    <a16:creationId xmlns:a16="http://schemas.microsoft.com/office/drawing/2014/main" id="{1D3CB44B-E608-43B2-AD23-2FEBD3375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1479" y="3424612"/>
                <a:ext cx="2236641" cy="1066950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8" name="Freeform 68">
                <a:extLst>
                  <a:ext uri="{FF2B5EF4-FFF2-40B4-BE49-F238E27FC236}">
                    <a16:creationId xmlns:a16="http://schemas.microsoft.com/office/drawing/2014/main" id="{60002CE4-6C8F-4ABE-AFB9-A5A8212E1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860" y="3132187"/>
                <a:ext cx="276619" cy="1359371"/>
              </a:xfrm>
              <a:custGeom>
                <a:avLst/>
                <a:gdLst>
                  <a:gd name="T0" fmla="*/ 35 w 35"/>
                  <a:gd name="T1" fmla="*/ 172 h 172"/>
                  <a:gd name="T2" fmla="*/ 0 w 35"/>
                  <a:gd name="T3" fmla="*/ 127 h 172"/>
                  <a:gd name="T4" fmla="*/ 0 w 35"/>
                  <a:gd name="T5" fmla="*/ 0 h 172"/>
                  <a:gd name="T6" fmla="*/ 35 w 35"/>
                  <a:gd name="T7" fmla="*/ 37 h 172"/>
                  <a:gd name="T8" fmla="*/ 35 w 35"/>
                  <a:gd name="T9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72">
                    <a:moveTo>
                      <a:pt x="35" y="172"/>
                    </a:moveTo>
                    <a:lnTo>
                      <a:pt x="0" y="127"/>
                    </a:lnTo>
                    <a:lnTo>
                      <a:pt x="0" y="0"/>
                    </a:lnTo>
                    <a:lnTo>
                      <a:pt x="35" y="37"/>
                    </a:lnTo>
                    <a:lnTo>
                      <a:pt x="35" y="172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9" name="Freeform 69">
                <a:extLst>
                  <a:ext uri="{FF2B5EF4-FFF2-40B4-BE49-F238E27FC236}">
                    <a16:creationId xmlns:a16="http://schemas.microsoft.com/office/drawing/2014/main" id="{DD00FAA6-0F69-4960-AF95-979C741A8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860" y="3132187"/>
                <a:ext cx="2513255" cy="292425"/>
              </a:xfrm>
              <a:custGeom>
                <a:avLst/>
                <a:gdLst>
                  <a:gd name="T0" fmla="*/ 318 w 318"/>
                  <a:gd name="T1" fmla="*/ 37 h 37"/>
                  <a:gd name="T2" fmla="*/ 283 w 318"/>
                  <a:gd name="T3" fmla="*/ 0 h 37"/>
                  <a:gd name="T4" fmla="*/ 0 w 318"/>
                  <a:gd name="T5" fmla="*/ 0 h 37"/>
                  <a:gd name="T6" fmla="*/ 35 w 318"/>
                  <a:gd name="T7" fmla="*/ 37 h 37"/>
                  <a:gd name="T8" fmla="*/ 318 w 318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37">
                    <a:moveTo>
                      <a:pt x="318" y="37"/>
                    </a:moveTo>
                    <a:lnTo>
                      <a:pt x="283" y="0"/>
                    </a:lnTo>
                    <a:lnTo>
                      <a:pt x="0" y="0"/>
                    </a:lnTo>
                    <a:lnTo>
                      <a:pt x="35" y="37"/>
                    </a:lnTo>
                    <a:lnTo>
                      <a:pt x="318" y="3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80" name="Freeform 70">
                <a:extLst>
                  <a:ext uri="{FF2B5EF4-FFF2-40B4-BE49-F238E27FC236}">
                    <a16:creationId xmlns:a16="http://schemas.microsoft.com/office/drawing/2014/main" id="{762B03FA-674E-4FE0-9CD4-1E08E8652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0512" y="3092672"/>
                <a:ext cx="276619" cy="213392"/>
              </a:xfrm>
              <a:custGeom>
                <a:avLst/>
                <a:gdLst>
                  <a:gd name="T0" fmla="*/ 0 w 14"/>
                  <a:gd name="T1" fmla="*/ 0 h 11"/>
                  <a:gd name="T2" fmla="*/ 0 w 14"/>
                  <a:gd name="T3" fmla="*/ 10 h 11"/>
                  <a:gd name="T4" fmla="*/ 0 w 14"/>
                  <a:gd name="T5" fmla="*/ 10 h 11"/>
                  <a:gd name="T6" fmla="*/ 7 w 14"/>
                  <a:gd name="T7" fmla="*/ 11 h 11"/>
                  <a:gd name="T8" fmla="*/ 14 w 14"/>
                  <a:gd name="T9" fmla="*/ 10 h 11"/>
                  <a:gd name="T10" fmla="*/ 14 w 14"/>
                  <a:gd name="T11" fmla="*/ 10 h 11"/>
                  <a:gd name="T12" fmla="*/ 14 w 14"/>
                  <a:gd name="T13" fmla="*/ 0 h 11"/>
                  <a:gd name="T14" fmla="*/ 0 w 14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3" y="11"/>
                      <a:pt x="7" y="11"/>
                    </a:cubicBezTo>
                    <a:cubicBezTo>
                      <a:pt x="10" y="11"/>
                      <a:pt x="13" y="11"/>
                      <a:pt x="14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81" name="Oval 71">
                <a:extLst>
                  <a:ext uri="{FF2B5EF4-FFF2-40B4-BE49-F238E27FC236}">
                    <a16:creationId xmlns:a16="http://schemas.microsoft.com/office/drawing/2014/main" id="{744F194D-A3A5-4227-9EE5-25009F2F6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0512" y="3068960"/>
                <a:ext cx="276619" cy="39519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82" name="Freeform 72">
                <a:extLst>
                  <a:ext uri="{FF2B5EF4-FFF2-40B4-BE49-F238E27FC236}">
                    <a16:creationId xmlns:a16="http://schemas.microsoft.com/office/drawing/2014/main" id="{D7784377-77F0-487F-9EAA-CD0803521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6817" y="3108479"/>
                <a:ext cx="300326" cy="221293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0 w 15"/>
                  <a:gd name="T5" fmla="*/ 10 h 11"/>
                  <a:gd name="T6" fmla="*/ 7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4" y="11"/>
                      <a:pt x="7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83" name="Oval 73">
                <a:extLst>
                  <a:ext uri="{FF2B5EF4-FFF2-40B4-BE49-F238E27FC236}">
                    <a16:creationId xmlns:a16="http://schemas.microsoft.com/office/drawing/2014/main" id="{9C8F0314-FE8E-4020-B8DC-8807D03CB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6817" y="3068960"/>
                <a:ext cx="300326" cy="63227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84" name="Rectangle 76">
                <a:extLst>
                  <a:ext uri="{FF2B5EF4-FFF2-40B4-BE49-F238E27FC236}">
                    <a16:creationId xmlns:a16="http://schemas.microsoft.com/office/drawing/2014/main" id="{37E154D9-991B-4580-8C46-57FE3E24CE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9998" y="3424612"/>
                <a:ext cx="2212929" cy="1066950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85" name="Freeform 77">
                <a:extLst>
                  <a:ext uri="{FF2B5EF4-FFF2-40B4-BE49-F238E27FC236}">
                    <a16:creationId xmlns:a16="http://schemas.microsoft.com/office/drawing/2014/main" id="{70555FEF-0DD5-4E5C-ABBF-B6629A3FC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3132187"/>
                <a:ext cx="300326" cy="1359371"/>
              </a:xfrm>
              <a:custGeom>
                <a:avLst/>
                <a:gdLst>
                  <a:gd name="T0" fmla="*/ 38 w 38"/>
                  <a:gd name="T1" fmla="*/ 172 h 172"/>
                  <a:gd name="T2" fmla="*/ 0 w 38"/>
                  <a:gd name="T3" fmla="*/ 127 h 172"/>
                  <a:gd name="T4" fmla="*/ 0 w 38"/>
                  <a:gd name="T5" fmla="*/ 0 h 172"/>
                  <a:gd name="T6" fmla="*/ 38 w 38"/>
                  <a:gd name="T7" fmla="*/ 37 h 172"/>
                  <a:gd name="T8" fmla="*/ 38 w 38"/>
                  <a:gd name="T9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72">
                    <a:moveTo>
                      <a:pt x="38" y="172"/>
                    </a:moveTo>
                    <a:lnTo>
                      <a:pt x="0" y="127"/>
                    </a:lnTo>
                    <a:lnTo>
                      <a:pt x="0" y="0"/>
                    </a:lnTo>
                    <a:lnTo>
                      <a:pt x="38" y="37"/>
                    </a:lnTo>
                    <a:lnTo>
                      <a:pt x="38" y="172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86" name="Freeform 78">
                <a:extLst>
                  <a:ext uri="{FF2B5EF4-FFF2-40B4-BE49-F238E27FC236}">
                    <a16:creationId xmlns:a16="http://schemas.microsoft.com/office/drawing/2014/main" id="{D02E858C-FC08-4A49-A655-4C9603FE3E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3132187"/>
                <a:ext cx="2513255" cy="292425"/>
              </a:xfrm>
              <a:custGeom>
                <a:avLst/>
                <a:gdLst>
                  <a:gd name="T0" fmla="*/ 318 w 318"/>
                  <a:gd name="T1" fmla="*/ 37 h 37"/>
                  <a:gd name="T2" fmla="*/ 286 w 318"/>
                  <a:gd name="T3" fmla="*/ 0 h 37"/>
                  <a:gd name="T4" fmla="*/ 0 w 318"/>
                  <a:gd name="T5" fmla="*/ 0 h 37"/>
                  <a:gd name="T6" fmla="*/ 38 w 318"/>
                  <a:gd name="T7" fmla="*/ 37 h 37"/>
                  <a:gd name="T8" fmla="*/ 318 w 318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37">
                    <a:moveTo>
                      <a:pt x="318" y="37"/>
                    </a:moveTo>
                    <a:lnTo>
                      <a:pt x="286" y="0"/>
                    </a:lnTo>
                    <a:lnTo>
                      <a:pt x="0" y="0"/>
                    </a:lnTo>
                    <a:lnTo>
                      <a:pt x="38" y="37"/>
                    </a:lnTo>
                    <a:lnTo>
                      <a:pt x="318" y="3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87" name="Freeform 79">
                <a:extLst>
                  <a:ext uri="{FF2B5EF4-FFF2-40B4-BE49-F238E27FC236}">
                    <a16:creationId xmlns:a16="http://schemas.microsoft.com/office/drawing/2014/main" id="{848349F0-BC9A-4985-8989-62861D320A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5324" y="3092672"/>
                <a:ext cx="300326" cy="213392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0 w 15"/>
                  <a:gd name="T5" fmla="*/ 10 h 11"/>
                  <a:gd name="T6" fmla="*/ 7 w 15"/>
                  <a:gd name="T7" fmla="*/ 11 h 11"/>
                  <a:gd name="T8" fmla="*/ 14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4" y="11"/>
                      <a:pt x="7" y="11"/>
                    </a:cubicBezTo>
                    <a:cubicBezTo>
                      <a:pt x="11" y="11"/>
                      <a:pt x="14" y="11"/>
                      <a:pt x="14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88" name="Oval 80">
                <a:extLst>
                  <a:ext uri="{FF2B5EF4-FFF2-40B4-BE49-F238E27FC236}">
                    <a16:creationId xmlns:a16="http://schemas.microsoft.com/office/drawing/2014/main" id="{63ECBA57-6096-4CA6-A2D3-41156875AC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5324" y="3068960"/>
                <a:ext cx="300326" cy="39519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89" name="Freeform 81">
                <a:extLst>
                  <a:ext uri="{FF2B5EF4-FFF2-40B4-BE49-F238E27FC236}">
                    <a16:creationId xmlns:a16="http://schemas.microsoft.com/office/drawing/2014/main" id="{10033E06-D154-4578-AAE5-B99EFABFF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628" y="3108479"/>
                <a:ext cx="300326" cy="221293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1 w 15"/>
                  <a:gd name="T5" fmla="*/ 10 h 11"/>
                  <a:gd name="T6" fmla="*/ 8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1"/>
                      <a:pt x="4" y="11"/>
                      <a:pt x="8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0" name="Oval 82">
                <a:extLst>
                  <a:ext uri="{FF2B5EF4-FFF2-40B4-BE49-F238E27FC236}">
                    <a16:creationId xmlns:a16="http://schemas.microsoft.com/office/drawing/2014/main" id="{B6E70F36-8119-46F5-A071-785F94CB9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628" y="3068960"/>
                <a:ext cx="300326" cy="63227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1" name="Rectangle 85">
                <a:extLst>
                  <a:ext uri="{FF2B5EF4-FFF2-40B4-BE49-F238E27FC236}">
                    <a16:creationId xmlns:a16="http://schemas.microsoft.com/office/drawing/2014/main" id="{5E52EB93-5B3C-491B-9211-BB3289EB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1319" y="3780259"/>
                <a:ext cx="2212929" cy="1066950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2" name="Freeform 86">
                <a:extLst>
                  <a:ext uri="{FF2B5EF4-FFF2-40B4-BE49-F238E27FC236}">
                    <a16:creationId xmlns:a16="http://schemas.microsoft.com/office/drawing/2014/main" id="{36C40903-1004-43A5-8975-51AEA5263F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0993" y="3503645"/>
                <a:ext cx="300326" cy="1343564"/>
              </a:xfrm>
              <a:custGeom>
                <a:avLst/>
                <a:gdLst>
                  <a:gd name="T0" fmla="*/ 38 w 38"/>
                  <a:gd name="T1" fmla="*/ 170 h 170"/>
                  <a:gd name="T2" fmla="*/ 0 w 38"/>
                  <a:gd name="T3" fmla="*/ 128 h 170"/>
                  <a:gd name="T4" fmla="*/ 0 w 38"/>
                  <a:gd name="T5" fmla="*/ 0 h 170"/>
                  <a:gd name="T6" fmla="*/ 38 w 38"/>
                  <a:gd name="T7" fmla="*/ 35 h 170"/>
                  <a:gd name="T8" fmla="*/ 38 w 38"/>
                  <a:gd name="T9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70">
                    <a:moveTo>
                      <a:pt x="38" y="170"/>
                    </a:moveTo>
                    <a:lnTo>
                      <a:pt x="0" y="128"/>
                    </a:lnTo>
                    <a:lnTo>
                      <a:pt x="0" y="0"/>
                    </a:lnTo>
                    <a:lnTo>
                      <a:pt x="38" y="35"/>
                    </a:lnTo>
                    <a:lnTo>
                      <a:pt x="38" y="17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3" name="Freeform 87">
                <a:extLst>
                  <a:ext uri="{FF2B5EF4-FFF2-40B4-BE49-F238E27FC236}">
                    <a16:creationId xmlns:a16="http://schemas.microsoft.com/office/drawing/2014/main" id="{6FFFCA00-75FF-4B6F-940B-47D6C7F203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0993" y="3503645"/>
                <a:ext cx="2513255" cy="276619"/>
              </a:xfrm>
              <a:custGeom>
                <a:avLst/>
                <a:gdLst>
                  <a:gd name="T0" fmla="*/ 318 w 318"/>
                  <a:gd name="T1" fmla="*/ 35 h 35"/>
                  <a:gd name="T2" fmla="*/ 286 w 318"/>
                  <a:gd name="T3" fmla="*/ 0 h 35"/>
                  <a:gd name="T4" fmla="*/ 0 w 318"/>
                  <a:gd name="T5" fmla="*/ 0 h 35"/>
                  <a:gd name="T6" fmla="*/ 38 w 318"/>
                  <a:gd name="T7" fmla="*/ 35 h 35"/>
                  <a:gd name="T8" fmla="*/ 318 w 318"/>
                  <a:gd name="T9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35">
                    <a:moveTo>
                      <a:pt x="318" y="35"/>
                    </a:moveTo>
                    <a:lnTo>
                      <a:pt x="286" y="0"/>
                    </a:lnTo>
                    <a:lnTo>
                      <a:pt x="0" y="0"/>
                    </a:lnTo>
                    <a:lnTo>
                      <a:pt x="38" y="35"/>
                    </a:lnTo>
                    <a:lnTo>
                      <a:pt x="318" y="3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4" name="Freeform 88">
                <a:extLst>
                  <a:ext uri="{FF2B5EF4-FFF2-40B4-BE49-F238E27FC236}">
                    <a16:creationId xmlns:a16="http://schemas.microsoft.com/office/drawing/2014/main" id="{A269E1C9-CAE2-4667-9CAA-2A732525FA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6645" y="3464126"/>
                <a:ext cx="300326" cy="221293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0 w 15"/>
                  <a:gd name="T5" fmla="*/ 10 h 11"/>
                  <a:gd name="T6" fmla="*/ 7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4" y="11"/>
                      <a:pt x="7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5" name="Oval 89">
                <a:extLst>
                  <a:ext uri="{FF2B5EF4-FFF2-40B4-BE49-F238E27FC236}">
                    <a16:creationId xmlns:a16="http://schemas.microsoft.com/office/drawing/2014/main" id="{377D77F6-D081-4B0E-AC1F-B8066276A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6645" y="3424612"/>
                <a:ext cx="300326" cy="63227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6" name="Freeform 90">
                <a:extLst>
                  <a:ext uri="{FF2B5EF4-FFF2-40B4-BE49-F238E27FC236}">
                    <a16:creationId xmlns:a16="http://schemas.microsoft.com/office/drawing/2014/main" id="{FBC7BFEE-8BEA-4F69-8C6F-AC520F533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6662" y="3464126"/>
                <a:ext cx="276619" cy="237100"/>
              </a:xfrm>
              <a:custGeom>
                <a:avLst/>
                <a:gdLst>
                  <a:gd name="T0" fmla="*/ 0 w 14"/>
                  <a:gd name="T1" fmla="*/ 0 h 12"/>
                  <a:gd name="T2" fmla="*/ 0 w 14"/>
                  <a:gd name="T3" fmla="*/ 11 h 12"/>
                  <a:gd name="T4" fmla="*/ 0 w 14"/>
                  <a:gd name="T5" fmla="*/ 11 h 12"/>
                  <a:gd name="T6" fmla="*/ 7 w 14"/>
                  <a:gd name="T7" fmla="*/ 12 h 12"/>
                  <a:gd name="T8" fmla="*/ 14 w 14"/>
                  <a:gd name="T9" fmla="*/ 11 h 12"/>
                  <a:gd name="T10" fmla="*/ 14 w 14"/>
                  <a:gd name="T11" fmla="*/ 11 h 12"/>
                  <a:gd name="T12" fmla="*/ 14 w 14"/>
                  <a:gd name="T13" fmla="*/ 0 h 12"/>
                  <a:gd name="T14" fmla="*/ 0 w 14"/>
                  <a:gd name="T1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12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3" y="12"/>
                      <a:pt x="7" y="12"/>
                    </a:cubicBezTo>
                    <a:cubicBezTo>
                      <a:pt x="11" y="12"/>
                      <a:pt x="14" y="11"/>
                      <a:pt x="14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7" name="Oval 91">
                <a:extLst>
                  <a:ext uri="{FF2B5EF4-FFF2-40B4-BE49-F238E27FC236}">
                    <a16:creationId xmlns:a16="http://schemas.microsoft.com/office/drawing/2014/main" id="{6E185E2A-9923-4D24-A67B-E803D0047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6662" y="3448319"/>
                <a:ext cx="276619" cy="39519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8" name="Rectangle 94">
                <a:extLst>
                  <a:ext uri="{FF2B5EF4-FFF2-40B4-BE49-F238E27FC236}">
                    <a16:creationId xmlns:a16="http://schemas.microsoft.com/office/drawing/2014/main" id="{7AF9E6A8-A179-4FBD-92BF-3EF8F4DAD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6131" y="3780259"/>
                <a:ext cx="2236641" cy="1066950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9" name="Freeform 95">
                <a:extLst>
                  <a:ext uri="{FF2B5EF4-FFF2-40B4-BE49-F238E27FC236}">
                    <a16:creationId xmlns:a16="http://schemas.microsoft.com/office/drawing/2014/main" id="{6580D055-B370-4EE2-9261-24B609569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517" y="3487838"/>
                <a:ext cx="276619" cy="1359371"/>
              </a:xfrm>
              <a:custGeom>
                <a:avLst/>
                <a:gdLst>
                  <a:gd name="T0" fmla="*/ 35 w 35"/>
                  <a:gd name="T1" fmla="*/ 172 h 172"/>
                  <a:gd name="T2" fmla="*/ 0 w 35"/>
                  <a:gd name="T3" fmla="*/ 127 h 172"/>
                  <a:gd name="T4" fmla="*/ 0 w 35"/>
                  <a:gd name="T5" fmla="*/ 0 h 172"/>
                  <a:gd name="T6" fmla="*/ 35 w 35"/>
                  <a:gd name="T7" fmla="*/ 37 h 172"/>
                  <a:gd name="T8" fmla="*/ 35 w 35"/>
                  <a:gd name="T9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72">
                    <a:moveTo>
                      <a:pt x="35" y="172"/>
                    </a:moveTo>
                    <a:lnTo>
                      <a:pt x="0" y="127"/>
                    </a:lnTo>
                    <a:lnTo>
                      <a:pt x="0" y="0"/>
                    </a:lnTo>
                    <a:lnTo>
                      <a:pt x="35" y="37"/>
                    </a:lnTo>
                    <a:lnTo>
                      <a:pt x="35" y="172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00" name="Freeform 96">
                <a:extLst>
                  <a:ext uri="{FF2B5EF4-FFF2-40B4-BE49-F238E27FC236}">
                    <a16:creationId xmlns:a16="http://schemas.microsoft.com/office/drawing/2014/main" id="{AC8A2609-CD8E-4F9C-80DC-5C8D2058F2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517" y="3487838"/>
                <a:ext cx="2513255" cy="292425"/>
              </a:xfrm>
              <a:custGeom>
                <a:avLst/>
                <a:gdLst>
                  <a:gd name="T0" fmla="*/ 318 w 318"/>
                  <a:gd name="T1" fmla="*/ 37 h 37"/>
                  <a:gd name="T2" fmla="*/ 283 w 318"/>
                  <a:gd name="T3" fmla="*/ 0 h 37"/>
                  <a:gd name="T4" fmla="*/ 0 w 318"/>
                  <a:gd name="T5" fmla="*/ 0 h 37"/>
                  <a:gd name="T6" fmla="*/ 35 w 318"/>
                  <a:gd name="T7" fmla="*/ 37 h 37"/>
                  <a:gd name="T8" fmla="*/ 318 w 318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37">
                    <a:moveTo>
                      <a:pt x="318" y="37"/>
                    </a:moveTo>
                    <a:lnTo>
                      <a:pt x="283" y="0"/>
                    </a:lnTo>
                    <a:lnTo>
                      <a:pt x="0" y="0"/>
                    </a:lnTo>
                    <a:lnTo>
                      <a:pt x="35" y="37"/>
                    </a:lnTo>
                    <a:lnTo>
                      <a:pt x="318" y="3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01" name="Freeform 97">
                <a:extLst>
                  <a:ext uri="{FF2B5EF4-FFF2-40B4-BE49-F238E27FC236}">
                    <a16:creationId xmlns:a16="http://schemas.microsoft.com/office/drawing/2014/main" id="{12EE4FFF-9D08-4723-8748-B12A7E6786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9357" y="3448319"/>
                <a:ext cx="292425" cy="213392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1 w 15"/>
                  <a:gd name="T5" fmla="*/ 10 h 11"/>
                  <a:gd name="T6" fmla="*/ 8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1"/>
                      <a:pt x="4" y="11"/>
                      <a:pt x="8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02" name="Oval 98">
                <a:extLst>
                  <a:ext uri="{FF2B5EF4-FFF2-40B4-BE49-F238E27FC236}">
                    <a16:creationId xmlns:a16="http://schemas.microsoft.com/office/drawing/2014/main" id="{C23E91DB-790D-46B3-A44C-22E18E5EC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9357" y="3424612"/>
                <a:ext cx="292425" cy="39519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03" name="Freeform 99">
                <a:extLst>
                  <a:ext uri="{FF2B5EF4-FFF2-40B4-BE49-F238E27FC236}">
                    <a16:creationId xmlns:a16="http://schemas.microsoft.com/office/drawing/2014/main" id="{3A655414-A7FB-435A-A949-A19DC93E1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1473" y="3464126"/>
                <a:ext cx="292425" cy="221293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0 w 15"/>
                  <a:gd name="T5" fmla="*/ 10 h 11"/>
                  <a:gd name="T6" fmla="*/ 7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4" y="11"/>
                      <a:pt x="7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04" name="Oval 100">
                <a:extLst>
                  <a:ext uri="{FF2B5EF4-FFF2-40B4-BE49-F238E27FC236}">
                    <a16:creationId xmlns:a16="http://schemas.microsoft.com/office/drawing/2014/main" id="{CA0A56ED-4D2C-4D1B-B3E7-9383ADEC8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473" y="3424612"/>
                <a:ext cx="292425" cy="63227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05" name="Freeform 101">
                <a:extLst>
                  <a:ext uri="{FF2B5EF4-FFF2-40B4-BE49-F238E27FC236}">
                    <a16:creationId xmlns:a16="http://schemas.microsoft.com/office/drawing/2014/main" id="{165F1A4F-2527-4B3B-BB0F-7809D8687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8390" y="3487838"/>
                <a:ext cx="134359" cy="134359"/>
              </a:xfrm>
              <a:custGeom>
                <a:avLst/>
                <a:gdLst>
                  <a:gd name="T0" fmla="*/ 10 w 17"/>
                  <a:gd name="T1" fmla="*/ 17 h 17"/>
                  <a:gd name="T2" fmla="*/ 10 w 17"/>
                  <a:gd name="T3" fmla="*/ 10 h 17"/>
                  <a:gd name="T4" fmla="*/ 17 w 17"/>
                  <a:gd name="T5" fmla="*/ 10 h 17"/>
                  <a:gd name="T6" fmla="*/ 17 w 17"/>
                  <a:gd name="T7" fmla="*/ 7 h 17"/>
                  <a:gd name="T8" fmla="*/ 10 w 17"/>
                  <a:gd name="T9" fmla="*/ 7 h 17"/>
                  <a:gd name="T10" fmla="*/ 10 w 17"/>
                  <a:gd name="T11" fmla="*/ 0 h 17"/>
                  <a:gd name="T12" fmla="*/ 7 w 17"/>
                  <a:gd name="T13" fmla="*/ 0 h 17"/>
                  <a:gd name="T14" fmla="*/ 7 w 17"/>
                  <a:gd name="T15" fmla="*/ 7 h 17"/>
                  <a:gd name="T16" fmla="*/ 0 w 17"/>
                  <a:gd name="T17" fmla="*/ 7 h 17"/>
                  <a:gd name="T18" fmla="*/ 0 w 17"/>
                  <a:gd name="T19" fmla="*/ 10 h 17"/>
                  <a:gd name="T20" fmla="*/ 7 w 17"/>
                  <a:gd name="T21" fmla="*/ 10 h 17"/>
                  <a:gd name="T22" fmla="*/ 7 w 17"/>
                  <a:gd name="T23" fmla="*/ 17 h 17"/>
                  <a:gd name="T24" fmla="*/ 10 w 17"/>
                  <a:gd name="T25" fmla="*/ 17 h 17"/>
                  <a:gd name="T26" fmla="*/ 10 w 17"/>
                  <a:gd name="T2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10" y="17"/>
                    </a:moveTo>
                    <a:lnTo>
                      <a:pt x="10" y="10"/>
                    </a:lnTo>
                    <a:lnTo>
                      <a:pt x="17" y="10"/>
                    </a:lnTo>
                    <a:lnTo>
                      <a:pt x="17" y="7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7" y="10"/>
                    </a:lnTo>
                    <a:lnTo>
                      <a:pt x="7" y="17"/>
                    </a:lnTo>
                    <a:lnTo>
                      <a:pt x="10" y="17"/>
                    </a:lnTo>
                    <a:lnTo>
                      <a:pt x="10" y="1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06" name="Freeform 102">
                <a:extLst>
                  <a:ext uri="{FF2B5EF4-FFF2-40B4-BE49-F238E27FC236}">
                    <a16:creationId xmlns:a16="http://schemas.microsoft.com/office/drawing/2014/main" id="{DDEBAABB-01F3-4806-BA8D-87DD3CAA0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6071" y="3569696"/>
                <a:ext cx="63227" cy="23712"/>
              </a:xfrm>
              <a:custGeom>
                <a:avLst/>
                <a:gdLst>
                  <a:gd name="T0" fmla="*/ 0 w 8"/>
                  <a:gd name="T1" fmla="*/ 3 h 3"/>
                  <a:gd name="T2" fmla="*/ 8 w 8"/>
                  <a:gd name="T3" fmla="*/ 3 h 3"/>
                  <a:gd name="T4" fmla="*/ 8 w 8"/>
                  <a:gd name="T5" fmla="*/ 0 h 3"/>
                  <a:gd name="T6" fmla="*/ 0 w 8"/>
                  <a:gd name="T7" fmla="*/ 0 h 3"/>
                  <a:gd name="T8" fmla="*/ 0 w 8"/>
                  <a:gd name="T9" fmla="*/ 3 h 3"/>
                  <a:gd name="T10" fmla="*/ 0 w 8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0" y="3"/>
                    </a:moveTo>
                    <a:lnTo>
                      <a:pt x="8" y="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07" name="Freeform 101">
                <a:extLst>
                  <a:ext uri="{FF2B5EF4-FFF2-40B4-BE49-F238E27FC236}">
                    <a16:creationId xmlns:a16="http://schemas.microsoft.com/office/drawing/2014/main" id="{93129AC1-8706-425F-8CE2-776724067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667" y="3130517"/>
                <a:ext cx="134359" cy="134359"/>
              </a:xfrm>
              <a:custGeom>
                <a:avLst/>
                <a:gdLst>
                  <a:gd name="T0" fmla="*/ 10 w 17"/>
                  <a:gd name="T1" fmla="*/ 17 h 17"/>
                  <a:gd name="T2" fmla="*/ 10 w 17"/>
                  <a:gd name="T3" fmla="*/ 10 h 17"/>
                  <a:gd name="T4" fmla="*/ 17 w 17"/>
                  <a:gd name="T5" fmla="*/ 10 h 17"/>
                  <a:gd name="T6" fmla="*/ 17 w 17"/>
                  <a:gd name="T7" fmla="*/ 7 h 17"/>
                  <a:gd name="T8" fmla="*/ 10 w 17"/>
                  <a:gd name="T9" fmla="*/ 7 h 17"/>
                  <a:gd name="T10" fmla="*/ 10 w 17"/>
                  <a:gd name="T11" fmla="*/ 0 h 17"/>
                  <a:gd name="T12" fmla="*/ 7 w 17"/>
                  <a:gd name="T13" fmla="*/ 0 h 17"/>
                  <a:gd name="T14" fmla="*/ 7 w 17"/>
                  <a:gd name="T15" fmla="*/ 7 h 17"/>
                  <a:gd name="T16" fmla="*/ 0 w 17"/>
                  <a:gd name="T17" fmla="*/ 7 h 17"/>
                  <a:gd name="T18" fmla="*/ 0 w 17"/>
                  <a:gd name="T19" fmla="*/ 10 h 17"/>
                  <a:gd name="T20" fmla="*/ 7 w 17"/>
                  <a:gd name="T21" fmla="*/ 10 h 17"/>
                  <a:gd name="T22" fmla="*/ 7 w 17"/>
                  <a:gd name="T23" fmla="*/ 17 h 17"/>
                  <a:gd name="T24" fmla="*/ 10 w 17"/>
                  <a:gd name="T25" fmla="*/ 17 h 17"/>
                  <a:gd name="T26" fmla="*/ 10 w 17"/>
                  <a:gd name="T2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10" y="17"/>
                    </a:moveTo>
                    <a:lnTo>
                      <a:pt x="10" y="10"/>
                    </a:lnTo>
                    <a:lnTo>
                      <a:pt x="17" y="10"/>
                    </a:lnTo>
                    <a:lnTo>
                      <a:pt x="17" y="7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7" y="10"/>
                    </a:lnTo>
                    <a:lnTo>
                      <a:pt x="7" y="17"/>
                    </a:lnTo>
                    <a:lnTo>
                      <a:pt x="10" y="17"/>
                    </a:lnTo>
                    <a:lnTo>
                      <a:pt x="10" y="1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08" name="Freeform 101">
                <a:extLst>
                  <a:ext uri="{FF2B5EF4-FFF2-40B4-BE49-F238E27FC236}">
                    <a16:creationId xmlns:a16="http://schemas.microsoft.com/office/drawing/2014/main" id="{05917852-6CC3-4A47-8DCD-CCF187B1E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3579" y="3520163"/>
                <a:ext cx="134359" cy="134359"/>
              </a:xfrm>
              <a:custGeom>
                <a:avLst/>
                <a:gdLst>
                  <a:gd name="T0" fmla="*/ 10 w 17"/>
                  <a:gd name="T1" fmla="*/ 17 h 17"/>
                  <a:gd name="T2" fmla="*/ 10 w 17"/>
                  <a:gd name="T3" fmla="*/ 10 h 17"/>
                  <a:gd name="T4" fmla="*/ 17 w 17"/>
                  <a:gd name="T5" fmla="*/ 10 h 17"/>
                  <a:gd name="T6" fmla="*/ 17 w 17"/>
                  <a:gd name="T7" fmla="*/ 7 h 17"/>
                  <a:gd name="T8" fmla="*/ 10 w 17"/>
                  <a:gd name="T9" fmla="*/ 7 h 17"/>
                  <a:gd name="T10" fmla="*/ 10 w 17"/>
                  <a:gd name="T11" fmla="*/ 0 h 17"/>
                  <a:gd name="T12" fmla="*/ 7 w 17"/>
                  <a:gd name="T13" fmla="*/ 0 h 17"/>
                  <a:gd name="T14" fmla="*/ 7 w 17"/>
                  <a:gd name="T15" fmla="*/ 7 h 17"/>
                  <a:gd name="T16" fmla="*/ 0 w 17"/>
                  <a:gd name="T17" fmla="*/ 7 h 17"/>
                  <a:gd name="T18" fmla="*/ 0 w 17"/>
                  <a:gd name="T19" fmla="*/ 10 h 17"/>
                  <a:gd name="T20" fmla="*/ 7 w 17"/>
                  <a:gd name="T21" fmla="*/ 10 h 17"/>
                  <a:gd name="T22" fmla="*/ 7 w 17"/>
                  <a:gd name="T23" fmla="*/ 17 h 17"/>
                  <a:gd name="T24" fmla="*/ 10 w 17"/>
                  <a:gd name="T25" fmla="*/ 17 h 17"/>
                  <a:gd name="T26" fmla="*/ 10 w 17"/>
                  <a:gd name="T2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10" y="17"/>
                    </a:moveTo>
                    <a:lnTo>
                      <a:pt x="10" y="10"/>
                    </a:lnTo>
                    <a:lnTo>
                      <a:pt x="17" y="10"/>
                    </a:lnTo>
                    <a:lnTo>
                      <a:pt x="17" y="7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7" y="10"/>
                    </a:lnTo>
                    <a:lnTo>
                      <a:pt x="7" y="17"/>
                    </a:lnTo>
                    <a:lnTo>
                      <a:pt x="10" y="17"/>
                    </a:lnTo>
                    <a:lnTo>
                      <a:pt x="10" y="1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09" name="Freeform 101">
                <a:extLst>
                  <a:ext uri="{FF2B5EF4-FFF2-40B4-BE49-F238E27FC236}">
                    <a16:creationId xmlns:a16="http://schemas.microsoft.com/office/drawing/2014/main" id="{E45E3508-5FA6-4897-B671-9679069E01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7443" y="3136139"/>
                <a:ext cx="134359" cy="134359"/>
              </a:xfrm>
              <a:custGeom>
                <a:avLst/>
                <a:gdLst>
                  <a:gd name="T0" fmla="*/ 10 w 17"/>
                  <a:gd name="T1" fmla="*/ 17 h 17"/>
                  <a:gd name="T2" fmla="*/ 10 w 17"/>
                  <a:gd name="T3" fmla="*/ 10 h 17"/>
                  <a:gd name="T4" fmla="*/ 17 w 17"/>
                  <a:gd name="T5" fmla="*/ 10 h 17"/>
                  <a:gd name="T6" fmla="*/ 17 w 17"/>
                  <a:gd name="T7" fmla="*/ 7 h 17"/>
                  <a:gd name="T8" fmla="*/ 10 w 17"/>
                  <a:gd name="T9" fmla="*/ 7 h 17"/>
                  <a:gd name="T10" fmla="*/ 10 w 17"/>
                  <a:gd name="T11" fmla="*/ 0 h 17"/>
                  <a:gd name="T12" fmla="*/ 7 w 17"/>
                  <a:gd name="T13" fmla="*/ 0 h 17"/>
                  <a:gd name="T14" fmla="*/ 7 w 17"/>
                  <a:gd name="T15" fmla="*/ 7 h 17"/>
                  <a:gd name="T16" fmla="*/ 0 w 17"/>
                  <a:gd name="T17" fmla="*/ 7 h 17"/>
                  <a:gd name="T18" fmla="*/ 0 w 17"/>
                  <a:gd name="T19" fmla="*/ 10 h 17"/>
                  <a:gd name="T20" fmla="*/ 7 w 17"/>
                  <a:gd name="T21" fmla="*/ 10 h 17"/>
                  <a:gd name="T22" fmla="*/ 7 w 17"/>
                  <a:gd name="T23" fmla="*/ 17 h 17"/>
                  <a:gd name="T24" fmla="*/ 10 w 17"/>
                  <a:gd name="T25" fmla="*/ 17 h 17"/>
                  <a:gd name="T26" fmla="*/ 10 w 17"/>
                  <a:gd name="T2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10" y="17"/>
                    </a:moveTo>
                    <a:lnTo>
                      <a:pt x="10" y="10"/>
                    </a:lnTo>
                    <a:lnTo>
                      <a:pt x="17" y="10"/>
                    </a:lnTo>
                    <a:lnTo>
                      <a:pt x="17" y="7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7" y="10"/>
                    </a:lnTo>
                    <a:lnTo>
                      <a:pt x="7" y="17"/>
                    </a:lnTo>
                    <a:lnTo>
                      <a:pt x="10" y="17"/>
                    </a:lnTo>
                    <a:lnTo>
                      <a:pt x="10" y="1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10" name="Freeform 102">
                <a:extLst>
                  <a:ext uri="{FF2B5EF4-FFF2-40B4-BE49-F238E27FC236}">
                    <a16:creationId xmlns:a16="http://schemas.microsoft.com/office/drawing/2014/main" id="{1F3AEE61-0D57-406B-9B93-806FD8701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230" y="3219123"/>
                <a:ext cx="63227" cy="23712"/>
              </a:xfrm>
              <a:custGeom>
                <a:avLst/>
                <a:gdLst>
                  <a:gd name="T0" fmla="*/ 0 w 8"/>
                  <a:gd name="T1" fmla="*/ 3 h 3"/>
                  <a:gd name="T2" fmla="*/ 8 w 8"/>
                  <a:gd name="T3" fmla="*/ 3 h 3"/>
                  <a:gd name="T4" fmla="*/ 8 w 8"/>
                  <a:gd name="T5" fmla="*/ 0 h 3"/>
                  <a:gd name="T6" fmla="*/ 0 w 8"/>
                  <a:gd name="T7" fmla="*/ 0 h 3"/>
                  <a:gd name="T8" fmla="*/ 0 w 8"/>
                  <a:gd name="T9" fmla="*/ 3 h 3"/>
                  <a:gd name="T10" fmla="*/ 0 w 8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0" y="3"/>
                    </a:moveTo>
                    <a:lnTo>
                      <a:pt x="8" y="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11" name="Freeform 102">
                <a:extLst>
                  <a:ext uri="{FF2B5EF4-FFF2-40B4-BE49-F238E27FC236}">
                    <a16:creationId xmlns:a16="http://schemas.microsoft.com/office/drawing/2014/main" id="{A84FF0CD-CAEF-40D3-864E-6DF2A23DD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3357" y="3586871"/>
                <a:ext cx="63227" cy="23712"/>
              </a:xfrm>
              <a:custGeom>
                <a:avLst/>
                <a:gdLst>
                  <a:gd name="T0" fmla="*/ 0 w 8"/>
                  <a:gd name="T1" fmla="*/ 3 h 3"/>
                  <a:gd name="T2" fmla="*/ 8 w 8"/>
                  <a:gd name="T3" fmla="*/ 3 h 3"/>
                  <a:gd name="T4" fmla="*/ 8 w 8"/>
                  <a:gd name="T5" fmla="*/ 0 h 3"/>
                  <a:gd name="T6" fmla="*/ 0 w 8"/>
                  <a:gd name="T7" fmla="*/ 0 h 3"/>
                  <a:gd name="T8" fmla="*/ 0 w 8"/>
                  <a:gd name="T9" fmla="*/ 3 h 3"/>
                  <a:gd name="T10" fmla="*/ 0 w 8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0" y="3"/>
                    </a:moveTo>
                    <a:lnTo>
                      <a:pt x="8" y="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112" name="Freeform 102">
                <a:extLst>
                  <a:ext uri="{FF2B5EF4-FFF2-40B4-BE49-F238E27FC236}">
                    <a16:creationId xmlns:a16="http://schemas.microsoft.com/office/drawing/2014/main" id="{11A2DD7F-78C4-4073-985B-F135B7F752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3266" y="3211220"/>
                <a:ext cx="63227" cy="23712"/>
              </a:xfrm>
              <a:custGeom>
                <a:avLst/>
                <a:gdLst>
                  <a:gd name="T0" fmla="*/ 0 w 8"/>
                  <a:gd name="T1" fmla="*/ 3 h 3"/>
                  <a:gd name="T2" fmla="*/ 8 w 8"/>
                  <a:gd name="T3" fmla="*/ 3 h 3"/>
                  <a:gd name="T4" fmla="*/ 8 w 8"/>
                  <a:gd name="T5" fmla="*/ 0 h 3"/>
                  <a:gd name="T6" fmla="*/ 0 w 8"/>
                  <a:gd name="T7" fmla="*/ 0 h 3"/>
                  <a:gd name="T8" fmla="*/ 0 w 8"/>
                  <a:gd name="T9" fmla="*/ 3 h 3"/>
                  <a:gd name="T10" fmla="*/ 0 w 8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0" y="3"/>
                    </a:moveTo>
                    <a:lnTo>
                      <a:pt x="8" y="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</p:grp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235B795-AD67-432F-81DE-9951F93BCCF9}"/>
                </a:ext>
              </a:extLst>
            </p:cNvPr>
            <p:cNvCxnSpPr>
              <a:cxnSpLocks/>
            </p:cNvCxnSpPr>
            <p:nvPr/>
          </p:nvCxnSpPr>
          <p:spPr>
            <a:xfrm>
              <a:off x="5249215" y="3305162"/>
              <a:ext cx="699605" cy="3903"/>
            </a:xfrm>
            <a:prstGeom prst="straightConnector1">
              <a:avLst/>
            </a:prstGeom>
            <a:ln w="1270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B216A0-D52A-4F1B-A17A-03FE6B537BB8}"/>
              </a:ext>
            </a:extLst>
          </p:cNvPr>
          <p:cNvGrpSpPr/>
          <p:nvPr/>
        </p:nvGrpSpPr>
        <p:grpSpPr>
          <a:xfrm>
            <a:off x="3009649" y="2264553"/>
            <a:ext cx="1647922" cy="466675"/>
            <a:chOff x="7590187" y="3102998"/>
            <a:chExt cx="2271870" cy="766541"/>
          </a:xfrm>
        </p:grpSpPr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7E8E77FE-8CD3-4132-A09B-CF73047B074B}"/>
                </a:ext>
              </a:extLst>
            </p:cNvPr>
            <p:cNvCxnSpPr>
              <a:cxnSpLocks/>
            </p:cNvCxnSpPr>
            <p:nvPr/>
          </p:nvCxnSpPr>
          <p:spPr>
            <a:xfrm>
              <a:off x="7590187" y="3322316"/>
              <a:ext cx="463722" cy="0"/>
            </a:xfrm>
            <a:prstGeom prst="straightConnector1">
              <a:avLst/>
            </a:prstGeom>
            <a:ln w="1270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0046FEF-2E3F-41EB-BC9F-53AEA896D1E5}"/>
                </a:ext>
              </a:extLst>
            </p:cNvPr>
            <p:cNvSpPr txBox="1"/>
            <p:nvPr/>
          </p:nvSpPr>
          <p:spPr>
            <a:xfrm>
              <a:off x="7633946" y="3542292"/>
              <a:ext cx="2228111" cy="327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200" dirty="0"/>
                <a:t>Transmission</a:t>
              </a:r>
            </a:p>
          </p:txBody>
        </p:sp>
        <p:grpSp>
          <p:nvGrpSpPr>
            <p:cNvPr id="70" name="Gruppieren 1">
              <a:extLst>
                <a:ext uri="{FF2B5EF4-FFF2-40B4-BE49-F238E27FC236}">
                  <a16:creationId xmlns:a16="http://schemas.microsoft.com/office/drawing/2014/main" id="{12E6EEAD-0548-4C1A-B57E-552F0550BC1C}"/>
                </a:ext>
              </a:extLst>
            </p:cNvPr>
            <p:cNvGrpSpPr/>
            <p:nvPr/>
          </p:nvGrpSpPr>
          <p:grpSpPr>
            <a:xfrm>
              <a:off x="8110886" y="3102998"/>
              <a:ext cx="563566" cy="462368"/>
              <a:chOff x="2275255" y="2493720"/>
              <a:chExt cx="4395679" cy="3312436"/>
            </a:xfrm>
            <a:solidFill>
              <a:schemeClr val="accent1"/>
            </a:solidFill>
          </p:grpSpPr>
          <p:sp>
            <p:nvSpPr>
              <p:cNvPr id="71" name="Freeform 5">
                <a:extLst>
                  <a:ext uri="{FF2B5EF4-FFF2-40B4-BE49-F238E27FC236}">
                    <a16:creationId xmlns:a16="http://schemas.microsoft.com/office/drawing/2014/main" id="{AD1573D7-31D8-493E-ABA2-8BF5AFFD5D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6794" y="2497344"/>
                <a:ext cx="2294140" cy="3308812"/>
              </a:xfrm>
              <a:custGeom>
                <a:avLst/>
                <a:gdLst>
                  <a:gd name="T0" fmla="*/ 683 w 1031"/>
                  <a:gd name="T1" fmla="*/ 519 h 1487"/>
                  <a:gd name="T2" fmla="*/ 573 w 1031"/>
                  <a:gd name="T3" fmla="*/ 255 h 1487"/>
                  <a:gd name="T4" fmla="*/ 448 w 1031"/>
                  <a:gd name="T5" fmla="*/ 350 h 1487"/>
                  <a:gd name="T6" fmla="*/ 425 w 1031"/>
                  <a:gd name="T7" fmla="*/ 801 h 1487"/>
                  <a:gd name="T8" fmla="*/ 342 w 1031"/>
                  <a:gd name="T9" fmla="*/ 1477 h 1487"/>
                  <a:gd name="T10" fmla="*/ 1031 w 1031"/>
                  <a:gd name="T11" fmla="*/ 940 h 1487"/>
                  <a:gd name="T12" fmla="*/ 505 w 1031"/>
                  <a:gd name="T13" fmla="*/ 981 h 1487"/>
                  <a:gd name="T14" fmla="*/ 284 w 1031"/>
                  <a:gd name="T15" fmla="*/ 839 h 1487"/>
                  <a:gd name="T16" fmla="*/ 416 w 1031"/>
                  <a:gd name="T17" fmla="*/ 828 h 1487"/>
                  <a:gd name="T18" fmla="*/ 456 w 1031"/>
                  <a:gd name="T19" fmla="*/ 832 h 1487"/>
                  <a:gd name="T20" fmla="*/ 493 w 1031"/>
                  <a:gd name="T21" fmla="*/ 801 h 1487"/>
                  <a:gd name="T22" fmla="*/ 699 w 1031"/>
                  <a:gd name="T23" fmla="*/ 913 h 1487"/>
                  <a:gd name="T24" fmla="*/ 690 w 1031"/>
                  <a:gd name="T25" fmla="*/ 909 h 1487"/>
                  <a:gd name="T26" fmla="*/ 593 w 1031"/>
                  <a:gd name="T27" fmla="*/ 942 h 1487"/>
                  <a:gd name="T28" fmla="*/ 483 w 1031"/>
                  <a:gd name="T29" fmla="*/ 913 h 1487"/>
                  <a:gd name="T30" fmla="*/ 518 w 1031"/>
                  <a:gd name="T31" fmla="*/ 1086 h 1487"/>
                  <a:gd name="T32" fmla="*/ 509 w 1031"/>
                  <a:gd name="T33" fmla="*/ 1092 h 1487"/>
                  <a:gd name="T34" fmla="*/ 507 w 1031"/>
                  <a:gd name="T35" fmla="*/ 1258 h 1487"/>
                  <a:gd name="T36" fmla="*/ 517 w 1031"/>
                  <a:gd name="T37" fmla="*/ 1406 h 1487"/>
                  <a:gd name="T38" fmla="*/ 528 w 1031"/>
                  <a:gd name="T39" fmla="*/ 1258 h 1487"/>
                  <a:gd name="T40" fmla="*/ 528 w 1031"/>
                  <a:gd name="T41" fmla="*/ 882 h 1487"/>
                  <a:gd name="T42" fmla="*/ 629 w 1031"/>
                  <a:gd name="T43" fmla="*/ 913 h 1487"/>
                  <a:gd name="T44" fmla="*/ 559 w 1031"/>
                  <a:gd name="T45" fmla="*/ 801 h 1487"/>
                  <a:gd name="T46" fmla="*/ 535 w 1031"/>
                  <a:gd name="T47" fmla="*/ 193 h 1487"/>
                  <a:gd name="T48" fmla="*/ 528 w 1031"/>
                  <a:gd name="T49" fmla="*/ 172 h 1487"/>
                  <a:gd name="T50" fmla="*/ 525 w 1031"/>
                  <a:gd name="T51" fmla="*/ 216 h 1487"/>
                  <a:gd name="T52" fmla="*/ 509 w 1031"/>
                  <a:gd name="T53" fmla="*/ 216 h 1487"/>
                  <a:gd name="T54" fmla="*/ 546 w 1031"/>
                  <a:gd name="T55" fmla="*/ 255 h 1487"/>
                  <a:gd name="T56" fmla="*/ 527 w 1031"/>
                  <a:gd name="T57" fmla="*/ 466 h 1487"/>
                  <a:gd name="T58" fmla="*/ 584 w 1031"/>
                  <a:gd name="T59" fmla="*/ 636 h 1487"/>
                  <a:gd name="T60" fmla="*/ 584 w 1031"/>
                  <a:gd name="T61" fmla="*/ 546 h 1487"/>
                  <a:gd name="T62" fmla="*/ 562 w 1031"/>
                  <a:gd name="T63" fmla="*/ 607 h 1487"/>
                  <a:gd name="T64" fmla="*/ 518 w 1031"/>
                  <a:gd name="T65" fmla="*/ 474 h 1487"/>
                  <a:gd name="T66" fmla="*/ 518 w 1031"/>
                  <a:gd name="T67" fmla="*/ 377 h 1487"/>
                  <a:gd name="T68" fmla="*/ 569 w 1031"/>
                  <a:gd name="T69" fmla="*/ 394 h 1487"/>
                  <a:gd name="T70" fmla="*/ 518 w 1031"/>
                  <a:gd name="T71" fmla="*/ 298 h 1487"/>
                  <a:gd name="T72" fmla="*/ 529 w 1031"/>
                  <a:gd name="T73" fmla="*/ 305 h 1487"/>
                  <a:gd name="T74" fmla="*/ 518 w 1031"/>
                  <a:gd name="T75" fmla="*/ 311 h 1487"/>
                  <a:gd name="T76" fmla="*/ 475 w 1031"/>
                  <a:gd name="T77" fmla="*/ 350 h 1487"/>
                  <a:gd name="T78" fmla="*/ 463 w 1031"/>
                  <a:gd name="T79" fmla="*/ 427 h 1487"/>
                  <a:gd name="T80" fmla="*/ 452 w 1031"/>
                  <a:gd name="T81" fmla="*/ 703 h 1487"/>
                  <a:gd name="T82" fmla="*/ 454 w 1031"/>
                  <a:gd name="T83" fmla="*/ 714 h 1487"/>
                  <a:gd name="T84" fmla="*/ 684 w 1031"/>
                  <a:gd name="T85" fmla="*/ 549 h 1487"/>
                  <a:gd name="T86" fmla="*/ 714 w 1031"/>
                  <a:gd name="T87" fmla="*/ 562 h 1487"/>
                  <a:gd name="T88" fmla="*/ 611 w 1031"/>
                  <a:gd name="T89" fmla="*/ 553 h 1487"/>
                  <a:gd name="T90" fmla="*/ 578 w 1031"/>
                  <a:gd name="T91" fmla="*/ 289 h 1487"/>
                  <a:gd name="T92" fmla="*/ 624 w 1031"/>
                  <a:gd name="T93" fmla="*/ 323 h 1487"/>
                  <a:gd name="T94" fmla="*/ 518 w 1031"/>
                  <a:gd name="T95" fmla="*/ 87 h 1487"/>
                  <a:gd name="T96" fmla="*/ 395 w 1031"/>
                  <a:gd name="T97" fmla="*/ 283 h 1487"/>
                  <a:gd name="T98" fmla="*/ 452 w 1031"/>
                  <a:gd name="T99" fmla="*/ 323 h 1487"/>
                  <a:gd name="T100" fmla="*/ 425 w 1031"/>
                  <a:gd name="T101" fmla="*/ 546 h 1487"/>
                  <a:gd name="T102" fmla="*/ 350 w 1031"/>
                  <a:gd name="T103" fmla="*/ 546 h 1487"/>
                  <a:gd name="T104" fmla="*/ 425 w 1031"/>
                  <a:gd name="T105" fmla="*/ 569 h 1487"/>
                  <a:gd name="T106" fmla="*/ 452 w 1031"/>
                  <a:gd name="T107" fmla="*/ 801 h 1487"/>
                  <a:gd name="T108" fmla="*/ 355 w 1031"/>
                  <a:gd name="T109" fmla="*/ 913 h 1487"/>
                  <a:gd name="T110" fmla="*/ 501 w 1031"/>
                  <a:gd name="T111" fmla="*/ 1412 h 1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031" h="1487">
                    <a:moveTo>
                      <a:pt x="1031" y="940"/>
                    </a:moveTo>
                    <a:lnTo>
                      <a:pt x="752" y="801"/>
                    </a:lnTo>
                    <a:lnTo>
                      <a:pt x="611" y="801"/>
                    </a:lnTo>
                    <a:lnTo>
                      <a:pt x="611" y="634"/>
                    </a:lnTo>
                    <a:lnTo>
                      <a:pt x="939" y="634"/>
                    </a:lnTo>
                    <a:lnTo>
                      <a:pt x="683" y="519"/>
                    </a:lnTo>
                    <a:lnTo>
                      <a:pt x="611" y="519"/>
                    </a:lnTo>
                    <a:lnTo>
                      <a:pt x="611" y="488"/>
                    </a:lnTo>
                    <a:lnTo>
                      <a:pt x="588" y="350"/>
                    </a:lnTo>
                    <a:lnTo>
                      <a:pt x="854" y="350"/>
                    </a:lnTo>
                    <a:lnTo>
                      <a:pt x="642" y="255"/>
                    </a:lnTo>
                    <a:lnTo>
                      <a:pt x="573" y="255"/>
                    </a:lnTo>
                    <a:lnTo>
                      <a:pt x="531" y="0"/>
                    </a:lnTo>
                    <a:lnTo>
                      <a:pt x="505" y="0"/>
                    </a:lnTo>
                    <a:lnTo>
                      <a:pt x="463" y="255"/>
                    </a:lnTo>
                    <a:lnTo>
                      <a:pt x="389" y="255"/>
                    </a:lnTo>
                    <a:lnTo>
                      <a:pt x="177" y="350"/>
                    </a:lnTo>
                    <a:lnTo>
                      <a:pt x="448" y="350"/>
                    </a:lnTo>
                    <a:lnTo>
                      <a:pt x="425" y="487"/>
                    </a:lnTo>
                    <a:lnTo>
                      <a:pt x="425" y="519"/>
                    </a:lnTo>
                    <a:lnTo>
                      <a:pt x="344" y="519"/>
                    </a:lnTo>
                    <a:lnTo>
                      <a:pt x="94" y="634"/>
                    </a:lnTo>
                    <a:lnTo>
                      <a:pt x="425" y="634"/>
                    </a:lnTo>
                    <a:lnTo>
                      <a:pt x="425" y="801"/>
                    </a:lnTo>
                    <a:lnTo>
                      <a:pt x="280" y="801"/>
                    </a:lnTo>
                    <a:lnTo>
                      <a:pt x="0" y="940"/>
                    </a:lnTo>
                    <a:lnTo>
                      <a:pt x="403" y="940"/>
                    </a:lnTo>
                    <a:lnTo>
                      <a:pt x="313" y="1483"/>
                    </a:lnTo>
                    <a:lnTo>
                      <a:pt x="339" y="1487"/>
                    </a:lnTo>
                    <a:lnTo>
                      <a:pt x="342" y="1477"/>
                    </a:lnTo>
                    <a:lnTo>
                      <a:pt x="517" y="1418"/>
                    </a:lnTo>
                    <a:lnTo>
                      <a:pt x="695" y="1478"/>
                    </a:lnTo>
                    <a:lnTo>
                      <a:pt x="696" y="1487"/>
                    </a:lnTo>
                    <a:lnTo>
                      <a:pt x="724" y="1483"/>
                    </a:lnTo>
                    <a:lnTo>
                      <a:pt x="633" y="940"/>
                    </a:lnTo>
                    <a:lnTo>
                      <a:pt x="1031" y="940"/>
                    </a:lnTo>
                    <a:close/>
                    <a:moveTo>
                      <a:pt x="618" y="1017"/>
                    </a:moveTo>
                    <a:lnTo>
                      <a:pt x="532" y="981"/>
                    </a:lnTo>
                    <a:lnTo>
                      <a:pt x="607" y="948"/>
                    </a:lnTo>
                    <a:lnTo>
                      <a:pt x="618" y="1017"/>
                    </a:lnTo>
                    <a:close/>
                    <a:moveTo>
                      <a:pt x="429" y="948"/>
                    </a:moveTo>
                    <a:lnTo>
                      <a:pt x="505" y="981"/>
                    </a:lnTo>
                    <a:lnTo>
                      <a:pt x="418" y="1019"/>
                    </a:lnTo>
                    <a:lnTo>
                      <a:pt x="429" y="948"/>
                    </a:lnTo>
                    <a:close/>
                    <a:moveTo>
                      <a:pt x="284" y="839"/>
                    </a:moveTo>
                    <a:lnTo>
                      <a:pt x="335" y="913"/>
                    </a:lnTo>
                    <a:lnTo>
                      <a:pt x="237" y="913"/>
                    </a:lnTo>
                    <a:lnTo>
                      <a:pt x="284" y="839"/>
                    </a:lnTo>
                    <a:close/>
                    <a:moveTo>
                      <a:pt x="227" y="909"/>
                    </a:moveTo>
                    <a:lnTo>
                      <a:pt x="195" y="874"/>
                    </a:lnTo>
                    <a:lnTo>
                      <a:pt x="275" y="835"/>
                    </a:lnTo>
                    <a:lnTo>
                      <a:pt x="227" y="909"/>
                    </a:lnTo>
                    <a:close/>
                    <a:moveTo>
                      <a:pt x="290" y="828"/>
                    </a:moveTo>
                    <a:lnTo>
                      <a:pt x="416" y="828"/>
                    </a:lnTo>
                    <a:lnTo>
                      <a:pt x="344" y="909"/>
                    </a:lnTo>
                    <a:lnTo>
                      <a:pt x="290" y="828"/>
                    </a:lnTo>
                    <a:close/>
                    <a:moveTo>
                      <a:pt x="575" y="828"/>
                    </a:moveTo>
                    <a:lnTo>
                      <a:pt x="580" y="832"/>
                    </a:lnTo>
                    <a:lnTo>
                      <a:pt x="518" y="875"/>
                    </a:lnTo>
                    <a:lnTo>
                      <a:pt x="456" y="832"/>
                    </a:lnTo>
                    <a:lnTo>
                      <a:pt x="460" y="828"/>
                    </a:lnTo>
                    <a:lnTo>
                      <a:pt x="575" y="828"/>
                    </a:lnTo>
                    <a:close/>
                    <a:moveTo>
                      <a:pt x="493" y="801"/>
                    </a:moveTo>
                    <a:lnTo>
                      <a:pt x="518" y="780"/>
                    </a:lnTo>
                    <a:lnTo>
                      <a:pt x="543" y="801"/>
                    </a:lnTo>
                    <a:lnTo>
                      <a:pt x="493" y="801"/>
                    </a:lnTo>
                    <a:close/>
                    <a:moveTo>
                      <a:pt x="760" y="836"/>
                    </a:moveTo>
                    <a:lnTo>
                      <a:pt x="839" y="875"/>
                    </a:lnTo>
                    <a:lnTo>
                      <a:pt x="807" y="909"/>
                    </a:lnTo>
                    <a:lnTo>
                      <a:pt x="760" y="836"/>
                    </a:lnTo>
                    <a:close/>
                    <a:moveTo>
                      <a:pt x="797" y="913"/>
                    </a:moveTo>
                    <a:lnTo>
                      <a:pt x="699" y="913"/>
                    </a:lnTo>
                    <a:lnTo>
                      <a:pt x="750" y="839"/>
                    </a:lnTo>
                    <a:lnTo>
                      <a:pt x="797" y="913"/>
                    </a:lnTo>
                    <a:close/>
                    <a:moveTo>
                      <a:pt x="690" y="909"/>
                    </a:moveTo>
                    <a:lnTo>
                      <a:pt x="618" y="828"/>
                    </a:lnTo>
                    <a:lnTo>
                      <a:pt x="744" y="828"/>
                    </a:lnTo>
                    <a:lnTo>
                      <a:pt x="690" y="909"/>
                    </a:lnTo>
                    <a:close/>
                    <a:moveTo>
                      <a:pt x="448" y="840"/>
                    </a:moveTo>
                    <a:lnTo>
                      <a:pt x="509" y="882"/>
                    </a:lnTo>
                    <a:lnTo>
                      <a:pt x="464" y="913"/>
                    </a:lnTo>
                    <a:lnTo>
                      <a:pt x="434" y="913"/>
                    </a:lnTo>
                    <a:lnTo>
                      <a:pt x="448" y="840"/>
                    </a:lnTo>
                    <a:close/>
                    <a:moveTo>
                      <a:pt x="593" y="942"/>
                    </a:moveTo>
                    <a:lnTo>
                      <a:pt x="518" y="974"/>
                    </a:lnTo>
                    <a:lnTo>
                      <a:pt x="442" y="942"/>
                    </a:lnTo>
                    <a:lnTo>
                      <a:pt x="444" y="940"/>
                    </a:lnTo>
                    <a:lnTo>
                      <a:pt x="592" y="940"/>
                    </a:lnTo>
                    <a:lnTo>
                      <a:pt x="593" y="942"/>
                    </a:lnTo>
                    <a:close/>
                    <a:moveTo>
                      <a:pt x="483" y="913"/>
                    </a:moveTo>
                    <a:lnTo>
                      <a:pt x="518" y="889"/>
                    </a:lnTo>
                    <a:lnTo>
                      <a:pt x="552" y="913"/>
                    </a:lnTo>
                    <a:lnTo>
                      <a:pt x="483" y="913"/>
                    </a:lnTo>
                    <a:close/>
                    <a:moveTo>
                      <a:pt x="518" y="986"/>
                    </a:moveTo>
                    <a:lnTo>
                      <a:pt x="612" y="1027"/>
                    </a:lnTo>
                    <a:lnTo>
                      <a:pt x="518" y="1086"/>
                    </a:lnTo>
                    <a:lnTo>
                      <a:pt x="426" y="1027"/>
                    </a:lnTo>
                    <a:lnTo>
                      <a:pt x="518" y="986"/>
                    </a:lnTo>
                    <a:close/>
                    <a:moveTo>
                      <a:pt x="509" y="1092"/>
                    </a:moveTo>
                    <a:lnTo>
                      <a:pt x="393" y="1165"/>
                    </a:lnTo>
                    <a:lnTo>
                      <a:pt x="415" y="1032"/>
                    </a:lnTo>
                    <a:lnTo>
                      <a:pt x="509" y="1092"/>
                    </a:lnTo>
                    <a:close/>
                    <a:moveTo>
                      <a:pt x="518" y="1099"/>
                    </a:moveTo>
                    <a:lnTo>
                      <a:pt x="637" y="1175"/>
                    </a:lnTo>
                    <a:lnTo>
                      <a:pt x="518" y="1252"/>
                    </a:lnTo>
                    <a:lnTo>
                      <a:pt x="400" y="1175"/>
                    </a:lnTo>
                    <a:lnTo>
                      <a:pt x="518" y="1099"/>
                    </a:lnTo>
                    <a:close/>
                    <a:moveTo>
                      <a:pt x="507" y="1258"/>
                    </a:moveTo>
                    <a:lnTo>
                      <a:pt x="362" y="1355"/>
                    </a:lnTo>
                    <a:lnTo>
                      <a:pt x="391" y="1181"/>
                    </a:lnTo>
                    <a:lnTo>
                      <a:pt x="507" y="1258"/>
                    </a:lnTo>
                    <a:close/>
                    <a:moveTo>
                      <a:pt x="518" y="1265"/>
                    </a:moveTo>
                    <a:lnTo>
                      <a:pt x="660" y="1359"/>
                    </a:lnTo>
                    <a:lnTo>
                      <a:pt x="517" y="1406"/>
                    </a:lnTo>
                    <a:lnTo>
                      <a:pt x="376" y="1359"/>
                    </a:lnTo>
                    <a:lnTo>
                      <a:pt x="518" y="1265"/>
                    </a:lnTo>
                    <a:close/>
                    <a:moveTo>
                      <a:pt x="528" y="1258"/>
                    </a:moveTo>
                    <a:lnTo>
                      <a:pt x="645" y="1181"/>
                    </a:lnTo>
                    <a:lnTo>
                      <a:pt x="675" y="1355"/>
                    </a:lnTo>
                    <a:lnTo>
                      <a:pt x="528" y="1258"/>
                    </a:lnTo>
                    <a:close/>
                    <a:moveTo>
                      <a:pt x="528" y="1092"/>
                    </a:moveTo>
                    <a:lnTo>
                      <a:pt x="620" y="1034"/>
                    </a:lnTo>
                    <a:lnTo>
                      <a:pt x="642" y="1165"/>
                    </a:lnTo>
                    <a:lnTo>
                      <a:pt x="528" y="1092"/>
                    </a:lnTo>
                    <a:close/>
                    <a:moveTo>
                      <a:pt x="571" y="913"/>
                    </a:moveTo>
                    <a:lnTo>
                      <a:pt x="528" y="882"/>
                    </a:lnTo>
                    <a:lnTo>
                      <a:pt x="589" y="840"/>
                    </a:lnTo>
                    <a:lnTo>
                      <a:pt x="601" y="913"/>
                    </a:lnTo>
                    <a:lnTo>
                      <a:pt x="571" y="913"/>
                    </a:lnTo>
                    <a:close/>
                    <a:moveTo>
                      <a:pt x="616" y="844"/>
                    </a:moveTo>
                    <a:lnTo>
                      <a:pt x="679" y="913"/>
                    </a:lnTo>
                    <a:lnTo>
                      <a:pt x="629" y="913"/>
                    </a:lnTo>
                    <a:lnTo>
                      <a:pt x="616" y="844"/>
                    </a:lnTo>
                    <a:close/>
                    <a:moveTo>
                      <a:pt x="818" y="913"/>
                    </a:moveTo>
                    <a:lnTo>
                      <a:pt x="850" y="881"/>
                    </a:lnTo>
                    <a:lnTo>
                      <a:pt x="917" y="913"/>
                    </a:lnTo>
                    <a:lnTo>
                      <a:pt x="818" y="913"/>
                    </a:lnTo>
                    <a:close/>
                    <a:moveTo>
                      <a:pt x="559" y="801"/>
                    </a:moveTo>
                    <a:lnTo>
                      <a:pt x="527" y="774"/>
                    </a:lnTo>
                    <a:lnTo>
                      <a:pt x="584" y="726"/>
                    </a:lnTo>
                    <a:lnTo>
                      <a:pt x="584" y="801"/>
                    </a:lnTo>
                    <a:lnTo>
                      <a:pt x="559" y="801"/>
                    </a:lnTo>
                    <a:close/>
                    <a:moveTo>
                      <a:pt x="535" y="189"/>
                    </a:moveTo>
                    <a:lnTo>
                      <a:pt x="535" y="193"/>
                    </a:lnTo>
                    <a:lnTo>
                      <a:pt x="517" y="209"/>
                    </a:lnTo>
                    <a:lnTo>
                      <a:pt x="501" y="193"/>
                    </a:lnTo>
                    <a:lnTo>
                      <a:pt x="502" y="187"/>
                    </a:lnTo>
                    <a:lnTo>
                      <a:pt x="517" y="179"/>
                    </a:lnTo>
                    <a:lnTo>
                      <a:pt x="535" y="189"/>
                    </a:lnTo>
                    <a:close/>
                    <a:moveTo>
                      <a:pt x="528" y="172"/>
                    </a:moveTo>
                    <a:lnTo>
                      <a:pt x="532" y="171"/>
                    </a:lnTo>
                    <a:lnTo>
                      <a:pt x="532" y="175"/>
                    </a:lnTo>
                    <a:lnTo>
                      <a:pt x="528" y="172"/>
                    </a:lnTo>
                    <a:close/>
                    <a:moveTo>
                      <a:pt x="537" y="205"/>
                    </a:moveTo>
                    <a:lnTo>
                      <a:pt x="541" y="231"/>
                    </a:lnTo>
                    <a:lnTo>
                      <a:pt x="525" y="216"/>
                    </a:lnTo>
                    <a:lnTo>
                      <a:pt x="537" y="205"/>
                    </a:lnTo>
                    <a:close/>
                    <a:moveTo>
                      <a:pt x="503" y="174"/>
                    </a:moveTo>
                    <a:lnTo>
                      <a:pt x="503" y="171"/>
                    </a:lnTo>
                    <a:lnTo>
                      <a:pt x="506" y="172"/>
                    </a:lnTo>
                    <a:lnTo>
                      <a:pt x="503" y="174"/>
                    </a:lnTo>
                    <a:close/>
                    <a:moveTo>
                      <a:pt x="509" y="216"/>
                    </a:moveTo>
                    <a:lnTo>
                      <a:pt x="494" y="229"/>
                    </a:lnTo>
                    <a:lnTo>
                      <a:pt x="498" y="206"/>
                    </a:lnTo>
                    <a:lnTo>
                      <a:pt x="509" y="216"/>
                    </a:lnTo>
                    <a:close/>
                    <a:moveTo>
                      <a:pt x="517" y="224"/>
                    </a:moveTo>
                    <a:lnTo>
                      <a:pt x="544" y="248"/>
                    </a:lnTo>
                    <a:lnTo>
                      <a:pt x="546" y="255"/>
                    </a:lnTo>
                    <a:lnTo>
                      <a:pt x="490" y="255"/>
                    </a:lnTo>
                    <a:lnTo>
                      <a:pt x="491" y="247"/>
                    </a:lnTo>
                    <a:lnTo>
                      <a:pt x="517" y="224"/>
                    </a:lnTo>
                    <a:close/>
                    <a:moveTo>
                      <a:pt x="584" y="489"/>
                    </a:moveTo>
                    <a:lnTo>
                      <a:pt x="584" y="514"/>
                    </a:lnTo>
                    <a:lnTo>
                      <a:pt x="527" y="466"/>
                    </a:lnTo>
                    <a:lnTo>
                      <a:pt x="574" y="428"/>
                    </a:lnTo>
                    <a:lnTo>
                      <a:pt x="584" y="489"/>
                    </a:lnTo>
                    <a:close/>
                    <a:moveTo>
                      <a:pt x="584" y="636"/>
                    </a:moveTo>
                    <a:lnTo>
                      <a:pt x="584" y="703"/>
                    </a:lnTo>
                    <a:lnTo>
                      <a:pt x="528" y="669"/>
                    </a:lnTo>
                    <a:lnTo>
                      <a:pt x="584" y="636"/>
                    </a:lnTo>
                    <a:close/>
                    <a:moveTo>
                      <a:pt x="518" y="663"/>
                    </a:moveTo>
                    <a:lnTo>
                      <a:pt x="471" y="634"/>
                    </a:lnTo>
                    <a:lnTo>
                      <a:pt x="565" y="634"/>
                    </a:lnTo>
                    <a:lnTo>
                      <a:pt x="518" y="663"/>
                    </a:lnTo>
                    <a:close/>
                    <a:moveTo>
                      <a:pt x="529" y="576"/>
                    </a:moveTo>
                    <a:lnTo>
                      <a:pt x="584" y="546"/>
                    </a:lnTo>
                    <a:lnTo>
                      <a:pt x="584" y="607"/>
                    </a:lnTo>
                    <a:lnTo>
                      <a:pt x="529" y="576"/>
                    </a:lnTo>
                    <a:close/>
                    <a:moveTo>
                      <a:pt x="562" y="607"/>
                    </a:moveTo>
                    <a:lnTo>
                      <a:pt x="475" y="607"/>
                    </a:lnTo>
                    <a:lnTo>
                      <a:pt x="518" y="583"/>
                    </a:lnTo>
                    <a:lnTo>
                      <a:pt x="562" y="607"/>
                    </a:lnTo>
                    <a:close/>
                    <a:moveTo>
                      <a:pt x="562" y="546"/>
                    </a:moveTo>
                    <a:lnTo>
                      <a:pt x="518" y="571"/>
                    </a:lnTo>
                    <a:lnTo>
                      <a:pt x="473" y="546"/>
                    </a:lnTo>
                    <a:lnTo>
                      <a:pt x="562" y="546"/>
                    </a:lnTo>
                    <a:close/>
                    <a:moveTo>
                      <a:pt x="464" y="519"/>
                    </a:moveTo>
                    <a:lnTo>
                      <a:pt x="518" y="474"/>
                    </a:lnTo>
                    <a:lnTo>
                      <a:pt x="573" y="519"/>
                    </a:lnTo>
                    <a:lnTo>
                      <a:pt x="464" y="519"/>
                    </a:lnTo>
                    <a:close/>
                    <a:moveTo>
                      <a:pt x="518" y="459"/>
                    </a:moveTo>
                    <a:lnTo>
                      <a:pt x="464" y="415"/>
                    </a:lnTo>
                    <a:lnTo>
                      <a:pt x="465" y="409"/>
                    </a:lnTo>
                    <a:lnTo>
                      <a:pt x="518" y="377"/>
                    </a:lnTo>
                    <a:lnTo>
                      <a:pt x="570" y="409"/>
                    </a:lnTo>
                    <a:lnTo>
                      <a:pt x="571" y="415"/>
                    </a:lnTo>
                    <a:lnTo>
                      <a:pt x="518" y="459"/>
                    </a:lnTo>
                    <a:close/>
                    <a:moveTo>
                      <a:pt x="528" y="370"/>
                    </a:moveTo>
                    <a:lnTo>
                      <a:pt x="561" y="350"/>
                    </a:lnTo>
                    <a:lnTo>
                      <a:pt x="569" y="394"/>
                    </a:lnTo>
                    <a:lnTo>
                      <a:pt x="528" y="370"/>
                    </a:lnTo>
                    <a:close/>
                    <a:moveTo>
                      <a:pt x="518" y="363"/>
                    </a:moveTo>
                    <a:lnTo>
                      <a:pt x="495" y="350"/>
                    </a:lnTo>
                    <a:lnTo>
                      <a:pt x="540" y="350"/>
                    </a:lnTo>
                    <a:lnTo>
                      <a:pt x="518" y="363"/>
                    </a:lnTo>
                    <a:close/>
                    <a:moveTo>
                      <a:pt x="518" y="298"/>
                    </a:moveTo>
                    <a:lnTo>
                      <a:pt x="490" y="282"/>
                    </a:lnTo>
                    <a:lnTo>
                      <a:pt x="547" y="282"/>
                    </a:lnTo>
                    <a:lnTo>
                      <a:pt x="518" y="298"/>
                    </a:lnTo>
                    <a:close/>
                    <a:moveTo>
                      <a:pt x="551" y="292"/>
                    </a:moveTo>
                    <a:lnTo>
                      <a:pt x="556" y="320"/>
                    </a:lnTo>
                    <a:lnTo>
                      <a:pt x="529" y="305"/>
                    </a:lnTo>
                    <a:lnTo>
                      <a:pt x="551" y="292"/>
                    </a:lnTo>
                    <a:close/>
                    <a:moveTo>
                      <a:pt x="507" y="305"/>
                    </a:moveTo>
                    <a:lnTo>
                      <a:pt x="479" y="320"/>
                    </a:lnTo>
                    <a:lnTo>
                      <a:pt x="484" y="292"/>
                    </a:lnTo>
                    <a:lnTo>
                      <a:pt x="507" y="305"/>
                    </a:lnTo>
                    <a:close/>
                    <a:moveTo>
                      <a:pt x="518" y="311"/>
                    </a:moveTo>
                    <a:lnTo>
                      <a:pt x="537" y="323"/>
                    </a:lnTo>
                    <a:lnTo>
                      <a:pt x="498" y="323"/>
                    </a:lnTo>
                    <a:lnTo>
                      <a:pt x="518" y="311"/>
                    </a:lnTo>
                    <a:close/>
                    <a:moveTo>
                      <a:pt x="507" y="370"/>
                    </a:moveTo>
                    <a:lnTo>
                      <a:pt x="467" y="396"/>
                    </a:lnTo>
                    <a:lnTo>
                      <a:pt x="475" y="350"/>
                    </a:lnTo>
                    <a:lnTo>
                      <a:pt x="507" y="370"/>
                    </a:lnTo>
                    <a:close/>
                    <a:moveTo>
                      <a:pt x="463" y="427"/>
                    </a:moveTo>
                    <a:lnTo>
                      <a:pt x="509" y="466"/>
                    </a:lnTo>
                    <a:lnTo>
                      <a:pt x="452" y="514"/>
                    </a:lnTo>
                    <a:lnTo>
                      <a:pt x="452" y="489"/>
                    </a:lnTo>
                    <a:lnTo>
                      <a:pt x="463" y="427"/>
                    </a:lnTo>
                    <a:close/>
                    <a:moveTo>
                      <a:pt x="506" y="576"/>
                    </a:moveTo>
                    <a:lnTo>
                      <a:pt x="452" y="607"/>
                    </a:lnTo>
                    <a:lnTo>
                      <a:pt x="452" y="546"/>
                    </a:lnTo>
                    <a:lnTo>
                      <a:pt x="506" y="576"/>
                    </a:lnTo>
                    <a:close/>
                    <a:moveTo>
                      <a:pt x="507" y="669"/>
                    </a:moveTo>
                    <a:lnTo>
                      <a:pt x="452" y="703"/>
                    </a:lnTo>
                    <a:lnTo>
                      <a:pt x="452" y="636"/>
                    </a:lnTo>
                    <a:lnTo>
                      <a:pt x="507" y="669"/>
                    </a:lnTo>
                    <a:close/>
                    <a:moveTo>
                      <a:pt x="518" y="676"/>
                    </a:moveTo>
                    <a:lnTo>
                      <a:pt x="581" y="714"/>
                    </a:lnTo>
                    <a:lnTo>
                      <a:pt x="518" y="767"/>
                    </a:lnTo>
                    <a:lnTo>
                      <a:pt x="454" y="714"/>
                    </a:lnTo>
                    <a:lnTo>
                      <a:pt x="518" y="676"/>
                    </a:lnTo>
                    <a:close/>
                    <a:moveTo>
                      <a:pt x="611" y="571"/>
                    </a:moveTo>
                    <a:lnTo>
                      <a:pt x="639" y="607"/>
                    </a:lnTo>
                    <a:lnTo>
                      <a:pt x="611" y="607"/>
                    </a:lnTo>
                    <a:lnTo>
                      <a:pt x="611" y="571"/>
                    </a:lnTo>
                    <a:close/>
                    <a:moveTo>
                      <a:pt x="684" y="549"/>
                    </a:moveTo>
                    <a:lnTo>
                      <a:pt x="692" y="553"/>
                    </a:lnTo>
                    <a:lnTo>
                      <a:pt x="735" y="607"/>
                    </a:lnTo>
                    <a:lnTo>
                      <a:pt x="667" y="607"/>
                    </a:lnTo>
                    <a:lnTo>
                      <a:pt x="684" y="549"/>
                    </a:lnTo>
                    <a:close/>
                    <a:moveTo>
                      <a:pt x="748" y="607"/>
                    </a:moveTo>
                    <a:lnTo>
                      <a:pt x="714" y="562"/>
                    </a:lnTo>
                    <a:lnTo>
                      <a:pt x="812" y="607"/>
                    </a:lnTo>
                    <a:lnTo>
                      <a:pt x="748" y="607"/>
                    </a:lnTo>
                    <a:close/>
                    <a:moveTo>
                      <a:pt x="673" y="546"/>
                    </a:moveTo>
                    <a:lnTo>
                      <a:pt x="654" y="607"/>
                    </a:lnTo>
                    <a:lnTo>
                      <a:pt x="653" y="607"/>
                    </a:lnTo>
                    <a:lnTo>
                      <a:pt x="611" y="553"/>
                    </a:lnTo>
                    <a:lnTo>
                      <a:pt x="611" y="546"/>
                    </a:lnTo>
                    <a:lnTo>
                      <a:pt x="673" y="546"/>
                    </a:lnTo>
                    <a:close/>
                    <a:moveTo>
                      <a:pt x="578" y="289"/>
                    </a:moveTo>
                    <a:lnTo>
                      <a:pt x="608" y="323"/>
                    </a:lnTo>
                    <a:lnTo>
                      <a:pt x="584" y="323"/>
                    </a:lnTo>
                    <a:lnTo>
                      <a:pt x="578" y="289"/>
                    </a:lnTo>
                    <a:close/>
                    <a:moveTo>
                      <a:pt x="588" y="282"/>
                    </a:moveTo>
                    <a:lnTo>
                      <a:pt x="629" y="282"/>
                    </a:lnTo>
                    <a:lnTo>
                      <a:pt x="616" y="316"/>
                    </a:lnTo>
                    <a:lnTo>
                      <a:pt x="588" y="282"/>
                    </a:lnTo>
                    <a:close/>
                    <a:moveTo>
                      <a:pt x="726" y="323"/>
                    </a:moveTo>
                    <a:lnTo>
                      <a:pt x="624" y="323"/>
                    </a:lnTo>
                    <a:lnTo>
                      <a:pt x="639" y="283"/>
                    </a:lnTo>
                    <a:lnTo>
                      <a:pt x="726" y="323"/>
                    </a:lnTo>
                    <a:close/>
                    <a:moveTo>
                      <a:pt x="529" y="159"/>
                    </a:moveTo>
                    <a:lnTo>
                      <a:pt x="517" y="166"/>
                    </a:lnTo>
                    <a:lnTo>
                      <a:pt x="506" y="160"/>
                    </a:lnTo>
                    <a:lnTo>
                      <a:pt x="518" y="87"/>
                    </a:lnTo>
                    <a:lnTo>
                      <a:pt x="529" y="159"/>
                    </a:lnTo>
                    <a:close/>
                    <a:moveTo>
                      <a:pt x="448" y="282"/>
                    </a:moveTo>
                    <a:lnTo>
                      <a:pt x="418" y="315"/>
                    </a:lnTo>
                    <a:lnTo>
                      <a:pt x="406" y="282"/>
                    </a:lnTo>
                    <a:lnTo>
                      <a:pt x="448" y="282"/>
                    </a:lnTo>
                    <a:close/>
                    <a:moveTo>
                      <a:pt x="395" y="283"/>
                    </a:moveTo>
                    <a:lnTo>
                      <a:pt x="410" y="323"/>
                    </a:lnTo>
                    <a:lnTo>
                      <a:pt x="305" y="323"/>
                    </a:lnTo>
                    <a:lnTo>
                      <a:pt x="395" y="283"/>
                    </a:lnTo>
                    <a:close/>
                    <a:moveTo>
                      <a:pt x="426" y="323"/>
                    </a:moveTo>
                    <a:lnTo>
                      <a:pt x="457" y="288"/>
                    </a:lnTo>
                    <a:lnTo>
                      <a:pt x="452" y="323"/>
                    </a:lnTo>
                    <a:lnTo>
                      <a:pt x="426" y="323"/>
                    </a:lnTo>
                    <a:close/>
                    <a:moveTo>
                      <a:pt x="425" y="552"/>
                    </a:moveTo>
                    <a:lnTo>
                      <a:pt x="382" y="607"/>
                    </a:lnTo>
                    <a:lnTo>
                      <a:pt x="380" y="607"/>
                    </a:lnTo>
                    <a:lnTo>
                      <a:pt x="361" y="546"/>
                    </a:lnTo>
                    <a:lnTo>
                      <a:pt x="425" y="546"/>
                    </a:lnTo>
                    <a:lnTo>
                      <a:pt x="425" y="552"/>
                    </a:lnTo>
                    <a:close/>
                    <a:moveTo>
                      <a:pt x="350" y="546"/>
                    </a:moveTo>
                    <a:lnTo>
                      <a:pt x="369" y="607"/>
                    </a:lnTo>
                    <a:lnTo>
                      <a:pt x="299" y="607"/>
                    </a:lnTo>
                    <a:lnTo>
                      <a:pt x="346" y="548"/>
                    </a:lnTo>
                    <a:lnTo>
                      <a:pt x="350" y="546"/>
                    </a:lnTo>
                    <a:close/>
                    <a:moveTo>
                      <a:pt x="324" y="558"/>
                    </a:moveTo>
                    <a:lnTo>
                      <a:pt x="286" y="607"/>
                    </a:lnTo>
                    <a:lnTo>
                      <a:pt x="218" y="607"/>
                    </a:lnTo>
                    <a:lnTo>
                      <a:pt x="324" y="558"/>
                    </a:lnTo>
                    <a:close/>
                    <a:moveTo>
                      <a:pt x="396" y="607"/>
                    </a:moveTo>
                    <a:lnTo>
                      <a:pt x="425" y="569"/>
                    </a:lnTo>
                    <a:lnTo>
                      <a:pt x="425" y="607"/>
                    </a:lnTo>
                    <a:lnTo>
                      <a:pt x="396" y="607"/>
                    </a:lnTo>
                    <a:close/>
                    <a:moveTo>
                      <a:pt x="452" y="726"/>
                    </a:moveTo>
                    <a:lnTo>
                      <a:pt x="509" y="774"/>
                    </a:lnTo>
                    <a:lnTo>
                      <a:pt x="476" y="801"/>
                    </a:lnTo>
                    <a:lnTo>
                      <a:pt x="452" y="801"/>
                    </a:lnTo>
                    <a:lnTo>
                      <a:pt x="452" y="726"/>
                    </a:lnTo>
                    <a:close/>
                    <a:moveTo>
                      <a:pt x="184" y="879"/>
                    </a:moveTo>
                    <a:lnTo>
                      <a:pt x="218" y="913"/>
                    </a:lnTo>
                    <a:lnTo>
                      <a:pt x="116" y="913"/>
                    </a:lnTo>
                    <a:lnTo>
                      <a:pt x="184" y="879"/>
                    </a:lnTo>
                    <a:close/>
                    <a:moveTo>
                      <a:pt x="355" y="913"/>
                    </a:moveTo>
                    <a:lnTo>
                      <a:pt x="419" y="841"/>
                    </a:lnTo>
                    <a:lnTo>
                      <a:pt x="407" y="913"/>
                    </a:lnTo>
                    <a:lnTo>
                      <a:pt x="355" y="913"/>
                    </a:lnTo>
                    <a:close/>
                    <a:moveTo>
                      <a:pt x="343" y="1464"/>
                    </a:moveTo>
                    <a:lnTo>
                      <a:pt x="359" y="1364"/>
                    </a:lnTo>
                    <a:lnTo>
                      <a:pt x="501" y="1412"/>
                    </a:lnTo>
                    <a:lnTo>
                      <a:pt x="343" y="1464"/>
                    </a:lnTo>
                    <a:close/>
                    <a:moveTo>
                      <a:pt x="535" y="1412"/>
                    </a:moveTo>
                    <a:lnTo>
                      <a:pt x="676" y="1364"/>
                    </a:lnTo>
                    <a:lnTo>
                      <a:pt x="692" y="1466"/>
                    </a:lnTo>
                    <a:lnTo>
                      <a:pt x="535" y="14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128863F4-F803-4BDC-A83C-07B3B1E35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82789" y="2494184"/>
                <a:ext cx="1328734" cy="1916417"/>
              </a:xfrm>
              <a:custGeom>
                <a:avLst/>
                <a:gdLst>
                  <a:gd name="T0" fmla="*/ 683 w 1031"/>
                  <a:gd name="T1" fmla="*/ 519 h 1487"/>
                  <a:gd name="T2" fmla="*/ 573 w 1031"/>
                  <a:gd name="T3" fmla="*/ 255 h 1487"/>
                  <a:gd name="T4" fmla="*/ 448 w 1031"/>
                  <a:gd name="T5" fmla="*/ 350 h 1487"/>
                  <a:gd name="T6" fmla="*/ 425 w 1031"/>
                  <a:gd name="T7" fmla="*/ 801 h 1487"/>
                  <a:gd name="T8" fmla="*/ 342 w 1031"/>
                  <a:gd name="T9" fmla="*/ 1477 h 1487"/>
                  <a:gd name="T10" fmla="*/ 1031 w 1031"/>
                  <a:gd name="T11" fmla="*/ 940 h 1487"/>
                  <a:gd name="T12" fmla="*/ 505 w 1031"/>
                  <a:gd name="T13" fmla="*/ 981 h 1487"/>
                  <a:gd name="T14" fmla="*/ 284 w 1031"/>
                  <a:gd name="T15" fmla="*/ 839 h 1487"/>
                  <a:gd name="T16" fmla="*/ 416 w 1031"/>
                  <a:gd name="T17" fmla="*/ 828 h 1487"/>
                  <a:gd name="T18" fmla="*/ 456 w 1031"/>
                  <a:gd name="T19" fmla="*/ 832 h 1487"/>
                  <a:gd name="T20" fmla="*/ 493 w 1031"/>
                  <a:gd name="T21" fmla="*/ 801 h 1487"/>
                  <a:gd name="T22" fmla="*/ 699 w 1031"/>
                  <a:gd name="T23" fmla="*/ 913 h 1487"/>
                  <a:gd name="T24" fmla="*/ 690 w 1031"/>
                  <a:gd name="T25" fmla="*/ 909 h 1487"/>
                  <a:gd name="T26" fmla="*/ 593 w 1031"/>
                  <a:gd name="T27" fmla="*/ 942 h 1487"/>
                  <a:gd name="T28" fmla="*/ 483 w 1031"/>
                  <a:gd name="T29" fmla="*/ 913 h 1487"/>
                  <a:gd name="T30" fmla="*/ 518 w 1031"/>
                  <a:gd name="T31" fmla="*/ 1086 h 1487"/>
                  <a:gd name="T32" fmla="*/ 509 w 1031"/>
                  <a:gd name="T33" fmla="*/ 1092 h 1487"/>
                  <a:gd name="T34" fmla="*/ 507 w 1031"/>
                  <a:gd name="T35" fmla="*/ 1258 h 1487"/>
                  <a:gd name="T36" fmla="*/ 517 w 1031"/>
                  <a:gd name="T37" fmla="*/ 1406 h 1487"/>
                  <a:gd name="T38" fmla="*/ 528 w 1031"/>
                  <a:gd name="T39" fmla="*/ 1258 h 1487"/>
                  <a:gd name="T40" fmla="*/ 528 w 1031"/>
                  <a:gd name="T41" fmla="*/ 882 h 1487"/>
                  <a:gd name="T42" fmla="*/ 629 w 1031"/>
                  <a:gd name="T43" fmla="*/ 913 h 1487"/>
                  <a:gd name="T44" fmla="*/ 559 w 1031"/>
                  <a:gd name="T45" fmla="*/ 801 h 1487"/>
                  <a:gd name="T46" fmla="*/ 535 w 1031"/>
                  <a:gd name="T47" fmla="*/ 193 h 1487"/>
                  <a:gd name="T48" fmla="*/ 528 w 1031"/>
                  <a:gd name="T49" fmla="*/ 172 h 1487"/>
                  <a:gd name="T50" fmla="*/ 525 w 1031"/>
                  <a:gd name="T51" fmla="*/ 216 h 1487"/>
                  <a:gd name="T52" fmla="*/ 509 w 1031"/>
                  <a:gd name="T53" fmla="*/ 216 h 1487"/>
                  <a:gd name="T54" fmla="*/ 546 w 1031"/>
                  <a:gd name="T55" fmla="*/ 255 h 1487"/>
                  <a:gd name="T56" fmla="*/ 527 w 1031"/>
                  <a:gd name="T57" fmla="*/ 466 h 1487"/>
                  <a:gd name="T58" fmla="*/ 584 w 1031"/>
                  <a:gd name="T59" fmla="*/ 636 h 1487"/>
                  <a:gd name="T60" fmla="*/ 584 w 1031"/>
                  <a:gd name="T61" fmla="*/ 546 h 1487"/>
                  <a:gd name="T62" fmla="*/ 562 w 1031"/>
                  <a:gd name="T63" fmla="*/ 607 h 1487"/>
                  <a:gd name="T64" fmla="*/ 518 w 1031"/>
                  <a:gd name="T65" fmla="*/ 474 h 1487"/>
                  <a:gd name="T66" fmla="*/ 518 w 1031"/>
                  <a:gd name="T67" fmla="*/ 377 h 1487"/>
                  <a:gd name="T68" fmla="*/ 569 w 1031"/>
                  <a:gd name="T69" fmla="*/ 394 h 1487"/>
                  <a:gd name="T70" fmla="*/ 518 w 1031"/>
                  <a:gd name="T71" fmla="*/ 298 h 1487"/>
                  <a:gd name="T72" fmla="*/ 529 w 1031"/>
                  <a:gd name="T73" fmla="*/ 305 h 1487"/>
                  <a:gd name="T74" fmla="*/ 518 w 1031"/>
                  <a:gd name="T75" fmla="*/ 311 h 1487"/>
                  <a:gd name="T76" fmla="*/ 475 w 1031"/>
                  <a:gd name="T77" fmla="*/ 350 h 1487"/>
                  <a:gd name="T78" fmla="*/ 463 w 1031"/>
                  <a:gd name="T79" fmla="*/ 427 h 1487"/>
                  <a:gd name="T80" fmla="*/ 452 w 1031"/>
                  <a:gd name="T81" fmla="*/ 703 h 1487"/>
                  <a:gd name="T82" fmla="*/ 454 w 1031"/>
                  <a:gd name="T83" fmla="*/ 714 h 1487"/>
                  <a:gd name="T84" fmla="*/ 684 w 1031"/>
                  <a:gd name="T85" fmla="*/ 549 h 1487"/>
                  <a:gd name="T86" fmla="*/ 714 w 1031"/>
                  <a:gd name="T87" fmla="*/ 562 h 1487"/>
                  <a:gd name="T88" fmla="*/ 611 w 1031"/>
                  <a:gd name="T89" fmla="*/ 553 h 1487"/>
                  <a:gd name="T90" fmla="*/ 578 w 1031"/>
                  <a:gd name="T91" fmla="*/ 289 h 1487"/>
                  <a:gd name="T92" fmla="*/ 624 w 1031"/>
                  <a:gd name="T93" fmla="*/ 323 h 1487"/>
                  <a:gd name="T94" fmla="*/ 518 w 1031"/>
                  <a:gd name="T95" fmla="*/ 87 h 1487"/>
                  <a:gd name="T96" fmla="*/ 395 w 1031"/>
                  <a:gd name="T97" fmla="*/ 283 h 1487"/>
                  <a:gd name="T98" fmla="*/ 452 w 1031"/>
                  <a:gd name="T99" fmla="*/ 323 h 1487"/>
                  <a:gd name="T100" fmla="*/ 425 w 1031"/>
                  <a:gd name="T101" fmla="*/ 546 h 1487"/>
                  <a:gd name="T102" fmla="*/ 350 w 1031"/>
                  <a:gd name="T103" fmla="*/ 546 h 1487"/>
                  <a:gd name="T104" fmla="*/ 425 w 1031"/>
                  <a:gd name="T105" fmla="*/ 569 h 1487"/>
                  <a:gd name="T106" fmla="*/ 452 w 1031"/>
                  <a:gd name="T107" fmla="*/ 801 h 1487"/>
                  <a:gd name="T108" fmla="*/ 355 w 1031"/>
                  <a:gd name="T109" fmla="*/ 913 h 1487"/>
                  <a:gd name="T110" fmla="*/ 501 w 1031"/>
                  <a:gd name="T111" fmla="*/ 1412 h 1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031" h="1487">
                    <a:moveTo>
                      <a:pt x="1031" y="940"/>
                    </a:moveTo>
                    <a:lnTo>
                      <a:pt x="752" y="801"/>
                    </a:lnTo>
                    <a:lnTo>
                      <a:pt x="611" y="801"/>
                    </a:lnTo>
                    <a:lnTo>
                      <a:pt x="611" y="634"/>
                    </a:lnTo>
                    <a:lnTo>
                      <a:pt x="939" y="634"/>
                    </a:lnTo>
                    <a:lnTo>
                      <a:pt x="683" y="519"/>
                    </a:lnTo>
                    <a:lnTo>
                      <a:pt x="611" y="519"/>
                    </a:lnTo>
                    <a:lnTo>
                      <a:pt x="611" y="488"/>
                    </a:lnTo>
                    <a:lnTo>
                      <a:pt x="588" y="350"/>
                    </a:lnTo>
                    <a:lnTo>
                      <a:pt x="854" y="350"/>
                    </a:lnTo>
                    <a:lnTo>
                      <a:pt x="642" y="255"/>
                    </a:lnTo>
                    <a:lnTo>
                      <a:pt x="573" y="255"/>
                    </a:lnTo>
                    <a:lnTo>
                      <a:pt x="531" y="0"/>
                    </a:lnTo>
                    <a:lnTo>
                      <a:pt x="505" y="0"/>
                    </a:lnTo>
                    <a:lnTo>
                      <a:pt x="463" y="255"/>
                    </a:lnTo>
                    <a:lnTo>
                      <a:pt x="389" y="255"/>
                    </a:lnTo>
                    <a:lnTo>
                      <a:pt x="177" y="350"/>
                    </a:lnTo>
                    <a:lnTo>
                      <a:pt x="448" y="350"/>
                    </a:lnTo>
                    <a:lnTo>
                      <a:pt x="425" y="487"/>
                    </a:lnTo>
                    <a:lnTo>
                      <a:pt x="425" y="519"/>
                    </a:lnTo>
                    <a:lnTo>
                      <a:pt x="344" y="519"/>
                    </a:lnTo>
                    <a:lnTo>
                      <a:pt x="94" y="634"/>
                    </a:lnTo>
                    <a:lnTo>
                      <a:pt x="425" y="634"/>
                    </a:lnTo>
                    <a:lnTo>
                      <a:pt x="425" y="801"/>
                    </a:lnTo>
                    <a:lnTo>
                      <a:pt x="280" y="801"/>
                    </a:lnTo>
                    <a:lnTo>
                      <a:pt x="0" y="940"/>
                    </a:lnTo>
                    <a:lnTo>
                      <a:pt x="403" y="940"/>
                    </a:lnTo>
                    <a:lnTo>
                      <a:pt x="313" y="1483"/>
                    </a:lnTo>
                    <a:lnTo>
                      <a:pt x="339" y="1487"/>
                    </a:lnTo>
                    <a:lnTo>
                      <a:pt x="342" y="1477"/>
                    </a:lnTo>
                    <a:lnTo>
                      <a:pt x="517" y="1418"/>
                    </a:lnTo>
                    <a:lnTo>
                      <a:pt x="695" y="1478"/>
                    </a:lnTo>
                    <a:lnTo>
                      <a:pt x="696" y="1487"/>
                    </a:lnTo>
                    <a:lnTo>
                      <a:pt x="724" y="1483"/>
                    </a:lnTo>
                    <a:lnTo>
                      <a:pt x="633" y="940"/>
                    </a:lnTo>
                    <a:lnTo>
                      <a:pt x="1031" y="940"/>
                    </a:lnTo>
                    <a:close/>
                    <a:moveTo>
                      <a:pt x="618" y="1017"/>
                    </a:moveTo>
                    <a:lnTo>
                      <a:pt x="532" y="981"/>
                    </a:lnTo>
                    <a:lnTo>
                      <a:pt x="607" y="948"/>
                    </a:lnTo>
                    <a:lnTo>
                      <a:pt x="618" y="1017"/>
                    </a:lnTo>
                    <a:close/>
                    <a:moveTo>
                      <a:pt x="429" y="948"/>
                    </a:moveTo>
                    <a:lnTo>
                      <a:pt x="505" y="981"/>
                    </a:lnTo>
                    <a:lnTo>
                      <a:pt x="418" y="1019"/>
                    </a:lnTo>
                    <a:lnTo>
                      <a:pt x="429" y="948"/>
                    </a:lnTo>
                    <a:close/>
                    <a:moveTo>
                      <a:pt x="284" y="839"/>
                    </a:moveTo>
                    <a:lnTo>
                      <a:pt x="335" y="913"/>
                    </a:lnTo>
                    <a:lnTo>
                      <a:pt x="237" y="913"/>
                    </a:lnTo>
                    <a:lnTo>
                      <a:pt x="284" y="839"/>
                    </a:lnTo>
                    <a:close/>
                    <a:moveTo>
                      <a:pt x="227" y="909"/>
                    </a:moveTo>
                    <a:lnTo>
                      <a:pt x="195" y="874"/>
                    </a:lnTo>
                    <a:lnTo>
                      <a:pt x="275" y="835"/>
                    </a:lnTo>
                    <a:lnTo>
                      <a:pt x="227" y="909"/>
                    </a:lnTo>
                    <a:close/>
                    <a:moveTo>
                      <a:pt x="290" y="828"/>
                    </a:moveTo>
                    <a:lnTo>
                      <a:pt x="416" y="828"/>
                    </a:lnTo>
                    <a:lnTo>
                      <a:pt x="344" y="909"/>
                    </a:lnTo>
                    <a:lnTo>
                      <a:pt x="290" y="828"/>
                    </a:lnTo>
                    <a:close/>
                    <a:moveTo>
                      <a:pt x="575" y="828"/>
                    </a:moveTo>
                    <a:lnTo>
                      <a:pt x="580" y="832"/>
                    </a:lnTo>
                    <a:lnTo>
                      <a:pt x="518" y="875"/>
                    </a:lnTo>
                    <a:lnTo>
                      <a:pt x="456" y="832"/>
                    </a:lnTo>
                    <a:lnTo>
                      <a:pt x="460" y="828"/>
                    </a:lnTo>
                    <a:lnTo>
                      <a:pt x="575" y="828"/>
                    </a:lnTo>
                    <a:close/>
                    <a:moveTo>
                      <a:pt x="493" y="801"/>
                    </a:moveTo>
                    <a:lnTo>
                      <a:pt x="518" y="780"/>
                    </a:lnTo>
                    <a:lnTo>
                      <a:pt x="543" y="801"/>
                    </a:lnTo>
                    <a:lnTo>
                      <a:pt x="493" y="801"/>
                    </a:lnTo>
                    <a:close/>
                    <a:moveTo>
                      <a:pt x="760" y="836"/>
                    </a:moveTo>
                    <a:lnTo>
                      <a:pt x="839" y="875"/>
                    </a:lnTo>
                    <a:lnTo>
                      <a:pt x="807" y="909"/>
                    </a:lnTo>
                    <a:lnTo>
                      <a:pt x="760" y="836"/>
                    </a:lnTo>
                    <a:close/>
                    <a:moveTo>
                      <a:pt x="797" y="913"/>
                    </a:moveTo>
                    <a:lnTo>
                      <a:pt x="699" y="913"/>
                    </a:lnTo>
                    <a:lnTo>
                      <a:pt x="750" y="839"/>
                    </a:lnTo>
                    <a:lnTo>
                      <a:pt x="797" y="913"/>
                    </a:lnTo>
                    <a:close/>
                    <a:moveTo>
                      <a:pt x="690" y="909"/>
                    </a:moveTo>
                    <a:lnTo>
                      <a:pt x="618" y="828"/>
                    </a:lnTo>
                    <a:lnTo>
                      <a:pt x="744" y="828"/>
                    </a:lnTo>
                    <a:lnTo>
                      <a:pt x="690" y="909"/>
                    </a:lnTo>
                    <a:close/>
                    <a:moveTo>
                      <a:pt x="448" y="840"/>
                    </a:moveTo>
                    <a:lnTo>
                      <a:pt x="509" y="882"/>
                    </a:lnTo>
                    <a:lnTo>
                      <a:pt x="464" y="913"/>
                    </a:lnTo>
                    <a:lnTo>
                      <a:pt x="434" y="913"/>
                    </a:lnTo>
                    <a:lnTo>
                      <a:pt x="448" y="840"/>
                    </a:lnTo>
                    <a:close/>
                    <a:moveTo>
                      <a:pt x="593" y="942"/>
                    </a:moveTo>
                    <a:lnTo>
                      <a:pt x="518" y="974"/>
                    </a:lnTo>
                    <a:lnTo>
                      <a:pt x="442" y="942"/>
                    </a:lnTo>
                    <a:lnTo>
                      <a:pt x="444" y="940"/>
                    </a:lnTo>
                    <a:lnTo>
                      <a:pt x="592" y="940"/>
                    </a:lnTo>
                    <a:lnTo>
                      <a:pt x="593" y="942"/>
                    </a:lnTo>
                    <a:close/>
                    <a:moveTo>
                      <a:pt x="483" y="913"/>
                    </a:moveTo>
                    <a:lnTo>
                      <a:pt x="518" y="889"/>
                    </a:lnTo>
                    <a:lnTo>
                      <a:pt x="552" y="913"/>
                    </a:lnTo>
                    <a:lnTo>
                      <a:pt x="483" y="913"/>
                    </a:lnTo>
                    <a:close/>
                    <a:moveTo>
                      <a:pt x="518" y="986"/>
                    </a:moveTo>
                    <a:lnTo>
                      <a:pt x="612" y="1027"/>
                    </a:lnTo>
                    <a:lnTo>
                      <a:pt x="518" y="1086"/>
                    </a:lnTo>
                    <a:lnTo>
                      <a:pt x="426" y="1027"/>
                    </a:lnTo>
                    <a:lnTo>
                      <a:pt x="518" y="986"/>
                    </a:lnTo>
                    <a:close/>
                    <a:moveTo>
                      <a:pt x="509" y="1092"/>
                    </a:moveTo>
                    <a:lnTo>
                      <a:pt x="393" y="1165"/>
                    </a:lnTo>
                    <a:lnTo>
                      <a:pt x="415" y="1032"/>
                    </a:lnTo>
                    <a:lnTo>
                      <a:pt x="509" y="1092"/>
                    </a:lnTo>
                    <a:close/>
                    <a:moveTo>
                      <a:pt x="518" y="1099"/>
                    </a:moveTo>
                    <a:lnTo>
                      <a:pt x="637" y="1175"/>
                    </a:lnTo>
                    <a:lnTo>
                      <a:pt x="518" y="1252"/>
                    </a:lnTo>
                    <a:lnTo>
                      <a:pt x="400" y="1175"/>
                    </a:lnTo>
                    <a:lnTo>
                      <a:pt x="518" y="1099"/>
                    </a:lnTo>
                    <a:close/>
                    <a:moveTo>
                      <a:pt x="507" y="1258"/>
                    </a:moveTo>
                    <a:lnTo>
                      <a:pt x="362" y="1355"/>
                    </a:lnTo>
                    <a:lnTo>
                      <a:pt x="391" y="1181"/>
                    </a:lnTo>
                    <a:lnTo>
                      <a:pt x="507" y="1258"/>
                    </a:lnTo>
                    <a:close/>
                    <a:moveTo>
                      <a:pt x="518" y="1265"/>
                    </a:moveTo>
                    <a:lnTo>
                      <a:pt x="660" y="1359"/>
                    </a:lnTo>
                    <a:lnTo>
                      <a:pt x="517" y="1406"/>
                    </a:lnTo>
                    <a:lnTo>
                      <a:pt x="376" y="1359"/>
                    </a:lnTo>
                    <a:lnTo>
                      <a:pt x="518" y="1265"/>
                    </a:lnTo>
                    <a:close/>
                    <a:moveTo>
                      <a:pt x="528" y="1258"/>
                    </a:moveTo>
                    <a:lnTo>
                      <a:pt x="645" y="1181"/>
                    </a:lnTo>
                    <a:lnTo>
                      <a:pt x="675" y="1355"/>
                    </a:lnTo>
                    <a:lnTo>
                      <a:pt x="528" y="1258"/>
                    </a:lnTo>
                    <a:close/>
                    <a:moveTo>
                      <a:pt x="528" y="1092"/>
                    </a:moveTo>
                    <a:lnTo>
                      <a:pt x="620" y="1034"/>
                    </a:lnTo>
                    <a:lnTo>
                      <a:pt x="642" y="1165"/>
                    </a:lnTo>
                    <a:lnTo>
                      <a:pt x="528" y="1092"/>
                    </a:lnTo>
                    <a:close/>
                    <a:moveTo>
                      <a:pt x="571" y="913"/>
                    </a:moveTo>
                    <a:lnTo>
                      <a:pt x="528" y="882"/>
                    </a:lnTo>
                    <a:lnTo>
                      <a:pt x="589" y="840"/>
                    </a:lnTo>
                    <a:lnTo>
                      <a:pt x="601" y="913"/>
                    </a:lnTo>
                    <a:lnTo>
                      <a:pt x="571" y="913"/>
                    </a:lnTo>
                    <a:close/>
                    <a:moveTo>
                      <a:pt x="616" y="844"/>
                    </a:moveTo>
                    <a:lnTo>
                      <a:pt x="679" y="913"/>
                    </a:lnTo>
                    <a:lnTo>
                      <a:pt x="629" y="913"/>
                    </a:lnTo>
                    <a:lnTo>
                      <a:pt x="616" y="844"/>
                    </a:lnTo>
                    <a:close/>
                    <a:moveTo>
                      <a:pt x="818" y="913"/>
                    </a:moveTo>
                    <a:lnTo>
                      <a:pt x="850" y="881"/>
                    </a:lnTo>
                    <a:lnTo>
                      <a:pt x="917" y="913"/>
                    </a:lnTo>
                    <a:lnTo>
                      <a:pt x="818" y="913"/>
                    </a:lnTo>
                    <a:close/>
                    <a:moveTo>
                      <a:pt x="559" y="801"/>
                    </a:moveTo>
                    <a:lnTo>
                      <a:pt x="527" y="774"/>
                    </a:lnTo>
                    <a:lnTo>
                      <a:pt x="584" y="726"/>
                    </a:lnTo>
                    <a:lnTo>
                      <a:pt x="584" y="801"/>
                    </a:lnTo>
                    <a:lnTo>
                      <a:pt x="559" y="801"/>
                    </a:lnTo>
                    <a:close/>
                    <a:moveTo>
                      <a:pt x="535" y="189"/>
                    </a:moveTo>
                    <a:lnTo>
                      <a:pt x="535" y="193"/>
                    </a:lnTo>
                    <a:lnTo>
                      <a:pt x="517" y="209"/>
                    </a:lnTo>
                    <a:lnTo>
                      <a:pt x="501" y="193"/>
                    </a:lnTo>
                    <a:lnTo>
                      <a:pt x="502" y="187"/>
                    </a:lnTo>
                    <a:lnTo>
                      <a:pt x="517" y="179"/>
                    </a:lnTo>
                    <a:lnTo>
                      <a:pt x="535" y="189"/>
                    </a:lnTo>
                    <a:close/>
                    <a:moveTo>
                      <a:pt x="528" y="172"/>
                    </a:moveTo>
                    <a:lnTo>
                      <a:pt x="532" y="171"/>
                    </a:lnTo>
                    <a:lnTo>
                      <a:pt x="532" y="175"/>
                    </a:lnTo>
                    <a:lnTo>
                      <a:pt x="528" y="172"/>
                    </a:lnTo>
                    <a:close/>
                    <a:moveTo>
                      <a:pt x="537" y="205"/>
                    </a:moveTo>
                    <a:lnTo>
                      <a:pt x="541" y="231"/>
                    </a:lnTo>
                    <a:lnTo>
                      <a:pt x="525" y="216"/>
                    </a:lnTo>
                    <a:lnTo>
                      <a:pt x="537" y="205"/>
                    </a:lnTo>
                    <a:close/>
                    <a:moveTo>
                      <a:pt x="503" y="174"/>
                    </a:moveTo>
                    <a:lnTo>
                      <a:pt x="503" y="171"/>
                    </a:lnTo>
                    <a:lnTo>
                      <a:pt x="506" y="172"/>
                    </a:lnTo>
                    <a:lnTo>
                      <a:pt x="503" y="174"/>
                    </a:lnTo>
                    <a:close/>
                    <a:moveTo>
                      <a:pt x="509" y="216"/>
                    </a:moveTo>
                    <a:lnTo>
                      <a:pt x="494" y="229"/>
                    </a:lnTo>
                    <a:lnTo>
                      <a:pt x="498" y="206"/>
                    </a:lnTo>
                    <a:lnTo>
                      <a:pt x="509" y="216"/>
                    </a:lnTo>
                    <a:close/>
                    <a:moveTo>
                      <a:pt x="517" y="224"/>
                    </a:moveTo>
                    <a:lnTo>
                      <a:pt x="544" y="248"/>
                    </a:lnTo>
                    <a:lnTo>
                      <a:pt x="546" y="255"/>
                    </a:lnTo>
                    <a:lnTo>
                      <a:pt x="490" y="255"/>
                    </a:lnTo>
                    <a:lnTo>
                      <a:pt x="491" y="247"/>
                    </a:lnTo>
                    <a:lnTo>
                      <a:pt x="517" y="224"/>
                    </a:lnTo>
                    <a:close/>
                    <a:moveTo>
                      <a:pt x="584" y="489"/>
                    </a:moveTo>
                    <a:lnTo>
                      <a:pt x="584" y="514"/>
                    </a:lnTo>
                    <a:lnTo>
                      <a:pt x="527" y="466"/>
                    </a:lnTo>
                    <a:lnTo>
                      <a:pt x="574" y="428"/>
                    </a:lnTo>
                    <a:lnTo>
                      <a:pt x="584" y="489"/>
                    </a:lnTo>
                    <a:close/>
                    <a:moveTo>
                      <a:pt x="584" y="636"/>
                    </a:moveTo>
                    <a:lnTo>
                      <a:pt x="584" y="703"/>
                    </a:lnTo>
                    <a:lnTo>
                      <a:pt x="528" y="669"/>
                    </a:lnTo>
                    <a:lnTo>
                      <a:pt x="584" y="636"/>
                    </a:lnTo>
                    <a:close/>
                    <a:moveTo>
                      <a:pt x="518" y="663"/>
                    </a:moveTo>
                    <a:lnTo>
                      <a:pt x="471" y="634"/>
                    </a:lnTo>
                    <a:lnTo>
                      <a:pt x="565" y="634"/>
                    </a:lnTo>
                    <a:lnTo>
                      <a:pt x="518" y="663"/>
                    </a:lnTo>
                    <a:close/>
                    <a:moveTo>
                      <a:pt x="529" y="576"/>
                    </a:moveTo>
                    <a:lnTo>
                      <a:pt x="584" y="546"/>
                    </a:lnTo>
                    <a:lnTo>
                      <a:pt x="584" y="607"/>
                    </a:lnTo>
                    <a:lnTo>
                      <a:pt x="529" y="576"/>
                    </a:lnTo>
                    <a:close/>
                    <a:moveTo>
                      <a:pt x="562" y="607"/>
                    </a:moveTo>
                    <a:lnTo>
                      <a:pt x="475" y="607"/>
                    </a:lnTo>
                    <a:lnTo>
                      <a:pt x="518" y="583"/>
                    </a:lnTo>
                    <a:lnTo>
                      <a:pt x="562" y="607"/>
                    </a:lnTo>
                    <a:close/>
                    <a:moveTo>
                      <a:pt x="562" y="546"/>
                    </a:moveTo>
                    <a:lnTo>
                      <a:pt x="518" y="571"/>
                    </a:lnTo>
                    <a:lnTo>
                      <a:pt x="473" y="546"/>
                    </a:lnTo>
                    <a:lnTo>
                      <a:pt x="562" y="546"/>
                    </a:lnTo>
                    <a:close/>
                    <a:moveTo>
                      <a:pt x="464" y="519"/>
                    </a:moveTo>
                    <a:lnTo>
                      <a:pt x="518" y="474"/>
                    </a:lnTo>
                    <a:lnTo>
                      <a:pt x="573" y="519"/>
                    </a:lnTo>
                    <a:lnTo>
                      <a:pt x="464" y="519"/>
                    </a:lnTo>
                    <a:close/>
                    <a:moveTo>
                      <a:pt x="518" y="459"/>
                    </a:moveTo>
                    <a:lnTo>
                      <a:pt x="464" y="415"/>
                    </a:lnTo>
                    <a:lnTo>
                      <a:pt x="465" y="409"/>
                    </a:lnTo>
                    <a:lnTo>
                      <a:pt x="518" y="377"/>
                    </a:lnTo>
                    <a:lnTo>
                      <a:pt x="570" y="409"/>
                    </a:lnTo>
                    <a:lnTo>
                      <a:pt x="571" y="415"/>
                    </a:lnTo>
                    <a:lnTo>
                      <a:pt x="518" y="459"/>
                    </a:lnTo>
                    <a:close/>
                    <a:moveTo>
                      <a:pt x="528" y="370"/>
                    </a:moveTo>
                    <a:lnTo>
                      <a:pt x="561" y="350"/>
                    </a:lnTo>
                    <a:lnTo>
                      <a:pt x="569" y="394"/>
                    </a:lnTo>
                    <a:lnTo>
                      <a:pt x="528" y="370"/>
                    </a:lnTo>
                    <a:close/>
                    <a:moveTo>
                      <a:pt x="518" y="363"/>
                    </a:moveTo>
                    <a:lnTo>
                      <a:pt x="495" y="350"/>
                    </a:lnTo>
                    <a:lnTo>
                      <a:pt x="540" y="350"/>
                    </a:lnTo>
                    <a:lnTo>
                      <a:pt x="518" y="363"/>
                    </a:lnTo>
                    <a:close/>
                    <a:moveTo>
                      <a:pt x="518" y="298"/>
                    </a:moveTo>
                    <a:lnTo>
                      <a:pt x="490" y="282"/>
                    </a:lnTo>
                    <a:lnTo>
                      <a:pt x="547" y="282"/>
                    </a:lnTo>
                    <a:lnTo>
                      <a:pt x="518" y="298"/>
                    </a:lnTo>
                    <a:close/>
                    <a:moveTo>
                      <a:pt x="551" y="292"/>
                    </a:moveTo>
                    <a:lnTo>
                      <a:pt x="556" y="320"/>
                    </a:lnTo>
                    <a:lnTo>
                      <a:pt x="529" y="305"/>
                    </a:lnTo>
                    <a:lnTo>
                      <a:pt x="551" y="292"/>
                    </a:lnTo>
                    <a:close/>
                    <a:moveTo>
                      <a:pt x="507" y="305"/>
                    </a:moveTo>
                    <a:lnTo>
                      <a:pt x="479" y="320"/>
                    </a:lnTo>
                    <a:lnTo>
                      <a:pt x="484" y="292"/>
                    </a:lnTo>
                    <a:lnTo>
                      <a:pt x="507" y="305"/>
                    </a:lnTo>
                    <a:close/>
                    <a:moveTo>
                      <a:pt x="518" y="311"/>
                    </a:moveTo>
                    <a:lnTo>
                      <a:pt x="537" y="323"/>
                    </a:lnTo>
                    <a:lnTo>
                      <a:pt x="498" y="323"/>
                    </a:lnTo>
                    <a:lnTo>
                      <a:pt x="518" y="311"/>
                    </a:lnTo>
                    <a:close/>
                    <a:moveTo>
                      <a:pt x="507" y="370"/>
                    </a:moveTo>
                    <a:lnTo>
                      <a:pt x="467" y="396"/>
                    </a:lnTo>
                    <a:lnTo>
                      <a:pt x="475" y="350"/>
                    </a:lnTo>
                    <a:lnTo>
                      <a:pt x="507" y="370"/>
                    </a:lnTo>
                    <a:close/>
                    <a:moveTo>
                      <a:pt x="463" y="427"/>
                    </a:moveTo>
                    <a:lnTo>
                      <a:pt x="509" y="466"/>
                    </a:lnTo>
                    <a:lnTo>
                      <a:pt x="452" y="514"/>
                    </a:lnTo>
                    <a:lnTo>
                      <a:pt x="452" y="489"/>
                    </a:lnTo>
                    <a:lnTo>
                      <a:pt x="463" y="427"/>
                    </a:lnTo>
                    <a:close/>
                    <a:moveTo>
                      <a:pt x="506" y="576"/>
                    </a:moveTo>
                    <a:lnTo>
                      <a:pt x="452" y="607"/>
                    </a:lnTo>
                    <a:lnTo>
                      <a:pt x="452" y="546"/>
                    </a:lnTo>
                    <a:lnTo>
                      <a:pt x="506" y="576"/>
                    </a:lnTo>
                    <a:close/>
                    <a:moveTo>
                      <a:pt x="507" y="669"/>
                    </a:moveTo>
                    <a:lnTo>
                      <a:pt x="452" y="703"/>
                    </a:lnTo>
                    <a:lnTo>
                      <a:pt x="452" y="636"/>
                    </a:lnTo>
                    <a:lnTo>
                      <a:pt x="507" y="669"/>
                    </a:lnTo>
                    <a:close/>
                    <a:moveTo>
                      <a:pt x="518" y="676"/>
                    </a:moveTo>
                    <a:lnTo>
                      <a:pt x="581" y="714"/>
                    </a:lnTo>
                    <a:lnTo>
                      <a:pt x="518" y="767"/>
                    </a:lnTo>
                    <a:lnTo>
                      <a:pt x="454" y="714"/>
                    </a:lnTo>
                    <a:lnTo>
                      <a:pt x="518" y="676"/>
                    </a:lnTo>
                    <a:close/>
                    <a:moveTo>
                      <a:pt x="611" y="571"/>
                    </a:moveTo>
                    <a:lnTo>
                      <a:pt x="639" y="607"/>
                    </a:lnTo>
                    <a:lnTo>
                      <a:pt x="611" y="607"/>
                    </a:lnTo>
                    <a:lnTo>
                      <a:pt x="611" y="571"/>
                    </a:lnTo>
                    <a:close/>
                    <a:moveTo>
                      <a:pt x="684" y="549"/>
                    </a:moveTo>
                    <a:lnTo>
                      <a:pt x="692" y="553"/>
                    </a:lnTo>
                    <a:lnTo>
                      <a:pt x="735" y="607"/>
                    </a:lnTo>
                    <a:lnTo>
                      <a:pt x="667" y="607"/>
                    </a:lnTo>
                    <a:lnTo>
                      <a:pt x="684" y="549"/>
                    </a:lnTo>
                    <a:close/>
                    <a:moveTo>
                      <a:pt x="748" y="607"/>
                    </a:moveTo>
                    <a:lnTo>
                      <a:pt x="714" y="562"/>
                    </a:lnTo>
                    <a:lnTo>
                      <a:pt x="812" y="607"/>
                    </a:lnTo>
                    <a:lnTo>
                      <a:pt x="748" y="607"/>
                    </a:lnTo>
                    <a:close/>
                    <a:moveTo>
                      <a:pt x="673" y="546"/>
                    </a:moveTo>
                    <a:lnTo>
                      <a:pt x="654" y="607"/>
                    </a:lnTo>
                    <a:lnTo>
                      <a:pt x="653" y="607"/>
                    </a:lnTo>
                    <a:lnTo>
                      <a:pt x="611" y="553"/>
                    </a:lnTo>
                    <a:lnTo>
                      <a:pt x="611" y="546"/>
                    </a:lnTo>
                    <a:lnTo>
                      <a:pt x="673" y="546"/>
                    </a:lnTo>
                    <a:close/>
                    <a:moveTo>
                      <a:pt x="578" y="289"/>
                    </a:moveTo>
                    <a:lnTo>
                      <a:pt x="608" y="323"/>
                    </a:lnTo>
                    <a:lnTo>
                      <a:pt x="584" y="323"/>
                    </a:lnTo>
                    <a:lnTo>
                      <a:pt x="578" y="289"/>
                    </a:lnTo>
                    <a:close/>
                    <a:moveTo>
                      <a:pt x="588" y="282"/>
                    </a:moveTo>
                    <a:lnTo>
                      <a:pt x="629" y="282"/>
                    </a:lnTo>
                    <a:lnTo>
                      <a:pt x="616" y="316"/>
                    </a:lnTo>
                    <a:lnTo>
                      <a:pt x="588" y="282"/>
                    </a:lnTo>
                    <a:close/>
                    <a:moveTo>
                      <a:pt x="726" y="323"/>
                    </a:moveTo>
                    <a:lnTo>
                      <a:pt x="624" y="323"/>
                    </a:lnTo>
                    <a:lnTo>
                      <a:pt x="639" y="283"/>
                    </a:lnTo>
                    <a:lnTo>
                      <a:pt x="726" y="323"/>
                    </a:lnTo>
                    <a:close/>
                    <a:moveTo>
                      <a:pt x="529" y="159"/>
                    </a:moveTo>
                    <a:lnTo>
                      <a:pt x="517" y="166"/>
                    </a:lnTo>
                    <a:lnTo>
                      <a:pt x="506" y="160"/>
                    </a:lnTo>
                    <a:lnTo>
                      <a:pt x="518" y="87"/>
                    </a:lnTo>
                    <a:lnTo>
                      <a:pt x="529" y="159"/>
                    </a:lnTo>
                    <a:close/>
                    <a:moveTo>
                      <a:pt x="448" y="282"/>
                    </a:moveTo>
                    <a:lnTo>
                      <a:pt x="418" y="315"/>
                    </a:lnTo>
                    <a:lnTo>
                      <a:pt x="406" y="282"/>
                    </a:lnTo>
                    <a:lnTo>
                      <a:pt x="448" y="282"/>
                    </a:lnTo>
                    <a:close/>
                    <a:moveTo>
                      <a:pt x="395" y="283"/>
                    </a:moveTo>
                    <a:lnTo>
                      <a:pt x="410" y="323"/>
                    </a:lnTo>
                    <a:lnTo>
                      <a:pt x="305" y="323"/>
                    </a:lnTo>
                    <a:lnTo>
                      <a:pt x="395" y="283"/>
                    </a:lnTo>
                    <a:close/>
                    <a:moveTo>
                      <a:pt x="426" y="323"/>
                    </a:moveTo>
                    <a:lnTo>
                      <a:pt x="457" y="288"/>
                    </a:lnTo>
                    <a:lnTo>
                      <a:pt x="452" y="323"/>
                    </a:lnTo>
                    <a:lnTo>
                      <a:pt x="426" y="323"/>
                    </a:lnTo>
                    <a:close/>
                    <a:moveTo>
                      <a:pt x="425" y="552"/>
                    </a:moveTo>
                    <a:lnTo>
                      <a:pt x="382" y="607"/>
                    </a:lnTo>
                    <a:lnTo>
                      <a:pt x="380" y="607"/>
                    </a:lnTo>
                    <a:lnTo>
                      <a:pt x="361" y="546"/>
                    </a:lnTo>
                    <a:lnTo>
                      <a:pt x="425" y="546"/>
                    </a:lnTo>
                    <a:lnTo>
                      <a:pt x="425" y="552"/>
                    </a:lnTo>
                    <a:close/>
                    <a:moveTo>
                      <a:pt x="350" y="546"/>
                    </a:moveTo>
                    <a:lnTo>
                      <a:pt x="369" y="607"/>
                    </a:lnTo>
                    <a:lnTo>
                      <a:pt x="299" y="607"/>
                    </a:lnTo>
                    <a:lnTo>
                      <a:pt x="346" y="548"/>
                    </a:lnTo>
                    <a:lnTo>
                      <a:pt x="350" y="546"/>
                    </a:lnTo>
                    <a:close/>
                    <a:moveTo>
                      <a:pt x="324" y="558"/>
                    </a:moveTo>
                    <a:lnTo>
                      <a:pt x="286" y="607"/>
                    </a:lnTo>
                    <a:lnTo>
                      <a:pt x="218" y="607"/>
                    </a:lnTo>
                    <a:lnTo>
                      <a:pt x="324" y="558"/>
                    </a:lnTo>
                    <a:close/>
                    <a:moveTo>
                      <a:pt x="396" y="607"/>
                    </a:moveTo>
                    <a:lnTo>
                      <a:pt x="425" y="569"/>
                    </a:lnTo>
                    <a:lnTo>
                      <a:pt x="425" y="607"/>
                    </a:lnTo>
                    <a:lnTo>
                      <a:pt x="396" y="607"/>
                    </a:lnTo>
                    <a:close/>
                    <a:moveTo>
                      <a:pt x="452" y="726"/>
                    </a:moveTo>
                    <a:lnTo>
                      <a:pt x="509" y="774"/>
                    </a:lnTo>
                    <a:lnTo>
                      <a:pt x="476" y="801"/>
                    </a:lnTo>
                    <a:lnTo>
                      <a:pt x="452" y="801"/>
                    </a:lnTo>
                    <a:lnTo>
                      <a:pt x="452" y="726"/>
                    </a:lnTo>
                    <a:close/>
                    <a:moveTo>
                      <a:pt x="184" y="879"/>
                    </a:moveTo>
                    <a:lnTo>
                      <a:pt x="218" y="913"/>
                    </a:lnTo>
                    <a:lnTo>
                      <a:pt x="116" y="913"/>
                    </a:lnTo>
                    <a:lnTo>
                      <a:pt x="184" y="879"/>
                    </a:lnTo>
                    <a:close/>
                    <a:moveTo>
                      <a:pt x="355" y="913"/>
                    </a:moveTo>
                    <a:lnTo>
                      <a:pt x="419" y="841"/>
                    </a:lnTo>
                    <a:lnTo>
                      <a:pt x="407" y="913"/>
                    </a:lnTo>
                    <a:lnTo>
                      <a:pt x="355" y="913"/>
                    </a:lnTo>
                    <a:close/>
                    <a:moveTo>
                      <a:pt x="343" y="1464"/>
                    </a:moveTo>
                    <a:lnTo>
                      <a:pt x="359" y="1364"/>
                    </a:lnTo>
                    <a:lnTo>
                      <a:pt x="501" y="1412"/>
                    </a:lnTo>
                    <a:lnTo>
                      <a:pt x="343" y="1464"/>
                    </a:lnTo>
                    <a:close/>
                    <a:moveTo>
                      <a:pt x="535" y="1412"/>
                    </a:moveTo>
                    <a:lnTo>
                      <a:pt x="676" y="1364"/>
                    </a:lnTo>
                    <a:lnTo>
                      <a:pt x="692" y="1466"/>
                    </a:lnTo>
                    <a:lnTo>
                      <a:pt x="535" y="14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3" name="Freeform 5">
                <a:extLst>
                  <a:ext uri="{FF2B5EF4-FFF2-40B4-BE49-F238E27FC236}">
                    <a16:creationId xmlns:a16="http://schemas.microsoft.com/office/drawing/2014/main" id="{E8F3ED17-A694-4AD1-AB32-BCD6C6BA19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75255" y="2493720"/>
                <a:ext cx="850002" cy="1225946"/>
              </a:xfrm>
              <a:custGeom>
                <a:avLst/>
                <a:gdLst>
                  <a:gd name="T0" fmla="*/ 683 w 1031"/>
                  <a:gd name="T1" fmla="*/ 519 h 1487"/>
                  <a:gd name="T2" fmla="*/ 573 w 1031"/>
                  <a:gd name="T3" fmla="*/ 255 h 1487"/>
                  <a:gd name="T4" fmla="*/ 448 w 1031"/>
                  <a:gd name="T5" fmla="*/ 350 h 1487"/>
                  <a:gd name="T6" fmla="*/ 425 w 1031"/>
                  <a:gd name="T7" fmla="*/ 801 h 1487"/>
                  <a:gd name="T8" fmla="*/ 342 w 1031"/>
                  <a:gd name="T9" fmla="*/ 1477 h 1487"/>
                  <a:gd name="T10" fmla="*/ 1031 w 1031"/>
                  <a:gd name="T11" fmla="*/ 940 h 1487"/>
                  <a:gd name="T12" fmla="*/ 505 w 1031"/>
                  <a:gd name="T13" fmla="*/ 981 h 1487"/>
                  <a:gd name="T14" fmla="*/ 284 w 1031"/>
                  <a:gd name="T15" fmla="*/ 839 h 1487"/>
                  <a:gd name="T16" fmla="*/ 416 w 1031"/>
                  <a:gd name="T17" fmla="*/ 828 h 1487"/>
                  <a:gd name="T18" fmla="*/ 456 w 1031"/>
                  <a:gd name="T19" fmla="*/ 832 h 1487"/>
                  <a:gd name="T20" fmla="*/ 493 w 1031"/>
                  <a:gd name="T21" fmla="*/ 801 h 1487"/>
                  <a:gd name="T22" fmla="*/ 699 w 1031"/>
                  <a:gd name="T23" fmla="*/ 913 h 1487"/>
                  <a:gd name="T24" fmla="*/ 690 w 1031"/>
                  <a:gd name="T25" fmla="*/ 909 h 1487"/>
                  <a:gd name="T26" fmla="*/ 593 w 1031"/>
                  <a:gd name="T27" fmla="*/ 942 h 1487"/>
                  <a:gd name="T28" fmla="*/ 483 w 1031"/>
                  <a:gd name="T29" fmla="*/ 913 h 1487"/>
                  <a:gd name="T30" fmla="*/ 518 w 1031"/>
                  <a:gd name="T31" fmla="*/ 1086 h 1487"/>
                  <a:gd name="T32" fmla="*/ 509 w 1031"/>
                  <a:gd name="T33" fmla="*/ 1092 h 1487"/>
                  <a:gd name="T34" fmla="*/ 507 w 1031"/>
                  <a:gd name="T35" fmla="*/ 1258 h 1487"/>
                  <a:gd name="T36" fmla="*/ 517 w 1031"/>
                  <a:gd name="T37" fmla="*/ 1406 h 1487"/>
                  <a:gd name="T38" fmla="*/ 528 w 1031"/>
                  <a:gd name="T39" fmla="*/ 1258 h 1487"/>
                  <a:gd name="T40" fmla="*/ 528 w 1031"/>
                  <a:gd name="T41" fmla="*/ 882 h 1487"/>
                  <a:gd name="T42" fmla="*/ 629 w 1031"/>
                  <a:gd name="T43" fmla="*/ 913 h 1487"/>
                  <a:gd name="T44" fmla="*/ 559 w 1031"/>
                  <a:gd name="T45" fmla="*/ 801 h 1487"/>
                  <a:gd name="T46" fmla="*/ 535 w 1031"/>
                  <a:gd name="T47" fmla="*/ 193 h 1487"/>
                  <a:gd name="T48" fmla="*/ 528 w 1031"/>
                  <a:gd name="T49" fmla="*/ 172 h 1487"/>
                  <a:gd name="T50" fmla="*/ 525 w 1031"/>
                  <a:gd name="T51" fmla="*/ 216 h 1487"/>
                  <a:gd name="T52" fmla="*/ 509 w 1031"/>
                  <a:gd name="T53" fmla="*/ 216 h 1487"/>
                  <a:gd name="T54" fmla="*/ 546 w 1031"/>
                  <a:gd name="T55" fmla="*/ 255 h 1487"/>
                  <a:gd name="T56" fmla="*/ 527 w 1031"/>
                  <a:gd name="T57" fmla="*/ 466 h 1487"/>
                  <a:gd name="T58" fmla="*/ 584 w 1031"/>
                  <a:gd name="T59" fmla="*/ 636 h 1487"/>
                  <a:gd name="T60" fmla="*/ 584 w 1031"/>
                  <a:gd name="T61" fmla="*/ 546 h 1487"/>
                  <a:gd name="T62" fmla="*/ 562 w 1031"/>
                  <a:gd name="T63" fmla="*/ 607 h 1487"/>
                  <a:gd name="T64" fmla="*/ 518 w 1031"/>
                  <a:gd name="T65" fmla="*/ 474 h 1487"/>
                  <a:gd name="T66" fmla="*/ 518 w 1031"/>
                  <a:gd name="T67" fmla="*/ 377 h 1487"/>
                  <a:gd name="T68" fmla="*/ 569 w 1031"/>
                  <a:gd name="T69" fmla="*/ 394 h 1487"/>
                  <a:gd name="T70" fmla="*/ 518 w 1031"/>
                  <a:gd name="T71" fmla="*/ 298 h 1487"/>
                  <a:gd name="T72" fmla="*/ 529 w 1031"/>
                  <a:gd name="T73" fmla="*/ 305 h 1487"/>
                  <a:gd name="T74" fmla="*/ 518 w 1031"/>
                  <a:gd name="T75" fmla="*/ 311 h 1487"/>
                  <a:gd name="T76" fmla="*/ 475 w 1031"/>
                  <a:gd name="T77" fmla="*/ 350 h 1487"/>
                  <a:gd name="T78" fmla="*/ 463 w 1031"/>
                  <a:gd name="T79" fmla="*/ 427 h 1487"/>
                  <a:gd name="T80" fmla="*/ 452 w 1031"/>
                  <a:gd name="T81" fmla="*/ 703 h 1487"/>
                  <a:gd name="T82" fmla="*/ 454 w 1031"/>
                  <a:gd name="T83" fmla="*/ 714 h 1487"/>
                  <a:gd name="T84" fmla="*/ 684 w 1031"/>
                  <a:gd name="T85" fmla="*/ 549 h 1487"/>
                  <a:gd name="T86" fmla="*/ 714 w 1031"/>
                  <a:gd name="T87" fmla="*/ 562 h 1487"/>
                  <a:gd name="T88" fmla="*/ 611 w 1031"/>
                  <a:gd name="T89" fmla="*/ 553 h 1487"/>
                  <a:gd name="T90" fmla="*/ 578 w 1031"/>
                  <a:gd name="T91" fmla="*/ 289 h 1487"/>
                  <a:gd name="T92" fmla="*/ 624 w 1031"/>
                  <a:gd name="T93" fmla="*/ 323 h 1487"/>
                  <a:gd name="T94" fmla="*/ 518 w 1031"/>
                  <a:gd name="T95" fmla="*/ 87 h 1487"/>
                  <a:gd name="T96" fmla="*/ 395 w 1031"/>
                  <a:gd name="T97" fmla="*/ 283 h 1487"/>
                  <a:gd name="T98" fmla="*/ 452 w 1031"/>
                  <a:gd name="T99" fmla="*/ 323 h 1487"/>
                  <a:gd name="T100" fmla="*/ 425 w 1031"/>
                  <a:gd name="T101" fmla="*/ 546 h 1487"/>
                  <a:gd name="T102" fmla="*/ 350 w 1031"/>
                  <a:gd name="T103" fmla="*/ 546 h 1487"/>
                  <a:gd name="T104" fmla="*/ 425 w 1031"/>
                  <a:gd name="T105" fmla="*/ 569 h 1487"/>
                  <a:gd name="T106" fmla="*/ 452 w 1031"/>
                  <a:gd name="T107" fmla="*/ 801 h 1487"/>
                  <a:gd name="T108" fmla="*/ 355 w 1031"/>
                  <a:gd name="T109" fmla="*/ 913 h 1487"/>
                  <a:gd name="T110" fmla="*/ 501 w 1031"/>
                  <a:gd name="T111" fmla="*/ 1412 h 1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031" h="1487">
                    <a:moveTo>
                      <a:pt x="1031" y="940"/>
                    </a:moveTo>
                    <a:lnTo>
                      <a:pt x="752" y="801"/>
                    </a:lnTo>
                    <a:lnTo>
                      <a:pt x="611" y="801"/>
                    </a:lnTo>
                    <a:lnTo>
                      <a:pt x="611" y="634"/>
                    </a:lnTo>
                    <a:lnTo>
                      <a:pt x="939" y="634"/>
                    </a:lnTo>
                    <a:lnTo>
                      <a:pt x="683" y="519"/>
                    </a:lnTo>
                    <a:lnTo>
                      <a:pt x="611" y="519"/>
                    </a:lnTo>
                    <a:lnTo>
                      <a:pt x="611" y="488"/>
                    </a:lnTo>
                    <a:lnTo>
                      <a:pt x="588" y="350"/>
                    </a:lnTo>
                    <a:lnTo>
                      <a:pt x="854" y="350"/>
                    </a:lnTo>
                    <a:lnTo>
                      <a:pt x="642" y="255"/>
                    </a:lnTo>
                    <a:lnTo>
                      <a:pt x="573" y="255"/>
                    </a:lnTo>
                    <a:lnTo>
                      <a:pt x="531" y="0"/>
                    </a:lnTo>
                    <a:lnTo>
                      <a:pt x="505" y="0"/>
                    </a:lnTo>
                    <a:lnTo>
                      <a:pt x="463" y="255"/>
                    </a:lnTo>
                    <a:lnTo>
                      <a:pt x="389" y="255"/>
                    </a:lnTo>
                    <a:lnTo>
                      <a:pt x="177" y="350"/>
                    </a:lnTo>
                    <a:lnTo>
                      <a:pt x="448" y="350"/>
                    </a:lnTo>
                    <a:lnTo>
                      <a:pt x="425" y="487"/>
                    </a:lnTo>
                    <a:lnTo>
                      <a:pt x="425" y="519"/>
                    </a:lnTo>
                    <a:lnTo>
                      <a:pt x="344" y="519"/>
                    </a:lnTo>
                    <a:lnTo>
                      <a:pt x="94" y="634"/>
                    </a:lnTo>
                    <a:lnTo>
                      <a:pt x="425" y="634"/>
                    </a:lnTo>
                    <a:lnTo>
                      <a:pt x="425" y="801"/>
                    </a:lnTo>
                    <a:lnTo>
                      <a:pt x="280" y="801"/>
                    </a:lnTo>
                    <a:lnTo>
                      <a:pt x="0" y="940"/>
                    </a:lnTo>
                    <a:lnTo>
                      <a:pt x="403" y="940"/>
                    </a:lnTo>
                    <a:lnTo>
                      <a:pt x="313" y="1483"/>
                    </a:lnTo>
                    <a:lnTo>
                      <a:pt x="339" y="1487"/>
                    </a:lnTo>
                    <a:lnTo>
                      <a:pt x="342" y="1477"/>
                    </a:lnTo>
                    <a:lnTo>
                      <a:pt x="517" y="1418"/>
                    </a:lnTo>
                    <a:lnTo>
                      <a:pt x="695" y="1478"/>
                    </a:lnTo>
                    <a:lnTo>
                      <a:pt x="696" y="1487"/>
                    </a:lnTo>
                    <a:lnTo>
                      <a:pt x="724" y="1483"/>
                    </a:lnTo>
                    <a:lnTo>
                      <a:pt x="633" y="940"/>
                    </a:lnTo>
                    <a:lnTo>
                      <a:pt x="1031" y="940"/>
                    </a:lnTo>
                    <a:close/>
                    <a:moveTo>
                      <a:pt x="618" y="1017"/>
                    </a:moveTo>
                    <a:lnTo>
                      <a:pt x="532" y="981"/>
                    </a:lnTo>
                    <a:lnTo>
                      <a:pt x="607" y="948"/>
                    </a:lnTo>
                    <a:lnTo>
                      <a:pt x="618" y="1017"/>
                    </a:lnTo>
                    <a:close/>
                    <a:moveTo>
                      <a:pt x="429" y="948"/>
                    </a:moveTo>
                    <a:lnTo>
                      <a:pt x="505" y="981"/>
                    </a:lnTo>
                    <a:lnTo>
                      <a:pt x="418" y="1019"/>
                    </a:lnTo>
                    <a:lnTo>
                      <a:pt x="429" y="948"/>
                    </a:lnTo>
                    <a:close/>
                    <a:moveTo>
                      <a:pt x="284" y="839"/>
                    </a:moveTo>
                    <a:lnTo>
                      <a:pt x="335" y="913"/>
                    </a:lnTo>
                    <a:lnTo>
                      <a:pt x="237" y="913"/>
                    </a:lnTo>
                    <a:lnTo>
                      <a:pt x="284" y="839"/>
                    </a:lnTo>
                    <a:close/>
                    <a:moveTo>
                      <a:pt x="227" y="909"/>
                    </a:moveTo>
                    <a:lnTo>
                      <a:pt x="195" y="874"/>
                    </a:lnTo>
                    <a:lnTo>
                      <a:pt x="275" y="835"/>
                    </a:lnTo>
                    <a:lnTo>
                      <a:pt x="227" y="909"/>
                    </a:lnTo>
                    <a:close/>
                    <a:moveTo>
                      <a:pt x="290" y="828"/>
                    </a:moveTo>
                    <a:lnTo>
                      <a:pt x="416" y="828"/>
                    </a:lnTo>
                    <a:lnTo>
                      <a:pt x="344" y="909"/>
                    </a:lnTo>
                    <a:lnTo>
                      <a:pt x="290" y="828"/>
                    </a:lnTo>
                    <a:close/>
                    <a:moveTo>
                      <a:pt x="575" y="828"/>
                    </a:moveTo>
                    <a:lnTo>
                      <a:pt x="580" y="832"/>
                    </a:lnTo>
                    <a:lnTo>
                      <a:pt x="518" y="875"/>
                    </a:lnTo>
                    <a:lnTo>
                      <a:pt x="456" y="832"/>
                    </a:lnTo>
                    <a:lnTo>
                      <a:pt x="460" y="828"/>
                    </a:lnTo>
                    <a:lnTo>
                      <a:pt x="575" y="828"/>
                    </a:lnTo>
                    <a:close/>
                    <a:moveTo>
                      <a:pt x="493" y="801"/>
                    </a:moveTo>
                    <a:lnTo>
                      <a:pt x="518" y="780"/>
                    </a:lnTo>
                    <a:lnTo>
                      <a:pt x="543" y="801"/>
                    </a:lnTo>
                    <a:lnTo>
                      <a:pt x="493" y="801"/>
                    </a:lnTo>
                    <a:close/>
                    <a:moveTo>
                      <a:pt x="760" y="836"/>
                    </a:moveTo>
                    <a:lnTo>
                      <a:pt x="839" y="875"/>
                    </a:lnTo>
                    <a:lnTo>
                      <a:pt x="807" y="909"/>
                    </a:lnTo>
                    <a:lnTo>
                      <a:pt x="760" y="836"/>
                    </a:lnTo>
                    <a:close/>
                    <a:moveTo>
                      <a:pt x="797" y="913"/>
                    </a:moveTo>
                    <a:lnTo>
                      <a:pt x="699" y="913"/>
                    </a:lnTo>
                    <a:lnTo>
                      <a:pt x="750" y="839"/>
                    </a:lnTo>
                    <a:lnTo>
                      <a:pt x="797" y="913"/>
                    </a:lnTo>
                    <a:close/>
                    <a:moveTo>
                      <a:pt x="690" y="909"/>
                    </a:moveTo>
                    <a:lnTo>
                      <a:pt x="618" y="828"/>
                    </a:lnTo>
                    <a:lnTo>
                      <a:pt x="744" y="828"/>
                    </a:lnTo>
                    <a:lnTo>
                      <a:pt x="690" y="909"/>
                    </a:lnTo>
                    <a:close/>
                    <a:moveTo>
                      <a:pt x="448" y="840"/>
                    </a:moveTo>
                    <a:lnTo>
                      <a:pt x="509" y="882"/>
                    </a:lnTo>
                    <a:lnTo>
                      <a:pt x="464" y="913"/>
                    </a:lnTo>
                    <a:lnTo>
                      <a:pt x="434" y="913"/>
                    </a:lnTo>
                    <a:lnTo>
                      <a:pt x="448" y="840"/>
                    </a:lnTo>
                    <a:close/>
                    <a:moveTo>
                      <a:pt x="593" y="942"/>
                    </a:moveTo>
                    <a:lnTo>
                      <a:pt x="518" y="974"/>
                    </a:lnTo>
                    <a:lnTo>
                      <a:pt x="442" y="942"/>
                    </a:lnTo>
                    <a:lnTo>
                      <a:pt x="444" y="940"/>
                    </a:lnTo>
                    <a:lnTo>
                      <a:pt x="592" y="940"/>
                    </a:lnTo>
                    <a:lnTo>
                      <a:pt x="593" y="942"/>
                    </a:lnTo>
                    <a:close/>
                    <a:moveTo>
                      <a:pt x="483" y="913"/>
                    </a:moveTo>
                    <a:lnTo>
                      <a:pt x="518" y="889"/>
                    </a:lnTo>
                    <a:lnTo>
                      <a:pt x="552" y="913"/>
                    </a:lnTo>
                    <a:lnTo>
                      <a:pt x="483" y="913"/>
                    </a:lnTo>
                    <a:close/>
                    <a:moveTo>
                      <a:pt x="518" y="986"/>
                    </a:moveTo>
                    <a:lnTo>
                      <a:pt x="612" y="1027"/>
                    </a:lnTo>
                    <a:lnTo>
                      <a:pt x="518" y="1086"/>
                    </a:lnTo>
                    <a:lnTo>
                      <a:pt x="426" y="1027"/>
                    </a:lnTo>
                    <a:lnTo>
                      <a:pt x="518" y="986"/>
                    </a:lnTo>
                    <a:close/>
                    <a:moveTo>
                      <a:pt x="509" y="1092"/>
                    </a:moveTo>
                    <a:lnTo>
                      <a:pt x="393" y="1165"/>
                    </a:lnTo>
                    <a:lnTo>
                      <a:pt x="415" y="1032"/>
                    </a:lnTo>
                    <a:lnTo>
                      <a:pt x="509" y="1092"/>
                    </a:lnTo>
                    <a:close/>
                    <a:moveTo>
                      <a:pt x="518" y="1099"/>
                    </a:moveTo>
                    <a:lnTo>
                      <a:pt x="637" y="1175"/>
                    </a:lnTo>
                    <a:lnTo>
                      <a:pt x="518" y="1252"/>
                    </a:lnTo>
                    <a:lnTo>
                      <a:pt x="400" y="1175"/>
                    </a:lnTo>
                    <a:lnTo>
                      <a:pt x="518" y="1099"/>
                    </a:lnTo>
                    <a:close/>
                    <a:moveTo>
                      <a:pt x="507" y="1258"/>
                    </a:moveTo>
                    <a:lnTo>
                      <a:pt x="362" y="1355"/>
                    </a:lnTo>
                    <a:lnTo>
                      <a:pt x="391" y="1181"/>
                    </a:lnTo>
                    <a:lnTo>
                      <a:pt x="507" y="1258"/>
                    </a:lnTo>
                    <a:close/>
                    <a:moveTo>
                      <a:pt x="518" y="1265"/>
                    </a:moveTo>
                    <a:lnTo>
                      <a:pt x="660" y="1359"/>
                    </a:lnTo>
                    <a:lnTo>
                      <a:pt x="517" y="1406"/>
                    </a:lnTo>
                    <a:lnTo>
                      <a:pt x="376" y="1359"/>
                    </a:lnTo>
                    <a:lnTo>
                      <a:pt x="518" y="1265"/>
                    </a:lnTo>
                    <a:close/>
                    <a:moveTo>
                      <a:pt x="528" y="1258"/>
                    </a:moveTo>
                    <a:lnTo>
                      <a:pt x="645" y="1181"/>
                    </a:lnTo>
                    <a:lnTo>
                      <a:pt x="675" y="1355"/>
                    </a:lnTo>
                    <a:lnTo>
                      <a:pt x="528" y="1258"/>
                    </a:lnTo>
                    <a:close/>
                    <a:moveTo>
                      <a:pt x="528" y="1092"/>
                    </a:moveTo>
                    <a:lnTo>
                      <a:pt x="620" y="1034"/>
                    </a:lnTo>
                    <a:lnTo>
                      <a:pt x="642" y="1165"/>
                    </a:lnTo>
                    <a:lnTo>
                      <a:pt x="528" y="1092"/>
                    </a:lnTo>
                    <a:close/>
                    <a:moveTo>
                      <a:pt x="571" y="913"/>
                    </a:moveTo>
                    <a:lnTo>
                      <a:pt x="528" y="882"/>
                    </a:lnTo>
                    <a:lnTo>
                      <a:pt x="589" y="840"/>
                    </a:lnTo>
                    <a:lnTo>
                      <a:pt x="601" y="913"/>
                    </a:lnTo>
                    <a:lnTo>
                      <a:pt x="571" y="913"/>
                    </a:lnTo>
                    <a:close/>
                    <a:moveTo>
                      <a:pt x="616" y="844"/>
                    </a:moveTo>
                    <a:lnTo>
                      <a:pt x="679" y="913"/>
                    </a:lnTo>
                    <a:lnTo>
                      <a:pt x="629" y="913"/>
                    </a:lnTo>
                    <a:lnTo>
                      <a:pt x="616" y="844"/>
                    </a:lnTo>
                    <a:close/>
                    <a:moveTo>
                      <a:pt x="818" y="913"/>
                    </a:moveTo>
                    <a:lnTo>
                      <a:pt x="850" y="881"/>
                    </a:lnTo>
                    <a:lnTo>
                      <a:pt x="917" y="913"/>
                    </a:lnTo>
                    <a:lnTo>
                      <a:pt x="818" y="913"/>
                    </a:lnTo>
                    <a:close/>
                    <a:moveTo>
                      <a:pt x="559" y="801"/>
                    </a:moveTo>
                    <a:lnTo>
                      <a:pt x="527" y="774"/>
                    </a:lnTo>
                    <a:lnTo>
                      <a:pt x="584" y="726"/>
                    </a:lnTo>
                    <a:lnTo>
                      <a:pt x="584" y="801"/>
                    </a:lnTo>
                    <a:lnTo>
                      <a:pt x="559" y="801"/>
                    </a:lnTo>
                    <a:close/>
                    <a:moveTo>
                      <a:pt x="535" y="189"/>
                    </a:moveTo>
                    <a:lnTo>
                      <a:pt x="535" y="193"/>
                    </a:lnTo>
                    <a:lnTo>
                      <a:pt x="517" y="209"/>
                    </a:lnTo>
                    <a:lnTo>
                      <a:pt x="501" y="193"/>
                    </a:lnTo>
                    <a:lnTo>
                      <a:pt x="502" y="187"/>
                    </a:lnTo>
                    <a:lnTo>
                      <a:pt x="517" y="179"/>
                    </a:lnTo>
                    <a:lnTo>
                      <a:pt x="535" y="189"/>
                    </a:lnTo>
                    <a:close/>
                    <a:moveTo>
                      <a:pt x="528" y="172"/>
                    </a:moveTo>
                    <a:lnTo>
                      <a:pt x="532" y="171"/>
                    </a:lnTo>
                    <a:lnTo>
                      <a:pt x="532" y="175"/>
                    </a:lnTo>
                    <a:lnTo>
                      <a:pt x="528" y="172"/>
                    </a:lnTo>
                    <a:close/>
                    <a:moveTo>
                      <a:pt x="537" y="205"/>
                    </a:moveTo>
                    <a:lnTo>
                      <a:pt x="541" y="231"/>
                    </a:lnTo>
                    <a:lnTo>
                      <a:pt x="525" y="216"/>
                    </a:lnTo>
                    <a:lnTo>
                      <a:pt x="537" y="205"/>
                    </a:lnTo>
                    <a:close/>
                    <a:moveTo>
                      <a:pt x="503" y="174"/>
                    </a:moveTo>
                    <a:lnTo>
                      <a:pt x="503" y="171"/>
                    </a:lnTo>
                    <a:lnTo>
                      <a:pt x="506" y="172"/>
                    </a:lnTo>
                    <a:lnTo>
                      <a:pt x="503" y="174"/>
                    </a:lnTo>
                    <a:close/>
                    <a:moveTo>
                      <a:pt x="509" y="216"/>
                    </a:moveTo>
                    <a:lnTo>
                      <a:pt x="494" y="229"/>
                    </a:lnTo>
                    <a:lnTo>
                      <a:pt x="498" y="206"/>
                    </a:lnTo>
                    <a:lnTo>
                      <a:pt x="509" y="216"/>
                    </a:lnTo>
                    <a:close/>
                    <a:moveTo>
                      <a:pt x="517" y="224"/>
                    </a:moveTo>
                    <a:lnTo>
                      <a:pt x="544" y="248"/>
                    </a:lnTo>
                    <a:lnTo>
                      <a:pt x="546" y="255"/>
                    </a:lnTo>
                    <a:lnTo>
                      <a:pt x="490" y="255"/>
                    </a:lnTo>
                    <a:lnTo>
                      <a:pt x="491" y="247"/>
                    </a:lnTo>
                    <a:lnTo>
                      <a:pt x="517" y="224"/>
                    </a:lnTo>
                    <a:close/>
                    <a:moveTo>
                      <a:pt x="584" y="489"/>
                    </a:moveTo>
                    <a:lnTo>
                      <a:pt x="584" y="514"/>
                    </a:lnTo>
                    <a:lnTo>
                      <a:pt x="527" y="466"/>
                    </a:lnTo>
                    <a:lnTo>
                      <a:pt x="574" y="428"/>
                    </a:lnTo>
                    <a:lnTo>
                      <a:pt x="584" y="489"/>
                    </a:lnTo>
                    <a:close/>
                    <a:moveTo>
                      <a:pt x="584" y="636"/>
                    </a:moveTo>
                    <a:lnTo>
                      <a:pt x="584" y="703"/>
                    </a:lnTo>
                    <a:lnTo>
                      <a:pt x="528" y="669"/>
                    </a:lnTo>
                    <a:lnTo>
                      <a:pt x="584" y="636"/>
                    </a:lnTo>
                    <a:close/>
                    <a:moveTo>
                      <a:pt x="518" y="663"/>
                    </a:moveTo>
                    <a:lnTo>
                      <a:pt x="471" y="634"/>
                    </a:lnTo>
                    <a:lnTo>
                      <a:pt x="565" y="634"/>
                    </a:lnTo>
                    <a:lnTo>
                      <a:pt x="518" y="663"/>
                    </a:lnTo>
                    <a:close/>
                    <a:moveTo>
                      <a:pt x="529" y="576"/>
                    </a:moveTo>
                    <a:lnTo>
                      <a:pt x="584" y="546"/>
                    </a:lnTo>
                    <a:lnTo>
                      <a:pt x="584" y="607"/>
                    </a:lnTo>
                    <a:lnTo>
                      <a:pt x="529" y="576"/>
                    </a:lnTo>
                    <a:close/>
                    <a:moveTo>
                      <a:pt x="562" y="607"/>
                    </a:moveTo>
                    <a:lnTo>
                      <a:pt x="475" y="607"/>
                    </a:lnTo>
                    <a:lnTo>
                      <a:pt x="518" y="583"/>
                    </a:lnTo>
                    <a:lnTo>
                      <a:pt x="562" y="607"/>
                    </a:lnTo>
                    <a:close/>
                    <a:moveTo>
                      <a:pt x="562" y="546"/>
                    </a:moveTo>
                    <a:lnTo>
                      <a:pt x="518" y="571"/>
                    </a:lnTo>
                    <a:lnTo>
                      <a:pt x="473" y="546"/>
                    </a:lnTo>
                    <a:lnTo>
                      <a:pt x="562" y="546"/>
                    </a:lnTo>
                    <a:close/>
                    <a:moveTo>
                      <a:pt x="464" y="519"/>
                    </a:moveTo>
                    <a:lnTo>
                      <a:pt x="518" y="474"/>
                    </a:lnTo>
                    <a:lnTo>
                      <a:pt x="573" y="519"/>
                    </a:lnTo>
                    <a:lnTo>
                      <a:pt x="464" y="519"/>
                    </a:lnTo>
                    <a:close/>
                    <a:moveTo>
                      <a:pt x="518" y="459"/>
                    </a:moveTo>
                    <a:lnTo>
                      <a:pt x="464" y="415"/>
                    </a:lnTo>
                    <a:lnTo>
                      <a:pt x="465" y="409"/>
                    </a:lnTo>
                    <a:lnTo>
                      <a:pt x="518" y="377"/>
                    </a:lnTo>
                    <a:lnTo>
                      <a:pt x="570" y="409"/>
                    </a:lnTo>
                    <a:lnTo>
                      <a:pt x="571" y="415"/>
                    </a:lnTo>
                    <a:lnTo>
                      <a:pt x="518" y="459"/>
                    </a:lnTo>
                    <a:close/>
                    <a:moveTo>
                      <a:pt x="528" y="370"/>
                    </a:moveTo>
                    <a:lnTo>
                      <a:pt x="561" y="350"/>
                    </a:lnTo>
                    <a:lnTo>
                      <a:pt x="569" y="394"/>
                    </a:lnTo>
                    <a:lnTo>
                      <a:pt x="528" y="370"/>
                    </a:lnTo>
                    <a:close/>
                    <a:moveTo>
                      <a:pt x="518" y="363"/>
                    </a:moveTo>
                    <a:lnTo>
                      <a:pt x="495" y="350"/>
                    </a:lnTo>
                    <a:lnTo>
                      <a:pt x="540" y="350"/>
                    </a:lnTo>
                    <a:lnTo>
                      <a:pt x="518" y="363"/>
                    </a:lnTo>
                    <a:close/>
                    <a:moveTo>
                      <a:pt x="518" y="298"/>
                    </a:moveTo>
                    <a:lnTo>
                      <a:pt x="490" y="282"/>
                    </a:lnTo>
                    <a:lnTo>
                      <a:pt x="547" y="282"/>
                    </a:lnTo>
                    <a:lnTo>
                      <a:pt x="518" y="298"/>
                    </a:lnTo>
                    <a:close/>
                    <a:moveTo>
                      <a:pt x="551" y="292"/>
                    </a:moveTo>
                    <a:lnTo>
                      <a:pt x="556" y="320"/>
                    </a:lnTo>
                    <a:lnTo>
                      <a:pt x="529" y="305"/>
                    </a:lnTo>
                    <a:lnTo>
                      <a:pt x="551" y="292"/>
                    </a:lnTo>
                    <a:close/>
                    <a:moveTo>
                      <a:pt x="507" y="305"/>
                    </a:moveTo>
                    <a:lnTo>
                      <a:pt x="479" y="320"/>
                    </a:lnTo>
                    <a:lnTo>
                      <a:pt x="484" y="292"/>
                    </a:lnTo>
                    <a:lnTo>
                      <a:pt x="507" y="305"/>
                    </a:lnTo>
                    <a:close/>
                    <a:moveTo>
                      <a:pt x="518" y="311"/>
                    </a:moveTo>
                    <a:lnTo>
                      <a:pt x="537" y="323"/>
                    </a:lnTo>
                    <a:lnTo>
                      <a:pt x="498" y="323"/>
                    </a:lnTo>
                    <a:lnTo>
                      <a:pt x="518" y="311"/>
                    </a:lnTo>
                    <a:close/>
                    <a:moveTo>
                      <a:pt x="507" y="370"/>
                    </a:moveTo>
                    <a:lnTo>
                      <a:pt x="467" y="396"/>
                    </a:lnTo>
                    <a:lnTo>
                      <a:pt x="475" y="350"/>
                    </a:lnTo>
                    <a:lnTo>
                      <a:pt x="507" y="370"/>
                    </a:lnTo>
                    <a:close/>
                    <a:moveTo>
                      <a:pt x="463" y="427"/>
                    </a:moveTo>
                    <a:lnTo>
                      <a:pt x="509" y="466"/>
                    </a:lnTo>
                    <a:lnTo>
                      <a:pt x="452" y="514"/>
                    </a:lnTo>
                    <a:lnTo>
                      <a:pt x="452" y="489"/>
                    </a:lnTo>
                    <a:lnTo>
                      <a:pt x="463" y="427"/>
                    </a:lnTo>
                    <a:close/>
                    <a:moveTo>
                      <a:pt x="506" y="576"/>
                    </a:moveTo>
                    <a:lnTo>
                      <a:pt x="452" y="607"/>
                    </a:lnTo>
                    <a:lnTo>
                      <a:pt x="452" y="546"/>
                    </a:lnTo>
                    <a:lnTo>
                      <a:pt x="506" y="576"/>
                    </a:lnTo>
                    <a:close/>
                    <a:moveTo>
                      <a:pt x="507" y="669"/>
                    </a:moveTo>
                    <a:lnTo>
                      <a:pt x="452" y="703"/>
                    </a:lnTo>
                    <a:lnTo>
                      <a:pt x="452" y="636"/>
                    </a:lnTo>
                    <a:lnTo>
                      <a:pt x="507" y="669"/>
                    </a:lnTo>
                    <a:close/>
                    <a:moveTo>
                      <a:pt x="518" y="676"/>
                    </a:moveTo>
                    <a:lnTo>
                      <a:pt x="581" y="714"/>
                    </a:lnTo>
                    <a:lnTo>
                      <a:pt x="518" y="767"/>
                    </a:lnTo>
                    <a:lnTo>
                      <a:pt x="454" y="714"/>
                    </a:lnTo>
                    <a:lnTo>
                      <a:pt x="518" y="676"/>
                    </a:lnTo>
                    <a:close/>
                    <a:moveTo>
                      <a:pt x="611" y="571"/>
                    </a:moveTo>
                    <a:lnTo>
                      <a:pt x="639" y="607"/>
                    </a:lnTo>
                    <a:lnTo>
                      <a:pt x="611" y="607"/>
                    </a:lnTo>
                    <a:lnTo>
                      <a:pt x="611" y="571"/>
                    </a:lnTo>
                    <a:close/>
                    <a:moveTo>
                      <a:pt x="684" y="549"/>
                    </a:moveTo>
                    <a:lnTo>
                      <a:pt x="692" y="553"/>
                    </a:lnTo>
                    <a:lnTo>
                      <a:pt x="735" y="607"/>
                    </a:lnTo>
                    <a:lnTo>
                      <a:pt x="667" y="607"/>
                    </a:lnTo>
                    <a:lnTo>
                      <a:pt x="684" y="549"/>
                    </a:lnTo>
                    <a:close/>
                    <a:moveTo>
                      <a:pt x="748" y="607"/>
                    </a:moveTo>
                    <a:lnTo>
                      <a:pt x="714" y="562"/>
                    </a:lnTo>
                    <a:lnTo>
                      <a:pt x="812" y="607"/>
                    </a:lnTo>
                    <a:lnTo>
                      <a:pt x="748" y="607"/>
                    </a:lnTo>
                    <a:close/>
                    <a:moveTo>
                      <a:pt x="673" y="546"/>
                    </a:moveTo>
                    <a:lnTo>
                      <a:pt x="654" y="607"/>
                    </a:lnTo>
                    <a:lnTo>
                      <a:pt x="653" y="607"/>
                    </a:lnTo>
                    <a:lnTo>
                      <a:pt x="611" y="553"/>
                    </a:lnTo>
                    <a:lnTo>
                      <a:pt x="611" y="546"/>
                    </a:lnTo>
                    <a:lnTo>
                      <a:pt x="673" y="546"/>
                    </a:lnTo>
                    <a:close/>
                    <a:moveTo>
                      <a:pt x="578" y="289"/>
                    </a:moveTo>
                    <a:lnTo>
                      <a:pt x="608" y="323"/>
                    </a:lnTo>
                    <a:lnTo>
                      <a:pt x="584" y="323"/>
                    </a:lnTo>
                    <a:lnTo>
                      <a:pt x="578" y="289"/>
                    </a:lnTo>
                    <a:close/>
                    <a:moveTo>
                      <a:pt x="588" y="282"/>
                    </a:moveTo>
                    <a:lnTo>
                      <a:pt x="629" y="282"/>
                    </a:lnTo>
                    <a:lnTo>
                      <a:pt x="616" y="316"/>
                    </a:lnTo>
                    <a:lnTo>
                      <a:pt x="588" y="282"/>
                    </a:lnTo>
                    <a:close/>
                    <a:moveTo>
                      <a:pt x="726" y="323"/>
                    </a:moveTo>
                    <a:lnTo>
                      <a:pt x="624" y="323"/>
                    </a:lnTo>
                    <a:lnTo>
                      <a:pt x="639" y="283"/>
                    </a:lnTo>
                    <a:lnTo>
                      <a:pt x="726" y="323"/>
                    </a:lnTo>
                    <a:close/>
                    <a:moveTo>
                      <a:pt x="529" y="159"/>
                    </a:moveTo>
                    <a:lnTo>
                      <a:pt x="517" y="166"/>
                    </a:lnTo>
                    <a:lnTo>
                      <a:pt x="506" y="160"/>
                    </a:lnTo>
                    <a:lnTo>
                      <a:pt x="518" y="87"/>
                    </a:lnTo>
                    <a:lnTo>
                      <a:pt x="529" y="159"/>
                    </a:lnTo>
                    <a:close/>
                    <a:moveTo>
                      <a:pt x="448" y="282"/>
                    </a:moveTo>
                    <a:lnTo>
                      <a:pt x="418" y="315"/>
                    </a:lnTo>
                    <a:lnTo>
                      <a:pt x="406" y="282"/>
                    </a:lnTo>
                    <a:lnTo>
                      <a:pt x="448" y="282"/>
                    </a:lnTo>
                    <a:close/>
                    <a:moveTo>
                      <a:pt x="395" y="283"/>
                    </a:moveTo>
                    <a:lnTo>
                      <a:pt x="410" y="323"/>
                    </a:lnTo>
                    <a:lnTo>
                      <a:pt x="305" y="323"/>
                    </a:lnTo>
                    <a:lnTo>
                      <a:pt x="395" y="283"/>
                    </a:lnTo>
                    <a:close/>
                    <a:moveTo>
                      <a:pt x="426" y="323"/>
                    </a:moveTo>
                    <a:lnTo>
                      <a:pt x="457" y="288"/>
                    </a:lnTo>
                    <a:lnTo>
                      <a:pt x="452" y="323"/>
                    </a:lnTo>
                    <a:lnTo>
                      <a:pt x="426" y="323"/>
                    </a:lnTo>
                    <a:close/>
                    <a:moveTo>
                      <a:pt x="425" y="552"/>
                    </a:moveTo>
                    <a:lnTo>
                      <a:pt x="382" y="607"/>
                    </a:lnTo>
                    <a:lnTo>
                      <a:pt x="380" y="607"/>
                    </a:lnTo>
                    <a:lnTo>
                      <a:pt x="361" y="546"/>
                    </a:lnTo>
                    <a:lnTo>
                      <a:pt x="425" y="546"/>
                    </a:lnTo>
                    <a:lnTo>
                      <a:pt x="425" y="552"/>
                    </a:lnTo>
                    <a:close/>
                    <a:moveTo>
                      <a:pt x="350" y="546"/>
                    </a:moveTo>
                    <a:lnTo>
                      <a:pt x="369" y="607"/>
                    </a:lnTo>
                    <a:lnTo>
                      <a:pt x="299" y="607"/>
                    </a:lnTo>
                    <a:lnTo>
                      <a:pt x="346" y="548"/>
                    </a:lnTo>
                    <a:lnTo>
                      <a:pt x="350" y="546"/>
                    </a:lnTo>
                    <a:close/>
                    <a:moveTo>
                      <a:pt x="324" y="558"/>
                    </a:moveTo>
                    <a:lnTo>
                      <a:pt x="286" y="607"/>
                    </a:lnTo>
                    <a:lnTo>
                      <a:pt x="218" y="607"/>
                    </a:lnTo>
                    <a:lnTo>
                      <a:pt x="324" y="558"/>
                    </a:lnTo>
                    <a:close/>
                    <a:moveTo>
                      <a:pt x="396" y="607"/>
                    </a:moveTo>
                    <a:lnTo>
                      <a:pt x="425" y="569"/>
                    </a:lnTo>
                    <a:lnTo>
                      <a:pt x="425" y="607"/>
                    </a:lnTo>
                    <a:lnTo>
                      <a:pt x="396" y="607"/>
                    </a:lnTo>
                    <a:close/>
                    <a:moveTo>
                      <a:pt x="452" y="726"/>
                    </a:moveTo>
                    <a:lnTo>
                      <a:pt x="509" y="774"/>
                    </a:lnTo>
                    <a:lnTo>
                      <a:pt x="476" y="801"/>
                    </a:lnTo>
                    <a:lnTo>
                      <a:pt x="452" y="801"/>
                    </a:lnTo>
                    <a:lnTo>
                      <a:pt x="452" y="726"/>
                    </a:lnTo>
                    <a:close/>
                    <a:moveTo>
                      <a:pt x="184" y="879"/>
                    </a:moveTo>
                    <a:lnTo>
                      <a:pt x="218" y="913"/>
                    </a:lnTo>
                    <a:lnTo>
                      <a:pt x="116" y="913"/>
                    </a:lnTo>
                    <a:lnTo>
                      <a:pt x="184" y="879"/>
                    </a:lnTo>
                    <a:close/>
                    <a:moveTo>
                      <a:pt x="355" y="913"/>
                    </a:moveTo>
                    <a:lnTo>
                      <a:pt x="419" y="841"/>
                    </a:lnTo>
                    <a:lnTo>
                      <a:pt x="407" y="913"/>
                    </a:lnTo>
                    <a:lnTo>
                      <a:pt x="355" y="913"/>
                    </a:lnTo>
                    <a:close/>
                    <a:moveTo>
                      <a:pt x="343" y="1464"/>
                    </a:moveTo>
                    <a:lnTo>
                      <a:pt x="359" y="1364"/>
                    </a:lnTo>
                    <a:lnTo>
                      <a:pt x="501" y="1412"/>
                    </a:lnTo>
                    <a:lnTo>
                      <a:pt x="343" y="1464"/>
                    </a:lnTo>
                    <a:close/>
                    <a:moveTo>
                      <a:pt x="535" y="1412"/>
                    </a:moveTo>
                    <a:lnTo>
                      <a:pt x="676" y="1364"/>
                    </a:lnTo>
                    <a:lnTo>
                      <a:pt x="692" y="1466"/>
                    </a:lnTo>
                    <a:lnTo>
                      <a:pt x="535" y="14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2C94B6-12A8-4252-9B09-D4D64BFEB905}"/>
              </a:ext>
            </a:extLst>
          </p:cNvPr>
          <p:cNvGrpSpPr/>
          <p:nvPr/>
        </p:nvGrpSpPr>
        <p:grpSpPr>
          <a:xfrm>
            <a:off x="1976409" y="2540505"/>
            <a:ext cx="1693773" cy="1095184"/>
            <a:chOff x="6165735" y="3556265"/>
            <a:chExt cx="2335083" cy="1798904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05E6C3F-52CD-45E8-AC46-332BDD366350}"/>
                </a:ext>
              </a:extLst>
            </p:cNvPr>
            <p:cNvCxnSpPr>
              <a:cxnSpLocks/>
            </p:cNvCxnSpPr>
            <p:nvPr/>
          </p:nvCxnSpPr>
          <p:spPr>
            <a:xfrm>
              <a:off x="6989800" y="3556265"/>
              <a:ext cx="0" cy="379391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E276051-154E-402B-A4F4-A46C6F6595B3}"/>
                </a:ext>
              </a:extLst>
            </p:cNvPr>
            <p:cNvGrpSpPr/>
            <p:nvPr/>
          </p:nvGrpSpPr>
          <p:grpSpPr>
            <a:xfrm>
              <a:off x="6165735" y="3981829"/>
              <a:ext cx="2335083" cy="1373340"/>
              <a:chOff x="6165735" y="3981829"/>
              <a:chExt cx="2335083" cy="1373340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7C927B-C076-4B3D-8CDC-457452F48D9B}"/>
                  </a:ext>
                </a:extLst>
              </p:cNvPr>
              <p:cNvSpPr txBox="1"/>
              <p:nvPr/>
            </p:nvSpPr>
            <p:spPr>
              <a:xfrm>
                <a:off x="6445451" y="4482782"/>
                <a:ext cx="1824605" cy="327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95000"/>
                  </a:lnSpc>
                </a:pPr>
                <a:r>
                  <a:rPr lang="en-US" sz="1200" dirty="0"/>
                  <a:t>Conversion </a:t>
                </a:r>
              </a:p>
            </p:txBody>
          </p:sp>
          <p:grpSp>
            <p:nvGrpSpPr>
              <p:cNvPr id="17" name="Gruppieren 5">
                <a:extLst>
                  <a:ext uri="{FF2B5EF4-FFF2-40B4-BE49-F238E27FC236}">
                    <a16:creationId xmlns:a16="http://schemas.microsoft.com/office/drawing/2014/main" id="{0B701689-7BB7-4C15-BAAA-587CA6FA99F2}"/>
                  </a:ext>
                </a:extLst>
              </p:cNvPr>
              <p:cNvGrpSpPr/>
              <p:nvPr/>
            </p:nvGrpSpPr>
            <p:grpSpPr>
              <a:xfrm>
                <a:off x="7137301" y="3994153"/>
                <a:ext cx="528449" cy="476437"/>
                <a:chOff x="7845426" y="4757738"/>
                <a:chExt cx="1179513" cy="1154113"/>
              </a:xfrm>
              <a:solidFill>
                <a:schemeClr val="accent1"/>
              </a:solidFill>
            </p:grpSpPr>
            <p:sp>
              <p:nvSpPr>
                <p:cNvPr id="57" name="Freeform 544">
                  <a:extLst>
                    <a:ext uri="{FF2B5EF4-FFF2-40B4-BE49-F238E27FC236}">
                      <a16:creationId xmlns:a16="http://schemas.microsoft.com/office/drawing/2014/main" id="{C88E3996-91B3-4012-9041-A17F11CC0C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20114" y="5459413"/>
                  <a:ext cx="92075" cy="452438"/>
                </a:xfrm>
                <a:custGeom>
                  <a:avLst/>
                  <a:gdLst>
                    <a:gd name="T0" fmla="*/ 0 w 58"/>
                    <a:gd name="T1" fmla="*/ 230 h 285"/>
                    <a:gd name="T2" fmla="*/ 58 w 58"/>
                    <a:gd name="T3" fmla="*/ 285 h 285"/>
                    <a:gd name="T4" fmla="*/ 58 w 58"/>
                    <a:gd name="T5" fmla="*/ 33 h 285"/>
                    <a:gd name="T6" fmla="*/ 0 w 58"/>
                    <a:gd name="T7" fmla="*/ 0 h 285"/>
                    <a:gd name="T8" fmla="*/ 0 w 58"/>
                    <a:gd name="T9" fmla="*/ 230 h 2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8" h="285">
                      <a:moveTo>
                        <a:pt x="0" y="230"/>
                      </a:moveTo>
                      <a:lnTo>
                        <a:pt x="58" y="285"/>
                      </a:lnTo>
                      <a:lnTo>
                        <a:pt x="58" y="33"/>
                      </a:lnTo>
                      <a:lnTo>
                        <a:pt x="0" y="0"/>
                      </a:lnTo>
                      <a:lnTo>
                        <a:pt x="0" y="23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58" name="Freeform 545">
                  <a:extLst>
                    <a:ext uri="{FF2B5EF4-FFF2-40B4-BE49-F238E27FC236}">
                      <a16:creationId xmlns:a16="http://schemas.microsoft.com/office/drawing/2014/main" id="{E670D19F-A66A-403D-8C60-17E235ABAE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20114" y="5332413"/>
                  <a:ext cx="501650" cy="179388"/>
                </a:xfrm>
                <a:custGeom>
                  <a:avLst/>
                  <a:gdLst>
                    <a:gd name="T0" fmla="*/ 316 w 316"/>
                    <a:gd name="T1" fmla="*/ 33 h 113"/>
                    <a:gd name="T2" fmla="*/ 258 w 316"/>
                    <a:gd name="T3" fmla="*/ 0 h 113"/>
                    <a:gd name="T4" fmla="*/ 0 w 316"/>
                    <a:gd name="T5" fmla="*/ 80 h 113"/>
                    <a:gd name="T6" fmla="*/ 58 w 316"/>
                    <a:gd name="T7" fmla="*/ 113 h 113"/>
                    <a:gd name="T8" fmla="*/ 316 w 316"/>
                    <a:gd name="T9" fmla="*/ 33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6" h="113">
                      <a:moveTo>
                        <a:pt x="316" y="33"/>
                      </a:moveTo>
                      <a:lnTo>
                        <a:pt x="258" y="0"/>
                      </a:lnTo>
                      <a:lnTo>
                        <a:pt x="0" y="80"/>
                      </a:lnTo>
                      <a:lnTo>
                        <a:pt x="58" y="113"/>
                      </a:lnTo>
                      <a:lnTo>
                        <a:pt x="316" y="33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59" name="Freeform 546">
                  <a:extLst>
                    <a:ext uri="{FF2B5EF4-FFF2-40B4-BE49-F238E27FC236}">
                      <a16:creationId xmlns:a16="http://schemas.microsoft.com/office/drawing/2014/main" id="{7FF2A2A1-1732-4E30-9937-DE321A2A18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612189" y="5384800"/>
                  <a:ext cx="412750" cy="527050"/>
                </a:xfrm>
                <a:custGeom>
                  <a:avLst/>
                  <a:gdLst>
                    <a:gd name="T0" fmla="*/ 258 w 260"/>
                    <a:gd name="T1" fmla="*/ 0 h 332"/>
                    <a:gd name="T2" fmla="*/ 0 w 260"/>
                    <a:gd name="T3" fmla="*/ 80 h 332"/>
                    <a:gd name="T4" fmla="*/ 0 w 260"/>
                    <a:gd name="T5" fmla="*/ 80 h 332"/>
                    <a:gd name="T6" fmla="*/ 0 w 260"/>
                    <a:gd name="T7" fmla="*/ 332 h 332"/>
                    <a:gd name="T8" fmla="*/ 110 w 260"/>
                    <a:gd name="T9" fmla="*/ 332 h 332"/>
                    <a:gd name="T10" fmla="*/ 260 w 260"/>
                    <a:gd name="T11" fmla="*/ 332 h 332"/>
                    <a:gd name="T12" fmla="*/ 260 w 260"/>
                    <a:gd name="T13" fmla="*/ 80 h 332"/>
                    <a:gd name="T14" fmla="*/ 258 w 260"/>
                    <a:gd name="T15" fmla="*/ 0 h 332"/>
                    <a:gd name="T16" fmla="*/ 55 w 260"/>
                    <a:gd name="T17" fmla="*/ 115 h 332"/>
                    <a:gd name="T18" fmla="*/ 15 w 260"/>
                    <a:gd name="T19" fmla="*/ 115 h 332"/>
                    <a:gd name="T20" fmla="*/ 15 w 260"/>
                    <a:gd name="T21" fmla="*/ 90 h 332"/>
                    <a:gd name="T22" fmla="*/ 55 w 260"/>
                    <a:gd name="T23" fmla="*/ 90 h 332"/>
                    <a:gd name="T24" fmla="*/ 55 w 260"/>
                    <a:gd name="T25" fmla="*/ 115 h 332"/>
                    <a:gd name="T26" fmla="*/ 103 w 260"/>
                    <a:gd name="T27" fmla="*/ 115 h 332"/>
                    <a:gd name="T28" fmla="*/ 62 w 260"/>
                    <a:gd name="T29" fmla="*/ 115 h 332"/>
                    <a:gd name="T30" fmla="*/ 62 w 260"/>
                    <a:gd name="T31" fmla="*/ 90 h 332"/>
                    <a:gd name="T32" fmla="*/ 103 w 260"/>
                    <a:gd name="T33" fmla="*/ 90 h 332"/>
                    <a:gd name="T34" fmla="*/ 103 w 260"/>
                    <a:gd name="T35" fmla="*/ 115 h 332"/>
                    <a:gd name="T36" fmla="*/ 150 w 260"/>
                    <a:gd name="T37" fmla="*/ 115 h 332"/>
                    <a:gd name="T38" fmla="*/ 110 w 260"/>
                    <a:gd name="T39" fmla="*/ 115 h 332"/>
                    <a:gd name="T40" fmla="*/ 110 w 260"/>
                    <a:gd name="T41" fmla="*/ 90 h 332"/>
                    <a:gd name="T42" fmla="*/ 150 w 260"/>
                    <a:gd name="T43" fmla="*/ 90 h 332"/>
                    <a:gd name="T44" fmla="*/ 150 w 260"/>
                    <a:gd name="T45" fmla="*/ 115 h 332"/>
                    <a:gd name="T46" fmla="*/ 198 w 260"/>
                    <a:gd name="T47" fmla="*/ 115 h 332"/>
                    <a:gd name="T48" fmla="*/ 158 w 260"/>
                    <a:gd name="T49" fmla="*/ 115 h 332"/>
                    <a:gd name="T50" fmla="*/ 158 w 260"/>
                    <a:gd name="T51" fmla="*/ 90 h 332"/>
                    <a:gd name="T52" fmla="*/ 198 w 260"/>
                    <a:gd name="T53" fmla="*/ 90 h 332"/>
                    <a:gd name="T54" fmla="*/ 198 w 260"/>
                    <a:gd name="T55" fmla="*/ 115 h 332"/>
                    <a:gd name="T56" fmla="*/ 245 w 260"/>
                    <a:gd name="T57" fmla="*/ 115 h 332"/>
                    <a:gd name="T58" fmla="*/ 205 w 260"/>
                    <a:gd name="T59" fmla="*/ 115 h 332"/>
                    <a:gd name="T60" fmla="*/ 205 w 260"/>
                    <a:gd name="T61" fmla="*/ 90 h 332"/>
                    <a:gd name="T62" fmla="*/ 245 w 260"/>
                    <a:gd name="T63" fmla="*/ 90 h 332"/>
                    <a:gd name="T64" fmla="*/ 245 w 260"/>
                    <a:gd name="T65" fmla="*/ 115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60" h="332">
                      <a:moveTo>
                        <a:pt x="258" y="0"/>
                      </a:moveTo>
                      <a:lnTo>
                        <a:pt x="0" y="80"/>
                      </a:lnTo>
                      <a:lnTo>
                        <a:pt x="0" y="80"/>
                      </a:lnTo>
                      <a:lnTo>
                        <a:pt x="0" y="332"/>
                      </a:lnTo>
                      <a:lnTo>
                        <a:pt x="110" y="332"/>
                      </a:lnTo>
                      <a:lnTo>
                        <a:pt x="260" y="332"/>
                      </a:lnTo>
                      <a:lnTo>
                        <a:pt x="260" y="80"/>
                      </a:lnTo>
                      <a:lnTo>
                        <a:pt x="258" y="0"/>
                      </a:lnTo>
                      <a:close/>
                      <a:moveTo>
                        <a:pt x="55" y="115"/>
                      </a:moveTo>
                      <a:lnTo>
                        <a:pt x="15" y="115"/>
                      </a:lnTo>
                      <a:lnTo>
                        <a:pt x="15" y="90"/>
                      </a:lnTo>
                      <a:lnTo>
                        <a:pt x="55" y="90"/>
                      </a:lnTo>
                      <a:lnTo>
                        <a:pt x="55" y="115"/>
                      </a:lnTo>
                      <a:close/>
                      <a:moveTo>
                        <a:pt x="103" y="115"/>
                      </a:moveTo>
                      <a:lnTo>
                        <a:pt x="62" y="115"/>
                      </a:lnTo>
                      <a:lnTo>
                        <a:pt x="62" y="90"/>
                      </a:lnTo>
                      <a:lnTo>
                        <a:pt x="103" y="90"/>
                      </a:lnTo>
                      <a:lnTo>
                        <a:pt x="103" y="115"/>
                      </a:lnTo>
                      <a:close/>
                      <a:moveTo>
                        <a:pt x="150" y="115"/>
                      </a:moveTo>
                      <a:lnTo>
                        <a:pt x="110" y="115"/>
                      </a:lnTo>
                      <a:lnTo>
                        <a:pt x="110" y="90"/>
                      </a:lnTo>
                      <a:lnTo>
                        <a:pt x="150" y="90"/>
                      </a:lnTo>
                      <a:lnTo>
                        <a:pt x="150" y="115"/>
                      </a:lnTo>
                      <a:close/>
                      <a:moveTo>
                        <a:pt x="198" y="115"/>
                      </a:moveTo>
                      <a:lnTo>
                        <a:pt x="158" y="115"/>
                      </a:lnTo>
                      <a:lnTo>
                        <a:pt x="158" y="90"/>
                      </a:lnTo>
                      <a:lnTo>
                        <a:pt x="198" y="90"/>
                      </a:lnTo>
                      <a:lnTo>
                        <a:pt x="198" y="115"/>
                      </a:lnTo>
                      <a:close/>
                      <a:moveTo>
                        <a:pt x="245" y="115"/>
                      </a:moveTo>
                      <a:lnTo>
                        <a:pt x="205" y="115"/>
                      </a:lnTo>
                      <a:lnTo>
                        <a:pt x="205" y="90"/>
                      </a:lnTo>
                      <a:lnTo>
                        <a:pt x="245" y="90"/>
                      </a:lnTo>
                      <a:lnTo>
                        <a:pt x="245" y="115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60" name="Freeform 547">
                  <a:extLst>
                    <a:ext uri="{FF2B5EF4-FFF2-40B4-BE49-F238E27FC236}">
                      <a16:creationId xmlns:a16="http://schemas.microsoft.com/office/drawing/2014/main" id="{47D00920-E917-492D-908D-B476C20130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39101" y="5459413"/>
                  <a:ext cx="92075" cy="452438"/>
                </a:xfrm>
                <a:custGeom>
                  <a:avLst/>
                  <a:gdLst>
                    <a:gd name="T0" fmla="*/ 0 w 58"/>
                    <a:gd name="T1" fmla="*/ 230 h 285"/>
                    <a:gd name="T2" fmla="*/ 58 w 58"/>
                    <a:gd name="T3" fmla="*/ 285 h 285"/>
                    <a:gd name="T4" fmla="*/ 58 w 58"/>
                    <a:gd name="T5" fmla="*/ 33 h 285"/>
                    <a:gd name="T6" fmla="*/ 0 w 58"/>
                    <a:gd name="T7" fmla="*/ 0 h 285"/>
                    <a:gd name="T8" fmla="*/ 0 w 58"/>
                    <a:gd name="T9" fmla="*/ 230 h 2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8" h="285">
                      <a:moveTo>
                        <a:pt x="0" y="230"/>
                      </a:moveTo>
                      <a:lnTo>
                        <a:pt x="58" y="285"/>
                      </a:lnTo>
                      <a:lnTo>
                        <a:pt x="58" y="33"/>
                      </a:lnTo>
                      <a:lnTo>
                        <a:pt x="0" y="0"/>
                      </a:lnTo>
                      <a:lnTo>
                        <a:pt x="0" y="23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61" name="Freeform 548">
                  <a:extLst>
                    <a:ext uri="{FF2B5EF4-FFF2-40B4-BE49-F238E27FC236}">
                      <a16:creationId xmlns:a16="http://schemas.microsoft.com/office/drawing/2014/main" id="{E6BA120E-B2E3-45B7-B549-7E4566D363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39101" y="5332413"/>
                  <a:ext cx="501650" cy="179388"/>
                </a:xfrm>
                <a:custGeom>
                  <a:avLst/>
                  <a:gdLst>
                    <a:gd name="T0" fmla="*/ 316 w 316"/>
                    <a:gd name="T1" fmla="*/ 33 h 113"/>
                    <a:gd name="T2" fmla="*/ 258 w 316"/>
                    <a:gd name="T3" fmla="*/ 0 h 113"/>
                    <a:gd name="T4" fmla="*/ 0 w 316"/>
                    <a:gd name="T5" fmla="*/ 80 h 113"/>
                    <a:gd name="T6" fmla="*/ 58 w 316"/>
                    <a:gd name="T7" fmla="*/ 113 h 113"/>
                    <a:gd name="T8" fmla="*/ 316 w 316"/>
                    <a:gd name="T9" fmla="*/ 33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6" h="113">
                      <a:moveTo>
                        <a:pt x="316" y="33"/>
                      </a:moveTo>
                      <a:lnTo>
                        <a:pt x="258" y="0"/>
                      </a:lnTo>
                      <a:lnTo>
                        <a:pt x="0" y="80"/>
                      </a:lnTo>
                      <a:lnTo>
                        <a:pt x="58" y="113"/>
                      </a:lnTo>
                      <a:lnTo>
                        <a:pt x="316" y="33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62" name="Freeform 549">
                  <a:extLst>
                    <a:ext uri="{FF2B5EF4-FFF2-40B4-BE49-F238E27FC236}">
                      <a16:creationId xmlns:a16="http://schemas.microsoft.com/office/drawing/2014/main" id="{86E50F5B-F8B4-4F51-8E41-9A0DF505A12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31176" y="5384800"/>
                  <a:ext cx="409575" cy="527050"/>
                </a:xfrm>
                <a:custGeom>
                  <a:avLst/>
                  <a:gdLst>
                    <a:gd name="T0" fmla="*/ 258 w 258"/>
                    <a:gd name="T1" fmla="*/ 0 h 332"/>
                    <a:gd name="T2" fmla="*/ 0 w 258"/>
                    <a:gd name="T3" fmla="*/ 80 h 332"/>
                    <a:gd name="T4" fmla="*/ 0 w 258"/>
                    <a:gd name="T5" fmla="*/ 80 h 332"/>
                    <a:gd name="T6" fmla="*/ 0 w 258"/>
                    <a:gd name="T7" fmla="*/ 332 h 332"/>
                    <a:gd name="T8" fmla="*/ 110 w 258"/>
                    <a:gd name="T9" fmla="*/ 332 h 332"/>
                    <a:gd name="T10" fmla="*/ 258 w 258"/>
                    <a:gd name="T11" fmla="*/ 332 h 332"/>
                    <a:gd name="T12" fmla="*/ 258 w 258"/>
                    <a:gd name="T13" fmla="*/ 80 h 332"/>
                    <a:gd name="T14" fmla="*/ 258 w 258"/>
                    <a:gd name="T15" fmla="*/ 0 h 332"/>
                    <a:gd name="T16" fmla="*/ 53 w 258"/>
                    <a:gd name="T17" fmla="*/ 115 h 332"/>
                    <a:gd name="T18" fmla="*/ 15 w 258"/>
                    <a:gd name="T19" fmla="*/ 115 h 332"/>
                    <a:gd name="T20" fmla="*/ 15 w 258"/>
                    <a:gd name="T21" fmla="*/ 90 h 332"/>
                    <a:gd name="T22" fmla="*/ 53 w 258"/>
                    <a:gd name="T23" fmla="*/ 90 h 332"/>
                    <a:gd name="T24" fmla="*/ 53 w 258"/>
                    <a:gd name="T25" fmla="*/ 115 h 332"/>
                    <a:gd name="T26" fmla="*/ 100 w 258"/>
                    <a:gd name="T27" fmla="*/ 115 h 332"/>
                    <a:gd name="T28" fmla="*/ 63 w 258"/>
                    <a:gd name="T29" fmla="*/ 115 h 332"/>
                    <a:gd name="T30" fmla="*/ 63 w 258"/>
                    <a:gd name="T31" fmla="*/ 90 h 332"/>
                    <a:gd name="T32" fmla="*/ 100 w 258"/>
                    <a:gd name="T33" fmla="*/ 90 h 332"/>
                    <a:gd name="T34" fmla="*/ 100 w 258"/>
                    <a:gd name="T35" fmla="*/ 115 h 332"/>
                    <a:gd name="T36" fmla="*/ 148 w 258"/>
                    <a:gd name="T37" fmla="*/ 115 h 332"/>
                    <a:gd name="T38" fmla="*/ 110 w 258"/>
                    <a:gd name="T39" fmla="*/ 115 h 332"/>
                    <a:gd name="T40" fmla="*/ 110 w 258"/>
                    <a:gd name="T41" fmla="*/ 90 h 332"/>
                    <a:gd name="T42" fmla="*/ 148 w 258"/>
                    <a:gd name="T43" fmla="*/ 90 h 332"/>
                    <a:gd name="T44" fmla="*/ 148 w 258"/>
                    <a:gd name="T45" fmla="*/ 115 h 332"/>
                    <a:gd name="T46" fmla="*/ 195 w 258"/>
                    <a:gd name="T47" fmla="*/ 115 h 332"/>
                    <a:gd name="T48" fmla="*/ 158 w 258"/>
                    <a:gd name="T49" fmla="*/ 115 h 332"/>
                    <a:gd name="T50" fmla="*/ 158 w 258"/>
                    <a:gd name="T51" fmla="*/ 90 h 332"/>
                    <a:gd name="T52" fmla="*/ 195 w 258"/>
                    <a:gd name="T53" fmla="*/ 90 h 332"/>
                    <a:gd name="T54" fmla="*/ 195 w 258"/>
                    <a:gd name="T55" fmla="*/ 115 h 332"/>
                    <a:gd name="T56" fmla="*/ 243 w 258"/>
                    <a:gd name="T57" fmla="*/ 115 h 332"/>
                    <a:gd name="T58" fmla="*/ 205 w 258"/>
                    <a:gd name="T59" fmla="*/ 115 h 332"/>
                    <a:gd name="T60" fmla="*/ 205 w 258"/>
                    <a:gd name="T61" fmla="*/ 90 h 332"/>
                    <a:gd name="T62" fmla="*/ 243 w 258"/>
                    <a:gd name="T63" fmla="*/ 90 h 332"/>
                    <a:gd name="T64" fmla="*/ 243 w 258"/>
                    <a:gd name="T65" fmla="*/ 115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58" h="332">
                      <a:moveTo>
                        <a:pt x="258" y="0"/>
                      </a:moveTo>
                      <a:lnTo>
                        <a:pt x="0" y="80"/>
                      </a:lnTo>
                      <a:lnTo>
                        <a:pt x="0" y="80"/>
                      </a:lnTo>
                      <a:lnTo>
                        <a:pt x="0" y="332"/>
                      </a:lnTo>
                      <a:lnTo>
                        <a:pt x="110" y="332"/>
                      </a:lnTo>
                      <a:lnTo>
                        <a:pt x="258" y="332"/>
                      </a:lnTo>
                      <a:lnTo>
                        <a:pt x="258" y="80"/>
                      </a:lnTo>
                      <a:lnTo>
                        <a:pt x="258" y="0"/>
                      </a:lnTo>
                      <a:close/>
                      <a:moveTo>
                        <a:pt x="53" y="115"/>
                      </a:moveTo>
                      <a:lnTo>
                        <a:pt x="15" y="115"/>
                      </a:lnTo>
                      <a:lnTo>
                        <a:pt x="15" y="90"/>
                      </a:lnTo>
                      <a:lnTo>
                        <a:pt x="53" y="90"/>
                      </a:lnTo>
                      <a:lnTo>
                        <a:pt x="53" y="115"/>
                      </a:lnTo>
                      <a:close/>
                      <a:moveTo>
                        <a:pt x="100" y="115"/>
                      </a:moveTo>
                      <a:lnTo>
                        <a:pt x="63" y="115"/>
                      </a:lnTo>
                      <a:lnTo>
                        <a:pt x="63" y="90"/>
                      </a:lnTo>
                      <a:lnTo>
                        <a:pt x="100" y="90"/>
                      </a:lnTo>
                      <a:lnTo>
                        <a:pt x="100" y="115"/>
                      </a:lnTo>
                      <a:close/>
                      <a:moveTo>
                        <a:pt x="148" y="115"/>
                      </a:moveTo>
                      <a:lnTo>
                        <a:pt x="110" y="115"/>
                      </a:lnTo>
                      <a:lnTo>
                        <a:pt x="110" y="90"/>
                      </a:lnTo>
                      <a:lnTo>
                        <a:pt x="148" y="90"/>
                      </a:lnTo>
                      <a:lnTo>
                        <a:pt x="148" y="115"/>
                      </a:lnTo>
                      <a:close/>
                      <a:moveTo>
                        <a:pt x="195" y="115"/>
                      </a:moveTo>
                      <a:lnTo>
                        <a:pt x="158" y="115"/>
                      </a:lnTo>
                      <a:lnTo>
                        <a:pt x="158" y="90"/>
                      </a:lnTo>
                      <a:lnTo>
                        <a:pt x="195" y="90"/>
                      </a:lnTo>
                      <a:lnTo>
                        <a:pt x="195" y="115"/>
                      </a:lnTo>
                      <a:close/>
                      <a:moveTo>
                        <a:pt x="243" y="115"/>
                      </a:moveTo>
                      <a:lnTo>
                        <a:pt x="205" y="115"/>
                      </a:lnTo>
                      <a:lnTo>
                        <a:pt x="205" y="90"/>
                      </a:lnTo>
                      <a:lnTo>
                        <a:pt x="243" y="90"/>
                      </a:lnTo>
                      <a:lnTo>
                        <a:pt x="243" y="115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63" name="Freeform 550">
                  <a:extLst>
                    <a:ext uri="{FF2B5EF4-FFF2-40B4-BE49-F238E27FC236}">
                      <a16:creationId xmlns:a16="http://schemas.microsoft.com/office/drawing/2014/main" id="{38264440-B5E9-489F-8837-0DEF566F7B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45426" y="5281613"/>
                  <a:ext cx="217488" cy="627063"/>
                </a:xfrm>
                <a:custGeom>
                  <a:avLst/>
                  <a:gdLst>
                    <a:gd name="T0" fmla="*/ 45 w 55"/>
                    <a:gd name="T1" fmla="*/ 0 h 158"/>
                    <a:gd name="T2" fmla="*/ 10 w 55"/>
                    <a:gd name="T3" fmla="*/ 0 h 158"/>
                    <a:gd name="T4" fmla="*/ 0 w 55"/>
                    <a:gd name="T5" fmla="*/ 150 h 158"/>
                    <a:gd name="T6" fmla="*/ 27 w 55"/>
                    <a:gd name="T7" fmla="*/ 158 h 158"/>
                    <a:gd name="T8" fmla="*/ 55 w 55"/>
                    <a:gd name="T9" fmla="*/ 150 h 158"/>
                    <a:gd name="T10" fmla="*/ 45 w 55"/>
                    <a:gd name="T11" fmla="*/ 0 h 1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5" h="158">
                      <a:moveTo>
                        <a:pt x="45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0" y="150"/>
                        <a:pt x="0" y="150"/>
                        <a:pt x="0" y="150"/>
                      </a:cubicBezTo>
                      <a:cubicBezTo>
                        <a:pt x="0" y="154"/>
                        <a:pt x="12" y="158"/>
                        <a:pt x="27" y="158"/>
                      </a:cubicBezTo>
                      <a:cubicBezTo>
                        <a:pt x="43" y="158"/>
                        <a:pt x="55" y="154"/>
                        <a:pt x="55" y="150"/>
                      </a:cubicBezTo>
                      <a:lnTo>
                        <a:pt x="45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64" name="Oval 551">
                  <a:extLst>
                    <a:ext uri="{FF2B5EF4-FFF2-40B4-BE49-F238E27FC236}">
                      <a16:creationId xmlns:a16="http://schemas.microsoft.com/office/drawing/2014/main" id="{AC8B2CC6-E785-448D-9A40-A8101D3276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85114" y="5260975"/>
                  <a:ext cx="138113" cy="39688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65" name="Freeform 552">
                  <a:extLst>
                    <a:ext uri="{FF2B5EF4-FFF2-40B4-BE49-F238E27FC236}">
                      <a16:creationId xmlns:a16="http://schemas.microsoft.com/office/drawing/2014/main" id="{AD383CF3-FBC0-4947-A76A-BF835AC6A4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08926" y="4816475"/>
                  <a:ext cx="603250" cy="420688"/>
                </a:xfrm>
                <a:custGeom>
                  <a:avLst/>
                  <a:gdLst>
                    <a:gd name="T0" fmla="*/ 121 w 152"/>
                    <a:gd name="T1" fmla="*/ 0 h 106"/>
                    <a:gd name="T2" fmla="*/ 100 w 152"/>
                    <a:gd name="T3" fmla="*/ 6 h 106"/>
                    <a:gd name="T4" fmla="*/ 84 w 152"/>
                    <a:gd name="T5" fmla="*/ 4 h 106"/>
                    <a:gd name="T6" fmla="*/ 39 w 152"/>
                    <a:gd name="T7" fmla="*/ 36 h 106"/>
                    <a:gd name="T8" fmla="*/ 40 w 152"/>
                    <a:gd name="T9" fmla="*/ 42 h 106"/>
                    <a:gd name="T10" fmla="*/ 22 w 152"/>
                    <a:gd name="T11" fmla="*/ 55 h 106"/>
                    <a:gd name="T12" fmla="*/ 0 w 152"/>
                    <a:gd name="T13" fmla="*/ 76 h 106"/>
                    <a:gd name="T14" fmla="*/ 10 w 152"/>
                    <a:gd name="T15" fmla="*/ 92 h 106"/>
                    <a:gd name="T16" fmla="*/ 9 w 152"/>
                    <a:gd name="T17" fmla="*/ 95 h 106"/>
                    <a:gd name="T18" fmla="*/ 28 w 152"/>
                    <a:gd name="T19" fmla="*/ 106 h 106"/>
                    <a:gd name="T20" fmla="*/ 36 w 152"/>
                    <a:gd name="T21" fmla="*/ 105 h 106"/>
                    <a:gd name="T22" fmla="*/ 46 w 152"/>
                    <a:gd name="T23" fmla="*/ 106 h 106"/>
                    <a:gd name="T24" fmla="*/ 74 w 152"/>
                    <a:gd name="T25" fmla="*/ 87 h 106"/>
                    <a:gd name="T26" fmla="*/ 73 w 152"/>
                    <a:gd name="T27" fmla="*/ 84 h 106"/>
                    <a:gd name="T28" fmla="*/ 99 w 152"/>
                    <a:gd name="T29" fmla="*/ 69 h 106"/>
                    <a:gd name="T30" fmla="*/ 99 w 152"/>
                    <a:gd name="T31" fmla="*/ 67 h 106"/>
                    <a:gd name="T32" fmla="*/ 129 w 152"/>
                    <a:gd name="T33" fmla="*/ 40 h 106"/>
                    <a:gd name="T34" fmla="*/ 152 w 152"/>
                    <a:gd name="T35" fmla="*/ 20 h 106"/>
                    <a:gd name="T36" fmla="*/ 121 w 152"/>
                    <a:gd name="T37" fmla="*/ 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52" h="106">
                      <a:moveTo>
                        <a:pt x="121" y="0"/>
                      </a:moveTo>
                      <a:cubicBezTo>
                        <a:pt x="113" y="0"/>
                        <a:pt x="105" y="2"/>
                        <a:pt x="100" y="6"/>
                      </a:cubicBezTo>
                      <a:cubicBezTo>
                        <a:pt x="95" y="4"/>
                        <a:pt x="90" y="4"/>
                        <a:pt x="84" y="4"/>
                      </a:cubicBezTo>
                      <a:cubicBezTo>
                        <a:pt x="59" y="4"/>
                        <a:pt x="39" y="18"/>
                        <a:pt x="39" y="36"/>
                      </a:cubicBezTo>
                      <a:cubicBezTo>
                        <a:pt x="39" y="38"/>
                        <a:pt x="39" y="40"/>
                        <a:pt x="40" y="42"/>
                      </a:cubicBezTo>
                      <a:cubicBezTo>
                        <a:pt x="30" y="44"/>
                        <a:pt x="22" y="49"/>
                        <a:pt x="22" y="55"/>
                      </a:cubicBezTo>
                      <a:cubicBezTo>
                        <a:pt x="10" y="56"/>
                        <a:pt x="0" y="65"/>
                        <a:pt x="0" y="76"/>
                      </a:cubicBezTo>
                      <a:cubicBezTo>
                        <a:pt x="0" y="82"/>
                        <a:pt x="4" y="88"/>
                        <a:pt x="10" y="92"/>
                      </a:cubicBezTo>
                      <a:cubicBezTo>
                        <a:pt x="9" y="93"/>
                        <a:pt x="9" y="94"/>
                        <a:pt x="9" y="95"/>
                      </a:cubicBezTo>
                      <a:cubicBezTo>
                        <a:pt x="9" y="101"/>
                        <a:pt x="17" y="106"/>
                        <a:pt x="28" y="106"/>
                      </a:cubicBezTo>
                      <a:cubicBezTo>
                        <a:pt x="31" y="106"/>
                        <a:pt x="34" y="106"/>
                        <a:pt x="36" y="105"/>
                      </a:cubicBezTo>
                      <a:cubicBezTo>
                        <a:pt x="39" y="106"/>
                        <a:pt x="43" y="106"/>
                        <a:pt x="46" y="106"/>
                      </a:cubicBezTo>
                      <a:cubicBezTo>
                        <a:pt x="61" y="106"/>
                        <a:pt x="74" y="98"/>
                        <a:pt x="74" y="87"/>
                      </a:cubicBezTo>
                      <a:cubicBezTo>
                        <a:pt x="74" y="86"/>
                        <a:pt x="74" y="85"/>
                        <a:pt x="73" y="84"/>
                      </a:cubicBezTo>
                      <a:cubicBezTo>
                        <a:pt x="88" y="84"/>
                        <a:pt x="99" y="77"/>
                        <a:pt x="99" y="69"/>
                      </a:cubicBezTo>
                      <a:cubicBezTo>
                        <a:pt x="99" y="69"/>
                        <a:pt x="99" y="68"/>
                        <a:pt x="99" y="67"/>
                      </a:cubicBezTo>
                      <a:cubicBezTo>
                        <a:pt x="115" y="63"/>
                        <a:pt x="127" y="53"/>
                        <a:pt x="129" y="40"/>
                      </a:cubicBezTo>
                      <a:cubicBezTo>
                        <a:pt x="143" y="37"/>
                        <a:pt x="152" y="30"/>
                        <a:pt x="152" y="20"/>
                      </a:cubicBezTo>
                      <a:cubicBezTo>
                        <a:pt x="152" y="9"/>
                        <a:pt x="138" y="0"/>
                        <a:pt x="121" y="0"/>
                      </a:cubicBez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66" name="Oval 553">
                  <a:extLst>
                    <a:ext uri="{FF2B5EF4-FFF2-40B4-BE49-F238E27FC236}">
                      <a16:creationId xmlns:a16="http://schemas.microsoft.com/office/drawing/2014/main" id="{EC5275DD-D489-45EF-82D9-F1C0FDDEFB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12176" y="4757738"/>
                  <a:ext cx="131763" cy="74613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67" name="Oval 554">
                  <a:extLst>
                    <a:ext uri="{FF2B5EF4-FFF2-40B4-BE49-F238E27FC236}">
                      <a16:creationId xmlns:a16="http://schemas.microsoft.com/office/drawing/2014/main" id="{F42CED81-14A8-40B7-8643-8F143C5E36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43951" y="4792663"/>
                  <a:ext cx="87313" cy="63500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3E71586-6EA6-4D48-8DC6-CF5C0AB68EDB}"/>
                  </a:ext>
                </a:extLst>
              </p:cNvPr>
              <p:cNvGrpSpPr/>
              <p:nvPr/>
            </p:nvGrpSpPr>
            <p:grpSpPr>
              <a:xfrm>
                <a:off x="6535102" y="3981829"/>
                <a:ext cx="527877" cy="494779"/>
                <a:chOff x="2856572" y="1268760"/>
                <a:chExt cx="4416422" cy="4829178"/>
              </a:xfrm>
            </p:grpSpPr>
            <p:sp>
              <p:nvSpPr>
                <p:cNvPr id="23" name="Freeform 10">
                  <a:extLst>
                    <a:ext uri="{FF2B5EF4-FFF2-40B4-BE49-F238E27FC236}">
                      <a16:creationId xmlns:a16="http://schemas.microsoft.com/office/drawing/2014/main" id="{1215CDF1-CEF3-453B-8D8A-F86E21E23D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72121" y="3545236"/>
                  <a:ext cx="1088627" cy="763588"/>
                </a:xfrm>
                <a:custGeom>
                  <a:avLst/>
                  <a:gdLst>
                    <a:gd name="T0" fmla="*/ 0 w 633"/>
                    <a:gd name="T1" fmla="*/ 36 h 481"/>
                    <a:gd name="T2" fmla="*/ 608 w 633"/>
                    <a:gd name="T3" fmla="*/ 481 h 481"/>
                    <a:gd name="T4" fmla="*/ 633 w 633"/>
                    <a:gd name="T5" fmla="*/ 445 h 481"/>
                    <a:gd name="T6" fmla="*/ 28 w 633"/>
                    <a:gd name="T7" fmla="*/ 0 h 481"/>
                    <a:gd name="T8" fmla="*/ 0 w 633"/>
                    <a:gd name="T9" fmla="*/ 36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3" h="481">
                      <a:moveTo>
                        <a:pt x="0" y="36"/>
                      </a:moveTo>
                      <a:lnTo>
                        <a:pt x="608" y="481"/>
                      </a:lnTo>
                      <a:lnTo>
                        <a:pt x="633" y="445"/>
                      </a:lnTo>
                      <a:lnTo>
                        <a:pt x="28" y="0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CD519176-F54A-41A2-91BC-59F199344D65}"/>
                    </a:ext>
                  </a:extLst>
                </p:cNvPr>
                <p:cNvGrpSpPr/>
                <p:nvPr/>
              </p:nvGrpSpPr>
              <p:grpSpPr>
                <a:xfrm>
                  <a:off x="2856572" y="1268760"/>
                  <a:ext cx="4416422" cy="4829178"/>
                  <a:chOff x="2856572" y="1268760"/>
                  <a:chExt cx="4416422" cy="4829178"/>
                </a:xfrm>
              </p:grpSpPr>
              <p:sp>
                <p:nvSpPr>
                  <p:cNvPr id="25" name="Freeform 13">
                    <a:extLst>
                      <a:ext uri="{FF2B5EF4-FFF2-40B4-BE49-F238E27FC236}">
                        <a16:creationId xmlns:a16="http://schemas.microsoft.com/office/drawing/2014/main" id="{8B4FB31A-7423-4260-89E7-C7D6865435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05140" y="4608862"/>
                    <a:ext cx="1123023" cy="787400"/>
                  </a:xfrm>
                  <a:custGeom>
                    <a:avLst/>
                    <a:gdLst>
                      <a:gd name="T0" fmla="*/ 0 w 653"/>
                      <a:gd name="T1" fmla="*/ 34 h 496"/>
                      <a:gd name="T2" fmla="*/ 627 w 653"/>
                      <a:gd name="T3" fmla="*/ 496 h 496"/>
                      <a:gd name="T4" fmla="*/ 653 w 653"/>
                      <a:gd name="T5" fmla="*/ 459 h 496"/>
                      <a:gd name="T6" fmla="*/ 25 w 653"/>
                      <a:gd name="T7" fmla="*/ 0 h 496"/>
                      <a:gd name="T8" fmla="*/ 0 w 653"/>
                      <a:gd name="T9" fmla="*/ 34 h 4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3" h="496">
                        <a:moveTo>
                          <a:pt x="0" y="34"/>
                        </a:moveTo>
                        <a:lnTo>
                          <a:pt x="627" y="496"/>
                        </a:lnTo>
                        <a:lnTo>
                          <a:pt x="653" y="459"/>
                        </a:lnTo>
                        <a:lnTo>
                          <a:pt x="25" y="0"/>
                        </a:lnTo>
                        <a:lnTo>
                          <a:pt x="0" y="3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 sz="1400"/>
                  </a:p>
                </p:txBody>
              </p:sp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2588C8CA-9809-4BA1-9189-AA2D11FD8A08}"/>
                      </a:ext>
                    </a:extLst>
                  </p:cNvPr>
                  <p:cNvGrpSpPr/>
                  <p:nvPr/>
                </p:nvGrpSpPr>
                <p:grpSpPr>
                  <a:xfrm>
                    <a:off x="2856572" y="1268760"/>
                    <a:ext cx="4416422" cy="4829178"/>
                    <a:chOff x="2856572" y="1268760"/>
                    <a:chExt cx="4416422" cy="4829178"/>
                  </a:xfrm>
                </p:grpSpPr>
                <p:sp>
                  <p:nvSpPr>
                    <p:cNvPr id="27" name="Freeform 12">
                      <a:extLst>
                        <a:ext uri="{FF2B5EF4-FFF2-40B4-BE49-F238E27FC236}">
                          <a16:creationId xmlns:a16="http://schemas.microsoft.com/office/drawing/2014/main" id="{0A20832A-9F4B-42A1-8E7A-6589252099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211767" y="3754787"/>
                      <a:ext cx="1102386" cy="769938"/>
                    </a:xfrm>
                    <a:custGeom>
                      <a:avLst/>
                      <a:gdLst>
                        <a:gd name="T0" fmla="*/ 0 w 641"/>
                        <a:gd name="T1" fmla="*/ 34 h 485"/>
                        <a:gd name="T2" fmla="*/ 616 w 641"/>
                        <a:gd name="T3" fmla="*/ 485 h 485"/>
                        <a:gd name="T4" fmla="*/ 641 w 641"/>
                        <a:gd name="T5" fmla="*/ 451 h 485"/>
                        <a:gd name="T6" fmla="*/ 25 w 641"/>
                        <a:gd name="T7" fmla="*/ 0 h 485"/>
                        <a:gd name="T8" fmla="*/ 0 w 641"/>
                        <a:gd name="T9" fmla="*/ 34 h 48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41" h="485">
                          <a:moveTo>
                            <a:pt x="0" y="34"/>
                          </a:moveTo>
                          <a:lnTo>
                            <a:pt x="616" y="485"/>
                          </a:lnTo>
                          <a:lnTo>
                            <a:pt x="641" y="451"/>
                          </a:lnTo>
                          <a:lnTo>
                            <a:pt x="25" y="0"/>
                          </a:lnTo>
                          <a:lnTo>
                            <a:pt x="0" y="3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28" name="Freeform 15">
                      <a:extLst>
                        <a:ext uri="{FF2B5EF4-FFF2-40B4-BE49-F238E27FC236}">
                          <a16:creationId xmlns:a16="http://schemas.microsoft.com/office/drawing/2014/main" id="{176B8AD3-1FB3-4ECD-A6ED-48C84CF889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930639" y="3388074"/>
                      <a:ext cx="1104106" cy="773113"/>
                    </a:xfrm>
                    <a:custGeom>
                      <a:avLst/>
                      <a:gdLst>
                        <a:gd name="T0" fmla="*/ 0 w 642"/>
                        <a:gd name="T1" fmla="*/ 37 h 487"/>
                        <a:gd name="T2" fmla="*/ 616 w 642"/>
                        <a:gd name="T3" fmla="*/ 487 h 487"/>
                        <a:gd name="T4" fmla="*/ 642 w 642"/>
                        <a:gd name="T5" fmla="*/ 451 h 487"/>
                        <a:gd name="T6" fmla="*/ 26 w 642"/>
                        <a:gd name="T7" fmla="*/ 0 h 487"/>
                        <a:gd name="T8" fmla="*/ 0 w 642"/>
                        <a:gd name="T9" fmla="*/ 37 h 48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42" h="487">
                          <a:moveTo>
                            <a:pt x="0" y="37"/>
                          </a:moveTo>
                          <a:lnTo>
                            <a:pt x="616" y="487"/>
                          </a:lnTo>
                          <a:lnTo>
                            <a:pt x="642" y="451"/>
                          </a:lnTo>
                          <a:lnTo>
                            <a:pt x="26" y="0"/>
                          </a:lnTo>
                          <a:lnTo>
                            <a:pt x="0" y="37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29" name="Freeform 21">
                      <a:extLst>
                        <a:ext uri="{FF2B5EF4-FFF2-40B4-BE49-F238E27FC236}">
                          <a16:creationId xmlns:a16="http://schemas.microsoft.com/office/drawing/2014/main" id="{73CB3459-15CF-45FC-B030-C17C6383053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619357" y="3818287"/>
                      <a:ext cx="1623482" cy="1644651"/>
                    </a:xfrm>
                    <a:custGeom>
                      <a:avLst/>
                      <a:gdLst>
                        <a:gd name="T0" fmla="*/ 332 w 334"/>
                        <a:gd name="T1" fmla="*/ 44 h 368"/>
                        <a:gd name="T2" fmla="*/ 295 w 334"/>
                        <a:gd name="T3" fmla="*/ 24 h 368"/>
                        <a:gd name="T4" fmla="*/ 145 w 334"/>
                        <a:gd name="T5" fmla="*/ 24 h 368"/>
                        <a:gd name="T6" fmla="*/ 39 w 334"/>
                        <a:gd name="T7" fmla="*/ 130 h 368"/>
                        <a:gd name="T8" fmla="*/ 108 w 334"/>
                        <a:gd name="T9" fmla="*/ 365 h 368"/>
                        <a:gd name="T10" fmla="*/ 105 w 334"/>
                        <a:gd name="T11" fmla="*/ 368 h 368"/>
                        <a:gd name="T12" fmla="*/ 36 w 334"/>
                        <a:gd name="T13" fmla="*/ 128 h 368"/>
                        <a:gd name="T14" fmla="*/ 144 w 334"/>
                        <a:gd name="T15" fmla="*/ 20 h 368"/>
                        <a:gd name="T16" fmla="*/ 297 w 334"/>
                        <a:gd name="T17" fmla="*/ 20 h 368"/>
                        <a:gd name="T18" fmla="*/ 334 w 334"/>
                        <a:gd name="T19" fmla="*/ 41 h 368"/>
                        <a:gd name="T20" fmla="*/ 332 w 334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8">
                          <a:moveTo>
                            <a:pt x="332" y="44"/>
                          </a:moveTo>
                          <a:cubicBezTo>
                            <a:pt x="321" y="36"/>
                            <a:pt x="308" y="30"/>
                            <a:pt x="295" y="24"/>
                          </a:cubicBezTo>
                          <a:cubicBezTo>
                            <a:pt x="247" y="4"/>
                            <a:pt x="194" y="4"/>
                            <a:pt x="145" y="24"/>
                          </a:cubicBezTo>
                          <a:cubicBezTo>
                            <a:pt x="97" y="44"/>
                            <a:pt x="59" y="81"/>
                            <a:pt x="39" y="130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5" y="368"/>
                            <a:pt x="105" y="368"/>
                            <a:pt x="105" y="368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0"/>
                            <a:pt x="144" y="20"/>
                          </a:cubicBezTo>
                          <a:cubicBezTo>
                            <a:pt x="193" y="0"/>
                            <a:pt x="247" y="0"/>
                            <a:pt x="297" y="20"/>
                          </a:cubicBezTo>
                          <a:cubicBezTo>
                            <a:pt x="310" y="26"/>
                            <a:pt x="323" y="33"/>
                            <a:pt x="334" y="41"/>
                          </a:cubicBezTo>
                          <a:lnTo>
                            <a:pt x="332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grpSp>
                  <p:nvGrpSpPr>
                    <p:cNvPr id="30" name="Group 29">
                      <a:extLst>
                        <a:ext uri="{FF2B5EF4-FFF2-40B4-BE49-F238E27FC236}">
                          <a16:creationId xmlns:a16="http://schemas.microsoft.com/office/drawing/2014/main" id="{799C0A23-4307-4D98-B475-1B44E568BC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56572" y="1268760"/>
                      <a:ext cx="4416422" cy="4829178"/>
                      <a:chOff x="2856572" y="1268760"/>
                      <a:chExt cx="4416422" cy="4829178"/>
                    </a:xfrm>
                  </p:grpSpPr>
                  <p:sp>
                    <p:nvSpPr>
                      <p:cNvPr id="31" name="Freeform 9">
                        <a:extLst>
                          <a:ext uri="{FF2B5EF4-FFF2-40B4-BE49-F238E27FC236}">
                            <a16:creationId xmlns:a16="http://schemas.microsoft.com/office/drawing/2014/main" id="{5C37D00D-2EAE-438F-BDFF-6DE0E70494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975354" y="4045299"/>
                        <a:ext cx="1621763" cy="1646239"/>
                      </a:xfrm>
                      <a:custGeom>
                        <a:avLst/>
                        <a:gdLst>
                          <a:gd name="T0" fmla="*/ 332 w 334"/>
                          <a:gd name="T1" fmla="*/ 44 h 368"/>
                          <a:gd name="T2" fmla="*/ 295 w 334"/>
                          <a:gd name="T3" fmla="*/ 24 h 368"/>
                          <a:gd name="T4" fmla="*/ 146 w 334"/>
                          <a:gd name="T5" fmla="*/ 24 h 368"/>
                          <a:gd name="T6" fmla="*/ 39 w 334"/>
                          <a:gd name="T7" fmla="*/ 130 h 368"/>
                          <a:gd name="T8" fmla="*/ 108 w 334"/>
                          <a:gd name="T9" fmla="*/ 365 h 368"/>
                          <a:gd name="T10" fmla="*/ 106 w 334"/>
                          <a:gd name="T11" fmla="*/ 368 h 368"/>
                          <a:gd name="T12" fmla="*/ 36 w 334"/>
                          <a:gd name="T13" fmla="*/ 128 h 368"/>
                          <a:gd name="T14" fmla="*/ 144 w 334"/>
                          <a:gd name="T15" fmla="*/ 20 h 368"/>
                          <a:gd name="T16" fmla="*/ 297 w 334"/>
                          <a:gd name="T17" fmla="*/ 20 h 368"/>
                          <a:gd name="T18" fmla="*/ 334 w 334"/>
                          <a:gd name="T19" fmla="*/ 41 h 36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</a:cxnLst>
                        <a:rect l="0" t="0" r="r" b="b"/>
                        <a:pathLst>
                          <a:path w="334" h="368">
                            <a:moveTo>
                              <a:pt x="332" y="44"/>
                            </a:moveTo>
                            <a:cubicBezTo>
                              <a:pt x="321" y="36"/>
                              <a:pt x="308" y="30"/>
                              <a:pt x="295" y="24"/>
                            </a:cubicBezTo>
                            <a:cubicBezTo>
                              <a:pt x="247" y="4"/>
                              <a:pt x="194" y="4"/>
                              <a:pt x="146" y="24"/>
                            </a:cubicBezTo>
                            <a:cubicBezTo>
                              <a:pt x="97" y="44"/>
                              <a:pt x="60" y="81"/>
                              <a:pt x="39" y="130"/>
                            </a:cubicBezTo>
                            <a:cubicBezTo>
                              <a:pt x="4" y="214"/>
                              <a:pt x="33" y="313"/>
                              <a:pt x="108" y="365"/>
                            </a:cubicBezTo>
                            <a:cubicBezTo>
                              <a:pt x="106" y="368"/>
                              <a:pt x="106" y="368"/>
                              <a:pt x="106" y="368"/>
                            </a:cubicBezTo>
                            <a:cubicBezTo>
                              <a:pt x="29" y="315"/>
                              <a:pt x="0" y="214"/>
                              <a:pt x="36" y="128"/>
                            </a:cubicBezTo>
                            <a:cubicBezTo>
                              <a:pt x="56" y="79"/>
                              <a:pt x="95" y="41"/>
                              <a:pt x="144" y="20"/>
                            </a:cubicBezTo>
                            <a:cubicBezTo>
                              <a:pt x="193" y="0"/>
                              <a:pt x="248" y="0"/>
                              <a:pt x="297" y="20"/>
                            </a:cubicBezTo>
                            <a:cubicBezTo>
                              <a:pt x="310" y="26"/>
                              <a:pt x="323" y="33"/>
                              <a:pt x="334" y="41"/>
                            </a:cubicBezTo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de-DE" sz="1400"/>
                      </a:p>
                    </p:txBody>
                  </p:sp>
                  <p:sp>
                    <p:nvSpPr>
                      <p:cNvPr id="32" name="Freeform 22">
                        <a:extLst>
                          <a:ext uri="{FF2B5EF4-FFF2-40B4-BE49-F238E27FC236}">
                            <a16:creationId xmlns:a16="http://schemas.microsoft.com/office/drawing/2014/main" id="{089FCA25-62DD-459D-8711-9201458ABE3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669231" y="3848449"/>
                        <a:ext cx="1626922" cy="1651001"/>
                      </a:xfrm>
                      <a:custGeom>
                        <a:avLst/>
                        <a:gdLst>
                          <a:gd name="T0" fmla="*/ 333 w 335"/>
                          <a:gd name="T1" fmla="*/ 45 h 369"/>
                          <a:gd name="T2" fmla="*/ 296 w 335"/>
                          <a:gd name="T3" fmla="*/ 24 h 369"/>
                          <a:gd name="T4" fmla="*/ 146 w 335"/>
                          <a:gd name="T5" fmla="*/ 24 h 369"/>
                          <a:gd name="T6" fmla="*/ 40 w 335"/>
                          <a:gd name="T7" fmla="*/ 130 h 369"/>
                          <a:gd name="T8" fmla="*/ 108 w 335"/>
                          <a:gd name="T9" fmla="*/ 365 h 369"/>
                          <a:gd name="T10" fmla="*/ 106 w 335"/>
                          <a:gd name="T11" fmla="*/ 369 h 369"/>
                          <a:gd name="T12" fmla="*/ 36 w 335"/>
                          <a:gd name="T13" fmla="*/ 128 h 369"/>
                          <a:gd name="T14" fmla="*/ 144 w 335"/>
                          <a:gd name="T15" fmla="*/ 20 h 369"/>
                          <a:gd name="T16" fmla="*/ 297 w 335"/>
                          <a:gd name="T17" fmla="*/ 21 h 369"/>
                          <a:gd name="T18" fmla="*/ 335 w 335"/>
                          <a:gd name="T19" fmla="*/ 41 h 369"/>
                          <a:gd name="T20" fmla="*/ 333 w 335"/>
                          <a:gd name="T21" fmla="*/ 45 h 36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</a:cxnLst>
                        <a:rect l="0" t="0" r="r" b="b"/>
                        <a:pathLst>
                          <a:path w="335" h="369">
                            <a:moveTo>
                              <a:pt x="333" y="45"/>
                            </a:moveTo>
                            <a:cubicBezTo>
                              <a:pt x="321" y="37"/>
                              <a:pt x="309" y="30"/>
                              <a:pt x="296" y="24"/>
                            </a:cubicBezTo>
                            <a:cubicBezTo>
                              <a:pt x="247" y="4"/>
                              <a:pt x="194" y="4"/>
                              <a:pt x="146" y="24"/>
                            </a:cubicBezTo>
                            <a:cubicBezTo>
                              <a:pt x="98" y="44"/>
                              <a:pt x="60" y="82"/>
                              <a:pt x="40" y="130"/>
                            </a:cubicBezTo>
                            <a:cubicBezTo>
                              <a:pt x="5" y="214"/>
                              <a:pt x="33" y="313"/>
                              <a:pt x="108" y="365"/>
                            </a:cubicBezTo>
                            <a:cubicBezTo>
                              <a:pt x="106" y="369"/>
                              <a:pt x="106" y="369"/>
                              <a:pt x="106" y="369"/>
                            </a:cubicBezTo>
                            <a:cubicBezTo>
                              <a:pt x="30" y="315"/>
                              <a:pt x="0" y="214"/>
                              <a:pt x="36" y="128"/>
                            </a:cubicBezTo>
                            <a:cubicBezTo>
                              <a:pt x="57" y="79"/>
                              <a:pt x="95" y="41"/>
                              <a:pt x="144" y="20"/>
                            </a:cubicBezTo>
                            <a:cubicBezTo>
                              <a:pt x="194" y="0"/>
                              <a:pt x="248" y="0"/>
                              <a:pt x="297" y="21"/>
                            </a:cubicBezTo>
                            <a:cubicBezTo>
                              <a:pt x="310" y="26"/>
                              <a:pt x="323" y="33"/>
                              <a:pt x="335" y="41"/>
                            </a:cubicBezTo>
                            <a:lnTo>
                              <a:pt x="333" y="45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de-DE" sz="1400"/>
                      </a:p>
                    </p:txBody>
                  </p:sp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61215D7-FB37-4467-B9E8-99FEDF05C11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856572" y="1268760"/>
                        <a:ext cx="4416422" cy="4829178"/>
                        <a:chOff x="2856572" y="1268760"/>
                        <a:chExt cx="4416422" cy="4829178"/>
                      </a:xfrm>
                    </p:grpSpPr>
                    <p:sp>
                      <p:nvSpPr>
                        <p:cNvPr id="34" name="Freeform 5">
                          <a:extLst>
                            <a:ext uri="{FF2B5EF4-FFF2-40B4-BE49-F238E27FC236}">
                              <a16:creationId xmlns:a16="http://schemas.microsoft.com/office/drawing/2014/main" id="{E8A68011-5C36-42F3-BA15-A7A5E725DBFF}"/>
                            </a:ext>
                          </a:extLst>
                        </p:cNvPr>
                        <p:cNvSpPr>
                          <a:spLocks noEditPoints="1"/>
                        </p:cNvSpPr>
                        <p:nvPr/>
                      </p:nvSpPr>
                      <p:spPr bwMode="auto">
                        <a:xfrm>
                          <a:off x="2856572" y="1268760"/>
                          <a:ext cx="1147100" cy="4154490"/>
                        </a:xfrm>
                        <a:custGeom>
                          <a:avLst/>
                          <a:gdLst>
                            <a:gd name="T0" fmla="*/ 235 w 236"/>
                            <a:gd name="T1" fmla="*/ 86 h 929"/>
                            <a:gd name="T2" fmla="*/ 0 w 236"/>
                            <a:gd name="T3" fmla="*/ 102 h 929"/>
                            <a:gd name="T4" fmla="*/ 0 w 236"/>
                            <a:gd name="T5" fmla="*/ 873 h 929"/>
                            <a:gd name="T6" fmla="*/ 236 w 236"/>
                            <a:gd name="T7" fmla="*/ 873 h 929"/>
                            <a:gd name="T8" fmla="*/ 235 w 236"/>
                            <a:gd name="T9" fmla="*/ 86 h 929"/>
                            <a:gd name="T10" fmla="*/ 101 w 236"/>
                            <a:gd name="T11" fmla="*/ 292 h 929"/>
                            <a:gd name="T12" fmla="*/ 101 w 236"/>
                            <a:gd name="T13" fmla="*/ 292 h 929"/>
                            <a:gd name="T14" fmla="*/ 65 w 236"/>
                            <a:gd name="T15" fmla="*/ 252 h 929"/>
                            <a:gd name="T16" fmla="*/ 102 w 236"/>
                            <a:gd name="T17" fmla="*/ 211 h 929"/>
                            <a:gd name="T18" fmla="*/ 137 w 236"/>
                            <a:gd name="T19" fmla="*/ 251 h 929"/>
                            <a:gd name="T20" fmla="*/ 101 w 236"/>
                            <a:gd name="T21" fmla="*/ 292 h 929"/>
                            <a:gd name="T22" fmla="*/ 175 w 236"/>
                            <a:gd name="T23" fmla="*/ 307 h 929"/>
                            <a:gd name="T24" fmla="*/ 144 w 236"/>
                            <a:gd name="T25" fmla="*/ 307 h 929"/>
                            <a:gd name="T26" fmla="*/ 144 w 236"/>
                            <a:gd name="T27" fmla="*/ 303 h 929"/>
                            <a:gd name="T28" fmla="*/ 149 w 236"/>
                            <a:gd name="T29" fmla="*/ 298 h 929"/>
                            <a:gd name="T30" fmla="*/ 167 w 236"/>
                            <a:gd name="T31" fmla="*/ 273 h 929"/>
                            <a:gd name="T32" fmla="*/ 158 w 236"/>
                            <a:gd name="T33" fmla="*/ 264 h 929"/>
                            <a:gd name="T34" fmla="*/ 147 w 236"/>
                            <a:gd name="T35" fmla="*/ 268 h 929"/>
                            <a:gd name="T36" fmla="*/ 145 w 236"/>
                            <a:gd name="T37" fmla="*/ 263 h 929"/>
                            <a:gd name="T38" fmla="*/ 159 w 236"/>
                            <a:gd name="T39" fmla="*/ 258 h 929"/>
                            <a:gd name="T40" fmla="*/ 174 w 236"/>
                            <a:gd name="T41" fmla="*/ 272 h 929"/>
                            <a:gd name="T42" fmla="*/ 157 w 236"/>
                            <a:gd name="T43" fmla="*/ 298 h 929"/>
                            <a:gd name="T44" fmla="*/ 153 w 236"/>
                            <a:gd name="T45" fmla="*/ 302 h 929"/>
                            <a:gd name="T46" fmla="*/ 153 w 236"/>
                            <a:gd name="T47" fmla="*/ 302 h 929"/>
                            <a:gd name="T48" fmla="*/ 175 w 236"/>
                            <a:gd name="T49" fmla="*/ 302 h 929"/>
                            <a:gd name="T50" fmla="*/ 175 w 236"/>
                            <a:gd name="T51" fmla="*/ 307 h 92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</a:cxnLst>
                          <a:rect l="0" t="0" r="r" b="b"/>
                          <a:pathLst>
                            <a:path w="236" h="929">
                              <a:moveTo>
                                <a:pt x="235" y="86"/>
                              </a:moveTo>
                              <a:cubicBezTo>
                                <a:pt x="232" y="0"/>
                                <a:pt x="0" y="0"/>
                                <a:pt x="0" y="102"/>
                              </a:cubicBezTo>
                              <a:cubicBezTo>
                                <a:pt x="0" y="873"/>
                                <a:pt x="0" y="873"/>
                                <a:pt x="0" y="873"/>
                              </a:cubicBezTo>
                              <a:cubicBezTo>
                                <a:pt x="49" y="929"/>
                                <a:pt x="229" y="913"/>
                                <a:pt x="236" y="873"/>
                              </a:cubicBezTo>
                              <a:lnTo>
                                <a:pt x="235" y="86"/>
                              </a:lnTo>
                              <a:close/>
                              <a:moveTo>
                                <a:pt x="101" y="292"/>
                              </a:moveTo>
                              <a:cubicBezTo>
                                <a:pt x="101" y="292"/>
                                <a:pt x="101" y="292"/>
                                <a:pt x="101" y="292"/>
                              </a:cubicBezTo>
                              <a:cubicBezTo>
                                <a:pt x="80" y="292"/>
                                <a:pt x="65" y="276"/>
                                <a:pt x="65" y="252"/>
                              </a:cubicBezTo>
                              <a:cubicBezTo>
                                <a:pt x="65" y="227"/>
                                <a:pt x="81" y="211"/>
                                <a:pt x="102" y="211"/>
                              </a:cubicBezTo>
                              <a:cubicBezTo>
                                <a:pt x="123" y="211"/>
                                <a:pt x="137" y="228"/>
                                <a:pt x="137" y="251"/>
                              </a:cubicBezTo>
                              <a:cubicBezTo>
                                <a:pt x="137" y="278"/>
                                <a:pt x="121" y="292"/>
                                <a:pt x="101" y="292"/>
                              </a:cubicBezTo>
                              <a:close/>
                              <a:moveTo>
                                <a:pt x="175" y="307"/>
                              </a:moveTo>
                              <a:cubicBezTo>
                                <a:pt x="144" y="307"/>
                                <a:pt x="144" y="307"/>
                                <a:pt x="144" y="307"/>
                              </a:cubicBezTo>
                              <a:cubicBezTo>
                                <a:pt x="144" y="303"/>
                                <a:pt x="144" y="303"/>
                                <a:pt x="144" y="303"/>
                              </a:cubicBezTo>
                              <a:cubicBezTo>
                                <a:pt x="149" y="298"/>
                                <a:pt x="149" y="298"/>
                                <a:pt x="149" y="298"/>
                              </a:cubicBezTo>
                              <a:cubicBezTo>
                                <a:pt x="162" y="287"/>
                                <a:pt x="167" y="280"/>
                                <a:pt x="167" y="273"/>
                              </a:cubicBezTo>
                              <a:cubicBezTo>
                                <a:pt x="167" y="268"/>
                                <a:pt x="165" y="264"/>
                                <a:pt x="158" y="264"/>
                              </a:cubicBezTo>
                              <a:cubicBezTo>
                                <a:pt x="153" y="264"/>
                                <a:pt x="150" y="266"/>
                                <a:pt x="147" y="268"/>
                              </a:cubicBezTo>
                              <a:cubicBezTo>
                                <a:pt x="145" y="263"/>
                                <a:pt x="145" y="263"/>
                                <a:pt x="145" y="263"/>
                              </a:cubicBezTo>
                              <a:cubicBezTo>
                                <a:pt x="149" y="260"/>
                                <a:pt x="153" y="258"/>
                                <a:pt x="159" y="258"/>
                              </a:cubicBezTo>
                              <a:cubicBezTo>
                                <a:pt x="169" y="258"/>
                                <a:pt x="174" y="265"/>
                                <a:pt x="174" y="272"/>
                              </a:cubicBezTo>
                              <a:cubicBezTo>
                                <a:pt x="174" y="281"/>
                                <a:pt x="167" y="288"/>
                                <a:pt x="157" y="298"/>
                              </a:cubicBezTo>
                              <a:cubicBezTo>
                                <a:pt x="153" y="302"/>
                                <a:pt x="153" y="302"/>
                                <a:pt x="153" y="302"/>
                              </a:cubicBezTo>
                              <a:cubicBezTo>
                                <a:pt x="153" y="302"/>
                                <a:pt x="153" y="302"/>
                                <a:pt x="153" y="302"/>
                              </a:cubicBezTo>
                              <a:cubicBezTo>
                                <a:pt x="175" y="302"/>
                                <a:pt x="175" y="302"/>
                                <a:pt x="175" y="302"/>
                              </a:cubicBezTo>
                              <a:lnTo>
                                <a:pt x="175" y="307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 w="17463" cap="flat">
                          <a:solidFill>
                            <a:srgbClr val="FFFFFF"/>
                          </a:solidFill>
                          <a:prstDash val="solid"/>
                          <a:miter lim="800000"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35" name="Freeform 6">
                          <a:extLst>
                            <a:ext uri="{FF2B5EF4-FFF2-40B4-BE49-F238E27FC236}">
                              <a16:creationId xmlns:a16="http://schemas.microsoft.com/office/drawing/2014/main" id="{7E20CCE5-C308-4CEE-98FF-3782B6CCAD0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224607" y="2248248"/>
                          <a:ext cx="244210" cy="290513"/>
                        </a:xfrm>
                        <a:custGeom>
                          <a:avLst/>
                          <a:gdLst>
                            <a:gd name="T0" fmla="*/ 25 w 50"/>
                            <a:gd name="T1" fmla="*/ 0 h 65"/>
                            <a:gd name="T2" fmla="*/ 0 w 50"/>
                            <a:gd name="T3" fmla="*/ 33 h 65"/>
                            <a:gd name="T4" fmla="*/ 25 w 50"/>
                            <a:gd name="T5" fmla="*/ 65 h 65"/>
                            <a:gd name="T6" fmla="*/ 25 w 50"/>
                            <a:gd name="T7" fmla="*/ 65 h 65"/>
                            <a:gd name="T8" fmla="*/ 50 w 50"/>
                            <a:gd name="T9" fmla="*/ 32 h 65"/>
                            <a:gd name="T10" fmla="*/ 25 w 50"/>
                            <a:gd name="T11" fmla="*/ 0 h 6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50" h="65">
                              <a:moveTo>
                                <a:pt x="25" y="0"/>
                              </a:moveTo>
                              <a:cubicBezTo>
                                <a:pt x="8" y="0"/>
                                <a:pt x="0" y="16"/>
                                <a:pt x="0" y="33"/>
                              </a:cubicBezTo>
                              <a:cubicBezTo>
                                <a:pt x="0" y="50"/>
                                <a:pt x="9" y="65"/>
                                <a:pt x="25" y="65"/>
                              </a:cubicBezTo>
                              <a:cubicBezTo>
                                <a:pt x="25" y="65"/>
                                <a:pt x="25" y="65"/>
                                <a:pt x="25" y="65"/>
                              </a:cubicBezTo>
                              <a:cubicBezTo>
                                <a:pt x="41" y="65"/>
                                <a:pt x="50" y="50"/>
                                <a:pt x="50" y="32"/>
                              </a:cubicBezTo>
                              <a:cubicBezTo>
                                <a:pt x="50" y="17"/>
                                <a:pt x="42" y="0"/>
                                <a:pt x="25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 w="17463" cap="flat">
                          <a:solidFill>
                            <a:srgbClr val="FFFFFF"/>
                          </a:solidFill>
                          <a:prstDash val="solid"/>
                          <a:miter lim="800000"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36" name="Freeform 7">
                          <a:extLst>
                            <a:ext uri="{FF2B5EF4-FFF2-40B4-BE49-F238E27FC236}">
                              <a16:creationId xmlns:a16="http://schemas.microsoft.com/office/drawing/2014/main" id="{ADBBF851-B12F-4B4B-AACA-C5E4A1FF2B55}"/>
                            </a:ext>
                          </a:extLst>
                        </p:cNvPr>
                        <p:cNvSpPr>
                          <a:spLocks noEditPoints="1"/>
                        </p:cNvSpPr>
                        <p:nvPr/>
                      </p:nvSpPr>
                      <p:spPr bwMode="auto">
                        <a:xfrm>
                          <a:off x="3740544" y="1886298"/>
                          <a:ext cx="1147100" cy="4152903"/>
                        </a:xfrm>
                        <a:custGeom>
                          <a:avLst/>
                          <a:gdLst>
                            <a:gd name="T0" fmla="*/ 235 w 236"/>
                            <a:gd name="T1" fmla="*/ 86 h 929"/>
                            <a:gd name="T2" fmla="*/ 0 w 236"/>
                            <a:gd name="T3" fmla="*/ 102 h 929"/>
                            <a:gd name="T4" fmla="*/ 0 w 236"/>
                            <a:gd name="T5" fmla="*/ 872 h 929"/>
                            <a:gd name="T6" fmla="*/ 236 w 236"/>
                            <a:gd name="T7" fmla="*/ 872 h 929"/>
                            <a:gd name="T8" fmla="*/ 235 w 236"/>
                            <a:gd name="T9" fmla="*/ 86 h 929"/>
                            <a:gd name="T10" fmla="*/ 129 w 236"/>
                            <a:gd name="T11" fmla="*/ 296 h 929"/>
                            <a:gd name="T12" fmla="*/ 119 w 236"/>
                            <a:gd name="T13" fmla="*/ 296 h 929"/>
                            <a:gd name="T14" fmla="*/ 119 w 236"/>
                            <a:gd name="T15" fmla="*/ 260 h 929"/>
                            <a:gd name="T16" fmla="*/ 82 w 236"/>
                            <a:gd name="T17" fmla="*/ 260 h 929"/>
                            <a:gd name="T18" fmla="*/ 82 w 236"/>
                            <a:gd name="T19" fmla="*/ 296 h 929"/>
                            <a:gd name="T20" fmla="*/ 72 w 236"/>
                            <a:gd name="T21" fmla="*/ 296 h 929"/>
                            <a:gd name="T22" fmla="*/ 72 w 236"/>
                            <a:gd name="T23" fmla="*/ 219 h 929"/>
                            <a:gd name="T24" fmla="*/ 82 w 236"/>
                            <a:gd name="T25" fmla="*/ 219 h 929"/>
                            <a:gd name="T26" fmla="*/ 82 w 236"/>
                            <a:gd name="T27" fmla="*/ 251 h 929"/>
                            <a:gd name="T28" fmla="*/ 119 w 236"/>
                            <a:gd name="T29" fmla="*/ 251 h 929"/>
                            <a:gd name="T30" fmla="*/ 119 w 236"/>
                            <a:gd name="T31" fmla="*/ 219 h 929"/>
                            <a:gd name="T32" fmla="*/ 129 w 236"/>
                            <a:gd name="T33" fmla="*/ 219 h 929"/>
                            <a:gd name="T34" fmla="*/ 129 w 236"/>
                            <a:gd name="T35" fmla="*/ 296 h 929"/>
                            <a:gd name="T36" fmla="*/ 175 w 236"/>
                            <a:gd name="T37" fmla="*/ 307 h 929"/>
                            <a:gd name="T38" fmla="*/ 144 w 236"/>
                            <a:gd name="T39" fmla="*/ 307 h 929"/>
                            <a:gd name="T40" fmla="*/ 144 w 236"/>
                            <a:gd name="T41" fmla="*/ 303 h 929"/>
                            <a:gd name="T42" fmla="*/ 149 w 236"/>
                            <a:gd name="T43" fmla="*/ 298 h 929"/>
                            <a:gd name="T44" fmla="*/ 167 w 236"/>
                            <a:gd name="T45" fmla="*/ 273 h 929"/>
                            <a:gd name="T46" fmla="*/ 158 w 236"/>
                            <a:gd name="T47" fmla="*/ 263 h 929"/>
                            <a:gd name="T48" fmla="*/ 147 w 236"/>
                            <a:gd name="T49" fmla="*/ 268 h 929"/>
                            <a:gd name="T50" fmla="*/ 145 w 236"/>
                            <a:gd name="T51" fmla="*/ 263 h 929"/>
                            <a:gd name="T52" fmla="*/ 159 w 236"/>
                            <a:gd name="T53" fmla="*/ 258 h 929"/>
                            <a:gd name="T54" fmla="*/ 174 w 236"/>
                            <a:gd name="T55" fmla="*/ 272 h 929"/>
                            <a:gd name="T56" fmla="*/ 157 w 236"/>
                            <a:gd name="T57" fmla="*/ 298 h 929"/>
                            <a:gd name="T58" fmla="*/ 153 w 236"/>
                            <a:gd name="T59" fmla="*/ 302 h 929"/>
                            <a:gd name="T60" fmla="*/ 153 w 236"/>
                            <a:gd name="T61" fmla="*/ 302 h 929"/>
                            <a:gd name="T62" fmla="*/ 175 w 236"/>
                            <a:gd name="T63" fmla="*/ 302 h 929"/>
                            <a:gd name="T64" fmla="*/ 175 w 236"/>
                            <a:gd name="T65" fmla="*/ 307 h 92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  <a:cxn ang="0">
                              <a:pos x="T64" y="T65"/>
                            </a:cxn>
                          </a:cxnLst>
                          <a:rect l="0" t="0" r="r" b="b"/>
                          <a:pathLst>
                            <a:path w="236" h="929">
                              <a:moveTo>
                                <a:pt x="235" y="86"/>
                              </a:moveTo>
                              <a:cubicBezTo>
                                <a:pt x="231" y="0"/>
                                <a:pt x="0" y="0"/>
                                <a:pt x="0" y="102"/>
                              </a:cubicBezTo>
                              <a:cubicBezTo>
                                <a:pt x="0" y="872"/>
                                <a:pt x="0" y="872"/>
                                <a:pt x="0" y="872"/>
                              </a:cubicBezTo>
                              <a:cubicBezTo>
                                <a:pt x="49" y="929"/>
                                <a:pt x="229" y="913"/>
                                <a:pt x="236" y="872"/>
                              </a:cubicBezTo>
                              <a:lnTo>
                                <a:pt x="235" y="86"/>
                              </a:lnTo>
                              <a:close/>
                              <a:moveTo>
                                <a:pt x="129" y="296"/>
                              </a:moveTo>
                              <a:cubicBezTo>
                                <a:pt x="119" y="296"/>
                                <a:pt x="119" y="296"/>
                                <a:pt x="119" y="296"/>
                              </a:cubicBezTo>
                              <a:cubicBezTo>
                                <a:pt x="119" y="260"/>
                                <a:pt x="119" y="260"/>
                                <a:pt x="119" y="260"/>
                              </a:cubicBezTo>
                              <a:cubicBezTo>
                                <a:pt x="82" y="260"/>
                                <a:pt x="82" y="260"/>
                                <a:pt x="82" y="260"/>
                              </a:cubicBezTo>
                              <a:cubicBezTo>
                                <a:pt x="82" y="296"/>
                                <a:pt x="82" y="296"/>
                                <a:pt x="82" y="296"/>
                              </a:cubicBezTo>
                              <a:cubicBezTo>
                                <a:pt x="72" y="296"/>
                                <a:pt x="72" y="296"/>
                                <a:pt x="72" y="296"/>
                              </a:cubicBezTo>
                              <a:cubicBezTo>
                                <a:pt x="72" y="219"/>
                                <a:pt x="72" y="219"/>
                                <a:pt x="72" y="219"/>
                              </a:cubicBezTo>
                              <a:cubicBezTo>
                                <a:pt x="82" y="219"/>
                                <a:pt x="82" y="219"/>
                                <a:pt x="82" y="219"/>
                              </a:cubicBezTo>
                              <a:cubicBezTo>
                                <a:pt x="82" y="251"/>
                                <a:pt x="82" y="251"/>
                                <a:pt x="82" y="251"/>
                              </a:cubicBezTo>
                              <a:cubicBezTo>
                                <a:pt x="119" y="251"/>
                                <a:pt x="119" y="251"/>
                                <a:pt x="119" y="251"/>
                              </a:cubicBezTo>
                              <a:cubicBezTo>
                                <a:pt x="119" y="219"/>
                                <a:pt x="119" y="219"/>
                                <a:pt x="119" y="219"/>
                              </a:cubicBezTo>
                              <a:cubicBezTo>
                                <a:pt x="129" y="219"/>
                                <a:pt x="129" y="219"/>
                                <a:pt x="129" y="219"/>
                              </a:cubicBezTo>
                              <a:lnTo>
                                <a:pt x="129" y="296"/>
                              </a:lnTo>
                              <a:close/>
                              <a:moveTo>
                                <a:pt x="175" y="307"/>
                              </a:moveTo>
                              <a:cubicBezTo>
                                <a:pt x="144" y="307"/>
                                <a:pt x="144" y="307"/>
                                <a:pt x="144" y="307"/>
                              </a:cubicBezTo>
                              <a:cubicBezTo>
                                <a:pt x="144" y="303"/>
                                <a:pt x="144" y="303"/>
                                <a:pt x="144" y="303"/>
                              </a:cubicBezTo>
                              <a:cubicBezTo>
                                <a:pt x="149" y="298"/>
                                <a:pt x="149" y="298"/>
                                <a:pt x="149" y="298"/>
                              </a:cubicBezTo>
                              <a:cubicBezTo>
                                <a:pt x="162" y="286"/>
                                <a:pt x="167" y="280"/>
                                <a:pt x="167" y="273"/>
                              </a:cubicBezTo>
                              <a:cubicBezTo>
                                <a:pt x="167" y="268"/>
                                <a:pt x="165" y="263"/>
                                <a:pt x="158" y="263"/>
                              </a:cubicBezTo>
                              <a:cubicBezTo>
                                <a:pt x="153" y="263"/>
                                <a:pt x="150" y="266"/>
                                <a:pt x="147" y="268"/>
                              </a:cubicBezTo>
                              <a:cubicBezTo>
                                <a:pt x="145" y="263"/>
                                <a:pt x="145" y="263"/>
                                <a:pt x="145" y="263"/>
                              </a:cubicBezTo>
                              <a:cubicBezTo>
                                <a:pt x="149" y="260"/>
                                <a:pt x="153" y="258"/>
                                <a:pt x="159" y="258"/>
                              </a:cubicBezTo>
                              <a:cubicBezTo>
                                <a:pt x="169" y="258"/>
                                <a:pt x="174" y="265"/>
                                <a:pt x="174" y="272"/>
                              </a:cubicBezTo>
                              <a:cubicBezTo>
                                <a:pt x="174" y="281"/>
                                <a:pt x="167" y="288"/>
                                <a:pt x="157" y="298"/>
                              </a:cubicBezTo>
                              <a:cubicBezTo>
                                <a:pt x="153" y="302"/>
                                <a:pt x="153" y="302"/>
                                <a:pt x="153" y="302"/>
                              </a:cubicBezTo>
                              <a:cubicBezTo>
                                <a:pt x="153" y="302"/>
                                <a:pt x="153" y="302"/>
                                <a:pt x="153" y="302"/>
                              </a:cubicBezTo>
                              <a:cubicBezTo>
                                <a:pt x="175" y="302"/>
                                <a:pt x="175" y="302"/>
                                <a:pt x="175" y="302"/>
                              </a:cubicBezTo>
                              <a:lnTo>
                                <a:pt x="175" y="307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 w="9525" cap="flat">
                          <a:solidFill>
                            <a:srgbClr val="FFFFFF"/>
                          </a:solidFill>
                          <a:prstDash val="solid"/>
                          <a:miter lim="800000"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37" name="Freeform 8">
                          <a:extLst>
                            <a:ext uri="{FF2B5EF4-FFF2-40B4-BE49-F238E27FC236}">
                              <a16:creationId xmlns:a16="http://schemas.microsoft.com/office/drawing/2014/main" id="{6301B1F0-3DFD-4CBE-B286-7A2EC865BC4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876408" y="3205511"/>
                          <a:ext cx="2075787" cy="2025651"/>
                        </a:xfrm>
                        <a:custGeom>
                          <a:avLst/>
                          <a:gdLst>
                            <a:gd name="T0" fmla="*/ 311 w 427"/>
                            <a:gd name="T1" fmla="*/ 44 h 453"/>
                            <a:gd name="T2" fmla="*/ 359 w 427"/>
                            <a:gd name="T3" fmla="*/ 72 h 453"/>
                            <a:gd name="T4" fmla="*/ 427 w 427"/>
                            <a:gd name="T5" fmla="*/ 147 h 453"/>
                            <a:gd name="T6" fmla="*/ 376 w 427"/>
                            <a:gd name="T7" fmla="*/ 100 h 453"/>
                            <a:gd name="T8" fmla="*/ 82 w 427"/>
                            <a:gd name="T9" fmla="*/ 134 h 453"/>
                            <a:gd name="T10" fmla="*/ 151 w 427"/>
                            <a:gd name="T11" fmla="*/ 422 h 453"/>
                            <a:gd name="T12" fmla="*/ 214 w 427"/>
                            <a:gd name="T13" fmla="*/ 453 h 453"/>
                            <a:gd name="T14" fmla="*/ 162 w 427"/>
                            <a:gd name="T15" fmla="*/ 439 h 453"/>
                            <a:gd name="T16" fmla="*/ 124 w 427"/>
                            <a:gd name="T17" fmla="*/ 418 h 453"/>
                            <a:gd name="T18" fmla="*/ 124 w 427"/>
                            <a:gd name="T19" fmla="*/ 418 h 453"/>
                            <a:gd name="T20" fmla="*/ 102 w 427"/>
                            <a:gd name="T21" fmla="*/ 403 h 453"/>
                            <a:gd name="T22" fmla="*/ 102 w 427"/>
                            <a:gd name="T23" fmla="*/ 402 h 453"/>
                            <a:gd name="T24" fmla="*/ 37 w 427"/>
                            <a:gd name="T25" fmla="*/ 157 h 453"/>
                            <a:gd name="T26" fmla="*/ 311 w 427"/>
                            <a:gd name="T27" fmla="*/ 44 h 453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</a:cxnLst>
                          <a:rect l="0" t="0" r="r" b="b"/>
                          <a:pathLst>
                            <a:path w="427" h="453">
                              <a:moveTo>
                                <a:pt x="311" y="44"/>
                              </a:moveTo>
                              <a:cubicBezTo>
                                <a:pt x="328" y="52"/>
                                <a:pt x="344" y="61"/>
                                <a:pt x="359" y="72"/>
                              </a:cubicBezTo>
                              <a:cubicBezTo>
                                <a:pt x="388" y="92"/>
                                <a:pt x="411" y="118"/>
                                <a:pt x="427" y="147"/>
                              </a:cubicBezTo>
                              <a:cubicBezTo>
                                <a:pt x="413" y="130"/>
                                <a:pt x="396" y="114"/>
                                <a:pt x="376" y="100"/>
                              </a:cubicBezTo>
                              <a:cubicBezTo>
                                <a:pt x="276" y="30"/>
                                <a:pt x="144" y="45"/>
                                <a:pt x="82" y="134"/>
                              </a:cubicBezTo>
                              <a:cubicBezTo>
                                <a:pt x="20" y="223"/>
                                <a:pt x="51" y="352"/>
                                <a:pt x="151" y="422"/>
                              </a:cubicBezTo>
                              <a:cubicBezTo>
                                <a:pt x="171" y="436"/>
                                <a:pt x="192" y="446"/>
                                <a:pt x="214" y="453"/>
                              </a:cubicBezTo>
                              <a:cubicBezTo>
                                <a:pt x="197" y="451"/>
                                <a:pt x="179" y="446"/>
                                <a:pt x="162" y="439"/>
                              </a:cubicBezTo>
                              <a:cubicBezTo>
                                <a:pt x="148" y="434"/>
                                <a:pt x="136" y="427"/>
                                <a:pt x="124" y="418"/>
                              </a:cubicBezTo>
                              <a:cubicBezTo>
                                <a:pt x="124" y="418"/>
                                <a:pt x="124" y="418"/>
                                <a:pt x="124" y="418"/>
                              </a:cubicBezTo>
                              <a:cubicBezTo>
                                <a:pt x="102" y="403"/>
                                <a:pt x="102" y="403"/>
                                <a:pt x="102" y="403"/>
                              </a:cubicBezTo>
                              <a:cubicBezTo>
                                <a:pt x="102" y="402"/>
                                <a:pt x="102" y="402"/>
                                <a:pt x="102" y="402"/>
                              </a:cubicBezTo>
                              <a:cubicBezTo>
                                <a:pt x="29" y="346"/>
                                <a:pt x="0" y="246"/>
                                <a:pt x="37" y="157"/>
                              </a:cubicBezTo>
                              <a:cubicBezTo>
                                <a:pt x="82" y="51"/>
                                <a:pt x="204" y="0"/>
                                <a:pt x="311" y="44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38" name="Freeform 11">
                          <a:extLst>
                            <a:ext uri="{FF2B5EF4-FFF2-40B4-BE49-F238E27FC236}">
                              <a16:creationId xmlns:a16="http://schemas.microsoft.com/office/drawing/2014/main" id="{A63D53A5-8D23-46F7-850E-B1875C57AF1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547126" y="3508724"/>
                          <a:ext cx="1107545" cy="777875"/>
                        </a:xfrm>
                        <a:custGeom>
                          <a:avLst/>
                          <a:gdLst>
                            <a:gd name="T0" fmla="*/ 0 w 644"/>
                            <a:gd name="T1" fmla="*/ 37 h 490"/>
                            <a:gd name="T2" fmla="*/ 616 w 644"/>
                            <a:gd name="T3" fmla="*/ 490 h 490"/>
                            <a:gd name="T4" fmla="*/ 644 w 644"/>
                            <a:gd name="T5" fmla="*/ 454 h 490"/>
                            <a:gd name="T6" fmla="*/ 25 w 644"/>
                            <a:gd name="T7" fmla="*/ 0 h 490"/>
                            <a:gd name="T8" fmla="*/ 0 w 644"/>
                            <a:gd name="T9" fmla="*/ 37 h 49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644" h="490">
                              <a:moveTo>
                                <a:pt x="0" y="37"/>
                              </a:moveTo>
                              <a:lnTo>
                                <a:pt x="616" y="490"/>
                              </a:lnTo>
                              <a:lnTo>
                                <a:pt x="644" y="454"/>
                              </a:lnTo>
                              <a:lnTo>
                                <a:pt x="25" y="0"/>
                              </a:lnTo>
                              <a:lnTo>
                                <a:pt x="0" y="37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39" name="Freeform 14">
                          <a:extLst>
                            <a:ext uri="{FF2B5EF4-FFF2-40B4-BE49-F238E27FC236}">
                              <a16:creationId xmlns:a16="http://schemas.microsoft.com/office/drawing/2014/main" id="{F207D288-C33E-419C-AEB9-B3BDFAA13DA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046667" y="4148487"/>
                          <a:ext cx="1117864" cy="787400"/>
                        </a:xfrm>
                        <a:custGeom>
                          <a:avLst/>
                          <a:gdLst>
                            <a:gd name="T0" fmla="*/ 0 w 650"/>
                            <a:gd name="T1" fmla="*/ 37 h 496"/>
                            <a:gd name="T2" fmla="*/ 624 w 650"/>
                            <a:gd name="T3" fmla="*/ 496 h 496"/>
                            <a:gd name="T4" fmla="*/ 650 w 650"/>
                            <a:gd name="T5" fmla="*/ 459 h 496"/>
                            <a:gd name="T6" fmla="*/ 25 w 650"/>
                            <a:gd name="T7" fmla="*/ 0 h 496"/>
                            <a:gd name="T8" fmla="*/ 0 w 650"/>
                            <a:gd name="T9" fmla="*/ 37 h 49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650" h="496">
                              <a:moveTo>
                                <a:pt x="0" y="37"/>
                              </a:moveTo>
                              <a:lnTo>
                                <a:pt x="624" y="496"/>
                              </a:lnTo>
                              <a:lnTo>
                                <a:pt x="650" y="459"/>
                              </a:lnTo>
                              <a:lnTo>
                                <a:pt x="25" y="0"/>
                              </a:lnTo>
                              <a:lnTo>
                                <a:pt x="0" y="37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40" name="Freeform 17">
                          <a:extLst>
                            <a:ext uri="{FF2B5EF4-FFF2-40B4-BE49-F238E27FC236}">
                              <a16:creationId xmlns:a16="http://schemas.microsoft.com/office/drawing/2014/main" id="{0460FD23-80BA-41E5-9DC9-35D4B478523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416422" y="3688112"/>
                          <a:ext cx="1626922" cy="1644651"/>
                        </a:xfrm>
                        <a:custGeom>
                          <a:avLst/>
                          <a:gdLst>
                            <a:gd name="T0" fmla="*/ 332 w 335"/>
                            <a:gd name="T1" fmla="*/ 44 h 368"/>
                            <a:gd name="T2" fmla="*/ 295 w 335"/>
                            <a:gd name="T3" fmla="*/ 24 h 368"/>
                            <a:gd name="T4" fmla="*/ 146 w 335"/>
                            <a:gd name="T5" fmla="*/ 24 h 368"/>
                            <a:gd name="T6" fmla="*/ 40 w 335"/>
                            <a:gd name="T7" fmla="*/ 129 h 368"/>
                            <a:gd name="T8" fmla="*/ 108 w 335"/>
                            <a:gd name="T9" fmla="*/ 365 h 368"/>
                            <a:gd name="T10" fmla="*/ 106 w 335"/>
                            <a:gd name="T11" fmla="*/ 368 h 368"/>
                            <a:gd name="T12" fmla="*/ 36 w 335"/>
                            <a:gd name="T13" fmla="*/ 128 h 368"/>
                            <a:gd name="T14" fmla="*/ 144 w 335"/>
                            <a:gd name="T15" fmla="*/ 20 h 368"/>
                            <a:gd name="T16" fmla="*/ 297 w 335"/>
                            <a:gd name="T17" fmla="*/ 20 h 368"/>
                            <a:gd name="T18" fmla="*/ 335 w 335"/>
                            <a:gd name="T19" fmla="*/ 41 h 368"/>
                            <a:gd name="T20" fmla="*/ 332 w 335"/>
                            <a:gd name="T21" fmla="*/ 44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8">
                              <a:moveTo>
                                <a:pt x="332" y="44"/>
                              </a:moveTo>
                              <a:cubicBezTo>
                                <a:pt x="321" y="36"/>
                                <a:pt x="308" y="29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6" y="24"/>
                              </a:cubicBezTo>
                              <a:cubicBezTo>
                                <a:pt x="97" y="44"/>
                                <a:pt x="60" y="81"/>
                                <a:pt x="40" y="129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6" y="368"/>
                                <a:pt x="106" y="368"/>
                                <a:pt x="106" y="368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0"/>
                                <a:pt x="144" y="20"/>
                              </a:cubicBezTo>
                              <a:cubicBezTo>
                                <a:pt x="193" y="0"/>
                                <a:pt x="248" y="0"/>
                                <a:pt x="297" y="20"/>
                              </a:cubicBezTo>
                              <a:cubicBezTo>
                                <a:pt x="310" y="26"/>
                                <a:pt x="323" y="33"/>
                                <a:pt x="335" y="41"/>
                              </a:cubicBezTo>
                              <a:lnTo>
                                <a:pt x="332" y="4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41" name="Freeform 18">
                          <a:extLst>
                            <a:ext uri="{FF2B5EF4-FFF2-40B4-BE49-F238E27FC236}">
                              <a16:creationId xmlns:a16="http://schemas.microsoft.com/office/drawing/2014/main" id="{9F8DD955-0BF6-429D-857C-15CBF7CE0FD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469735" y="3719862"/>
                          <a:ext cx="1621763" cy="1644651"/>
                        </a:xfrm>
                        <a:custGeom>
                          <a:avLst/>
                          <a:gdLst>
                            <a:gd name="T0" fmla="*/ 332 w 334"/>
                            <a:gd name="T1" fmla="*/ 45 h 368"/>
                            <a:gd name="T2" fmla="*/ 295 w 334"/>
                            <a:gd name="T3" fmla="*/ 24 h 368"/>
                            <a:gd name="T4" fmla="*/ 145 w 334"/>
                            <a:gd name="T5" fmla="*/ 24 h 368"/>
                            <a:gd name="T6" fmla="*/ 39 w 334"/>
                            <a:gd name="T7" fmla="*/ 130 h 368"/>
                            <a:gd name="T8" fmla="*/ 107 w 334"/>
                            <a:gd name="T9" fmla="*/ 365 h 368"/>
                            <a:gd name="T10" fmla="*/ 105 w 334"/>
                            <a:gd name="T11" fmla="*/ 368 h 368"/>
                            <a:gd name="T12" fmla="*/ 35 w 334"/>
                            <a:gd name="T13" fmla="*/ 128 h 368"/>
                            <a:gd name="T14" fmla="*/ 144 w 334"/>
                            <a:gd name="T15" fmla="*/ 20 h 368"/>
                            <a:gd name="T16" fmla="*/ 296 w 334"/>
                            <a:gd name="T17" fmla="*/ 21 h 368"/>
                            <a:gd name="T18" fmla="*/ 334 w 334"/>
                            <a:gd name="T19" fmla="*/ 41 h 368"/>
                            <a:gd name="T20" fmla="*/ 332 w 334"/>
                            <a:gd name="T21" fmla="*/ 45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8">
                              <a:moveTo>
                                <a:pt x="332" y="45"/>
                              </a:moveTo>
                              <a:cubicBezTo>
                                <a:pt x="320" y="36"/>
                                <a:pt x="308" y="30"/>
                                <a:pt x="295" y="24"/>
                              </a:cubicBezTo>
                              <a:cubicBezTo>
                                <a:pt x="247" y="4"/>
                                <a:pt x="193" y="4"/>
                                <a:pt x="145" y="24"/>
                              </a:cubicBezTo>
                              <a:cubicBezTo>
                                <a:pt x="97" y="44"/>
                                <a:pt x="59" y="81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7" y="365"/>
                              </a:cubicBezTo>
                              <a:cubicBezTo>
                                <a:pt x="105" y="368"/>
                                <a:pt x="105" y="368"/>
                                <a:pt x="105" y="368"/>
                              </a:cubicBezTo>
                              <a:cubicBezTo>
                                <a:pt x="29" y="315"/>
                                <a:pt x="0" y="214"/>
                                <a:pt x="35" y="128"/>
                              </a:cubicBezTo>
                              <a:cubicBezTo>
                                <a:pt x="56" y="79"/>
                                <a:pt x="94" y="41"/>
                                <a:pt x="144" y="20"/>
                              </a:cubicBezTo>
                              <a:cubicBezTo>
                                <a:pt x="193" y="0"/>
                                <a:pt x="247" y="0"/>
                                <a:pt x="296" y="21"/>
                              </a:cubicBezTo>
                              <a:cubicBezTo>
                                <a:pt x="310" y="26"/>
                                <a:pt x="322" y="33"/>
                                <a:pt x="334" y="41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42" name="Freeform 19">
                          <a:extLst>
                            <a:ext uri="{FF2B5EF4-FFF2-40B4-BE49-F238E27FC236}">
                              <a16:creationId xmlns:a16="http://schemas.microsoft.com/office/drawing/2014/main" id="{E1DE451C-354E-4F09-A045-6AF51F82AB3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517889" y="3750024"/>
                          <a:ext cx="1623482" cy="1651001"/>
                        </a:xfrm>
                        <a:custGeom>
                          <a:avLst/>
                          <a:gdLst>
                            <a:gd name="T0" fmla="*/ 332 w 334"/>
                            <a:gd name="T1" fmla="*/ 45 h 369"/>
                            <a:gd name="T2" fmla="*/ 295 w 334"/>
                            <a:gd name="T3" fmla="*/ 25 h 369"/>
                            <a:gd name="T4" fmla="*/ 145 w 334"/>
                            <a:gd name="T5" fmla="*/ 24 h 369"/>
                            <a:gd name="T6" fmla="*/ 39 w 334"/>
                            <a:gd name="T7" fmla="*/ 130 h 369"/>
                            <a:gd name="T8" fmla="*/ 108 w 334"/>
                            <a:gd name="T9" fmla="*/ 365 h 369"/>
                            <a:gd name="T10" fmla="*/ 106 w 334"/>
                            <a:gd name="T11" fmla="*/ 369 h 369"/>
                            <a:gd name="T12" fmla="*/ 36 w 334"/>
                            <a:gd name="T13" fmla="*/ 128 h 369"/>
                            <a:gd name="T14" fmla="*/ 144 w 334"/>
                            <a:gd name="T15" fmla="*/ 21 h 369"/>
                            <a:gd name="T16" fmla="*/ 297 w 334"/>
                            <a:gd name="T17" fmla="*/ 21 h 369"/>
                            <a:gd name="T18" fmla="*/ 334 w 334"/>
                            <a:gd name="T19" fmla="*/ 42 h 369"/>
                            <a:gd name="T20" fmla="*/ 332 w 334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9">
                              <a:moveTo>
                                <a:pt x="332" y="45"/>
                              </a:moveTo>
                              <a:cubicBezTo>
                                <a:pt x="321" y="37"/>
                                <a:pt x="308" y="30"/>
                                <a:pt x="295" y="25"/>
                              </a:cubicBezTo>
                              <a:cubicBezTo>
                                <a:pt x="247" y="4"/>
                                <a:pt x="194" y="4"/>
                                <a:pt x="145" y="24"/>
                              </a:cubicBezTo>
                              <a:cubicBezTo>
                                <a:pt x="97" y="44"/>
                                <a:pt x="60" y="82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6" y="369"/>
                                <a:pt x="106" y="369"/>
                                <a:pt x="106" y="369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1"/>
                                <a:pt x="144" y="21"/>
                              </a:cubicBezTo>
                              <a:cubicBezTo>
                                <a:pt x="193" y="0"/>
                                <a:pt x="248" y="0"/>
                                <a:pt x="297" y="21"/>
                              </a:cubicBezTo>
                              <a:cubicBezTo>
                                <a:pt x="310" y="26"/>
                                <a:pt x="323" y="33"/>
                                <a:pt x="334" y="42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43" name="Freeform 20">
                          <a:extLst>
                            <a:ext uri="{FF2B5EF4-FFF2-40B4-BE49-F238E27FC236}">
                              <a16:creationId xmlns:a16="http://schemas.microsoft.com/office/drawing/2014/main" id="{19ABD70A-9785-409D-AB58-957AD3561D6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566044" y="3786537"/>
                          <a:ext cx="1628642" cy="1644651"/>
                        </a:xfrm>
                        <a:custGeom>
                          <a:avLst/>
                          <a:gdLst>
                            <a:gd name="T0" fmla="*/ 333 w 335"/>
                            <a:gd name="T1" fmla="*/ 44 h 368"/>
                            <a:gd name="T2" fmla="*/ 296 w 335"/>
                            <a:gd name="T3" fmla="*/ 24 h 368"/>
                            <a:gd name="T4" fmla="*/ 146 w 335"/>
                            <a:gd name="T5" fmla="*/ 24 h 368"/>
                            <a:gd name="T6" fmla="*/ 40 w 335"/>
                            <a:gd name="T7" fmla="*/ 129 h 368"/>
                            <a:gd name="T8" fmla="*/ 108 w 335"/>
                            <a:gd name="T9" fmla="*/ 365 h 368"/>
                            <a:gd name="T10" fmla="*/ 106 w 335"/>
                            <a:gd name="T11" fmla="*/ 368 h 368"/>
                            <a:gd name="T12" fmla="*/ 36 w 335"/>
                            <a:gd name="T13" fmla="*/ 128 h 368"/>
                            <a:gd name="T14" fmla="*/ 144 w 335"/>
                            <a:gd name="T15" fmla="*/ 20 h 368"/>
                            <a:gd name="T16" fmla="*/ 297 w 335"/>
                            <a:gd name="T17" fmla="*/ 20 h 368"/>
                            <a:gd name="T18" fmla="*/ 335 w 335"/>
                            <a:gd name="T19" fmla="*/ 41 h 368"/>
                            <a:gd name="T20" fmla="*/ 333 w 335"/>
                            <a:gd name="T21" fmla="*/ 44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8">
                              <a:moveTo>
                                <a:pt x="333" y="44"/>
                              </a:moveTo>
                              <a:cubicBezTo>
                                <a:pt x="321" y="36"/>
                                <a:pt x="309" y="29"/>
                                <a:pt x="296" y="24"/>
                              </a:cubicBezTo>
                              <a:cubicBezTo>
                                <a:pt x="247" y="4"/>
                                <a:pt x="194" y="4"/>
                                <a:pt x="146" y="24"/>
                              </a:cubicBezTo>
                              <a:cubicBezTo>
                                <a:pt x="98" y="43"/>
                                <a:pt x="60" y="81"/>
                                <a:pt x="40" y="129"/>
                              </a:cubicBezTo>
                              <a:cubicBezTo>
                                <a:pt x="5" y="214"/>
                                <a:pt x="34" y="313"/>
                                <a:pt x="108" y="365"/>
                              </a:cubicBezTo>
                              <a:cubicBezTo>
                                <a:pt x="106" y="368"/>
                                <a:pt x="106" y="368"/>
                                <a:pt x="106" y="368"/>
                              </a:cubicBezTo>
                              <a:cubicBezTo>
                                <a:pt x="30" y="315"/>
                                <a:pt x="0" y="214"/>
                                <a:pt x="36" y="128"/>
                              </a:cubicBezTo>
                              <a:cubicBezTo>
                                <a:pt x="57" y="78"/>
                                <a:pt x="95" y="40"/>
                                <a:pt x="144" y="20"/>
                              </a:cubicBezTo>
                              <a:cubicBezTo>
                                <a:pt x="194" y="0"/>
                                <a:pt x="248" y="0"/>
                                <a:pt x="297" y="20"/>
                              </a:cubicBezTo>
                              <a:cubicBezTo>
                                <a:pt x="310" y="26"/>
                                <a:pt x="323" y="33"/>
                                <a:pt x="335" y="41"/>
                              </a:cubicBezTo>
                              <a:lnTo>
                                <a:pt x="333" y="4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44" name="Freeform 23">
                          <a:extLst>
                            <a:ext uri="{FF2B5EF4-FFF2-40B4-BE49-F238E27FC236}">
                              <a16:creationId xmlns:a16="http://schemas.microsoft.com/office/drawing/2014/main" id="{F37FBD80-2F0D-41C5-A338-778E569073B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722545" y="3880199"/>
                          <a:ext cx="1621763" cy="1649414"/>
                        </a:xfrm>
                        <a:custGeom>
                          <a:avLst/>
                          <a:gdLst>
                            <a:gd name="T0" fmla="*/ 332 w 334"/>
                            <a:gd name="T1" fmla="*/ 45 h 369"/>
                            <a:gd name="T2" fmla="*/ 295 w 334"/>
                            <a:gd name="T3" fmla="*/ 25 h 369"/>
                            <a:gd name="T4" fmla="*/ 145 w 334"/>
                            <a:gd name="T5" fmla="*/ 24 h 369"/>
                            <a:gd name="T6" fmla="*/ 39 w 334"/>
                            <a:gd name="T7" fmla="*/ 130 h 369"/>
                            <a:gd name="T8" fmla="*/ 108 w 334"/>
                            <a:gd name="T9" fmla="*/ 366 h 369"/>
                            <a:gd name="T10" fmla="*/ 105 w 334"/>
                            <a:gd name="T11" fmla="*/ 369 h 369"/>
                            <a:gd name="T12" fmla="*/ 36 w 334"/>
                            <a:gd name="T13" fmla="*/ 129 h 369"/>
                            <a:gd name="T14" fmla="*/ 144 w 334"/>
                            <a:gd name="T15" fmla="*/ 21 h 369"/>
                            <a:gd name="T16" fmla="*/ 297 w 334"/>
                            <a:gd name="T17" fmla="*/ 21 h 369"/>
                            <a:gd name="T18" fmla="*/ 334 w 334"/>
                            <a:gd name="T19" fmla="*/ 42 h 369"/>
                            <a:gd name="T20" fmla="*/ 332 w 334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9">
                              <a:moveTo>
                                <a:pt x="332" y="45"/>
                              </a:moveTo>
                              <a:cubicBezTo>
                                <a:pt x="320" y="37"/>
                                <a:pt x="308" y="30"/>
                                <a:pt x="295" y="25"/>
                              </a:cubicBezTo>
                              <a:cubicBezTo>
                                <a:pt x="247" y="5"/>
                                <a:pt x="194" y="5"/>
                                <a:pt x="145" y="24"/>
                              </a:cubicBezTo>
                              <a:cubicBezTo>
                                <a:pt x="97" y="44"/>
                                <a:pt x="59" y="82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8" y="366"/>
                              </a:cubicBezTo>
                              <a:cubicBezTo>
                                <a:pt x="105" y="369"/>
                                <a:pt x="105" y="369"/>
                                <a:pt x="105" y="369"/>
                              </a:cubicBezTo>
                              <a:cubicBezTo>
                                <a:pt x="29" y="316"/>
                                <a:pt x="0" y="215"/>
                                <a:pt x="36" y="129"/>
                              </a:cubicBezTo>
                              <a:cubicBezTo>
                                <a:pt x="56" y="79"/>
                                <a:pt x="94" y="41"/>
                                <a:pt x="144" y="21"/>
                              </a:cubicBezTo>
                              <a:cubicBezTo>
                                <a:pt x="193" y="0"/>
                                <a:pt x="247" y="1"/>
                                <a:pt x="297" y="21"/>
                              </a:cubicBezTo>
                              <a:cubicBezTo>
                                <a:pt x="310" y="27"/>
                                <a:pt x="323" y="34"/>
                                <a:pt x="334" y="42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45" name="Freeform 24">
                          <a:extLst>
                            <a:ext uri="{FF2B5EF4-FFF2-40B4-BE49-F238E27FC236}">
                              <a16:creationId xmlns:a16="http://schemas.microsoft.com/office/drawing/2014/main" id="{5E8371A0-1E5B-45BF-A81E-5A741E75369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770699" y="3915124"/>
                          <a:ext cx="1626922" cy="1646239"/>
                        </a:xfrm>
                        <a:custGeom>
                          <a:avLst/>
                          <a:gdLst>
                            <a:gd name="T0" fmla="*/ 332 w 335"/>
                            <a:gd name="T1" fmla="*/ 44 h 368"/>
                            <a:gd name="T2" fmla="*/ 295 w 335"/>
                            <a:gd name="T3" fmla="*/ 24 h 368"/>
                            <a:gd name="T4" fmla="*/ 146 w 335"/>
                            <a:gd name="T5" fmla="*/ 24 h 368"/>
                            <a:gd name="T6" fmla="*/ 40 w 335"/>
                            <a:gd name="T7" fmla="*/ 129 h 368"/>
                            <a:gd name="T8" fmla="*/ 108 w 335"/>
                            <a:gd name="T9" fmla="*/ 365 h 368"/>
                            <a:gd name="T10" fmla="*/ 106 w 335"/>
                            <a:gd name="T11" fmla="*/ 368 h 368"/>
                            <a:gd name="T12" fmla="*/ 36 w 335"/>
                            <a:gd name="T13" fmla="*/ 128 h 368"/>
                            <a:gd name="T14" fmla="*/ 144 w 335"/>
                            <a:gd name="T15" fmla="*/ 20 h 368"/>
                            <a:gd name="T16" fmla="*/ 297 w 335"/>
                            <a:gd name="T17" fmla="*/ 20 h 368"/>
                            <a:gd name="T18" fmla="*/ 335 w 335"/>
                            <a:gd name="T19" fmla="*/ 41 h 368"/>
                            <a:gd name="T20" fmla="*/ 332 w 335"/>
                            <a:gd name="T21" fmla="*/ 44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8">
                              <a:moveTo>
                                <a:pt x="332" y="44"/>
                              </a:moveTo>
                              <a:cubicBezTo>
                                <a:pt x="321" y="36"/>
                                <a:pt x="308" y="29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6" y="24"/>
                              </a:cubicBezTo>
                              <a:cubicBezTo>
                                <a:pt x="97" y="44"/>
                                <a:pt x="60" y="81"/>
                                <a:pt x="40" y="129"/>
                              </a:cubicBezTo>
                              <a:cubicBezTo>
                                <a:pt x="5" y="214"/>
                                <a:pt x="33" y="313"/>
                                <a:pt x="108" y="365"/>
                              </a:cubicBezTo>
                              <a:cubicBezTo>
                                <a:pt x="106" y="368"/>
                                <a:pt x="106" y="368"/>
                                <a:pt x="106" y="368"/>
                              </a:cubicBezTo>
                              <a:cubicBezTo>
                                <a:pt x="30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0"/>
                                <a:pt x="144" y="20"/>
                              </a:cubicBezTo>
                              <a:cubicBezTo>
                                <a:pt x="193" y="0"/>
                                <a:pt x="248" y="0"/>
                                <a:pt x="297" y="20"/>
                              </a:cubicBezTo>
                              <a:cubicBezTo>
                                <a:pt x="310" y="26"/>
                                <a:pt x="323" y="33"/>
                                <a:pt x="335" y="41"/>
                              </a:cubicBezTo>
                              <a:lnTo>
                                <a:pt x="332" y="4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46" name="Freeform 25">
                          <a:extLst>
                            <a:ext uri="{FF2B5EF4-FFF2-40B4-BE49-F238E27FC236}">
                              <a16:creationId xmlns:a16="http://schemas.microsoft.com/office/drawing/2014/main" id="{D8093865-DEAF-4D24-9E12-368CFE2AC80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824012" y="3946874"/>
                          <a:ext cx="1623482" cy="1646239"/>
                        </a:xfrm>
                        <a:custGeom>
                          <a:avLst/>
                          <a:gdLst>
                            <a:gd name="T0" fmla="*/ 332 w 334"/>
                            <a:gd name="T1" fmla="*/ 45 h 368"/>
                            <a:gd name="T2" fmla="*/ 295 w 334"/>
                            <a:gd name="T3" fmla="*/ 24 h 368"/>
                            <a:gd name="T4" fmla="*/ 145 w 334"/>
                            <a:gd name="T5" fmla="*/ 24 h 368"/>
                            <a:gd name="T6" fmla="*/ 39 w 334"/>
                            <a:gd name="T7" fmla="*/ 130 h 368"/>
                            <a:gd name="T8" fmla="*/ 108 w 334"/>
                            <a:gd name="T9" fmla="*/ 365 h 368"/>
                            <a:gd name="T10" fmla="*/ 105 w 334"/>
                            <a:gd name="T11" fmla="*/ 368 h 368"/>
                            <a:gd name="T12" fmla="*/ 35 w 334"/>
                            <a:gd name="T13" fmla="*/ 128 h 368"/>
                            <a:gd name="T14" fmla="*/ 144 w 334"/>
                            <a:gd name="T15" fmla="*/ 20 h 368"/>
                            <a:gd name="T16" fmla="*/ 296 w 334"/>
                            <a:gd name="T17" fmla="*/ 21 h 368"/>
                            <a:gd name="T18" fmla="*/ 334 w 334"/>
                            <a:gd name="T19" fmla="*/ 41 h 368"/>
                            <a:gd name="T20" fmla="*/ 332 w 334"/>
                            <a:gd name="T21" fmla="*/ 45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8">
                              <a:moveTo>
                                <a:pt x="332" y="45"/>
                              </a:moveTo>
                              <a:cubicBezTo>
                                <a:pt x="320" y="37"/>
                                <a:pt x="308" y="30"/>
                                <a:pt x="295" y="24"/>
                              </a:cubicBezTo>
                              <a:cubicBezTo>
                                <a:pt x="247" y="4"/>
                                <a:pt x="193" y="4"/>
                                <a:pt x="145" y="24"/>
                              </a:cubicBezTo>
                              <a:cubicBezTo>
                                <a:pt x="97" y="44"/>
                                <a:pt x="59" y="81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5" y="368"/>
                                <a:pt x="105" y="368"/>
                                <a:pt x="105" y="368"/>
                              </a:cubicBezTo>
                              <a:cubicBezTo>
                                <a:pt x="29" y="315"/>
                                <a:pt x="0" y="214"/>
                                <a:pt x="35" y="128"/>
                              </a:cubicBezTo>
                              <a:cubicBezTo>
                                <a:pt x="56" y="79"/>
                                <a:pt x="94" y="41"/>
                                <a:pt x="144" y="20"/>
                              </a:cubicBezTo>
                              <a:cubicBezTo>
                                <a:pt x="193" y="0"/>
                                <a:pt x="247" y="0"/>
                                <a:pt x="296" y="21"/>
                              </a:cubicBezTo>
                              <a:cubicBezTo>
                                <a:pt x="310" y="26"/>
                                <a:pt x="322" y="33"/>
                                <a:pt x="334" y="41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47" name="Freeform 26">
                          <a:extLst>
                            <a:ext uri="{FF2B5EF4-FFF2-40B4-BE49-F238E27FC236}">
                              <a16:creationId xmlns:a16="http://schemas.microsoft.com/office/drawing/2014/main" id="{89868734-7C81-4DBD-A858-8CE8F57C0DF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872166" y="3978624"/>
                          <a:ext cx="1628642" cy="1649414"/>
                        </a:xfrm>
                        <a:custGeom>
                          <a:avLst/>
                          <a:gdLst>
                            <a:gd name="T0" fmla="*/ 332 w 335"/>
                            <a:gd name="T1" fmla="*/ 45 h 369"/>
                            <a:gd name="T2" fmla="*/ 295 w 335"/>
                            <a:gd name="T3" fmla="*/ 25 h 369"/>
                            <a:gd name="T4" fmla="*/ 146 w 335"/>
                            <a:gd name="T5" fmla="*/ 24 h 369"/>
                            <a:gd name="T6" fmla="*/ 40 w 335"/>
                            <a:gd name="T7" fmla="*/ 130 h 369"/>
                            <a:gd name="T8" fmla="*/ 108 w 335"/>
                            <a:gd name="T9" fmla="*/ 365 h 369"/>
                            <a:gd name="T10" fmla="*/ 106 w 335"/>
                            <a:gd name="T11" fmla="*/ 369 h 369"/>
                            <a:gd name="T12" fmla="*/ 36 w 335"/>
                            <a:gd name="T13" fmla="*/ 128 h 369"/>
                            <a:gd name="T14" fmla="*/ 144 w 335"/>
                            <a:gd name="T15" fmla="*/ 21 h 369"/>
                            <a:gd name="T16" fmla="*/ 297 w 335"/>
                            <a:gd name="T17" fmla="*/ 21 h 369"/>
                            <a:gd name="T18" fmla="*/ 335 w 335"/>
                            <a:gd name="T19" fmla="*/ 42 h 369"/>
                            <a:gd name="T20" fmla="*/ 332 w 335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9">
                              <a:moveTo>
                                <a:pt x="332" y="45"/>
                              </a:moveTo>
                              <a:cubicBezTo>
                                <a:pt x="321" y="37"/>
                                <a:pt x="308" y="30"/>
                                <a:pt x="295" y="25"/>
                              </a:cubicBezTo>
                              <a:cubicBezTo>
                                <a:pt x="247" y="5"/>
                                <a:pt x="194" y="4"/>
                                <a:pt x="146" y="24"/>
                              </a:cubicBezTo>
                              <a:cubicBezTo>
                                <a:pt x="97" y="44"/>
                                <a:pt x="60" y="82"/>
                                <a:pt x="40" y="130"/>
                              </a:cubicBezTo>
                              <a:cubicBezTo>
                                <a:pt x="5" y="214"/>
                                <a:pt x="33" y="313"/>
                                <a:pt x="108" y="365"/>
                              </a:cubicBezTo>
                              <a:cubicBezTo>
                                <a:pt x="106" y="369"/>
                                <a:pt x="106" y="369"/>
                                <a:pt x="106" y="369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1"/>
                                <a:pt x="144" y="21"/>
                              </a:cubicBezTo>
                              <a:cubicBezTo>
                                <a:pt x="193" y="0"/>
                                <a:pt x="248" y="0"/>
                                <a:pt x="297" y="21"/>
                              </a:cubicBezTo>
                              <a:cubicBezTo>
                                <a:pt x="310" y="26"/>
                                <a:pt x="323" y="33"/>
                                <a:pt x="335" y="42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48" name="Freeform 27">
                          <a:extLst>
                            <a:ext uri="{FF2B5EF4-FFF2-40B4-BE49-F238E27FC236}">
                              <a16:creationId xmlns:a16="http://schemas.microsoft.com/office/drawing/2014/main" id="{B99D97EA-115A-46ED-A682-0EFA7298514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925480" y="4013549"/>
                          <a:ext cx="1623482" cy="1646239"/>
                        </a:xfrm>
                        <a:custGeom>
                          <a:avLst/>
                          <a:gdLst>
                            <a:gd name="T0" fmla="*/ 332 w 334"/>
                            <a:gd name="T1" fmla="*/ 44 h 368"/>
                            <a:gd name="T2" fmla="*/ 295 w 334"/>
                            <a:gd name="T3" fmla="*/ 24 h 368"/>
                            <a:gd name="T4" fmla="*/ 145 w 334"/>
                            <a:gd name="T5" fmla="*/ 24 h 368"/>
                            <a:gd name="T6" fmla="*/ 39 w 334"/>
                            <a:gd name="T7" fmla="*/ 129 h 368"/>
                            <a:gd name="T8" fmla="*/ 107 w 334"/>
                            <a:gd name="T9" fmla="*/ 365 h 368"/>
                            <a:gd name="T10" fmla="*/ 105 w 334"/>
                            <a:gd name="T11" fmla="*/ 368 h 368"/>
                            <a:gd name="T12" fmla="*/ 35 w 334"/>
                            <a:gd name="T13" fmla="*/ 128 h 368"/>
                            <a:gd name="T14" fmla="*/ 144 w 334"/>
                            <a:gd name="T15" fmla="*/ 20 h 368"/>
                            <a:gd name="T16" fmla="*/ 296 w 334"/>
                            <a:gd name="T17" fmla="*/ 20 h 368"/>
                            <a:gd name="T18" fmla="*/ 334 w 334"/>
                            <a:gd name="T19" fmla="*/ 41 h 368"/>
                            <a:gd name="T20" fmla="*/ 332 w 334"/>
                            <a:gd name="T21" fmla="*/ 44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8">
                              <a:moveTo>
                                <a:pt x="332" y="44"/>
                              </a:moveTo>
                              <a:cubicBezTo>
                                <a:pt x="320" y="36"/>
                                <a:pt x="308" y="29"/>
                                <a:pt x="295" y="24"/>
                              </a:cubicBezTo>
                              <a:cubicBezTo>
                                <a:pt x="247" y="4"/>
                                <a:pt x="193" y="4"/>
                                <a:pt x="145" y="24"/>
                              </a:cubicBezTo>
                              <a:cubicBezTo>
                                <a:pt x="97" y="44"/>
                                <a:pt x="59" y="81"/>
                                <a:pt x="39" y="129"/>
                              </a:cubicBezTo>
                              <a:cubicBezTo>
                                <a:pt x="4" y="214"/>
                                <a:pt x="33" y="313"/>
                                <a:pt x="107" y="365"/>
                              </a:cubicBezTo>
                              <a:cubicBezTo>
                                <a:pt x="105" y="368"/>
                                <a:pt x="105" y="368"/>
                                <a:pt x="105" y="368"/>
                              </a:cubicBezTo>
                              <a:cubicBezTo>
                                <a:pt x="29" y="315"/>
                                <a:pt x="0" y="214"/>
                                <a:pt x="35" y="128"/>
                              </a:cubicBezTo>
                              <a:cubicBezTo>
                                <a:pt x="56" y="79"/>
                                <a:pt x="94" y="40"/>
                                <a:pt x="144" y="20"/>
                              </a:cubicBezTo>
                              <a:cubicBezTo>
                                <a:pt x="193" y="0"/>
                                <a:pt x="247" y="0"/>
                                <a:pt x="296" y="20"/>
                              </a:cubicBezTo>
                              <a:cubicBezTo>
                                <a:pt x="310" y="26"/>
                                <a:pt x="322" y="33"/>
                                <a:pt x="334" y="41"/>
                              </a:cubicBezTo>
                              <a:lnTo>
                                <a:pt x="332" y="4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49" name="Freeform 28">
                          <a:extLst>
                            <a:ext uri="{FF2B5EF4-FFF2-40B4-BE49-F238E27FC236}">
                              <a16:creationId xmlns:a16="http://schemas.microsoft.com/office/drawing/2014/main" id="{15084C43-9800-4549-8177-06AC758D216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66548" y="3651599"/>
                          <a:ext cx="1623482" cy="1651001"/>
                        </a:xfrm>
                        <a:custGeom>
                          <a:avLst/>
                          <a:gdLst>
                            <a:gd name="T0" fmla="*/ 332 w 334"/>
                            <a:gd name="T1" fmla="*/ 45 h 369"/>
                            <a:gd name="T2" fmla="*/ 295 w 334"/>
                            <a:gd name="T3" fmla="*/ 25 h 369"/>
                            <a:gd name="T4" fmla="*/ 145 w 334"/>
                            <a:gd name="T5" fmla="*/ 24 h 369"/>
                            <a:gd name="T6" fmla="*/ 39 w 334"/>
                            <a:gd name="T7" fmla="*/ 130 h 369"/>
                            <a:gd name="T8" fmla="*/ 108 w 334"/>
                            <a:gd name="T9" fmla="*/ 366 h 369"/>
                            <a:gd name="T10" fmla="*/ 105 w 334"/>
                            <a:gd name="T11" fmla="*/ 369 h 369"/>
                            <a:gd name="T12" fmla="*/ 35 w 334"/>
                            <a:gd name="T13" fmla="*/ 129 h 369"/>
                            <a:gd name="T14" fmla="*/ 144 w 334"/>
                            <a:gd name="T15" fmla="*/ 21 h 369"/>
                            <a:gd name="T16" fmla="*/ 296 w 334"/>
                            <a:gd name="T17" fmla="*/ 21 h 369"/>
                            <a:gd name="T18" fmla="*/ 334 w 334"/>
                            <a:gd name="T19" fmla="*/ 42 h 369"/>
                            <a:gd name="T20" fmla="*/ 332 w 334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9">
                              <a:moveTo>
                                <a:pt x="332" y="45"/>
                              </a:moveTo>
                              <a:cubicBezTo>
                                <a:pt x="320" y="37"/>
                                <a:pt x="308" y="30"/>
                                <a:pt x="295" y="25"/>
                              </a:cubicBezTo>
                              <a:cubicBezTo>
                                <a:pt x="247" y="5"/>
                                <a:pt x="193" y="4"/>
                                <a:pt x="145" y="24"/>
                              </a:cubicBezTo>
                              <a:cubicBezTo>
                                <a:pt x="97" y="44"/>
                                <a:pt x="59" y="82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8" y="366"/>
                              </a:cubicBezTo>
                              <a:cubicBezTo>
                                <a:pt x="105" y="369"/>
                                <a:pt x="105" y="369"/>
                                <a:pt x="105" y="369"/>
                              </a:cubicBezTo>
                              <a:cubicBezTo>
                                <a:pt x="29" y="316"/>
                                <a:pt x="0" y="215"/>
                                <a:pt x="35" y="129"/>
                              </a:cubicBezTo>
                              <a:cubicBezTo>
                                <a:pt x="56" y="79"/>
                                <a:pt x="94" y="41"/>
                                <a:pt x="144" y="21"/>
                              </a:cubicBezTo>
                              <a:cubicBezTo>
                                <a:pt x="193" y="0"/>
                                <a:pt x="247" y="0"/>
                                <a:pt x="296" y="21"/>
                              </a:cubicBezTo>
                              <a:cubicBezTo>
                                <a:pt x="310" y="26"/>
                                <a:pt x="322" y="33"/>
                                <a:pt x="334" y="42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0" name="Freeform 29">
                          <a:extLst>
                            <a:ext uri="{FF2B5EF4-FFF2-40B4-BE49-F238E27FC236}">
                              <a16:creationId xmlns:a16="http://schemas.microsoft.com/office/drawing/2014/main" id="{753FDD01-C992-44F6-9EF8-7F71DF371F4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265080" y="3589686"/>
                          <a:ext cx="1623482" cy="1644651"/>
                        </a:xfrm>
                        <a:custGeom>
                          <a:avLst/>
                          <a:gdLst>
                            <a:gd name="T0" fmla="*/ 332 w 334"/>
                            <a:gd name="T1" fmla="*/ 44 h 368"/>
                            <a:gd name="T2" fmla="*/ 295 w 334"/>
                            <a:gd name="T3" fmla="*/ 24 h 368"/>
                            <a:gd name="T4" fmla="*/ 145 w 334"/>
                            <a:gd name="T5" fmla="*/ 24 h 368"/>
                            <a:gd name="T6" fmla="*/ 39 w 334"/>
                            <a:gd name="T7" fmla="*/ 129 h 368"/>
                            <a:gd name="T8" fmla="*/ 108 w 334"/>
                            <a:gd name="T9" fmla="*/ 365 h 368"/>
                            <a:gd name="T10" fmla="*/ 105 w 334"/>
                            <a:gd name="T11" fmla="*/ 368 h 368"/>
                            <a:gd name="T12" fmla="*/ 36 w 334"/>
                            <a:gd name="T13" fmla="*/ 128 h 368"/>
                            <a:gd name="T14" fmla="*/ 144 w 334"/>
                            <a:gd name="T15" fmla="*/ 20 h 368"/>
                            <a:gd name="T16" fmla="*/ 296 w 334"/>
                            <a:gd name="T17" fmla="*/ 20 h 368"/>
                            <a:gd name="T18" fmla="*/ 334 w 334"/>
                            <a:gd name="T19" fmla="*/ 41 h 368"/>
                            <a:gd name="T20" fmla="*/ 332 w 334"/>
                            <a:gd name="T21" fmla="*/ 44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8">
                              <a:moveTo>
                                <a:pt x="332" y="44"/>
                              </a:moveTo>
                              <a:cubicBezTo>
                                <a:pt x="320" y="36"/>
                                <a:pt x="308" y="29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5" y="24"/>
                              </a:cubicBezTo>
                              <a:cubicBezTo>
                                <a:pt x="97" y="44"/>
                                <a:pt x="59" y="81"/>
                                <a:pt x="39" y="129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5" y="368"/>
                                <a:pt x="105" y="368"/>
                                <a:pt x="105" y="368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4" y="40"/>
                                <a:pt x="144" y="20"/>
                              </a:cubicBezTo>
                              <a:cubicBezTo>
                                <a:pt x="193" y="0"/>
                                <a:pt x="247" y="0"/>
                                <a:pt x="296" y="20"/>
                              </a:cubicBezTo>
                              <a:cubicBezTo>
                                <a:pt x="310" y="26"/>
                                <a:pt x="323" y="33"/>
                                <a:pt x="334" y="41"/>
                              </a:cubicBezTo>
                              <a:lnTo>
                                <a:pt x="332" y="4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1" name="Freeform 30">
                          <a:extLst>
                            <a:ext uri="{FF2B5EF4-FFF2-40B4-BE49-F238E27FC236}">
                              <a16:creationId xmlns:a16="http://schemas.microsoft.com/office/drawing/2014/main" id="{8ABB77E4-3987-45DF-AE8B-77B237388FA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13234" y="3621436"/>
                          <a:ext cx="1628642" cy="1649414"/>
                        </a:xfrm>
                        <a:custGeom>
                          <a:avLst/>
                          <a:gdLst>
                            <a:gd name="T0" fmla="*/ 332 w 335"/>
                            <a:gd name="T1" fmla="*/ 45 h 369"/>
                            <a:gd name="T2" fmla="*/ 295 w 335"/>
                            <a:gd name="T3" fmla="*/ 24 h 369"/>
                            <a:gd name="T4" fmla="*/ 146 w 335"/>
                            <a:gd name="T5" fmla="*/ 24 h 369"/>
                            <a:gd name="T6" fmla="*/ 40 w 335"/>
                            <a:gd name="T7" fmla="*/ 130 h 369"/>
                            <a:gd name="T8" fmla="*/ 108 w 335"/>
                            <a:gd name="T9" fmla="*/ 365 h 369"/>
                            <a:gd name="T10" fmla="*/ 106 w 335"/>
                            <a:gd name="T11" fmla="*/ 369 h 369"/>
                            <a:gd name="T12" fmla="*/ 36 w 335"/>
                            <a:gd name="T13" fmla="*/ 128 h 369"/>
                            <a:gd name="T14" fmla="*/ 144 w 335"/>
                            <a:gd name="T15" fmla="*/ 20 h 369"/>
                            <a:gd name="T16" fmla="*/ 297 w 335"/>
                            <a:gd name="T17" fmla="*/ 21 h 369"/>
                            <a:gd name="T18" fmla="*/ 335 w 335"/>
                            <a:gd name="T19" fmla="*/ 41 h 369"/>
                            <a:gd name="T20" fmla="*/ 332 w 335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9">
                              <a:moveTo>
                                <a:pt x="332" y="45"/>
                              </a:moveTo>
                              <a:cubicBezTo>
                                <a:pt x="321" y="37"/>
                                <a:pt x="308" y="30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6" y="24"/>
                              </a:cubicBezTo>
                              <a:cubicBezTo>
                                <a:pt x="97" y="44"/>
                                <a:pt x="60" y="82"/>
                                <a:pt x="40" y="130"/>
                              </a:cubicBezTo>
                              <a:cubicBezTo>
                                <a:pt x="5" y="214"/>
                                <a:pt x="33" y="313"/>
                                <a:pt x="108" y="365"/>
                              </a:cubicBezTo>
                              <a:cubicBezTo>
                                <a:pt x="106" y="369"/>
                                <a:pt x="106" y="369"/>
                                <a:pt x="106" y="369"/>
                              </a:cubicBezTo>
                              <a:cubicBezTo>
                                <a:pt x="30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1"/>
                                <a:pt x="144" y="20"/>
                              </a:cubicBezTo>
                              <a:cubicBezTo>
                                <a:pt x="193" y="0"/>
                                <a:pt x="248" y="0"/>
                                <a:pt x="297" y="21"/>
                              </a:cubicBezTo>
                              <a:cubicBezTo>
                                <a:pt x="310" y="26"/>
                                <a:pt x="323" y="33"/>
                                <a:pt x="335" y="41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2" name="Freeform 31">
                          <a:extLst>
                            <a:ext uri="{FF2B5EF4-FFF2-40B4-BE49-F238E27FC236}">
                              <a16:creationId xmlns:a16="http://schemas.microsoft.com/office/drawing/2014/main" id="{25004BD5-4A8F-463C-B9FC-E8CB9B6011C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012271" y="3424586"/>
                          <a:ext cx="1623482" cy="1649414"/>
                        </a:xfrm>
                        <a:custGeom>
                          <a:avLst/>
                          <a:gdLst>
                            <a:gd name="T0" fmla="*/ 332 w 334"/>
                            <a:gd name="T1" fmla="*/ 45 h 369"/>
                            <a:gd name="T2" fmla="*/ 295 w 334"/>
                            <a:gd name="T3" fmla="*/ 25 h 369"/>
                            <a:gd name="T4" fmla="*/ 145 w 334"/>
                            <a:gd name="T5" fmla="*/ 24 h 369"/>
                            <a:gd name="T6" fmla="*/ 39 w 334"/>
                            <a:gd name="T7" fmla="*/ 130 h 369"/>
                            <a:gd name="T8" fmla="*/ 107 w 334"/>
                            <a:gd name="T9" fmla="*/ 365 h 369"/>
                            <a:gd name="T10" fmla="*/ 105 w 334"/>
                            <a:gd name="T11" fmla="*/ 369 h 369"/>
                            <a:gd name="T12" fmla="*/ 35 w 334"/>
                            <a:gd name="T13" fmla="*/ 128 h 369"/>
                            <a:gd name="T14" fmla="*/ 144 w 334"/>
                            <a:gd name="T15" fmla="*/ 21 h 369"/>
                            <a:gd name="T16" fmla="*/ 296 w 334"/>
                            <a:gd name="T17" fmla="*/ 21 h 369"/>
                            <a:gd name="T18" fmla="*/ 334 w 334"/>
                            <a:gd name="T19" fmla="*/ 42 h 369"/>
                            <a:gd name="T20" fmla="*/ 332 w 334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9">
                              <a:moveTo>
                                <a:pt x="332" y="45"/>
                              </a:moveTo>
                              <a:cubicBezTo>
                                <a:pt x="320" y="37"/>
                                <a:pt x="308" y="30"/>
                                <a:pt x="295" y="25"/>
                              </a:cubicBezTo>
                              <a:cubicBezTo>
                                <a:pt x="246" y="5"/>
                                <a:pt x="193" y="4"/>
                                <a:pt x="145" y="24"/>
                              </a:cubicBezTo>
                              <a:cubicBezTo>
                                <a:pt x="97" y="44"/>
                                <a:pt x="59" y="82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7" y="365"/>
                              </a:cubicBezTo>
                              <a:cubicBezTo>
                                <a:pt x="105" y="369"/>
                                <a:pt x="105" y="369"/>
                                <a:pt x="105" y="369"/>
                              </a:cubicBezTo>
                              <a:cubicBezTo>
                                <a:pt x="29" y="316"/>
                                <a:pt x="0" y="214"/>
                                <a:pt x="35" y="128"/>
                              </a:cubicBezTo>
                              <a:cubicBezTo>
                                <a:pt x="56" y="79"/>
                                <a:pt x="94" y="41"/>
                                <a:pt x="144" y="21"/>
                              </a:cubicBezTo>
                              <a:cubicBezTo>
                                <a:pt x="193" y="0"/>
                                <a:pt x="247" y="0"/>
                                <a:pt x="296" y="21"/>
                              </a:cubicBezTo>
                              <a:cubicBezTo>
                                <a:pt x="310" y="26"/>
                                <a:pt x="322" y="33"/>
                                <a:pt x="334" y="42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3" name="Freeform 32">
                          <a:extLst>
                            <a:ext uri="{FF2B5EF4-FFF2-40B4-BE49-F238E27FC236}">
                              <a16:creationId xmlns:a16="http://schemas.microsoft.com/office/drawing/2014/main" id="{6AD5166E-FD6B-418A-B35A-EBFB50D51D6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060425" y="3459511"/>
                          <a:ext cx="1623482" cy="1646239"/>
                        </a:xfrm>
                        <a:custGeom>
                          <a:avLst/>
                          <a:gdLst>
                            <a:gd name="T0" fmla="*/ 332 w 334"/>
                            <a:gd name="T1" fmla="*/ 44 h 368"/>
                            <a:gd name="T2" fmla="*/ 295 w 334"/>
                            <a:gd name="T3" fmla="*/ 24 h 368"/>
                            <a:gd name="T4" fmla="*/ 145 w 334"/>
                            <a:gd name="T5" fmla="*/ 24 h 368"/>
                            <a:gd name="T6" fmla="*/ 39 w 334"/>
                            <a:gd name="T7" fmla="*/ 129 h 368"/>
                            <a:gd name="T8" fmla="*/ 108 w 334"/>
                            <a:gd name="T9" fmla="*/ 365 h 368"/>
                            <a:gd name="T10" fmla="*/ 106 w 334"/>
                            <a:gd name="T11" fmla="*/ 368 h 368"/>
                            <a:gd name="T12" fmla="*/ 36 w 334"/>
                            <a:gd name="T13" fmla="*/ 128 h 368"/>
                            <a:gd name="T14" fmla="*/ 144 w 334"/>
                            <a:gd name="T15" fmla="*/ 20 h 368"/>
                            <a:gd name="T16" fmla="*/ 297 w 334"/>
                            <a:gd name="T17" fmla="*/ 20 h 368"/>
                            <a:gd name="T18" fmla="*/ 334 w 334"/>
                            <a:gd name="T19" fmla="*/ 41 h 368"/>
                            <a:gd name="T20" fmla="*/ 332 w 334"/>
                            <a:gd name="T21" fmla="*/ 44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8">
                              <a:moveTo>
                                <a:pt x="332" y="44"/>
                              </a:moveTo>
                              <a:cubicBezTo>
                                <a:pt x="321" y="36"/>
                                <a:pt x="308" y="29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5" y="24"/>
                              </a:cubicBezTo>
                              <a:cubicBezTo>
                                <a:pt x="97" y="44"/>
                                <a:pt x="60" y="81"/>
                                <a:pt x="39" y="129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6" y="368"/>
                                <a:pt x="106" y="368"/>
                                <a:pt x="106" y="368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0"/>
                                <a:pt x="144" y="20"/>
                              </a:cubicBezTo>
                              <a:cubicBezTo>
                                <a:pt x="193" y="0"/>
                                <a:pt x="247" y="0"/>
                                <a:pt x="297" y="20"/>
                              </a:cubicBezTo>
                              <a:cubicBezTo>
                                <a:pt x="310" y="26"/>
                                <a:pt x="323" y="33"/>
                                <a:pt x="334" y="41"/>
                              </a:cubicBezTo>
                              <a:lnTo>
                                <a:pt x="332" y="4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4" name="Freeform 34">
                          <a:extLst>
                            <a:ext uri="{FF2B5EF4-FFF2-40B4-BE49-F238E27FC236}">
                              <a16:creationId xmlns:a16="http://schemas.microsoft.com/office/drawing/2014/main" id="{2D320DA0-700F-46D9-9217-71E8832E74F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163613" y="3523011"/>
                          <a:ext cx="1621763" cy="1649414"/>
                        </a:xfrm>
                        <a:custGeom>
                          <a:avLst/>
                          <a:gdLst>
                            <a:gd name="T0" fmla="*/ 332 w 334"/>
                            <a:gd name="T1" fmla="*/ 45 h 369"/>
                            <a:gd name="T2" fmla="*/ 295 w 334"/>
                            <a:gd name="T3" fmla="*/ 24 h 369"/>
                            <a:gd name="T4" fmla="*/ 145 w 334"/>
                            <a:gd name="T5" fmla="*/ 24 h 369"/>
                            <a:gd name="T6" fmla="*/ 39 w 334"/>
                            <a:gd name="T7" fmla="*/ 130 h 369"/>
                            <a:gd name="T8" fmla="*/ 108 w 334"/>
                            <a:gd name="T9" fmla="*/ 365 h 369"/>
                            <a:gd name="T10" fmla="*/ 105 w 334"/>
                            <a:gd name="T11" fmla="*/ 369 h 369"/>
                            <a:gd name="T12" fmla="*/ 36 w 334"/>
                            <a:gd name="T13" fmla="*/ 128 h 369"/>
                            <a:gd name="T14" fmla="*/ 144 w 334"/>
                            <a:gd name="T15" fmla="*/ 21 h 369"/>
                            <a:gd name="T16" fmla="*/ 297 w 334"/>
                            <a:gd name="T17" fmla="*/ 21 h 369"/>
                            <a:gd name="T18" fmla="*/ 334 w 334"/>
                            <a:gd name="T19" fmla="*/ 41 h 369"/>
                            <a:gd name="T20" fmla="*/ 332 w 334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9">
                              <a:moveTo>
                                <a:pt x="332" y="45"/>
                              </a:moveTo>
                              <a:cubicBezTo>
                                <a:pt x="321" y="37"/>
                                <a:pt x="308" y="30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5" y="24"/>
                              </a:cubicBezTo>
                              <a:cubicBezTo>
                                <a:pt x="97" y="44"/>
                                <a:pt x="59" y="82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5" y="369"/>
                                <a:pt x="105" y="369"/>
                                <a:pt x="105" y="369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1"/>
                                <a:pt x="144" y="21"/>
                              </a:cubicBezTo>
                              <a:cubicBezTo>
                                <a:pt x="193" y="0"/>
                                <a:pt x="247" y="0"/>
                                <a:pt x="297" y="21"/>
                              </a:cubicBezTo>
                              <a:cubicBezTo>
                                <a:pt x="310" y="26"/>
                                <a:pt x="323" y="33"/>
                                <a:pt x="334" y="41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5" name="Freeform 35">
                          <a:extLst>
                            <a:ext uri="{FF2B5EF4-FFF2-40B4-BE49-F238E27FC236}">
                              <a16:creationId xmlns:a16="http://schemas.microsoft.com/office/drawing/2014/main" id="{58E04EA3-6E55-43E9-9744-36CA1A4F220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211767" y="3553174"/>
                          <a:ext cx="1628642" cy="1651001"/>
                        </a:xfrm>
                        <a:custGeom>
                          <a:avLst/>
                          <a:gdLst>
                            <a:gd name="T0" fmla="*/ 332 w 335"/>
                            <a:gd name="T1" fmla="*/ 45 h 369"/>
                            <a:gd name="T2" fmla="*/ 296 w 335"/>
                            <a:gd name="T3" fmla="*/ 25 h 369"/>
                            <a:gd name="T4" fmla="*/ 146 w 335"/>
                            <a:gd name="T5" fmla="*/ 25 h 369"/>
                            <a:gd name="T6" fmla="*/ 40 w 335"/>
                            <a:gd name="T7" fmla="*/ 130 h 369"/>
                            <a:gd name="T8" fmla="*/ 108 w 335"/>
                            <a:gd name="T9" fmla="*/ 366 h 369"/>
                            <a:gd name="T10" fmla="*/ 106 w 335"/>
                            <a:gd name="T11" fmla="*/ 369 h 369"/>
                            <a:gd name="T12" fmla="*/ 36 w 335"/>
                            <a:gd name="T13" fmla="*/ 129 h 369"/>
                            <a:gd name="T14" fmla="*/ 144 w 335"/>
                            <a:gd name="T15" fmla="*/ 21 h 369"/>
                            <a:gd name="T16" fmla="*/ 297 w 335"/>
                            <a:gd name="T17" fmla="*/ 21 h 369"/>
                            <a:gd name="T18" fmla="*/ 335 w 335"/>
                            <a:gd name="T19" fmla="*/ 42 h 369"/>
                            <a:gd name="T20" fmla="*/ 332 w 335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9">
                              <a:moveTo>
                                <a:pt x="332" y="45"/>
                              </a:moveTo>
                              <a:cubicBezTo>
                                <a:pt x="321" y="37"/>
                                <a:pt x="309" y="30"/>
                                <a:pt x="296" y="25"/>
                              </a:cubicBezTo>
                              <a:cubicBezTo>
                                <a:pt x="247" y="5"/>
                                <a:pt x="194" y="5"/>
                                <a:pt x="146" y="25"/>
                              </a:cubicBezTo>
                              <a:cubicBezTo>
                                <a:pt x="98" y="44"/>
                                <a:pt x="60" y="82"/>
                                <a:pt x="40" y="130"/>
                              </a:cubicBezTo>
                              <a:cubicBezTo>
                                <a:pt x="5" y="214"/>
                                <a:pt x="33" y="313"/>
                                <a:pt x="108" y="366"/>
                              </a:cubicBezTo>
                              <a:cubicBezTo>
                                <a:pt x="106" y="369"/>
                                <a:pt x="106" y="369"/>
                                <a:pt x="106" y="369"/>
                              </a:cubicBezTo>
                              <a:cubicBezTo>
                                <a:pt x="30" y="316"/>
                                <a:pt x="0" y="215"/>
                                <a:pt x="36" y="129"/>
                              </a:cubicBezTo>
                              <a:cubicBezTo>
                                <a:pt x="57" y="79"/>
                                <a:pt x="95" y="41"/>
                                <a:pt x="144" y="21"/>
                              </a:cubicBezTo>
                              <a:cubicBezTo>
                                <a:pt x="194" y="0"/>
                                <a:pt x="248" y="1"/>
                                <a:pt x="297" y="21"/>
                              </a:cubicBezTo>
                              <a:cubicBezTo>
                                <a:pt x="310" y="27"/>
                                <a:pt x="323" y="34"/>
                                <a:pt x="335" y="42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6" name="Freeform 36">
                          <a:extLst>
                            <a:ext uri="{FF2B5EF4-FFF2-40B4-BE49-F238E27FC236}">
                              <a16:creationId xmlns:a16="http://schemas.microsoft.com/office/drawing/2014/main" id="{E4998A78-ABB7-4CAB-9BF3-BE0D33A1ECA1}"/>
                            </a:ext>
                          </a:extLst>
                        </p:cNvPr>
                        <p:cNvSpPr>
                          <a:spLocks noEditPoints="1"/>
                        </p:cNvSpPr>
                        <p:nvPr/>
                      </p:nvSpPr>
                      <p:spPr bwMode="auto">
                        <a:xfrm>
                          <a:off x="4970194" y="3942112"/>
                          <a:ext cx="2302800" cy="2155826"/>
                        </a:xfrm>
                        <a:custGeom>
                          <a:avLst/>
                          <a:gdLst>
                            <a:gd name="T0" fmla="*/ 107 w 474"/>
                            <a:gd name="T1" fmla="*/ 406 h 482"/>
                            <a:gd name="T2" fmla="*/ 129 w 474"/>
                            <a:gd name="T3" fmla="*/ 422 h 482"/>
                            <a:gd name="T4" fmla="*/ 168 w 474"/>
                            <a:gd name="T5" fmla="*/ 441 h 482"/>
                            <a:gd name="T6" fmla="*/ 353 w 474"/>
                            <a:gd name="T7" fmla="*/ 68 h 482"/>
                            <a:gd name="T8" fmla="*/ 35 w 474"/>
                            <a:gd name="T9" fmla="*/ 162 h 482"/>
                            <a:gd name="T10" fmla="*/ 381 w 474"/>
                            <a:gd name="T11" fmla="*/ 340 h 482"/>
                            <a:gd name="T12" fmla="*/ 411 w 474"/>
                            <a:gd name="T13" fmla="*/ 342 h 482"/>
                            <a:gd name="T14" fmla="*/ 395 w 474"/>
                            <a:gd name="T15" fmla="*/ 368 h 482"/>
                            <a:gd name="T16" fmla="*/ 306 w 474"/>
                            <a:gd name="T17" fmla="*/ 401 h 482"/>
                            <a:gd name="T18" fmla="*/ 336 w 474"/>
                            <a:gd name="T19" fmla="*/ 403 h 482"/>
                            <a:gd name="T20" fmla="*/ 320 w 474"/>
                            <a:gd name="T21" fmla="*/ 428 h 482"/>
                            <a:gd name="T22" fmla="*/ 306 w 474"/>
                            <a:gd name="T23" fmla="*/ 401 h 482"/>
                            <a:gd name="T24" fmla="*/ 420 w 474"/>
                            <a:gd name="T25" fmla="*/ 247 h 482"/>
                            <a:gd name="T26" fmla="*/ 434 w 474"/>
                            <a:gd name="T27" fmla="*/ 274 h 482"/>
                            <a:gd name="T28" fmla="*/ 404 w 474"/>
                            <a:gd name="T29" fmla="*/ 273 h 482"/>
                            <a:gd name="T30" fmla="*/ 216 w 474"/>
                            <a:gd name="T31" fmla="*/ 422 h 482"/>
                            <a:gd name="T32" fmla="*/ 246 w 474"/>
                            <a:gd name="T33" fmla="*/ 424 h 482"/>
                            <a:gd name="T34" fmla="*/ 230 w 474"/>
                            <a:gd name="T35" fmla="*/ 449 h 482"/>
                            <a:gd name="T36" fmla="*/ 216 w 474"/>
                            <a:gd name="T37" fmla="*/ 422 h 482"/>
                            <a:gd name="T38" fmla="*/ 407 w 474"/>
                            <a:gd name="T39" fmla="*/ 155 h 482"/>
                            <a:gd name="T40" fmla="*/ 421 w 474"/>
                            <a:gd name="T41" fmla="*/ 183 h 482"/>
                            <a:gd name="T42" fmla="*/ 391 w 474"/>
                            <a:gd name="T43" fmla="*/ 181 h 482"/>
                            <a:gd name="T44" fmla="*/ 123 w 474"/>
                            <a:gd name="T45" fmla="*/ 385 h 482"/>
                            <a:gd name="T46" fmla="*/ 154 w 474"/>
                            <a:gd name="T47" fmla="*/ 387 h 482"/>
                            <a:gd name="T48" fmla="*/ 137 w 474"/>
                            <a:gd name="T49" fmla="*/ 413 h 482"/>
                            <a:gd name="T50" fmla="*/ 123 w 474"/>
                            <a:gd name="T51" fmla="*/ 385 h 482"/>
                            <a:gd name="T52" fmla="*/ 340 w 474"/>
                            <a:gd name="T53" fmla="*/ 82 h 482"/>
                            <a:gd name="T54" fmla="*/ 353 w 474"/>
                            <a:gd name="T55" fmla="*/ 109 h 482"/>
                            <a:gd name="T56" fmla="*/ 323 w 474"/>
                            <a:gd name="T57" fmla="*/ 107 h 482"/>
                            <a:gd name="T58" fmla="*/ 171 w 474"/>
                            <a:gd name="T59" fmla="*/ 96 h 482"/>
                            <a:gd name="T60" fmla="*/ 140 w 474"/>
                            <a:gd name="T61" fmla="*/ 94 h 482"/>
                            <a:gd name="T62" fmla="*/ 157 w 474"/>
                            <a:gd name="T63" fmla="*/ 69 h 482"/>
                            <a:gd name="T64" fmla="*/ 171 w 474"/>
                            <a:gd name="T65" fmla="*/ 96 h 482"/>
                            <a:gd name="T66" fmla="*/ 81 w 474"/>
                            <a:gd name="T67" fmla="*/ 313 h 482"/>
                            <a:gd name="T68" fmla="*/ 95 w 474"/>
                            <a:gd name="T69" fmla="*/ 340 h 482"/>
                            <a:gd name="T70" fmla="*/ 65 w 474"/>
                            <a:gd name="T71" fmla="*/ 338 h 482"/>
                            <a:gd name="T72" fmla="*/ 233 w 474"/>
                            <a:gd name="T73" fmla="*/ 56 h 482"/>
                            <a:gd name="T74" fmla="*/ 263 w 474"/>
                            <a:gd name="T75" fmla="*/ 58 h 482"/>
                            <a:gd name="T76" fmla="*/ 247 w 474"/>
                            <a:gd name="T77" fmla="*/ 83 h 482"/>
                            <a:gd name="T78" fmla="*/ 233 w 474"/>
                            <a:gd name="T79" fmla="*/ 56 h 482"/>
                            <a:gd name="T80" fmla="*/ 58 w 474"/>
                            <a:gd name="T81" fmla="*/ 215 h 482"/>
                            <a:gd name="T82" fmla="*/ 72 w 474"/>
                            <a:gd name="T83" fmla="*/ 242 h 482"/>
                            <a:gd name="T84" fmla="*/ 41 w 474"/>
                            <a:gd name="T85" fmla="*/ 240 h 482"/>
                            <a:gd name="T86" fmla="*/ 77 w 474"/>
                            <a:gd name="T87" fmla="*/ 134 h 482"/>
                            <a:gd name="T88" fmla="*/ 107 w 474"/>
                            <a:gd name="T89" fmla="*/ 136 h 482"/>
                            <a:gd name="T90" fmla="*/ 91 w 474"/>
                            <a:gd name="T91" fmla="*/ 161 h 482"/>
                            <a:gd name="T92" fmla="*/ 77 w 474"/>
                            <a:gd name="T93" fmla="*/ 134 h 482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  <a:cxn ang="0">
                              <a:pos x="T64" y="T65"/>
                            </a:cxn>
                            <a:cxn ang="0">
                              <a:pos x="T66" y="T67"/>
                            </a:cxn>
                            <a:cxn ang="0">
                              <a:pos x="T68" y="T69"/>
                            </a:cxn>
                            <a:cxn ang="0">
                              <a:pos x="T70" y="T71"/>
                            </a:cxn>
                            <a:cxn ang="0">
                              <a:pos x="T72" y="T73"/>
                            </a:cxn>
                            <a:cxn ang="0">
                              <a:pos x="T74" y="T75"/>
                            </a:cxn>
                            <a:cxn ang="0">
                              <a:pos x="T76" y="T77"/>
                            </a:cxn>
                            <a:cxn ang="0">
                              <a:pos x="T78" y="T79"/>
                            </a:cxn>
                            <a:cxn ang="0">
                              <a:pos x="T80" y="T81"/>
                            </a:cxn>
                            <a:cxn ang="0">
                              <a:pos x="T82" y="T83"/>
                            </a:cxn>
                            <a:cxn ang="0">
                              <a:pos x="T84" y="T85"/>
                            </a:cxn>
                            <a:cxn ang="0">
                              <a:pos x="T86" y="T87"/>
                            </a:cxn>
                            <a:cxn ang="0">
                              <a:pos x="T88" y="T89"/>
                            </a:cxn>
                            <a:cxn ang="0">
                              <a:pos x="T90" y="T91"/>
                            </a:cxn>
                            <a:cxn ang="0">
                              <a:pos x="T92" y="T93"/>
                            </a:cxn>
                          </a:cxnLst>
                          <a:rect l="0" t="0" r="r" b="b"/>
                          <a:pathLst>
                            <a:path w="474" h="482">
                              <a:moveTo>
                                <a:pt x="35" y="162"/>
                              </a:moveTo>
                              <a:cubicBezTo>
                                <a:pt x="0" y="252"/>
                                <a:pt x="32" y="352"/>
                                <a:pt x="107" y="406"/>
                              </a:cubicBezTo>
                              <a:cubicBezTo>
                                <a:pt x="107" y="406"/>
                                <a:pt x="107" y="406"/>
                                <a:pt x="107" y="406"/>
                              </a:cubicBezTo>
                              <a:cubicBezTo>
                                <a:pt x="129" y="422"/>
                                <a:pt x="129" y="422"/>
                                <a:pt x="129" y="422"/>
                              </a:cubicBezTo>
                              <a:cubicBezTo>
                                <a:pt x="129" y="421"/>
                                <a:pt x="129" y="421"/>
                                <a:pt x="129" y="421"/>
                              </a:cubicBezTo>
                              <a:cubicBezTo>
                                <a:pt x="141" y="429"/>
                                <a:pt x="154" y="436"/>
                                <a:pt x="168" y="441"/>
                              </a:cubicBezTo>
                              <a:cubicBezTo>
                                <a:pt x="275" y="482"/>
                                <a:pt x="396" y="428"/>
                                <a:pt x="438" y="320"/>
                              </a:cubicBezTo>
                              <a:cubicBezTo>
                                <a:pt x="474" y="225"/>
                                <a:pt x="437" y="120"/>
                                <a:pt x="353" y="68"/>
                              </a:cubicBezTo>
                              <a:cubicBezTo>
                                <a:pt x="339" y="58"/>
                                <a:pt x="323" y="49"/>
                                <a:pt x="305" y="42"/>
                              </a:cubicBezTo>
                              <a:cubicBezTo>
                                <a:pt x="197" y="0"/>
                                <a:pt x="76" y="54"/>
                                <a:pt x="35" y="162"/>
                              </a:cubicBezTo>
                              <a:close/>
                              <a:moveTo>
                                <a:pt x="380" y="358"/>
                              </a:moveTo>
                              <a:cubicBezTo>
                                <a:pt x="381" y="340"/>
                                <a:pt x="381" y="340"/>
                                <a:pt x="381" y="340"/>
                              </a:cubicBezTo>
                              <a:cubicBezTo>
                                <a:pt x="397" y="333"/>
                                <a:pt x="397" y="333"/>
                                <a:pt x="397" y="333"/>
                              </a:cubicBezTo>
                              <a:cubicBezTo>
                                <a:pt x="411" y="342"/>
                                <a:pt x="411" y="342"/>
                                <a:pt x="411" y="342"/>
                              </a:cubicBezTo>
                              <a:cubicBezTo>
                                <a:pt x="410" y="360"/>
                                <a:pt x="410" y="360"/>
                                <a:pt x="410" y="360"/>
                              </a:cubicBezTo>
                              <a:cubicBezTo>
                                <a:pt x="395" y="368"/>
                                <a:pt x="395" y="368"/>
                                <a:pt x="395" y="368"/>
                              </a:cubicBezTo>
                              <a:lnTo>
                                <a:pt x="380" y="358"/>
                              </a:lnTo>
                              <a:close/>
                              <a:moveTo>
                                <a:pt x="306" y="401"/>
                              </a:moveTo>
                              <a:cubicBezTo>
                                <a:pt x="322" y="393"/>
                                <a:pt x="322" y="393"/>
                                <a:pt x="322" y="393"/>
                              </a:cubicBezTo>
                              <a:cubicBezTo>
                                <a:pt x="336" y="403"/>
                                <a:pt x="336" y="403"/>
                                <a:pt x="336" y="403"/>
                              </a:cubicBezTo>
                              <a:cubicBezTo>
                                <a:pt x="335" y="420"/>
                                <a:pt x="335" y="420"/>
                                <a:pt x="335" y="420"/>
                              </a:cubicBezTo>
                              <a:cubicBezTo>
                                <a:pt x="320" y="428"/>
                                <a:pt x="320" y="428"/>
                                <a:pt x="320" y="428"/>
                              </a:cubicBezTo>
                              <a:cubicBezTo>
                                <a:pt x="305" y="418"/>
                                <a:pt x="305" y="418"/>
                                <a:pt x="305" y="418"/>
                              </a:cubicBezTo>
                              <a:lnTo>
                                <a:pt x="306" y="401"/>
                              </a:lnTo>
                              <a:close/>
                              <a:moveTo>
                                <a:pt x="405" y="255"/>
                              </a:moveTo>
                              <a:cubicBezTo>
                                <a:pt x="420" y="247"/>
                                <a:pt x="420" y="247"/>
                                <a:pt x="420" y="247"/>
                              </a:cubicBezTo>
                              <a:cubicBezTo>
                                <a:pt x="435" y="257"/>
                                <a:pt x="435" y="257"/>
                                <a:pt x="435" y="257"/>
                              </a:cubicBezTo>
                              <a:cubicBezTo>
                                <a:pt x="434" y="274"/>
                                <a:pt x="434" y="274"/>
                                <a:pt x="434" y="274"/>
                              </a:cubicBezTo>
                              <a:cubicBezTo>
                                <a:pt x="418" y="282"/>
                                <a:pt x="418" y="282"/>
                                <a:pt x="418" y="282"/>
                              </a:cubicBezTo>
                              <a:cubicBezTo>
                                <a:pt x="404" y="273"/>
                                <a:pt x="404" y="273"/>
                                <a:pt x="404" y="273"/>
                              </a:cubicBezTo>
                              <a:lnTo>
                                <a:pt x="405" y="255"/>
                              </a:lnTo>
                              <a:close/>
                              <a:moveTo>
                                <a:pt x="216" y="422"/>
                              </a:moveTo>
                              <a:cubicBezTo>
                                <a:pt x="232" y="414"/>
                                <a:pt x="232" y="414"/>
                                <a:pt x="232" y="414"/>
                              </a:cubicBezTo>
                              <a:cubicBezTo>
                                <a:pt x="246" y="424"/>
                                <a:pt x="246" y="424"/>
                                <a:pt x="246" y="424"/>
                              </a:cubicBezTo>
                              <a:cubicBezTo>
                                <a:pt x="245" y="442"/>
                                <a:pt x="245" y="442"/>
                                <a:pt x="245" y="442"/>
                              </a:cubicBezTo>
                              <a:cubicBezTo>
                                <a:pt x="230" y="449"/>
                                <a:pt x="230" y="449"/>
                                <a:pt x="230" y="449"/>
                              </a:cubicBezTo>
                              <a:cubicBezTo>
                                <a:pt x="215" y="440"/>
                                <a:pt x="215" y="440"/>
                                <a:pt x="215" y="440"/>
                              </a:cubicBezTo>
                              <a:lnTo>
                                <a:pt x="216" y="422"/>
                              </a:lnTo>
                              <a:close/>
                              <a:moveTo>
                                <a:pt x="392" y="163"/>
                              </a:moveTo>
                              <a:cubicBezTo>
                                <a:pt x="407" y="155"/>
                                <a:pt x="407" y="155"/>
                                <a:pt x="407" y="155"/>
                              </a:cubicBezTo>
                              <a:cubicBezTo>
                                <a:pt x="422" y="165"/>
                                <a:pt x="422" y="165"/>
                                <a:pt x="422" y="165"/>
                              </a:cubicBezTo>
                              <a:cubicBezTo>
                                <a:pt x="421" y="183"/>
                                <a:pt x="421" y="183"/>
                                <a:pt x="421" y="183"/>
                              </a:cubicBezTo>
                              <a:cubicBezTo>
                                <a:pt x="405" y="191"/>
                                <a:pt x="405" y="191"/>
                                <a:pt x="405" y="191"/>
                              </a:cubicBezTo>
                              <a:cubicBezTo>
                                <a:pt x="391" y="181"/>
                                <a:pt x="391" y="181"/>
                                <a:pt x="391" y="181"/>
                              </a:cubicBezTo>
                              <a:lnTo>
                                <a:pt x="392" y="163"/>
                              </a:lnTo>
                              <a:close/>
                              <a:moveTo>
                                <a:pt x="123" y="385"/>
                              </a:moveTo>
                              <a:cubicBezTo>
                                <a:pt x="139" y="378"/>
                                <a:pt x="139" y="378"/>
                                <a:pt x="139" y="378"/>
                              </a:cubicBezTo>
                              <a:cubicBezTo>
                                <a:pt x="154" y="387"/>
                                <a:pt x="154" y="387"/>
                                <a:pt x="154" y="387"/>
                              </a:cubicBezTo>
                              <a:cubicBezTo>
                                <a:pt x="153" y="405"/>
                                <a:pt x="153" y="405"/>
                                <a:pt x="153" y="405"/>
                              </a:cubicBezTo>
                              <a:cubicBezTo>
                                <a:pt x="137" y="413"/>
                                <a:pt x="137" y="413"/>
                                <a:pt x="137" y="413"/>
                              </a:cubicBezTo>
                              <a:cubicBezTo>
                                <a:pt x="122" y="403"/>
                                <a:pt x="122" y="403"/>
                                <a:pt x="122" y="403"/>
                              </a:cubicBezTo>
                              <a:lnTo>
                                <a:pt x="123" y="385"/>
                              </a:lnTo>
                              <a:close/>
                              <a:moveTo>
                                <a:pt x="324" y="90"/>
                              </a:moveTo>
                              <a:cubicBezTo>
                                <a:pt x="340" y="82"/>
                                <a:pt x="340" y="82"/>
                                <a:pt x="340" y="82"/>
                              </a:cubicBezTo>
                              <a:cubicBezTo>
                                <a:pt x="354" y="91"/>
                                <a:pt x="354" y="91"/>
                                <a:pt x="354" y="91"/>
                              </a:cubicBezTo>
                              <a:cubicBezTo>
                                <a:pt x="353" y="109"/>
                                <a:pt x="353" y="109"/>
                                <a:pt x="353" y="109"/>
                              </a:cubicBezTo>
                              <a:cubicBezTo>
                                <a:pt x="338" y="117"/>
                                <a:pt x="338" y="117"/>
                                <a:pt x="338" y="117"/>
                              </a:cubicBezTo>
                              <a:cubicBezTo>
                                <a:pt x="323" y="107"/>
                                <a:pt x="323" y="107"/>
                                <a:pt x="323" y="107"/>
                              </a:cubicBezTo>
                              <a:lnTo>
                                <a:pt x="324" y="90"/>
                              </a:lnTo>
                              <a:close/>
                              <a:moveTo>
                                <a:pt x="171" y="96"/>
                              </a:moveTo>
                              <a:cubicBezTo>
                                <a:pt x="155" y="104"/>
                                <a:pt x="155" y="104"/>
                                <a:pt x="155" y="104"/>
                              </a:cubicBezTo>
                              <a:cubicBezTo>
                                <a:pt x="140" y="94"/>
                                <a:pt x="140" y="94"/>
                                <a:pt x="140" y="94"/>
                              </a:cubicBezTo>
                              <a:cubicBezTo>
                                <a:pt x="141" y="77"/>
                                <a:pt x="141" y="77"/>
                                <a:pt x="141" y="77"/>
                              </a:cubicBezTo>
                              <a:cubicBezTo>
                                <a:pt x="157" y="69"/>
                                <a:pt x="157" y="69"/>
                                <a:pt x="157" y="69"/>
                              </a:cubicBezTo>
                              <a:cubicBezTo>
                                <a:pt x="172" y="78"/>
                                <a:pt x="172" y="78"/>
                                <a:pt x="172" y="78"/>
                              </a:cubicBezTo>
                              <a:lnTo>
                                <a:pt x="171" y="96"/>
                              </a:lnTo>
                              <a:close/>
                              <a:moveTo>
                                <a:pt x="66" y="321"/>
                              </a:moveTo>
                              <a:cubicBezTo>
                                <a:pt x="81" y="313"/>
                                <a:pt x="81" y="313"/>
                                <a:pt x="81" y="313"/>
                              </a:cubicBezTo>
                              <a:cubicBezTo>
                                <a:pt x="96" y="322"/>
                                <a:pt x="96" y="322"/>
                                <a:pt x="96" y="322"/>
                              </a:cubicBezTo>
                              <a:cubicBezTo>
                                <a:pt x="95" y="340"/>
                                <a:pt x="95" y="340"/>
                                <a:pt x="95" y="340"/>
                              </a:cubicBezTo>
                              <a:cubicBezTo>
                                <a:pt x="79" y="348"/>
                                <a:pt x="79" y="348"/>
                                <a:pt x="79" y="348"/>
                              </a:cubicBezTo>
                              <a:cubicBezTo>
                                <a:pt x="65" y="338"/>
                                <a:pt x="65" y="338"/>
                                <a:pt x="65" y="338"/>
                              </a:cubicBezTo>
                              <a:lnTo>
                                <a:pt x="66" y="321"/>
                              </a:lnTo>
                              <a:close/>
                              <a:moveTo>
                                <a:pt x="233" y="56"/>
                              </a:moveTo>
                              <a:cubicBezTo>
                                <a:pt x="249" y="48"/>
                                <a:pt x="249" y="48"/>
                                <a:pt x="249" y="48"/>
                              </a:cubicBezTo>
                              <a:cubicBezTo>
                                <a:pt x="263" y="58"/>
                                <a:pt x="263" y="58"/>
                                <a:pt x="263" y="58"/>
                              </a:cubicBezTo>
                              <a:cubicBezTo>
                                <a:pt x="262" y="75"/>
                                <a:pt x="262" y="75"/>
                                <a:pt x="262" y="75"/>
                              </a:cubicBezTo>
                              <a:cubicBezTo>
                                <a:pt x="247" y="83"/>
                                <a:pt x="247" y="83"/>
                                <a:pt x="247" y="83"/>
                              </a:cubicBezTo>
                              <a:cubicBezTo>
                                <a:pt x="232" y="73"/>
                                <a:pt x="232" y="73"/>
                                <a:pt x="232" y="73"/>
                              </a:cubicBezTo>
                              <a:lnTo>
                                <a:pt x="233" y="56"/>
                              </a:lnTo>
                              <a:close/>
                              <a:moveTo>
                                <a:pt x="42" y="222"/>
                              </a:moveTo>
                              <a:cubicBezTo>
                                <a:pt x="58" y="215"/>
                                <a:pt x="58" y="215"/>
                                <a:pt x="58" y="215"/>
                              </a:cubicBezTo>
                              <a:cubicBezTo>
                                <a:pt x="73" y="224"/>
                                <a:pt x="73" y="224"/>
                                <a:pt x="73" y="224"/>
                              </a:cubicBezTo>
                              <a:cubicBezTo>
                                <a:pt x="72" y="242"/>
                                <a:pt x="72" y="242"/>
                                <a:pt x="72" y="242"/>
                              </a:cubicBezTo>
                              <a:cubicBezTo>
                                <a:pt x="56" y="250"/>
                                <a:pt x="56" y="250"/>
                                <a:pt x="56" y="250"/>
                              </a:cubicBezTo>
                              <a:cubicBezTo>
                                <a:pt x="41" y="240"/>
                                <a:pt x="41" y="240"/>
                                <a:pt x="41" y="240"/>
                              </a:cubicBezTo>
                              <a:lnTo>
                                <a:pt x="42" y="222"/>
                              </a:lnTo>
                              <a:close/>
                              <a:moveTo>
                                <a:pt x="77" y="134"/>
                              </a:moveTo>
                              <a:cubicBezTo>
                                <a:pt x="93" y="126"/>
                                <a:pt x="93" y="126"/>
                                <a:pt x="93" y="126"/>
                              </a:cubicBezTo>
                              <a:cubicBezTo>
                                <a:pt x="107" y="136"/>
                                <a:pt x="107" y="136"/>
                                <a:pt x="107" y="136"/>
                              </a:cubicBezTo>
                              <a:cubicBezTo>
                                <a:pt x="106" y="154"/>
                                <a:pt x="106" y="154"/>
                                <a:pt x="106" y="154"/>
                              </a:cubicBezTo>
                              <a:cubicBezTo>
                                <a:pt x="91" y="161"/>
                                <a:pt x="91" y="161"/>
                                <a:pt x="91" y="161"/>
                              </a:cubicBezTo>
                              <a:cubicBezTo>
                                <a:pt x="76" y="152"/>
                                <a:pt x="76" y="152"/>
                                <a:pt x="76" y="152"/>
                              </a:cubicBezTo>
                              <a:lnTo>
                                <a:pt x="77" y="13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</p:grpSp>
                </p:grpSp>
              </p:grpSp>
            </p:grpSp>
          </p:grp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45E9818-1B52-4607-AA4D-4995BF8E76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65735" y="4735816"/>
                <a:ext cx="270528" cy="361249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D88F3B4C-14A3-471A-B5AB-8CC05BE6B55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662541" y="4735816"/>
                <a:ext cx="227522" cy="378402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711F13-45F9-4475-8E6D-49A4872A063F}"/>
                  </a:ext>
                </a:extLst>
              </p:cNvPr>
              <p:cNvSpPr txBox="1"/>
              <p:nvPr/>
            </p:nvSpPr>
            <p:spPr>
              <a:xfrm>
                <a:off x="6313448" y="4849627"/>
                <a:ext cx="545098" cy="50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c</a:t>
                </a:r>
                <a:r>
                  <a:rPr lang="en-US" sz="1400" baseline="-25000" dirty="0"/>
                  <a:t>2</a:t>
                </a:r>
                <a:endParaRPr lang="en-US" sz="1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FE14716-2D67-466C-AC8D-3EEC20B530F2}"/>
                  </a:ext>
                </a:extLst>
              </p:cNvPr>
              <p:cNvSpPr txBox="1"/>
              <p:nvPr/>
            </p:nvSpPr>
            <p:spPr>
              <a:xfrm>
                <a:off x="7899579" y="4801699"/>
                <a:ext cx="601239" cy="50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c</a:t>
                </a:r>
                <a:r>
                  <a:rPr lang="en-US" sz="1400" baseline="-25000" dirty="0"/>
                  <a:t>3</a:t>
                </a:r>
                <a:endParaRPr lang="en-US" sz="1400" dirty="0"/>
              </a:p>
            </p:txBody>
          </p:sp>
        </p:grpSp>
      </p:grpSp>
      <p:sp>
        <p:nvSpPr>
          <p:cNvPr id="477" name="TextBox 476">
            <a:extLst>
              <a:ext uri="{FF2B5EF4-FFF2-40B4-BE49-F238E27FC236}">
                <a16:creationId xmlns:a16="http://schemas.microsoft.com/office/drawing/2014/main" id="{FE3A46BD-CA30-40B7-B784-81EC284730DF}"/>
              </a:ext>
            </a:extLst>
          </p:cNvPr>
          <p:cNvSpPr txBox="1"/>
          <p:nvPr/>
        </p:nvSpPr>
        <p:spPr>
          <a:xfrm>
            <a:off x="544540" y="3407331"/>
            <a:ext cx="1157151" cy="2677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200" dirty="0"/>
              <a:t>Location A </a:t>
            </a:r>
          </a:p>
        </p:txBody>
      </p:sp>
      <p:sp>
        <p:nvSpPr>
          <p:cNvPr id="479" name="Rectangle: Rounded Corners 478">
            <a:extLst>
              <a:ext uri="{FF2B5EF4-FFF2-40B4-BE49-F238E27FC236}">
                <a16:creationId xmlns:a16="http://schemas.microsoft.com/office/drawing/2014/main" id="{12E863C0-7A46-42DB-8FBE-3A2310418A2B}"/>
              </a:ext>
            </a:extLst>
          </p:cNvPr>
          <p:cNvSpPr/>
          <p:nvPr/>
        </p:nvSpPr>
        <p:spPr>
          <a:xfrm>
            <a:off x="6090656" y="1240581"/>
            <a:ext cx="3483113" cy="2568398"/>
          </a:xfrm>
          <a:prstGeom prst="roundRect">
            <a:avLst/>
          </a:prstGeom>
          <a:noFill/>
          <a:ln>
            <a:solidFill>
              <a:schemeClr val="accent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dirty="0" err="1"/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1C5B0664-4EDD-41A7-AF82-4FACF0A012E7}"/>
              </a:ext>
            </a:extLst>
          </p:cNvPr>
          <p:cNvSpPr txBox="1"/>
          <p:nvPr/>
        </p:nvSpPr>
        <p:spPr>
          <a:xfrm>
            <a:off x="7340416" y="2314284"/>
            <a:ext cx="1111452" cy="2204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dirty="0"/>
              <a:t>Commodity c</a:t>
            </a:r>
            <a:r>
              <a:rPr lang="en-US" sz="1200" baseline="-25000" dirty="0"/>
              <a:t>1 </a:t>
            </a:r>
            <a:r>
              <a:rPr lang="en-US" sz="1200" dirty="0"/>
              <a:t> </a:t>
            </a:r>
          </a:p>
        </p:txBody>
      </p: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0D5C525D-27FC-4347-9854-B79588227BC4}"/>
              </a:ext>
            </a:extLst>
          </p:cNvPr>
          <p:cNvGrpSpPr/>
          <p:nvPr/>
        </p:nvGrpSpPr>
        <p:grpSpPr>
          <a:xfrm>
            <a:off x="6918175" y="1253430"/>
            <a:ext cx="1413500" cy="1052053"/>
            <a:chOff x="5425469" y="1396704"/>
            <a:chExt cx="1948690" cy="1728058"/>
          </a:xfrm>
        </p:grpSpPr>
        <p:grpSp>
          <p:nvGrpSpPr>
            <p:cNvPr id="664" name="Gruppieren 5">
              <a:extLst>
                <a:ext uri="{FF2B5EF4-FFF2-40B4-BE49-F238E27FC236}">
                  <a16:creationId xmlns:a16="http://schemas.microsoft.com/office/drawing/2014/main" id="{DFFA577B-96C3-4213-B084-6688F2049110}"/>
                </a:ext>
              </a:extLst>
            </p:cNvPr>
            <p:cNvGrpSpPr/>
            <p:nvPr/>
          </p:nvGrpSpPr>
          <p:grpSpPr>
            <a:xfrm>
              <a:off x="5425469" y="1703324"/>
              <a:ext cx="510778" cy="426513"/>
              <a:chOff x="460375" y="1816099"/>
              <a:chExt cx="1454148" cy="1511301"/>
            </a:xfrm>
            <a:solidFill>
              <a:schemeClr val="accent1"/>
            </a:solidFill>
          </p:grpSpPr>
          <p:sp>
            <p:nvSpPr>
              <p:cNvPr id="897" name="Freeform 6">
                <a:extLst>
                  <a:ext uri="{FF2B5EF4-FFF2-40B4-BE49-F238E27FC236}">
                    <a16:creationId xmlns:a16="http://schemas.microsoft.com/office/drawing/2014/main" id="{5B23B0C2-FCA3-48F1-9F5D-28CF09CBF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898" name="Freeform 7">
                <a:extLst>
                  <a:ext uri="{FF2B5EF4-FFF2-40B4-BE49-F238E27FC236}">
                    <a16:creationId xmlns:a16="http://schemas.microsoft.com/office/drawing/2014/main" id="{200FE4C5-C08B-4007-A38E-44F11A03F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899" name="Freeform 8">
                <a:extLst>
                  <a:ext uri="{FF2B5EF4-FFF2-40B4-BE49-F238E27FC236}">
                    <a16:creationId xmlns:a16="http://schemas.microsoft.com/office/drawing/2014/main" id="{27C084B3-F0E9-415E-8573-D69EAD2EF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00" name="Freeform 9">
                <a:extLst>
                  <a:ext uri="{FF2B5EF4-FFF2-40B4-BE49-F238E27FC236}">
                    <a16:creationId xmlns:a16="http://schemas.microsoft.com/office/drawing/2014/main" id="{268BD8B1-D24F-440E-B9B1-DB560DE28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01" name="Freeform 11">
                <a:extLst>
                  <a:ext uri="{FF2B5EF4-FFF2-40B4-BE49-F238E27FC236}">
                    <a16:creationId xmlns:a16="http://schemas.microsoft.com/office/drawing/2014/main" id="{D32E9182-8D67-426D-A5BB-D517D5915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700" y="2311400"/>
                <a:ext cx="34925" cy="266700"/>
              </a:xfrm>
              <a:custGeom>
                <a:avLst/>
                <a:gdLst>
                  <a:gd name="T0" fmla="*/ 7 w 9"/>
                  <a:gd name="T1" fmla="*/ 34 h 67"/>
                  <a:gd name="T2" fmla="*/ 8 w 9"/>
                  <a:gd name="T3" fmla="*/ 0 h 67"/>
                  <a:gd name="T4" fmla="*/ 2 w 9"/>
                  <a:gd name="T5" fmla="*/ 33 h 67"/>
                  <a:gd name="T6" fmla="*/ 1 w 9"/>
                  <a:gd name="T7" fmla="*/ 67 h 67"/>
                  <a:gd name="T8" fmla="*/ 7 w 9"/>
                  <a:gd name="T9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7">
                    <a:moveTo>
                      <a:pt x="7" y="34"/>
                    </a:moveTo>
                    <a:cubicBezTo>
                      <a:pt x="9" y="15"/>
                      <a:pt x="9" y="0"/>
                      <a:pt x="8" y="0"/>
                    </a:cubicBezTo>
                    <a:cubicBezTo>
                      <a:pt x="6" y="0"/>
                      <a:pt x="3" y="15"/>
                      <a:pt x="2" y="33"/>
                    </a:cubicBezTo>
                    <a:cubicBezTo>
                      <a:pt x="0" y="52"/>
                      <a:pt x="0" y="67"/>
                      <a:pt x="1" y="67"/>
                    </a:cubicBezTo>
                    <a:cubicBezTo>
                      <a:pt x="3" y="67"/>
                      <a:pt x="5" y="52"/>
                      <a:pt x="7" y="3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02" name="Freeform 12">
                <a:extLst>
                  <a:ext uri="{FF2B5EF4-FFF2-40B4-BE49-F238E27FC236}">
                    <a16:creationId xmlns:a16="http://schemas.microsoft.com/office/drawing/2014/main" id="{F8ACA19E-0125-492A-B8B6-7DC3D9F53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700" y="2311400"/>
                <a:ext cx="34925" cy="266700"/>
              </a:xfrm>
              <a:custGeom>
                <a:avLst/>
                <a:gdLst>
                  <a:gd name="T0" fmla="*/ 7 w 9"/>
                  <a:gd name="T1" fmla="*/ 34 h 67"/>
                  <a:gd name="T2" fmla="*/ 8 w 9"/>
                  <a:gd name="T3" fmla="*/ 0 h 67"/>
                  <a:gd name="T4" fmla="*/ 2 w 9"/>
                  <a:gd name="T5" fmla="*/ 33 h 67"/>
                  <a:gd name="T6" fmla="*/ 1 w 9"/>
                  <a:gd name="T7" fmla="*/ 67 h 67"/>
                  <a:gd name="T8" fmla="*/ 7 w 9"/>
                  <a:gd name="T9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7">
                    <a:moveTo>
                      <a:pt x="7" y="34"/>
                    </a:moveTo>
                    <a:cubicBezTo>
                      <a:pt x="9" y="15"/>
                      <a:pt x="9" y="0"/>
                      <a:pt x="8" y="0"/>
                    </a:cubicBezTo>
                    <a:cubicBezTo>
                      <a:pt x="6" y="0"/>
                      <a:pt x="3" y="15"/>
                      <a:pt x="2" y="33"/>
                    </a:cubicBezTo>
                    <a:cubicBezTo>
                      <a:pt x="0" y="52"/>
                      <a:pt x="0" y="67"/>
                      <a:pt x="1" y="67"/>
                    </a:cubicBezTo>
                    <a:cubicBezTo>
                      <a:pt x="3" y="67"/>
                      <a:pt x="5" y="52"/>
                      <a:pt x="7" y="3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03" name="Freeform 13">
                <a:extLst>
                  <a:ext uri="{FF2B5EF4-FFF2-40B4-BE49-F238E27FC236}">
                    <a16:creationId xmlns:a16="http://schemas.microsoft.com/office/drawing/2014/main" id="{C9BA934A-44B6-4FAB-B3F2-8E7B882852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688" y="2200274"/>
                <a:ext cx="246062" cy="119063"/>
              </a:xfrm>
              <a:custGeom>
                <a:avLst/>
                <a:gdLst>
                  <a:gd name="T0" fmla="*/ 30 w 62"/>
                  <a:gd name="T1" fmla="*/ 12 h 30"/>
                  <a:gd name="T2" fmla="*/ 1 w 62"/>
                  <a:gd name="T3" fmla="*/ 29 h 30"/>
                  <a:gd name="T4" fmla="*/ 32 w 62"/>
                  <a:gd name="T5" fmla="*/ 18 h 30"/>
                  <a:gd name="T6" fmla="*/ 62 w 62"/>
                  <a:gd name="T7" fmla="*/ 1 h 30"/>
                  <a:gd name="T8" fmla="*/ 30 w 62"/>
                  <a:gd name="T9" fmla="*/ 1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0">
                    <a:moveTo>
                      <a:pt x="30" y="12"/>
                    </a:moveTo>
                    <a:cubicBezTo>
                      <a:pt x="13" y="20"/>
                      <a:pt x="0" y="27"/>
                      <a:pt x="1" y="29"/>
                    </a:cubicBezTo>
                    <a:cubicBezTo>
                      <a:pt x="1" y="30"/>
                      <a:pt x="16" y="25"/>
                      <a:pt x="32" y="18"/>
                    </a:cubicBezTo>
                    <a:cubicBezTo>
                      <a:pt x="49" y="10"/>
                      <a:pt x="62" y="2"/>
                      <a:pt x="62" y="1"/>
                    </a:cubicBezTo>
                    <a:cubicBezTo>
                      <a:pt x="61" y="0"/>
                      <a:pt x="47" y="5"/>
                      <a:pt x="30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04" name="Freeform 14">
                <a:extLst>
                  <a:ext uri="{FF2B5EF4-FFF2-40B4-BE49-F238E27FC236}">
                    <a16:creationId xmlns:a16="http://schemas.microsoft.com/office/drawing/2014/main" id="{A244F173-532B-4972-8ED5-DB324EE815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688" y="2200274"/>
                <a:ext cx="246062" cy="119063"/>
              </a:xfrm>
              <a:custGeom>
                <a:avLst/>
                <a:gdLst>
                  <a:gd name="T0" fmla="*/ 30 w 62"/>
                  <a:gd name="T1" fmla="*/ 12 h 30"/>
                  <a:gd name="T2" fmla="*/ 1 w 62"/>
                  <a:gd name="T3" fmla="*/ 29 h 30"/>
                  <a:gd name="T4" fmla="*/ 32 w 62"/>
                  <a:gd name="T5" fmla="*/ 18 h 30"/>
                  <a:gd name="T6" fmla="*/ 62 w 62"/>
                  <a:gd name="T7" fmla="*/ 1 h 30"/>
                  <a:gd name="T8" fmla="*/ 30 w 62"/>
                  <a:gd name="T9" fmla="*/ 1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0">
                    <a:moveTo>
                      <a:pt x="30" y="12"/>
                    </a:moveTo>
                    <a:cubicBezTo>
                      <a:pt x="13" y="20"/>
                      <a:pt x="0" y="27"/>
                      <a:pt x="1" y="29"/>
                    </a:cubicBezTo>
                    <a:cubicBezTo>
                      <a:pt x="1" y="30"/>
                      <a:pt x="16" y="25"/>
                      <a:pt x="32" y="18"/>
                    </a:cubicBezTo>
                    <a:cubicBezTo>
                      <a:pt x="49" y="10"/>
                      <a:pt x="62" y="2"/>
                      <a:pt x="62" y="1"/>
                    </a:cubicBezTo>
                    <a:cubicBezTo>
                      <a:pt x="61" y="0"/>
                      <a:pt x="47" y="5"/>
                      <a:pt x="30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05" name="Freeform 15">
                <a:extLst>
                  <a:ext uri="{FF2B5EF4-FFF2-40B4-BE49-F238E27FC236}">
                    <a16:creationId xmlns:a16="http://schemas.microsoft.com/office/drawing/2014/main" id="{1CC097E7-BEBA-4CF0-B628-D0602F915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375" y="2157412"/>
                <a:ext cx="222249" cy="161925"/>
              </a:xfrm>
              <a:custGeom>
                <a:avLst/>
                <a:gdLst>
                  <a:gd name="T0" fmla="*/ 30 w 56"/>
                  <a:gd name="T1" fmla="*/ 18 h 41"/>
                  <a:gd name="T2" fmla="*/ 1 w 56"/>
                  <a:gd name="T3" fmla="*/ 1 h 41"/>
                  <a:gd name="T4" fmla="*/ 27 w 56"/>
                  <a:gd name="T5" fmla="*/ 23 h 41"/>
                  <a:gd name="T6" fmla="*/ 56 w 56"/>
                  <a:gd name="T7" fmla="*/ 40 h 41"/>
                  <a:gd name="T8" fmla="*/ 56 w 56"/>
                  <a:gd name="T9" fmla="*/ 39 h 41"/>
                  <a:gd name="T10" fmla="*/ 30 w 56"/>
                  <a:gd name="T11" fmla="*/ 1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" h="41">
                    <a:moveTo>
                      <a:pt x="30" y="18"/>
                    </a:moveTo>
                    <a:cubicBezTo>
                      <a:pt x="15" y="7"/>
                      <a:pt x="2" y="0"/>
                      <a:pt x="1" y="1"/>
                    </a:cubicBezTo>
                    <a:cubicBezTo>
                      <a:pt x="0" y="2"/>
                      <a:pt x="12" y="12"/>
                      <a:pt x="27" y="23"/>
                    </a:cubicBezTo>
                    <a:cubicBezTo>
                      <a:pt x="42" y="33"/>
                      <a:pt x="55" y="41"/>
                      <a:pt x="56" y="40"/>
                    </a:cubicBezTo>
                    <a:cubicBezTo>
                      <a:pt x="56" y="40"/>
                      <a:pt x="56" y="40"/>
                      <a:pt x="56" y="39"/>
                    </a:cubicBezTo>
                    <a:cubicBezTo>
                      <a:pt x="54" y="37"/>
                      <a:pt x="44" y="28"/>
                      <a:pt x="30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06" name="Freeform 16">
                <a:extLst>
                  <a:ext uri="{FF2B5EF4-FFF2-40B4-BE49-F238E27FC236}">
                    <a16:creationId xmlns:a16="http://schemas.microsoft.com/office/drawing/2014/main" id="{A0C58839-D490-40F6-86C9-F1C9AE8D19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375" y="2157412"/>
                <a:ext cx="222249" cy="161925"/>
              </a:xfrm>
              <a:custGeom>
                <a:avLst/>
                <a:gdLst>
                  <a:gd name="T0" fmla="*/ 30 w 56"/>
                  <a:gd name="T1" fmla="*/ 18 h 41"/>
                  <a:gd name="T2" fmla="*/ 1 w 56"/>
                  <a:gd name="T3" fmla="*/ 1 h 41"/>
                  <a:gd name="T4" fmla="*/ 27 w 56"/>
                  <a:gd name="T5" fmla="*/ 23 h 41"/>
                  <a:gd name="T6" fmla="*/ 56 w 56"/>
                  <a:gd name="T7" fmla="*/ 40 h 41"/>
                  <a:gd name="T8" fmla="*/ 56 w 56"/>
                  <a:gd name="T9" fmla="*/ 39 h 41"/>
                  <a:gd name="T10" fmla="*/ 30 w 56"/>
                  <a:gd name="T11" fmla="*/ 1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" h="41">
                    <a:moveTo>
                      <a:pt x="30" y="18"/>
                    </a:moveTo>
                    <a:cubicBezTo>
                      <a:pt x="15" y="7"/>
                      <a:pt x="2" y="0"/>
                      <a:pt x="1" y="1"/>
                    </a:cubicBezTo>
                    <a:cubicBezTo>
                      <a:pt x="0" y="2"/>
                      <a:pt x="12" y="12"/>
                      <a:pt x="27" y="23"/>
                    </a:cubicBezTo>
                    <a:cubicBezTo>
                      <a:pt x="42" y="33"/>
                      <a:pt x="55" y="41"/>
                      <a:pt x="56" y="40"/>
                    </a:cubicBezTo>
                    <a:cubicBezTo>
                      <a:pt x="56" y="40"/>
                      <a:pt x="56" y="40"/>
                      <a:pt x="56" y="39"/>
                    </a:cubicBezTo>
                    <a:cubicBezTo>
                      <a:pt x="54" y="37"/>
                      <a:pt x="44" y="28"/>
                      <a:pt x="30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07" name="Oval 906">
                <a:extLst>
                  <a:ext uri="{FF2B5EF4-FFF2-40B4-BE49-F238E27FC236}">
                    <a16:creationId xmlns:a16="http://schemas.microsoft.com/office/drawing/2014/main" id="{6E2F820A-9FCE-4438-8CD8-A7D732C829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08" name="Oval 907">
                <a:extLst>
                  <a:ext uri="{FF2B5EF4-FFF2-40B4-BE49-F238E27FC236}">
                    <a16:creationId xmlns:a16="http://schemas.microsoft.com/office/drawing/2014/main" id="{CBF8A330-9CA0-421F-858F-AA5FDE573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09" name="Oval 908">
                <a:extLst>
                  <a:ext uri="{FF2B5EF4-FFF2-40B4-BE49-F238E27FC236}">
                    <a16:creationId xmlns:a16="http://schemas.microsoft.com/office/drawing/2014/main" id="{5D4C6A20-EE69-4386-B9FE-441F36810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10" name="Oval 909">
                <a:extLst>
                  <a:ext uri="{FF2B5EF4-FFF2-40B4-BE49-F238E27FC236}">
                    <a16:creationId xmlns:a16="http://schemas.microsoft.com/office/drawing/2014/main" id="{F9D6C1B6-796E-4742-BB4F-924838F65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11" name="Freeform 22">
                <a:extLst>
                  <a:ext uri="{FF2B5EF4-FFF2-40B4-BE49-F238E27FC236}">
                    <a16:creationId xmlns:a16="http://schemas.microsoft.com/office/drawing/2014/main" id="{336E21C9-2663-4F63-B517-F09D815E9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12" name="Freeform 23">
                <a:extLst>
                  <a:ext uri="{FF2B5EF4-FFF2-40B4-BE49-F238E27FC236}">
                    <a16:creationId xmlns:a16="http://schemas.microsoft.com/office/drawing/2014/main" id="{AA7D12CD-12D3-4FE3-B5C8-04498D5CA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13" name="Freeform 24">
                <a:extLst>
                  <a:ext uri="{FF2B5EF4-FFF2-40B4-BE49-F238E27FC236}">
                    <a16:creationId xmlns:a16="http://schemas.microsoft.com/office/drawing/2014/main" id="{2E95716E-F865-4778-B9F0-7D276E041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14" name="Freeform 25">
                <a:extLst>
                  <a:ext uri="{FF2B5EF4-FFF2-40B4-BE49-F238E27FC236}">
                    <a16:creationId xmlns:a16="http://schemas.microsoft.com/office/drawing/2014/main" id="{DF4246C6-9E95-402F-B64C-587002A30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15" name="Freeform 27">
                <a:extLst>
                  <a:ext uri="{FF2B5EF4-FFF2-40B4-BE49-F238E27FC236}">
                    <a16:creationId xmlns:a16="http://schemas.microsoft.com/office/drawing/2014/main" id="{94245AE3-EA4B-455D-BD08-855806C7C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637" y="2359025"/>
                <a:ext cx="369887" cy="150813"/>
              </a:xfrm>
              <a:custGeom>
                <a:avLst/>
                <a:gdLst>
                  <a:gd name="T0" fmla="*/ 48 w 93"/>
                  <a:gd name="T1" fmla="*/ 15 h 38"/>
                  <a:gd name="T2" fmla="*/ 1 w 93"/>
                  <a:gd name="T3" fmla="*/ 2 h 38"/>
                  <a:gd name="T4" fmla="*/ 45 w 93"/>
                  <a:gd name="T5" fmla="*/ 23 h 38"/>
                  <a:gd name="T6" fmla="*/ 92 w 93"/>
                  <a:gd name="T7" fmla="*/ 36 h 38"/>
                  <a:gd name="T8" fmla="*/ 48 w 93"/>
                  <a:gd name="T9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8">
                    <a:moveTo>
                      <a:pt x="48" y="15"/>
                    </a:moveTo>
                    <a:cubicBezTo>
                      <a:pt x="23" y="6"/>
                      <a:pt x="2" y="0"/>
                      <a:pt x="1" y="2"/>
                    </a:cubicBezTo>
                    <a:cubicBezTo>
                      <a:pt x="0" y="4"/>
                      <a:pt x="20" y="13"/>
                      <a:pt x="45" y="23"/>
                    </a:cubicBezTo>
                    <a:cubicBezTo>
                      <a:pt x="70" y="32"/>
                      <a:pt x="91" y="38"/>
                      <a:pt x="92" y="36"/>
                    </a:cubicBezTo>
                    <a:cubicBezTo>
                      <a:pt x="93" y="34"/>
                      <a:pt x="73" y="24"/>
                      <a:pt x="48" y="1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16" name="Freeform 28">
                <a:extLst>
                  <a:ext uri="{FF2B5EF4-FFF2-40B4-BE49-F238E27FC236}">
                    <a16:creationId xmlns:a16="http://schemas.microsoft.com/office/drawing/2014/main" id="{62EB4701-99C7-4194-AA1B-143618262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637" y="2359025"/>
                <a:ext cx="369887" cy="150813"/>
              </a:xfrm>
              <a:custGeom>
                <a:avLst/>
                <a:gdLst>
                  <a:gd name="T0" fmla="*/ 48 w 93"/>
                  <a:gd name="T1" fmla="*/ 15 h 38"/>
                  <a:gd name="T2" fmla="*/ 1 w 93"/>
                  <a:gd name="T3" fmla="*/ 2 h 38"/>
                  <a:gd name="T4" fmla="*/ 45 w 93"/>
                  <a:gd name="T5" fmla="*/ 23 h 38"/>
                  <a:gd name="T6" fmla="*/ 92 w 93"/>
                  <a:gd name="T7" fmla="*/ 36 h 38"/>
                  <a:gd name="T8" fmla="*/ 48 w 93"/>
                  <a:gd name="T9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8">
                    <a:moveTo>
                      <a:pt x="48" y="15"/>
                    </a:moveTo>
                    <a:cubicBezTo>
                      <a:pt x="23" y="6"/>
                      <a:pt x="2" y="0"/>
                      <a:pt x="1" y="2"/>
                    </a:cubicBezTo>
                    <a:cubicBezTo>
                      <a:pt x="0" y="4"/>
                      <a:pt x="20" y="13"/>
                      <a:pt x="45" y="23"/>
                    </a:cubicBezTo>
                    <a:cubicBezTo>
                      <a:pt x="70" y="32"/>
                      <a:pt x="91" y="38"/>
                      <a:pt x="92" y="36"/>
                    </a:cubicBezTo>
                    <a:cubicBezTo>
                      <a:pt x="93" y="34"/>
                      <a:pt x="73" y="24"/>
                      <a:pt x="48" y="1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17" name="Freeform 29">
                <a:extLst>
                  <a:ext uri="{FF2B5EF4-FFF2-40B4-BE49-F238E27FC236}">
                    <a16:creationId xmlns:a16="http://schemas.microsoft.com/office/drawing/2014/main" id="{7D6B11A3-5521-4662-A025-E9624A13D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374" y="1982788"/>
                <a:ext cx="84138" cy="384175"/>
              </a:xfrm>
              <a:custGeom>
                <a:avLst/>
                <a:gdLst>
                  <a:gd name="T0" fmla="*/ 7 w 21"/>
                  <a:gd name="T1" fmla="*/ 50 h 97"/>
                  <a:gd name="T2" fmla="*/ 19 w 21"/>
                  <a:gd name="T3" fmla="*/ 97 h 97"/>
                  <a:gd name="T4" fmla="*/ 15 w 21"/>
                  <a:gd name="T5" fmla="*/ 48 h 97"/>
                  <a:gd name="T6" fmla="*/ 2 w 21"/>
                  <a:gd name="T7" fmla="*/ 1 h 97"/>
                  <a:gd name="T8" fmla="*/ 7 w 21"/>
                  <a:gd name="T9" fmla="*/ 5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97">
                    <a:moveTo>
                      <a:pt x="7" y="50"/>
                    </a:moveTo>
                    <a:cubicBezTo>
                      <a:pt x="11" y="76"/>
                      <a:pt x="16" y="97"/>
                      <a:pt x="19" y="97"/>
                    </a:cubicBezTo>
                    <a:cubicBezTo>
                      <a:pt x="21" y="96"/>
                      <a:pt x="19" y="75"/>
                      <a:pt x="15" y="48"/>
                    </a:cubicBezTo>
                    <a:cubicBezTo>
                      <a:pt x="10" y="22"/>
                      <a:pt x="5" y="0"/>
                      <a:pt x="2" y="1"/>
                    </a:cubicBezTo>
                    <a:cubicBezTo>
                      <a:pt x="0" y="1"/>
                      <a:pt x="2" y="23"/>
                      <a:pt x="7" y="5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18" name="Freeform 30">
                <a:extLst>
                  <a:ext uri="{FF2B5EF4-FFF2-40B4-BE49-F238E27FC236}">
                    <a16:creationId xmlns:a16="http://schemas.microsoft.com/office/drawing/2014/main" id="{02ECE3E3-C8C9-4068-AFA6-53CAA5457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374" y="1982788"/>
                <a:ext cx="84138" cy="384175"/>
              </a:xfrm>
              <a:custGeom>
                <a:avLst/>
                <a:gdLst>
                  <a:gd name="T0" fmla="*/ 7 w 21"/>
                  <a:gd name="T1" fmla="*/ 50 h 97"/>
                  <a:gd name="T2" fmla="*/ 19 w 21"/>
                  <a:gd name="T3" fmla="*/ 97 h 97"/>
                  <a:gd name="T4" fmla="*/ 15 w 21"/>
                  <a:gd name="T5" fmla="*/ 48 h 97"/>
                  <a:gd name="T6" fmla="*/ 2 w 21"/>
                  <a:gd name="T7" fmla="*/ 1 h 97"/>
                  <a:gd name="T8" fmla="*/ 7 w 21"/>
                  <a:gd name="T9" fmla="*/ 5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97">
                    <a:moveTo>
                      <a:pt x="7" y="50"/>
                    </a:moveTo>
                    <a:cubicBezTo>
                      <a:pt x="11" y="76"/>
                      <a:pt x="16" y="97"/>
                      <a:pt x="19" y="97"/>
                    </a:cubicBezTo>
                    <a:cubicBezTo>
                      <a:pt x="21" y="96"/>
                      <a:pt x="19" y="75"/>
                      <a:pt x="15" y="48"/>
                    </a:cubicBezTo>
                    <a:cubicBezTo>
                      <a:pt x="10" y="22"/>
                      <a:pt x="5" y="0"/>
                      <a:pt x="2" y="1"/>
                    </a:cubicBezTo>
                    <a:cubicBezTo>
                      <a:pt x="0" y="1"/>
                      <a:pt x="2" y="23"/>
                      <a:pt x="7" y="5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19" name="Freeform 31">
                <a:extLst>
                  <a:ext uri="{FF2B5EF4-FFF2-40B4-BE49-F238E27FC236}">
                    <a16:creationId xmlns:a16="http://schemas.microsoft.com/office/drawing/2014/main" id="{DC1D5E4C-5585-4DD2-BA22-816929774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950" y="2359025"/>
                <a:ext cx="304800" cy="254000"/>
              </a:xfrm>
              <a:custGeom>
                <a:avLst/>
                <a:gdLst>
                  <a:gd name="T0" fmla="*/ 36 w 77"/>
                  <a:gd name="T1" fmla="*/ 28 h 64"/>
                  <a:gd name="T2" fmla="*/ 1 w 77"/>
                  <a:gd name="T3" fmla="*/ 63 h 64"/>
                  <a:gd name="T4" fmla="*/ 41 w 77"/>
                  <a:gd name="T5" fmla="*/ 35 h 64"/>
                  <a:gd name="T6" fmla="*/ 76 w 77"/>
                  <a:gd name="T7" fmla="*/ 1 h 64"/>
                  <a:gd name="T8" fmla="*/ 75 w 77"/>
                  <a:gd name="T9" fmla="*/ 0 h 64"/>
                  <a:gd name="T10" fmla="*/ 36 w 77"/>
                  <a:gd name="T11" fmla="*/ 2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64">
                    <a:moveTo>
                      <a:pt x="36" y="28"/>
                    </a:moveTo>
                    <a:cubicBezTo>
                      <a:pt x="15" y="46"/>
                      <a:pt x="0" y="61"/>
                      <a:pt x="1" y="63"/>
                    </a:cubicBezTo>
                    <a:cubicBezTo>
                      <a:pt x="2" y="64"/>
                      <a:pt x="20" y="52"/>
                      <a:pt x="41" y="35"/>
                    </a:cubicBezTo>
                    <a:cubicBezTo>
                      <a:pt x="62" y="18"/>
                      <a:pt x="77" y="2"/>
                      <a:pt x="76" y="1"/>
                    </a:cubicBezTo>
                    <a:cubicBezTo>
                      <a:pt x="76" y="0"/>
                      <a:pt x="76" y="0"/>
                      <a:pt x="75" y="0"/>
                    </a:cubicBezTo>
                    <a:cubicBezTo>
                      <a:pt x="71" y="1"/>
                      <a:pt x="55" y="13"/>
                      <a:pt x="36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20" name="Freeform 32">
                <a:extLst>
                  <a:ext uri="{FF2B5EF4-FFF2-40B4-BE49-F238E27FC236}">
                    <a16:creationId xmlns:a16="http://schemas.microsoft.com/office/drawing/2014/main" id="{5C5A5985-FBDB-4E12-8DB4-84FA4B0ED2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950" y="2359025"/>
                <a:ext cx="304800" cy="254000"/>
              </a:xfrm>
              <a:custGeom>
                <a:avLst/>
                <a:gdLst>
                  <a:gd name="T0" fmla="*/ 36 w 77"/>
                  <a:gd name="T1" fmla="*/ 28 h 64"/>
                  <a:gd name="T2" fmla="*/ 1 w 77"/>
                  <a:gd name="T3" fmla="*/ 63 h 64"/>
                  <a:gd name="T4" fmla="*/ 41 w 77"/>
                  <a:gd name="T5" fmla="*/ 35 h 64"/>
                  <a:gd name="T6" fmla="*/ 76 w 77"/>
                  <a:gd name="T7" fmla="*/ 1 h 64"/>
                  <a:gd name="T8" fmla="*/ 75 w 77"/>
                  <a:gd name="T9" fmla="*/ 0 h 64"/>
                  <a:gd name="T10" fmla="*/ 36 w 77"/>
                  <a:gd name="T11" fmla="*/ 2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64">
                    <a:moveTo>
                      <a:pt x="36" y="28"/>
                    </a:moveTo>
                    <a:cubicBezTo>
                      <a:pt x="15" y="46"/>
                      <a:pt x="0" y="61"/>
                      <a:pt x="1" y="63"/>
                    </a:cubicBezTo>
                    <a:cubicBezTo>
                      <a:pt x="2" y="64"/>
                      <a:pt x="20" y="52"/>
                      <a:pt x="41" y="35"/>
                    </a:cubicBezTo>
                    <a:cubicBezTo>
                      <a:pt x="62" y="18"/>
                      <a:pt x="77" y="2"/>
                      <a:pt x="76" y="1"/>
                    </a:cubicBezTo>
                    <a:cubicBezTo>
                      <a:pt x="76" y="0"/>
                      <a:pt x="76" y="0"/>
                      <a:pt x="75" y="0"/>
                    </a:cubicBezTo>
                    <a:cubicBezTo>
                      <a:pt x="71" y="1"/>
                      <a:pt x="55" y="13"/>
                      <a:pt x="36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21" name="Freeform 33">
                <a:extLst>
                  <a:ext uri="{FF2B5EF4-FFF2-40B4-BE49-F238E27FC236}">
                    <a16:creationId xmlns:a16="http://schemas.microsoft.com/office/drawing/2014/main" id="{F1A71840-3B1C-49FF-BE17-A45500E223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22" name="Freeform 34">
                <a:extLst>
                  <a:ext uri="{FF2B5EF4-FFF2-40B4-BE49-F238E27FC236}">
                    <a16:creationId xmlns:a16="http://schemas.microsoft.com/office/drawing/2014/main" id="{796A7639-55E6-40F1-BA56-D80763C63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23" name="Freeform 35">
                <a:extLst>
                  <a:ext uri="{FF2B5EF4-FFF2-40B4-BE49-F238E27FC236}">
                    <a16:creationId xmlns:a16="http://schemas.microsoft.com/office/drawing/2014/main" id="{F8194477-6E6A-40A8-8DC8-48735EC2E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24" name="Freeform 36">
                <a:extLst>
                  <a:ext uri="{FF2B5EF4-FFF2-40B4-BE49-F238E27FC236}">
                    <a16:creationId xmlns:a16="http://schemas.microsoft.com/office/drawing/2014/main" id="{F0F23F28-91ED-4D4B-A203-F8412BD83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25" name="Rectangle 924">
                <a:extLst>
                  <a:ext uri="{FF2B5EF4-FFF2-40B4-BE49-F238E27FC236}">
                    <a16:creationId xmlns:a16="http://schemas.microsoft.com/office/drawing/2014/main" id="{C5D0D267-F97A-457D-B986-D8113C722C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949" y="2633662"/>
                <a:ext cx="3175" cy="1588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26" name="Freeform 38">
                <a:extLst>
                  <a:ext uri="{FF2B5EF4-FFF2-40B4-BE49-F238E27FC236}">
                    <a16:creationId xmlns:a16="http://schemas.microsoft.com/office/drawing/2014/main" id="{FDBC490C-3163-447F-A2BF-83BC4366C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27" name="Freeform 39">
                <a:extLst>
                  <a:ext uri="{FF2B5EF4-FFF2-40B4-BE49-F238E27FC236}">
                    <a16:creationId xmlns:a16="http://schemas.microsoft.com/office/drawing/2014/main" id="{112ED4EC-70E0-4E82-A952-4BFB433941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28" name="Freeform 40">
                <a:extLst>
                  <a:ext uri="{FF2B5EF4-FFF2-40B4-BE49-F238E27FC236}">
                    <a16:creationId xmlns:a16="http://schemas.microsoft.com/office/drawing/2014/main" id="{3E63EB9F-849F-4822-817A-76F2410E4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29" name="Freeform 41">
                <a:extLst>
                  <a:ext uri="{FF2B5EF4-FFF2-40B4-BE49-F238E27FC236}">
                    <a16:creationId xmlns:a16="http://schemas.microsoft.com/office/drawing/2014/main" id="{B64298F6-8EA2-4818-8A72-7B2307754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30" name="Freeform 43">
                <a:extLst>
                  <a:ext uri="{FF2B5EF4-FFF2-40B4-BE49-F238E27FC236}">
                    <a16:creationId xmlns:a16="http://schemas.microsoft.com/office/drawing/2014/main" id="{5595A4CB-5E9F-4DBC-A6F9-2069277EC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31" name="Freeform 44">
                <a:extLst>
                  <a:ext uri="{FF2B5EF4-FFF2-40B4-BE49-F238E27FC236}">
                    <a16:creationId xmlns:a16="http://schemas.microsoft.com/office/drawing/2014/main" id="{D2769F7B-433C-461E-9188-294156E39E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32" name="Freeform 45">
                <a:extLst>
                  <a:ext uri="{FF2B5EF4-FFF2-40B4-BE49-F238E27FC236}">
                    <a16:creationId xmlns:a16="http://schemas.microsoft.com/office/drawing/2014/main" id="{A0932DBD-8730-48BD-8ED8-EDD4FD18A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33" name="Freeform 46">
                <a:extLst>
                  <a:ext uri="{FF2B5EF4-FFF2-40B4-BE49-F238E27FC236}">
                    <a16:creationId xmlns:a16="http://schemas.microsoft.com/office/drawing/2014/main" id="{5497E75D-A139-46AD-AAE8-78DDB652DB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34" name="Freeform 48">
                <a:extLst>
                  <a:ext uri="{FF2B5EF4-FFF2-40B4-BE49-F238E27FC236}">
                    <a16:creationId xmlns:a16="http://schemas.microsoft.com/office/drawing/2014/main" id="{27516F48-F24C-4B96-A514-5E00FD65D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648" y="2327275"/>
                <a:ext cx="290512" cy="587375"/>
              </a:xfrm>
              <a:custGeom>
                <a:avLst/>
                <a:gdLst>
                  <a:gd name="T0" fmla="*/ 43 w 73"/>
                  <a:gd name="T1" fmla="*/ 71 h 148"/>
                  <a:gd name="T2" fmla="*/ 4 w 73"/>
                  <a:gd name="T3" fmla="*/ 2 h 148"/>
                  <a:gd name="T4" fmla="*/ 30 w 73"/>
                  <a:gd name="T5" fmla="*/ 77 h 148"/>
                  <a:gd name="T6" fmla="*/ 70 w 73"/>
                  <a:gd name="T7" fmla="*/ 146 h 148"/>
                  <a:gd name="T8" fmla="*/ 43 w 73"/>
                  <a:gd name="T9" fmla="*/ 71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48">
                    <a:moveTo>
                      <a:pt x="43" y="71"/>
                    </a:moveTo>
                    <a:cubicBezTo>
                      <a:pt x="24" y="31"/>
                      <a:pt x="7" y="0"/>
                      <a:pt x="4" y="2"/>
                    </a:cubicBezTo>
                    <a:cubicBezTo>
                      <a:pt x="0" y="3"/>
                      <a:pt x="12" y="37"/>
                      <a:pt x="30" y="77"/>
                    </a:cubicBezTo>
                    <a:cubicBezTo>
                      <a:pt x="49" y="117"/>
                      <a:pt x="66" y="148"/>
                      <a:pt x="70" y="146"/>
                    </a:cubicBezTo>
                    <a:cubicBezTo>
                      <a:pt x="73" y="145"/>
                      <a:pt x="61" y="111"/>
                      <a:pt x="43" y="7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35" name="Freeform 49">
                <a:extLst>
                  <a:ext uri="{FF2B5EF4-FFF2-40B4-BE49-F238E27FC236}">
                    <a16:creationId xmlns:a16="http://schemas.microsoft.com/office/drawing/2014/main" id="{3A9F14A0-1B1D-436D-9133-7554F1FFB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648" y="2327275"/>
                <a:ext cx="290512" cy="587375"/>
              </a:xfrm>
              <a:custGeom>
                <a:avLst/>
                <a:gdLst>
                  <a:gd name="T0" fmla="*/ 43 w 73"/>
                  <a:gd name="T1" fmla="*/ 71 h 148"/>
                  <a:gd name="T2" fmla="*/ 4 w 73"/>
                  <a:gd name="T3" fmla="*/ 2 h 148"/>
                  <a:gd name="T4" fmla="*/ 30 w 73"/>
                  <a:gd name="T5" fmla="*/ 77 h 148"/>
                  <a:gd name="T6" fmla="*/ 70 w 73"/>
                  <a:gd name="T7" fmla="*/ 146 h 148"/>
                  <a:gd name="T8" fmla="*/ 43 w 73"/>
                  <a:gd name="T9" fmla="*/ 71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48">
                    <a:moveTo>
                      <a:pt x="43" y="71"/>
                    </a:moveTo>
                    <a:cubicBezTo>
                      <a:pt x="24" y="31"/>
                      <a:pt x="7" y="0"/>
                      <a:pt x="4" y="2"/>
                    </a:cubicBezTo>
                    <a:cubicBezTo>
                      <a:pt x="0" y="3"/>
                      <a:pt x="12" y="37"/>
                      <a:pt x="30" y="77"/>
                    </a:cubicBezTo>
                    <a:cubicBezTo>
                      <a:pt x="49" y="117"/>
                      <a:pt x="66" y="148"/>
                      <a:pt x="70" y="146"/>
                    </a:cubicBezTo>
                    <a:cubicBezTo>
                      <a:pt x="73" y="145"/>
                      <a:pt x="61" y="111"/>
                      <a:pt x="43" y="7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36" name="Freeform 50">
                <a:extLst>
                  <a:ext uri="{FF2B5EF4-FFF2-40B4-BE49-F238E27FC236}">
                    <a16:creationId xmlns:a16="http://schemas.microsoft.com/office/drawing/2014/main" id="{A608EC6E-3AB1-4C79-8535-09D6C848C4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586" y="1816100"/>
                <a:ext cx="388937" cy="531813"/>
              </a:xfrm>
              <a:custGeom>
                <a:avLst/>
                <a:gdLst>
                  <a:gd name="T0" fmla="*/ 43 w 98"/>
                  <a:gd name="T1" fmla="*/ 63 h 134"/>
                  <a:gd name="T2" fmla="*/ 3 w 98"/>
                  <a:gd name="T3" fmla="*/ 132 h 134"/>
                  <a:gd name="T4" fmla="*/ 54 w 98"/>
                  <a:gd name="T5" fmla="*/ 71 h 134"/>
                  <a:gd name="T6" fmla="*/ 95 w 98"/>
                  <a:gd name="T7" fmla="*/ 2 h 134"/>
                  <a:gd name="T8" fmla="*/ 43 w 98"/>
                  <a:gd name="T9" fmla="*/ 6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134">
                    <a:moveTo>
                      <a:pt x="43" y="63"/>
                    </a:moveTo>
                    <a:cubicBezTo>
                      <a:pt x="18" y="99"/>
                      <a:pt x="0" y="130"/>
                      <a:pt x="3" y="132"/>
                    </a:cubicBezTo>
                    <a:cubicBezTo>
                      <a:pt x="6" y="134"/>
                      <a:pt x="29" y="107"/>
                      <a:pt x="54" y="71"/>
                    </a:cubicBezTo>
                    <a:cubicBezTo>
                      <a:pt x="79" y="35"/>
                      <a:pt x="98" y="4"/>
                      <a:pt x="95" y="2"/>
                    </a:cubicBezTo>
                    <a:cubicBezTo>
                      <a:pt x="92" y="0"/>
                      <a:pt x="69" y="27"/>
                      <a:pt x="43" y="6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37" name="Freeform 51">
                <a:extLst>
                  <a:ext uri="{FF2B5EF4-FFF2-40B4-BE49-F238E27FC236}">
                    <a16:creationId xmlns:a16="http://schemas.microsoft.com/office/drawing/2014/main" id="{FF4F9FF1-4A57-4FB0-8332-BA2000CA6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586" y="1816099"/>
                <a:ext cx="388937" cy="531813"/>
              </a:xfrm>
              <a:custGeom>
                <a:avLst/>
                <a:gdLst>
                  <a:gd name="T0" fmla="*/ 43 w 98"/>
                  <a:gd name="T1" fmla="*/ 63 h 134"/>
                  <a:gd name="T2" fmla="*/ 3 w 98"/>
                  <a:gd name="T3" fmla="*/ 132 h 134"/>
                  <a:gd name="T4" fmla="*/ 54 w 98"/>
                  <a:gd name="T5" fmla="*/ 71 h 134"/>
                  <a:gd name="T6" fmla="*/ 95 w 98"/>
                  <a:gd name="T7" fmla="*/ 2 h 134"/>
                  <a:gd name="T8" fmla="*/ 43 w 98"/>
                  <a:gd name="T9" fmla="*/ 6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134">
                    <a:moveTo>
                      <a:pt x="43" y="63"/>
                    </a:moveTo>
                    <a:cubicBezTo>
                      <a:pt x="18" y="99"/>
                      <a:pt x="0" y="130"/>
                      <a:pt x="3" y="132"/>
                    </a:cubicBezTo>
                    <a:cubicBezTo>
                      <a:pt x="6" y="134"/>
                      <a:pt x="29" y="107"/>
                      <a:pt x="54" y="71"/>
                    </a:cubicBezTo>
                    <a:cubicBezTo>
                      <a:pt x="79" y="35"/>
                      <a:pt x="98" y="4"/>
                      <a:pt x="95" y="2"/>
                    </a:cubicBezTo>
                    <a:cubicBezTo>
                      <a:pt x="92" y="0"/>
                      <a:pt x="69" y="27"/>
                      <a:pt x="43" y="6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38" name="Freeform 52">
                <a:extLst>
                  <a:ext uri="{FF2B5EF4-FFF2-40B4-BE49-F238E27FC236}">
                    <a16:creationId xmlns:a16="http://schemas.microsoft.com/office/drawing/2014/main" id="{297B0079-EE59-49AE-A5FE-D7983F36C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812" y="2260599"/>
                <a:ext cx="628649" cy="87313"/>
              </a:xfrm>
              <a:custGeom>
                <a:avLst/>
                <a:gdLst>
                  <a:gd name="T0" fmla="*/ 80 w 158"/>
                  <a:gd name="T1" fmla="*/ 5 h 22"/>
                  <a:gd name="T2" fmla="*/ 0 w 158"/>
                  <a:gd name="T3" fmla="*/ 4 h 22"/>
                  <a:gd name="T4" fmla="*/ 79 w 158"/>
                  <a:gd name="T5" fmla="*/ 18 h 22"/>
                  <a:gd name="T6" fmla="*/ 158 w 158"/>
                  <a:gd name="T7" fmla="*/ 19 h 22"/>
                  <a:gd name="T8" fmla="*/ 158 w 158"/>
                  <a:gd name="T9" fmla="*/ 18 h 22"/>
                  <a:gd name="T10" fmla="*/ 80 w 158"/>
                  <a:gd name="T11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" h="22">
                    <a:moveTo>
                      <a:pt x="80" y="5"/>
                    </a:moveTo>
                    <a:cubicBezTo>
                      <a:pt x="36" y="0"/>
                      <a:pt x="0" y="0"/>
                      <a:pt x="0" y="4"/>
                    </a:cubicBezTo>
                    <a:cubicBezTo>
                      <a:pt x="0" y="7"/>
                      <a:pt x="35" y="14"/>
                      <a:pt x="79" y="18"/>
                    </a:cubicBezTo>
                    <a:cubicBezTo>
                      <a:pt x="122" y="22"/>
                      <a:pt x="158" y="22"/>
                      <a:pt x="158" y="19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2" y="14"/>
                      <a:pt x="120" y="8"/>
                      <a:pt x="80" y="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39" name="Freeform 53">
                <a:extLst>
                  <a:ext uri="{FF2B5EF4-FFF2-40B4-BE49-F238E27FC236}">
                    <a16:creationId xmlns:a16="http://schemas.microsoft.com/office/drawing/2014/main" id="{B1F6DE31-941E-4B33-B469-39209F08F2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813" y="2260600"/>
                <a:ext cx="628649" cy="87313"/>
              </a:xfrm>
              <a:custGeom>
                <a:avLst/>
                <a:gdLst>
                  <a:gd name="T0" fmla="*/ 80 w 158"/>
                  <a:gd name="T1" fmla="*/ 5 h 22"/>
                  <a:gd name="T2" fmla="*/ 0 w 158"/>
                  <a:gd name="T3" fmla="*/ 4 h 22"/>
                  <a:gd name="T4" fmla="*/ 79 w 158"/>
                  <a:gd name="T5" fmla="*/ 18 h 22"/>
                  <a:gd name="T6" fmla="*/ 158 w 158"/>
                  <a:gd name="T7" fmla="*/ 19 h 22"/>
                  <a:gd name="T8" fmla="*/ 158 w 158"/>
                  <a:gd name="T9" fmla="*/ 18 h 22"/>
                  <a:gd name="T10" fmla="*/ 80 w 158"/>
                  <a:gd name="T11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" h="22">
                    <a:moveTo>
                      <a:pt x="80" y="5"/>
                    </a:moveTo>
                    <a:cubicBezTo>
                      <a:pt x="36" y="0"/>
                      <a:pt x="0" y="0"/>
                      <a:pt x="0" y="4"/>
                    </a:cubicBezTo>
                    <a:cubicBezTo>
                      <a:pt x="0" y="7"/>
                      <a:pt x="35" y="14"/>
                      <a:pt x="79" y="18"/>
                    </a:cubicBezTo>
                    <a:cubicBezTo>
                      <a:pt x="122" y="22"/>
                      <a:pt x="158" y="22"/>
                      <a:pt x="158" y="19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2" y="14"/>
                      <a:pt x="120" y="8"/>
                      <a:pt x="80" y="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40" name="Freeform 54">
                <a:extLst>
                  <a:ext uri="{FF2B5EF4-FFF2-40B4-BE49-F238E27FC236}">
                    <a16:creationId xmlns:a16="http://schemas.microsoft.com/office/drawing/2014/main" id="{A0E1DADB-9C68-4967-BB48-A736F6D91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41" name="Freeform 55">
                <a:extLst>
                  <a:ext uri="{FF2B5EF4-FFF2-40B4-BE49-F238E27FC236}">
                    <a16:creationId xmlns:a16="http://schemas.microsoft.com/office/drawing/2014/main" id="{D6B31B1F-E8C4-4568-ADE8-AD6448DE2A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42" name="Freeform 56">
                <a:extLst>
                  <a:ext uri="{FF2B5EF4-FFF2-40B4-BE49-F238E27FC236}">
                    <a16:creationId xmlns:a16="http://schemas.microsoft.com/office/drawing/2014/main" id="{4BA1ECF4-362C-4DB7-9926-5A2689B71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43" name="Freeform 57">
                <a:extLst>
                  <a:ext uri="{FF2B5EF4-FFF2-40B4-BE49-F238E27FC236}">
                    <a16:creationId xmlns:a16="http://schemas.microsoft.com/office/drawing/2014/main" id="{2D97A207-E47C-4D06-B7D7-BDAE203BD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44" name="Rectangle 58">
                <a:extLst>
                  <a:ext uri="{FF2B5EF4-FFF2-40B4-BE49-F238E27FC236}">
                    <a16:creationId xmlns:a16="http://schemas.microsoft.com/office/drawing/2014/main" id="{3C616A1D-EDAE-467D-926A-0076F457F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5262" y="2771775"/>
                <a:ext cx="4763" cy="4763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45" name="Freeform 59">
                <a:extLst>
                  <a:ext uri="{FF2B5EF4-FFF2-40B4-BE49-F238E27FC236}">
                    <a16:creationId xmlns:a16="http://schemas.microsoft.com/office/drawing/2014/main" id="{E3503ADC-E661-47CD-AD3C-541CBCF9FD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4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46" name="Freeform 60">
                <a:extLst>
                  <a:ext uri="{FF2B5EF4-FFF2-40B4-BE49-F238E27FC236}">
                    <a16:creationId xmlns:a16="http://schemas.microsoft.com/office/drawing/2014/main" id="{9622AF4C-4A21-4E2F-8F83-3101C19409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4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47" name="Freeform 61">
                <a:extLst>
                  <a:ext uri="{FF2B5EF4-FFF2-40B4-BE49-F238E27FC236}">
                    <a16:creationId xmlns:a16="http://schemas.microsoft.com/office/drawing/2014/main" id="{B2EA416F-ABCD-44D5-A2F9-5ED33C14B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3" y="2295524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948" name="Freeform 62">
                <a:extLst>
                  <a:ext uri="{FF2B5EF4-FFF2-40B4-BE49-F238E27FC236}">
                    <a16:creationId xmlns:a16="http://schemas.microsoft.com/office/drawing/2014/main" id="{5569096E-4910-4275-857F-479FBA5D8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6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</p:grpSp>
        <p:grpSp>
          <p:nvGrpSpPr>
            <p:cNvPr id="665" name="Gruppieren 1118">
              <a:extLst>
                <a:ext uri="{FF2B5EF4-FFF2-40B4-BE49-F238E27FC236}">
                  <a16:creationId xmlns:a16="http://schemas.microsoft.com/office/drawing/2014/main" id="{31BBBDFB-51BD-431B-9E04-6CEB4EC83C55}"/>
                </a:ext>
              </a:extLst>
            </p:cNvPr>
            <p:cNvGrpSpPr/>
            <p:nvPr/>
          </p:nvGrpSpPr>
          <p:grpSpPr>
            <a:xfrm>
              <a:off x="5577528" y="2154693"/>
              <a:ext cx="764529" cy="297569"/>
              <a:chOff x="1276911" y="4633118"/>
              <a:chExt cx="4068762" cy="1311276"/>
            </a:xfrm>
            <a:solidFill>
              <a:schemeClr val="accent1"/>
            </a:solidFill>
          </p:grpSpPr>
          <p:sp>
            <p:nvSpPr>
              <p:cNvPr id="753" name="Freeform 6">
                <a:extLst>
                  <a:ext uri="{FF2B5EF4-FFF2-40B4-BE49-F238E27FC236}">
                    <a16:creationId xmlns:a16="http://schemas.microsoft.com/office/drawing/2014/main" id="{1F7F96D3-73CC-42A9-AA25-B6A47DF7C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323" y="4633118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5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54" name="Freeform 7">
                <a:extLst>
                  <a:ext uri="{FF2B5EF4-FFF2-40B4-BE49-F238E27FC236}">
                    <a16:creationId xmlns:a16="http://schemas.microsoft.com/office/drawing/2014/main" id="{B9FE6F10-2B2B-4B0D-9880-4B692614F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323" y="4633118"/>
                <a:ext cx="1733550" cy="865188"/>
              </a:xfrm>
              <a:custGeom>
                <a:avLst/>
                <a:gdLst>
                  <a:gd name="T0" fmla="*/ 348 w 2275"/>
                  <a:gd name="T1" fmla="*/ 1135 h 1135"/>
                  <a:gd name="T2" fmla="*/ 2275 w 2275"/>
                  <a:gd name="T3" fmla="*/ 1135 h 1135"/>
                  <a:gd name="T4" fmla="*/ 1928 w 2275"/>
                  <a:gd name="T5" fmla="*/ 0 h 1135"/>
                  <a:gd name="T6" fmla="*/ 0 w 2275"/>
                  <a:gd name="T7" fmla="*/ 0 h 1135"/>
                  <a:gd name="T8" fmla="*/ 348 w 22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5" h="1135">
                    <a:moveTo>
                      <a:pt x="348" y="1135"/>
                    </a:moveTo>
                    <a:lnTo>
                      <a:pt x="2275" y="1135"/>
                    </a:lnTo>
                    <a:lnTo>
                      <a:pt x="1928" y="0"/>
                    </a:lnTo>
                    <a:lnTo>
                      <a:pt x="0" y="0"/>
                    </a:lnTo>
                    <a:lnTo>
                      <a:pt x="348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55" name="Line 8">
                <a:extLst>
                  <a:ext uri="{FF2B5EF4-FFF2-40B4-BE49-F238E27FC236}">
                    <a16:creationId xmlns:a16="http://schemas.microsoft.com/office/drawing/2014/main" id="{1BB07734-17B4-4A3E-95C8-AE8ECCF53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8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56" name="Line 9">
                <a:extLst>
                  <a:ext uri="{FF2B5EF4-FFF2-40B4-BE49-F238E27FC236}">
                    <a16:creationId xmlns:a16="http://schemas.microsoft.com/office/drawing/2014/main" id="{2C35DD31-B7A7-4EEC-9CC4-F24C56A78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8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57" name="Line 10">
                <a:extLst>
                  <a:ext uri="{FF2B5EF4-FFF2-40B4-BE49-F238E27FC236}">
                    <a16:creationId xmlns:a16="http://schemas.microsoft.com/office/drawing/2014/main" id="{83777761-426A-44D4-A097-68722EF47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7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58" name="Line 11">
                <a:extLst>
                  <a:ext uri="{FF2B5EF4-FFF2-40B4-BE49-F238E27FC236}">
                    <a16:creationId xmlns:a16="http://schemas.microsoft.com/office/drawing/2014/main" id="{CB867553-8DE8-4A9D-A30A-5A7C94641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7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59" name="Line 12">
                <a:extLst>
                  <a:ext uri="{FF2B5EF4-FFF2-40B4-BE49-F238E27FC236}">
                    <a16:creationId xmlns:a16="http://schemas.microsoft.com/office/drawing/2014/main" id="{C84C4399-787A-4AE1-9CCF-37CEC06D1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86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60" name="Line 13">
                <a:extLst>
                  <a:ext uri="{FF2B5EF4-FFF2-40B4-BE49-F238E27FC236}">
                    <a16:creationId xmlns:a16="http://schemas.microsoft.com/office/drawing/2014/main" id="{6344F3E6-8C0B-4A39-A4F0-5F8D1756D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86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61" name="Line 14">
                <a:extLst>
                  <a:ext uri="{FF2B5EF4-FFF2-40B4-BE49-F238E27FC236}">
                    <a16:creationId xmlns:a16="http://schemas.microsoft.com/office/drawing/2014/main" id="{6AA58913-9EC7-4DBE-8426-85495B9D53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29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62" name="Line 15">
                <a:extLst>
                  <a:ext uri="{FF2B5EF4-FFF2-40B4-BE49-F238E27FC236}">
                    <a16:creationId xmlns:a16="http://schemas.microsoft.com/office/drawing/2014/main" id="{F604429C-6A79-4CAF-BC34-90D3CBE226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29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63" name="Line 16">
                <a:extLst>
                  <a:ext uri="{FF2B5EF4-FFF2-40B4-BE49-F238E27FC236}">
                    <a16:creationId xmlns:a16="http://schemas.microsoft.com/office/drawing/2014/main" id="{9DDD91EA-8C48-48AD-A940-2312C8033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88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64" name="Line 17">
                <a:extLst>
                  <a:ext uri="{FF2B5EF4-FFF2-40B4-BE49-F238E27FC236}">
                    <a16:creationId xmlns:a16="http://schemas.microsoft.com/office/drawing/2014/main" id="{ECE952FF-1E66-4CDD-ADDC-9276F57013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88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65" name="Line 18">
                <a:extLst>
                  <a:ext uri="{FF2B5EF4-FFF2-40B4-BE49-F238E27FC236}">
                    <a16:creationId xmlns:a16="http://schemas.microsoft.com/office/drawing/2014/main" id="{86A0C0D0-B6E9-4963-AA5C-D34671B15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47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66" name="Line 19">
                <a:extLst>
                  <a:ext uri="{FF2B5EF4-FFF2-40B4-BE49-F238E27FC236}">
                    <a16:creationId xmlns:a16="http://schemas.microsoft.com/office/drawing/2014/main" id="{90714104-6BD8-4795-9BC4-202500D90E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47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67" name="Line 20">
                <a:extLst>
                  <a:ext uri="{FF2B5EF4-FFF2-40B4-BE49-F238E27FC236}">
                    <a16:creationId xmlns:a16="http://schemas.microsoft.com/office/drawing/2014/main" id="{169008B3-9328-43FD-B7C9-CDF7EE9F23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49252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68" name="Line 21">
                <a:extLst>
                  <a:ext uri="{FF2B5EF4-FFF2-40B4-BE49-F238E27FC236}">
                    <a16:creationId xmlns:a16="http://schemas.microsoft.com/office/drawing/2014/main" id="{C43B9D05-8E9B-4CCF-A094-173C1504DA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49252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69" name="Line 22">
                <a:extLst>
                  <a:ext uri="{FF2B5EF4-FFF2-40B4-BE49-F238E27FC236}">
                    <a16:creationId xmlns:a16="http://schemas.microsoft.com/office/drawing/2014/main" id="{F1C08A81-ED77-45E1-A3AB-7C3A2B0211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9673" y="50665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70" name="Line 23">
                <a:extLst>
                  <a:ext uri="{FF2B5EF4-FFF2-40B4-BE49-F238E27FC236}">
                    <a16:creationId xmlns:a16="http://schemas.microsoft.com/office/drawing/2014/main" id="{31B59744-C729-4D18-A59B-D4C9A00303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9673" y="50665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71" name="Line 24">
                <a:extLst>
                  <a:ext uri="{FF2B5EF4-FFF2-40B4-BE49-F238E27FC236}">
                    <a16:creationId xmlns:a16="http://schemas.microsoft.com/office/drawing/2014/main" id="{688BA916-424B-4A9C-849C-831056494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5711" y="52077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72" name="Line 25">
                <a:extLst>
                  <a:ext uri="{FF2B5EF4-FFF2-40B4-BE49-F238E27FC236}">
                    <a16:creationId xmlns:a16="http://schemas.microsoft.com/office/drawing/2014/main" id="{6F78CB0B-AC53-441C-8212-32A326A3C5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5711" y="52077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73" name="Line 26">
                <a:extLst>
                  <a:ext uri="{FF2B5EF4-FFF2-40B4-BE49-F238E27FC236}">
                    <a16:creationId xmlns:a16="http://schemas.microsoft.com/office/drawing/2014/main" id="{A8B72AC2-5576-4AD8-ADB6-E2682F287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1748" y="53506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74" name="Line 27">
                <a:extLst>
                  <a:ext uri="{FF2B5EF4-FFF2-40B4-BE49-F238E27FC236}">
                    <a16:creationId xmlns:a16="http://schemas.microsoft.com/office/drawing/2014/main" id="{2F5AB3CB-A4F5-4477-98C5-D001A523A1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1748" y="53506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75" name="Line 28">
                <a:extLst>
                  <a:ext uri="{FF2B5EF4-FFF2-40B4-BE49-F238E27FC236}">
                    <a16:creationId xmlns:a16="http://schemas.microsoft.com/office/drawing/2014/main" id="{23F1AA8D-E1F9-4C48-B7DF-4A94DB0F3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536" y="478234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76" name="Line 29">
                <a:extLst>
                  <a:ext uri="{FF2B5EF4-FFF2-40B4-BE49-F238E27FC236}">
                    <a16:creationId xmlns:a16="http://schemas.microsoft.com/office/drawing/2014/main" id="{978B0690-DBB4-4F82-828D-A2C8F51CA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536" y="478234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77" name="Freeform 30">
                <a:extLst>
                  <a:ext uri="{FF2B5EF4-FFF2-40B4-BE49-F238E27FC236}">
                    <a16:creationId xmlns:a16="http://schemas.microsoft.com/office/drawing/2014/main" id="{77A51AD6-DF1B-4D04-BC46-F66158CAF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986" y="4849018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5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78" name="Freeform 31">
                <a:extLst>
                  <a:ext uri="{FF2B5EF4-FFF2-40B4-BE49-F238E27FC236}">
                    <a16:creationId xmlns:a16="http://schemas.microsoft.com/office/drawing/2014/main" id="{0251267D-D0F5-4E5E-AA16-E92148BABB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986" y="4849018"/>
                <a:ext cx="1733550" cy="865188"/>
              </a:xfrm>
              <a:custGeom>
                <a:avLst/>
                <a:gdLst>
                  <a:gd name="T0" fmla="*/ 347 w 2275"/>
                  <a:gd name="T1" fmla="*/ 1135 h 1135"/>
                  <a:gd name="T2" fmla="*/ 2275 w 2275"/>
                  <a:gd name="T3" fmla="*/ 1135 h 1135"/>
                  <a:gd name="T4" fmla="*/ 1927 w 2275"/>
                  <a:gd name="T5" fmla="*/ 0 h 1135"/>
                  <a:gd name="T6" fmla="*/ 0 w 2275"/>
                  <a:gd name="T7" fmla="*/ 0 h 1135"/>
                  <a:gd name="T8" fmla="*/ 347 w 22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5" h="1135">
                    <a:moveTo>
                      <a:pt x="347" y="1135"/>
                    </a:moveTo>
                    <a:lnTo>
                      <a:pt x="2275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79" name="Line 32">
                <a:extLst>
                  <a:ext uri="{FF2B5EF4-FFF2-40B4-BE49-F238E27FC236}">
                    <a16:creationId xmlns:a16="http://schemas.microsoft.com/office/drawing/2014/main" id="{DDAC4CDF-5F0F-4757-83D2-EE6C34EAEA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44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80" name="Line 33">
                <a:extLst>
                  <a:ext uri="{FF2B5EF4-FFF2-40B4-BE49-F238E27FC236}">
                    <a16:creationId xmlns:a16="http://schemas.microsoft.com/office/drawing/2014/main" id="{438A6946-D52D-4373-AA8C-712191AC25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44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81" name="Line 34">
                <a:extLst>
                  <a:ext uri="{FF2B5EF4-FFF2-40B4-BE49-F238E27FC236}">
                    <a16:creationId xmlns:a16="http://schemas.microsoft.com/office/drawing/2014/main" id="{01477873-A1F0-4BFE-95D5-6B047B263E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03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82" name="Line 35">
                <a:extLst>
                  <a:ext uri="{FF2B5EF4-FFF2-40B4-BE49-F238E27FC236}">
                    <a16:creationId xmlns:a16="http://schemas.microsoft.com/office/drawing/2014/main" id="{EE8CE603-8DF0-4B23-90FA-66CA06D835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03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83" name="Line 36">
                <a:extLst>
                  <a:ext uri="{FF2B5EF4-FFF2-40B4-BE49-F238E27FC236}">
                    <a16:creationId xmlns:a16="http://schemas.microsoft.com/office/drawing/2014/main" id="{8661ED35-7CB7-4094-BDAA-0E158A3B51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2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84" name="Line 37">
                <a:extLst>
                  <a:ext uri="{FF2B5EF4-FFF2-40B4-BE49-F238E27FC236}">
                    <a16:creationId xmlns:a16="http://schemas.microsoft.com/office/drawing/2014/main" id="{86EEFEBE-A875-4395-A4E2-80D991A33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2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85" name="Line 38">
                <a:extLst>
                  <a:ext uri="{FF2B5EF4-FFF2-40B4-BE49-F238E27FC236}">
                    <a16:creationId xmlns:a16="http://schemas.microsoft.com/office/drawing/2014/main" id="{5A5095F7-292D-481E-925D-F310F392D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21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86" name="Line 39">
                <a:extLst>
                  <a:ext uri="{FF2B5EF4-FFF2-40B4-BE49-F238E27FC236}">
                    <a16:creationId xmlns:a16="http://schemas.microsoft.com/office/drawing/2014/main" id="{5A48CD98-A093-49BC-8365-31A9AEC12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21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87" name="Line 40">
                <a:extLst>
                  <a:ext uri="{FF2B5EF4-FFF2-40B4-BE49-F238E27FC236}">
                    <a16:creationId xmlns:a16="http://schemas.microsoft.com/office/drawing/2014/main" id="{C1ACE4E1-4068-43BE-954E-D1D1DB5F9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80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88" name="Line 41">
                <a:extLst>
                  <a:ext uri="{FF2B5EF4-FFF2-40B4-BE49-F238E27FC236}">
                    <a16:creationId xmlns:a16="http://schemas.microsoft.com/office/drawing/2014/main" id="{4E7B322C-EECB-4970-A08A-5041FC9DD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80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89" name="Line 42">
                <a:extLst>
                  <a:ext uri="{FF2B5EF4-FFF2-40B4-BE49-F238E27FC236}">
                    <a16:creationId xmlns:a16="http://schemas.microsoft.com/office/drawing/2014/main" id="{0FB61393-5217-4968-8AAA-E5DEDED3E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2398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90" name="Line 43">
                <a:extLst>
                  <a:ext uri="{FF2B5EF4-FFF2-40B4-BE49-F238E27FC236}">
                    <a16:creationId xmlns:a16="http://schemas.microsoft.com/office/drawing/2014/main" id="{F2E6261B-7A5D-4843-B498-F2165431C9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2398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91" name="Line 44">
                <a:extLst>
                  <a:ext uri="{FF2B5EF4-FFF2-40B4-BE49-F238E27FC236}">
                    <a16:creationId xmlns:a16="http://schemas.microsoft.com/office/drawing/2014/main" id="{7B5D592A-C0A9-48BB-B895-A2634CE5A1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4473" y="51411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92" name="Line 45">
                <a:extLst>
                  <a:ext uri="{FF2B5EF4-FFF2-40B4-BE49-F238E27FC236}">
                    <a16:creationId xmlns:a16="http://schemas.microsoft.com/office/drawing/2014/main" id="{020600B7-6D8C-4679-8D6E-961EDE135F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4473" y="51411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93" name="Line 46">
                <a:extLst>
                  <a:ext uri="{FF2B5EF4-FFF2-40B4-BE49-F238E27FC236}">
                    <a16:creationId xmlns:a16="http://schemas.microsoft.com/office/drawing/2014/main" id="{B5316EC3-0FD1-42AD-837E-E1CB1E754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7336" y="52824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94" name="Line 47">
                <a:extLst>
                  <a:ext uri="{FF2B5EF4-FFF2-40B4-BE49-F238E27FC236}">
                    <a16:creationId xmlns:a16="http://schemas.microsoft.com/office/drawing/2014/main" id="{782E8F7B-56AF-4C51-8620-22DB4B807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7336" y="52824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95" name="Line 48">
                <a:extLst>
                  <a:ext uri="{FF2B5EF4-FFF2-40B4-BE49-F238E27FC236}">
                    <a16:creationId xmlns:a16="http://schemas.microsoft.com/office/drawing/2014/main" id="{A5B735DF-6979-4821-A85E-4DA2B66159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961" y="54252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96" name="Line 49">
                <a:extLst>
                  <a:ext uri="{FF2B5EF4-FFF2-40B4-BE49-F238E27FC236}">
                    <a16:creationId xmlns:a16="http://schemas.microsoft.com/office/drawing/2014/main" id="{9DB16389-66E6-444E-B090-4F8EBAB723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961" y="54252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97" name="Line 50">
                <a:extLst>
                  <a:ext uri="{FF2B5EF4-FFF2-40B4-BE49-F238E27FC236}">
                    <a16:creationId xmlns:a16="http://schemas.microsoft.com/office/drawing/2014/main" id="{B0A7DCEF-6A05-40BE-80CD-B9AC78B87E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9411" y="55665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98" name="Line 51">
                <a:extLst>
                  <a:ext uri="{FF2B5EF4-FFF2-40B4-BE49-F238E27FC236}">
                    <a16:creationId xmlns:a16="http://schemas.microsoft.com/office/drawing/2014/main" id="{D379D6EB-964A-4C97-904F-C0F66532DE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9411" y="55665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799" name="Line 52">
                <a:extLst>
                  <a:ext uri="{FF2B5EF4-FFF2-40B4-BE49-F238E27FC236}">
                    <a16:creationId xmlns:a16="http://schemas.microsoft.com/office/drawing/2014/main" id="{5ACADD16-E445-45AA-976F-CC9227BC61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3198" y="49998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00" name="Line 53">
                <a:extLst>
                  <a:ext uri="{FF2B5EF4-FFF2-40B4-BE49-F238E27FC236}">
                    <a16:creationId xmlns:a16="http://schemas.microsoft.com/office/drawing/2014/main" id="{FCD511DE-4C0C-4BAD-A649-238C73E33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3198" y="49998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01" name="Freeform 54">
                <a:extLst>
                  <a:ext uri="{FF2B5EF4-FFF2-40B4-BE49-F238E27FC236}">
                    <a16:creationId xmlns:a16="http://schemas.microsoft.com/office/drawing/2014/main" id="{AC918DB9-736B-42CF-98EB-CC2232651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123" y="5079206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6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6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02" name="Freeform 55">
                <a:extLst>
                  <a:ext uri="{FF2B5EF4-FFF2-40B4-BE49-F238E27FC236}">
                    <a16:creationId xmlns:a16="http://schemas.microsoft.com/office/drawing/2014/main" id="{46591F82-D5FE-4B8C-A606-2983F92B88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123" y="5079206"/>
                <a:ext cx="1733550" cy="865188"/>
              </a:xfrm>
              <a:custGeom>
                <a:avLst/>
                <a:gdLst>
                  <a:gd name="T0" fmla="*/ 347 w 2275"/>
                  <a:gd name="T1" fmla="*/ 1135 h 1135"/>
                  <a:gd name="T2" fmla="*/ 2275 w 2275"/>
                  <a:gd name="T3" fmla="*/ 1135 h 1135"/>
                  <a:gd name="T4" fmla="*/ 1928 w 2275"/>
                  <a:gd name="T5" fmla="*/ 0 h 1135"/>
                  <a:gd name="T6" fmla="*/ 0 w 2275"/>
                  <a:gd name="T7" fmla="*/ 0 h 1135"/>
                  <a:gd name="T8" fmla="*/ 347 w 22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5" h="1135">
                    <a:moveTo>
                      <a:pt x="347" y="1135"/>
                    </a:moveTo>
                    <a:lnTo>
                      <a:pt x="2275" y="1135"/>
                    </a:lnTo>
                    <a:lnTo>
                      <a:pt x="1928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03" name="Line 56">
                <a:extLst>
                  <a:ext uri="{FF2B5EF4-FFF2-40B4-BE49-F238E27FC236}">
                    <a16:creationId xmlns:a16="http://schemas.microsoft.com/office/drawing/2014/main" id="{B51B948E-97F6-40E2-890C-91C785F0FE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26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04" name="Line 57">
                <a:extLst>
                  <a:ext uri="{FF2B5EF4-FFF2-40B4-BE49-F238E27FC236}">
                    <a16:creationId xmlns:a16="http://schemas.microsoft.com/office/drawing/2014/main" id="{555488A9-A546-46F7-8493-0154BF1377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26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05" name="Line 58">
                <a:extLst>
                  <a:ext uri="{FF2B5EF4-FFF2-40B4-BE49-F238E27FC236}">
                    <a16:creationId xmlns:a16="http://schemas.microsoft.com/office/drawing/2014/main" id="{5ED8DC23-E035-46E5-9722-9016D9BE99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85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06" name="Line 59">
                <a:extLst>
                  <a:ext uri="{FF2B5EF4-FFF2-40B4-BE49-F238E27FC236}">
                    <a16:creationId xmlns:a16="http://schemas.microsoft.com/office/drawing/2014/main" id="{06BF82C5-90C1-4873-8844-5AC3EC64F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85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07" name="Line 60">
                <a:extLst>
                  <a:ext uri="{FF2B5EF4-FFF2-40B4-BE49-F238E27FC236}">
                    <a16:creationId xmlns:a16="http://schemas.microsoft.com/office/drawing/2014/main" id="{1F2F8154-6D41-40C9-87FC-5FD5D989B4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44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08" name="Line 61">
                <a:extLst>
                  <a:ext uri="{FF2B5EF4-FFF2-40B4-BE49-F238E27FC236}">
                    <a16:creationId xmlns:a16="http://schemas.microsoft.com/office/drawing/2014/main" id="{A33542A4-DDCF-4142-AA84-BDA0615D5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44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09" name="Line 62">
                <a:extLst>
                  <a:ext uri="{FF2B5EF4-FFF2-40B4-BE49-F238E27FC236}">
                    <a16:creationId xmlns:a16="http://schemas.microsoft.com/office/drawing/2014/main" id="{F69962A0-F6FF-43E6-AF9D-1F2779416D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03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10" name="Line 63">
                <a:extLst>
                  <a:ext uri="{FF2B5EF4-FFF2-40B4-BE49-F238E27FC236}">
                    <a16:creationId xmlns:a16="http://schemas.microsoft.com/office/drawing/2014/main" id="{8D26440A-5500-4A76-9CB1-6AD8F80646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03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11" name="Line 64">
                <a:extLst>
                  <a:ext uri="{FF2B5EF4-FFF2-40B4-BE49-F238E27FC236}">
                    <a16:creationId xmlns:a16="http://schemas.microsoft.com/office/drawing/2014/main" id="{5019D0E9-70C9-43FF-854C-BEC8AF1DB7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62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12" name="Line 65">
                <a:extLst>
                  <a:ext uri="{FF2B5EF4-FFF2-40B4-BE49-F238E27FC236}">
                    <a16:creationId xmlns:a16="http://schemas.microsoft.com/office/drawing/2014/main" id="{35AFC7BA-21A1-4FC7-B92C-036ED2A33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62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13" name="Line 66">
                <a:extLst>
                  <a:ext uri="{FF2B5EF4-FFF2-40B4-BE49-F238E27FC236}">
                    <a16:creationId xmlns:a16="http://schemas.microsoft.com/office/drawing/2014/main" id="{0EE3F4D9-65F6-4273-ADD9-528F5B1C31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21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14" name="Line 67">
                <a:extLst>
                  <a:ext uri="{FF2B5EF4-FFF2-40B4-BE49-F238E27FC236}">
                    <a16:creationId xmlns:a16="http://schemas.microsoft.com/office/drawing/2014/main" id="{F65F1F0A-E51B-4970-97C0-0EE1168C0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21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15" name="Line 68">
                <a:extLst>
                  <a:ext uri="{FF2B5EF4-FFF2-40B4-BE49-F238E27FC236}">
                    <a16:creationId xmlns:a16="http://schemas.microsoft.com/office/drawing/2014/main" id="{15163C6E-10C7-4050-8E9C-D962E5CA94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2611" y="53713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16" name="Line 69">
                <a:extLst>
                  <a:ext uri="{FF2B5EF4-FFF2-40B4-BE49-F238E27FC236}">
                    <a16:creationId xmlns:a16="http://schemas.microsoft.com/office/drawing/2014/main" id="{FD53BEEB-8F1D-44EE-BD43-E0A1ED227E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2611" y="53713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17" name="Line 70">
                <a:extLst>
                  <a:ext uri="{FF2B5EF4-FFF2-40B4-BE49-F238E27FC236}">
                    <a16:creationId xmlns:a16="http://schemas.microsoft.com/office/drawing/2014/main" id="{04FCFEA7-B907-407C-85DB-276ECA83A6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5473" y="551259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18" name="Line 71">
                <a:extLst>
                  <a:ext uri="{FF2B5EF4-FFF2-40B4-BE49-F238E27FC236}">
                    <a16:creationId xmlns:a16="http://schemas.microsoft.com/office/drawing/2014/main" id="{22AF1B6E-69FB-4CE6-9B47-406528E3A6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5473" y="551259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19" name="Line 72">
                <a:extLst>
                  <a:ext uri="{FF2B5EF4-FFF2-40B4-BE49-F238E27FC236}">
                    <a16:creationId xmlns:a16="http://schemas.microsoft.com/office/drawing/2014/main" id="{14E77AAB-9F90-4AB0-8FE3-B0699F41B3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3098" y="56538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20" name="Line 73">
                <a:extLst>
                  <a:ext uri="{FF2B5EF4-FFF2-40B4-BE49-F238E27FC236}">
                    <a16:creationId xmlns:a16="http://schemas.microsoft.com/office/drawing/2014/main" id="{3D0514F8-77AC-4E43-A070-3BE6E6C7C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3098" y="56538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21" name="Line 74">
                <a:extLst>
                  <a:ext uri="{FF2B5EF4-FFF2-40B4-BE49-F238E27FC236}">
                    <a16:creationId xmlns:a16="http://schemas.microsoft.com/office/drawing/2014/main" id="{5A7EDF0E-DB6E-4411-A207-E559C7D3B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7548" y="5795168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22" name="Line 75">
                <a:extLst>
                  <a:ext uri="{FF2B5EF4-FFF2-40B4-BE49-F238E27FC236}">
                    <a16:creationId xmlns:a16="http://schemas.microsoft.com/office/drawing/2014/main" id="{59BA04FA-6824-42EC-BACE-82B06F067C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7548" y="5795168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23" name="Line 76">
                <a:extLst>
                  <a:ext uri="{FF2B5EF4-FFF2-40B4-BE49-F238E27FC236}">
                    <a16:creationId xmlns:a16="http://schemas.microsoft.com/office/drawing/2014/main" id="{9F3016D4-03BE-414F-B3C6-5347A4BF70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2923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24" name="Line 77">
                <a:extLst>
                  <a:ext uri="{FF2B5EF4-FFF2-40B4-BE49-F238E27FC236}">
                    <a16:creationId xmlns:a16="http://schemas.microsoft.com/office/drawing/2014/main" id="{2753D6CA-E51E-47C6-9C32-A3F446374E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2923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25" name="Freeform 78">
                <a:extLst>
                  <a:ext uri="{FF2B5EF4-FFF2-40B4-BE49-F238E27FC236}">
                    <a16:creationId xmlns:a16="http://schemas.microsoft.com/office/drawing/2014/main" id="{BC4C347B-52FC-4C44-9BB6-1F3F16F17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911" y="4645818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5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26" name="Freeform 79">
                <a:extLst>
                  <a:ext uri="{FF2B5EF4-FFF2-40B4-BE49-F238E27FC236}">
                    <a16:creationId xmlns:a16="http://schemas.microsoft.com/office/drawing/2014/main" id="{4A4E01BE-FED8-4353-983D-A73B5B0E7C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911" y="4645818"/>
                <a:ext cx="1733550" cy="865188"/>
              </a:xfrm>
              <a:custGeom>
                <a:avLst/>
                <a:gdLst>
                  <a:gd name="T0" fmla="*/ 347 w 2274"/>
                  <a:gd name="T1" fmla="*/ 1135 h 1135"/>
                  <a:gd name="T2" fmla="*/ 2274 w 2274"/>
                  <a:gd name="T3" fmla="*/ 1135 h 1135"/>
                  <a:gd name="T4" fmla="*/ 1927 w 2274"/>
                  <a:gd name="T5" fmla="*/ 0 h 1135"/>
                  <a:gd name="T6" fmla="*/ 0 w 2274"/>
                  <a:gd name="T7" fmla="*/ 0 h 1135"/>
                  <a:gd name="T8" fmla="*/ 347 w 2274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4" h="1135">
                    <a:moveTo>
                      <a:pt x="347" y="1135"/>
                    </a:moveTo>
                    <a:lnTo>
                      <a:pt x="2274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27" name="Line 80">
                <a:extLst>
                  <a:ext uri="{FF2B5EF4-FFF2-40B4-BE49-F238E27FC236}">
                    <a16:creationId xmlns:a16="http://schemas.microsoft.com/office/drawing/2014/main" id="{37016ADE-AB49-4902-88B1-FBB6EB65A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74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28" name="Line 81">
                <a:extLst>
                  <a:ext uri="{FF2B5EF4-FFF2-40B4-BE49-F238E27FC236}">
                    <a16:creationId xmlns:a16="http://schemas.microsoft.com/office/drawing/2014/main" id="{0FD76CC0-83A3-4C89-B2DF-59403620D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74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29" name="Line 82">
                <a:extLst>
                  <a:ext uri="{FF2B5EF4-FFF2-40B4-BE49-F238E27FC236}">
                    <a16:creationId xmlns:a16="http://schemas.microsoft.com/office/drawing/2014/main" id="{E5844CBB-47D0-4B66-AC13-6B7E85AFBE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33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30" name="Line 83">
                <a:extLst>
                  <a:ext uri="{FF2B5EF4-FFF2-40B4-BE49-F238E27FC236}">
                    <a16:creationId xmlns:a16="http://schemas.microsoft.com/office/drawing/2014/main" id="{F153C1C7-F7BB-4D0D-8610-E628851866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33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31" name="Line 84">
                <a:extLst>
                  <a:ext uri="{FF2B5EF4-FFF2-40B4-BE49-F238E27FC236}">
                    <a16:creationId xmlns:a16="http://schemas.microsoft.com/office/drawing/2014/main" id="{2B6C5C2B-6FEA-4EE7-81FC-9176ECC53D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92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32" name="Line 85">
                <a:extLst>
                  <a:ext uri="{FF2B5EF4-FFF2-40B4-BE49-F238E27FC236}">
                    <a16:creationId xmlns:a16="http://schemas.microsoft.com/office/drawing/2014/main" id="{B76A1CD2-1FC7-490F-846E-9979B263EE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92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33" name="Line 86">
                <a:extLst>
                  <a:ext uri="{FF2B5EF4-FFF2-40B4-BE49-F238E27FC236}">
                    <a16:creationId xmlns:a16="http://schemas.microsoft.com/office/drawing/2014/main" id="{3B62CD1B-E4EA-47C5-A795-4944DE1AC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51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34" name="Line 87">
                <a:extLst>
                  <a:ext uri="{FF2B5EF4-FFF2-40B4-BE49-F238E27FC236}">
                    <a16:creationId xmlns:a16="http://schemas.microsoft.com/office/drawing/2014/main" id="{9E191261-E0DC-42C7-AFB0-20FE0D440A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51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35" name="Line 88">
                <a:extLst>
                  <a:ext uri="{FF2B5EF4-FFF2-40B4-BE49-F238E27FC236}">
                    <a16:creationId xmlns:a16="http://schemas.microsoft.com/office/drawing/2014/main" id="{57B78091-D74C-41AD-9AC8-E074218CBD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10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36" name="Line 89">
                <a:extLst>
                  <a:ext uri="{FF2B5EF4-FFF2-40B4-BE49-F238E27FC236}">
                    <a16:creationId xmlns:a16="http://schemas.microsoft.com/office/drawing/2014/main" id="{1DA88269-4B8F-43D0-B5A0-57FEB4B795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10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37" name="Line 90">
                <a:extLst>
                  <a:ext uri="{FF2B5EF4-FFF2-40B4-BE49-F238E27FC236}">
                    <a16:creationId xmlns:a16="http://schemas.microsoft.com/office/drawing/2014/main" id="{2E9AA5D1-22BA-4410-BC1E-9B0A8151B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5323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38" name="Line 91">
                <a:extLst>
                  <a:ext uri="{FF2B5EF4-FFF2-40B4-BE49-F238E27FC236}">
                    <a16:creationId xmlns:a16="http://schemas.microsoft.com/office/drawing/2014/main" id="{5C2AFAB4-49C7-40E9-A697-60FF92B23C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5323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39" name="Line 92">
                <a:extLst>
                  <a:ext uri="{FF2B5EF4-FFF2-40B4-BE49-F238E27FC236}">
                    <a16:creationId xmlns:a16="http://schemas.microsoft.com/office/drawing/2014/main" id="{65B7A2AD-320C-4105-9AD0-6290597787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7398" y="49379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40" name="Line 93">
                <a:extLst>
                  <a:ext uri="{FF2B5EF4-FFF2-40B4-BE49-F238E27FC236}">
                    <a16:creationId xmlns:a16="http://schemas.microsoft.com/office/drawing/2014/main" id="{BBBF64F9-C3E2-44B2-9CCF-66AD68D25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7398" y="49379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41" name="Line 94">
                <a:extLst>
                  <a:ext uri="{FF2B5EF4-FFF2-40B4-BE49-F238E27FC236}">
                    <a16:creationId xmlns:a16="http://schemas.microsoft.com/office/drawing/2014/main" id="{DF72118C-6FA2-4DB4-9061-986ABC36C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261" y="50792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42" name="Line 95">
                <a:extLst>
                  <a:ext uri="{FF2B5EF4-FFF2-40B4-BE49-F238E27FC236}">
                    <a16:creationId xmlns:a16="http://schemas.microsoft.com/office/drawing/2014/main" id="{05307A05-558D-48D5-BE60-170C6BA544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261" y="50792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43" name="Line 96">
                <a:extLst>
                  <a:ext uri="{FF2B5EF4-FFF2-40B4-BE49-F238E27FC236}">
                    <a16:creationId xmlns:a16="http://schemas.microsoft.com/office/drawing/2014/main" id="{82917322-A078-4000-B859-57D4B58AB7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298" y="52220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44" name="Line 97">
                <a:extLst>
                  <a:ext uri="{FF2B5EF4-FFF2-40B4-BE49-F238E27FC236}">
                    <a16:creationId xmlns:a16="http://schemas.microsoft.com/office/drawing/2014/main" id="{3C6DA24E-34A0-4F67-8F8A-7C8C591060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298" y="52220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45" name="Line 98">
                <a:extLst>
                  <a:ext uri="{FF2B5EF4-FFF2-40B4-BE49-F238E27FC236}">
                    <a16:creationId xmlns:a16="http://schemas.microsoft.com/office/drawing/2014/main" id="{9FC7BDCD-AAD6-424D-8EA3-DC795652F0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2336" y="53633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46" name="Line 99">
                <a:extLst>
                  <a:ext uri="{FF2B5EF4-FFF2-40B4-BE49-F238E27FC236}">
                    <a16:creationId xmlns:a16="http://schemas.microsoft.com/office/drawing/2014/main" id="{AD6A83FA-BF90-4D18-9F19-A64D6470A3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2336" y="53633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47" name="Line 100">
                <a:extLst>
                  <a:ext uri="{FF2B5EF4-FFF2-40B4-BE49-F238E27FC236}">
                    <a16:creationId xmlns:a16="http://schemas.microsoft.com/office/drawing/2014/main" id="{F99B6E8F-8876-4D95-A515-74BADD39E2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6123" y="47966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48" name="Line 101">
                <a:extLst>
                  <a:ext uri="{FF2B5EF4-FFF2-40B4-BE49-F238E27FC236}">
                    <a16:creationId xmlns:a16="http://schemas.microsoft.com/office/drawing/2014/main" id="{D5742472-16F7-46D9-B292-B0D5AFADC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6123" y="47966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49" name="Freeform 102">
                <a:extLst>
                  <a:ext uri="{FF2B5EF4-FFF2-40B4-BE49-F238E27FC236}">
                    <a16:creationId xmlns:a16="http://schemas.microsoft.com/office/drawing/2014/main" id="{ABDE1751-1380-4CDB-99D6-BBF5F1D057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161" y="4863306"/>
                <a:ext cx="1731962" cy="865188"/>
              </a:xfrm>
              <a:custGeom>
                <a:avLst/>
                <a:gdLst>
                  <a:gd name="T0" fmla="*/ 166 w 1091"/>
                  <a:gd name="T1" fmla="*/ 545 h 545"/>
                  <a:gd name="T2" fmla="*/ 1091 w 1091"/>
                  <a:gd name="T3" fmla="*/ 545 h 545"/>
                  <a:gd name="T4" fmla="*/ 924 w 1091"/>
                  <a:gd name="T5" fmla="*/ 0 h 545"/>
                  <a:gd name="T6" fmla="*/ 0 w 1091"/>
                  <a:gd name="T7" fmla="*/ 0 h 545"/>
                  <a:gd name="T8" fmla="*/ 166 w 1091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1" h="545">
                    <a:moveTo>
                      <a:pt x="166" y="545"/>
                    </a:moveTo>
                    <a:lnTo>
                      <a:pt x="1091" y="545"/>
                    </a:lnTo>
                    <a:lnTo>
                      <a:pt x="924" y="0"/>
                    </a:lnTo>
                    <a:lnTo>
                      <a:pt x="0" y="0"/>
                    </a:lnTo>
                    <a:lnTo>
                      <a:pt x="166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50" name="Freeform 103">
                <a:extLst>
                  <a:ext uri="{FF2B5EF4-FFF2-40B4-BE49-F238E27FC236}">
                    <a16:creationId xmlns:a16="http://schemas.microsoft.com/office/drawing/2014/main" id="{4ABA8AEB-D847-469C-98F4-C46C5DD2A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161" y="4863306"/>
                <a:ext cx="1731962" cy="865188"/>
              </a:xfrm>
              <a:custGeom>
                <a:avLst/>
                <a:gdLst>
                  <a:gd name="T0" fmla="*/ 347 w 2274"/>
                  <a:gd name="T1" fmla="*/ 1135 h 1135"/>
                  <a:gd name="T2" fmla="*/ 2274 w 2274"/>
                  <a:gd name="T3" fmla="*/ 1135 h 1135"/>
                  <a:gd name="T4" fmla="*/ 1927 w 2274"/>
                  <a:gd name="T5" fmla="*/ 0 h 1135"/>
                  <a:gd name="T6" fmla="*/ 0 w 2274"/>
                  <a:gd name="T7" fmla="*/ 0 h 1135"/>
                  <a:gd name="T8" fmla="*/ 347 w 2274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4" h="1135">
                    <a:moveTo>
                      <a:pt x="347" y="1135"/>
                    </a:moveTo>
                    <a:lnTo>
                      <a:pt x="2274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51" name="Line 104">
                <a:extLst>
                  <a:ext uri="{FF2B5EF4-FFF2-40B4-BE49-F238E27FC236}">
                    <a16:creationId xmlns:a16="http://schemas.microsoft.com/office/drawing/2014/main" id="{9D617DC7-5F69-4278-9CB0-68D93EDD5E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50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52" name="Line 105">
                <a:extLst>
                  <a:ext uri="{FF2B5EF4-FFF2-40B4-BE49-F238E27FC236}">
                    <a16:creationId xmlns:a16="http://schemas.microsoft.com/office/drawing/2014/main" id="{E9BAFD47-F7D0-4ECB-8E28-072D8BE661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50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53" name="Line 106">
                <a:extLst>
                  <a:ext uri="{FF2B5EF4-FFF2-40B4-BE49-F238E27FC236}">
                    <a16:creationId xmlns:a16="http://schemas.microsoft.com/office/drawing/2014/main" id="{9EC17B0A-3EED-4C00-B916-054750F9ED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09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54" name="Line 107">
                <a:extLst>
                  <a:ext uri="{FF2B5EF4-FFF2-40B4-BE49-F238E27FC236}">
                    <a16:creationId xmlns:a16="http://schemas.microsoft.com/office/drawing/2014/main" id="{A08B8A72-2D8A-4621-9E31-7E409C9EC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09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55" name="Line 108">
                <a:extLst>
                  <a:ext uri="{FF2B5EF4-FFF2-40B4-BE49-F238E27FC236}">
                    <a16:creationId xmlns:a16="http://schemas.microsoft.com/office/drawing/2014/main" id="{C41C0B85-25ED-4C67-831D-CDF49EEB2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68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56" name="Line 109">
                <a:extLst>
                  <a:ext uri="{FF2B5EF4-FFF2-40B4-BE49-F238E27FC236}">
                    <a16:creationId xmlns:a16="http://schemas.microsoft.com/office/drawing/2014/main" id="{5BFF1C8F-276D-4CE0-813E-B09107E9A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68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57" name="Line 110">
                <a:extLst>
                  <a:ext uri="{FF2B5EF4-FFF2-40B4-BE49-F238E27FC236}">
                    <a16:creationId xmlns:a16="http://schemas.microsoft.com/office/drawing/2014/main" id="{1AA646D1-D435-4738-8418-25B97A531C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7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58" name="Line 111">
                <a:extLst>
                  <a:ext uri="{FF2B5EF4-FFF2-40B4-BE49-F238E27FC236}">
                    <a16:creationId xmlns:a16="http://schemas.microsoft.com/office/drawing/2014/main" id="{16F6760B-65EA-42EA-9C5B-5A60AF145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7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59" name="Line 112">
                <a:extLst>
                  <a:ext uri="{FF2B5EF4-FFF2-40B4-BE49-F238E27FC236}">
                    <a16:creationId xmlns:a16="http://schemas.microsoft.com/office/drawing/2014/main" id="{B45C8D2E-C8EA-45BA-885C-79C2802EF3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7086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60" name="Line 113">
                <a:extLst>
                  <a:ext uri="{FF2B5EF4-FFF2-40B4-BE49-F238E27FC236}">
                    <a16:creationId xmlns:a16="http://schemas.microsoft.com/office/drawing/2014/main" id="{C81C7792-8127-43E6-A583-2CD1628C35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7086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61" name="Line 114">
                <a:extLst>
                  <a:ext uri="{FF2B5EF4-FFF2-40B4-BE49-F238E27FC236}">
                    <a16:creationId xmlns:a16="http://schemas.microsoft.com/office/drawing/2014/main" id="{E1DE75F3-4478-484F-A966-C4568C4EA3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5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62" name="Line 115">
                <a:extLst>
                  <a:ext uri="{FF2B5EF4-FFF2-40B4-BE49-F238E27FC236}">
                    <a16:creationId xmlns:a16="http://schemas.microsoft.com/office/drawing/2014/main" id="{2CD42887-464E-4E74-B3BA-C4D663CBB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5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63" name="Line 116">
                <a:extLst>
                  <a:ext uri="{FF2B5EF4-FFF2-40B4-BE49-F238E27FC236}">
                    <a16:creationId xmlns:a16="http://schemas.microsoft.com/office/drawing/2014/main" id="{C507815A-B5BA-470D-AF1D-33CE78DE37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5061" y="51538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64" name="Line 117">
                <a:extLst>
                  <a:ext uri="{FF2B5EF4-FFF2-40B4-BE49-F238E27FC236}">
                    <a16:creationId xmlns:a16="http://schemas.microsoft.com/office/drawing/2014/main" id="{94AFCEAB-FE1A-47A3-8169-77E0E677CF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5061" y="51538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65" name="Line 118">
                <a:extLst>
                  <a:ext uri="{FF2B5EF4-FFF2-40B4-BE49-F238E27FC236}">
                    <a16:creationId xmlns:a16="http://schemas.microsoft.com/office/drawing/2014/main" id="{D9833202-606C-430A-ADE1-0715DAF89F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7923" y="52951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66" name="Line 119">
                <a:extLst>
                  <a:ext uri="{FF2B5EF4-FFF2-40B4-BE49-F238E27FC236}">
                    <a16:creationId xmlns:a16="http://schemas.microsoft.com/office/drawing/2014/main" id="{EC2584B5-F4FD-4E5F-8EB0-755B1FAAC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7923" y="52951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67" name="Line 120">
                <a:extLst>
                  <a:ext uri="{FF2B5EF4-FFF2-40B4-BE49-F238E27FC236}">
                    <a16:creationId xmlns:a16="http://schemas.microsoft.com/office/drawing/2014/main" id="{38999658-3469-4A65-8BA0-8477596650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3961" y="54379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68" name="Line 121">
                <a:extLst>
                  <a:ext uri="{FF2B5EF4-FFF2-40B4-BE49-F238E27FC236}">
                    <a16:creationId xmlns:a16="http://schemas.microsoft.com/office/drawing/2014/main" id="{FFC745D5-E030-4A77-9A15-BE2633774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3961" y="54379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69" name="Line 122">
                <a:extLst>
                  <a:ext uri="{FF2B5EF4-FFF2-40B4-BE49-F238E27FC236}">
                    <a16:creationId xmlns:a16="http://schemas.microsoft.com/office/drawing/2014/main" id="{C68DEFD7-04C3-40BA-94B0-022D787BF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998" y="558085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70" name="Line 123">
                <a:extLst>
                  <a:ext uri="{FF2B5EF4-FFF2-40B4-BE49-F238E27FC236}">
                    <a16:creationId xmlns:a16="http://schemas.microsoft.com/office/drawing/2014/main" id="{8267C757-D48F-4C5B-8A2B-5AA6B6B95C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998" y="558085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71" name="Line 124">
                <a:extLst>
                  <a:ext uri="{FF2B5EF4-FFF2-40B4-BE49-F238E27FC236}">
                    <a16:creationId xmlns:a16="http://schemas.microsoft.com/office/drawing/2014/main" id="{0813D0F4-F94A-434E-A645-AA1A47EAE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3786" y="50125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72" name="Line 125">
                <a:extLst>
                  <a:ext uri="{FF2B5EF4-FFF2-40B4-BE49-F238E27FC236}">
                    <a16:creationId xmlns:a16="http://schemas.microsoft.com/office/drawing/2014/main" id="{FA6ED1F5-3B97-4C15-B65E-493FFE22BB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3786" y="50125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73" name="Freeform 126">
                <a:extLst>
                  <a:ext uri="{FF2B5EF4-FFF2-40B4-BE49-F238E27FC236}">
                    <a16:creationId xmlns:a16="http://schemas.microsoft.com/office/drawing/2014/main" id="{A7E06ED1-F01D-4123-94F7-767B2674C6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4298" y="5079206"/>
                <a:ext cx="1731962" cy="865188"/>
              </a:xfrm>
              <a:custGeom>
                <a:avLst/>
                <a:gdLst>
                  <a:gd name="T0" fmla="*/ 166 w 1091"/>
                  <a:gd name="T1" fmla="*/ 545 h 545"/>
                  <a:gd name="T2" fmla="*/ 1091 w 1091"/>
                  <a:gd name="T3" fmla="*/ 545 h 545"/>
                  <a:gd name="T4" fmla="*/ 925 w 1091"/>
                  <a:gd name="T5" fmla="*/ 0 h 545"/>
                  <a:gd name="T6" fmla="*/ 0 w 1091"/>
                  <a:gd name="T7" fmla="*/ 0 h 545"/>
                  <a:gd name="T8" fmla="*/ 166 w 1091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1" h="545">
                    <a:moveTo>
                      <a:pt x="166" y="545"/>
                    </a:moveTo>
                    <a:lnTo>
                      <a:pt x="1091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6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74" name="Freeform 127">
                <a:extLst>
                  <a:ext uri="{FF2B5EF4-FFF2-40B4-BE49-F238E27FC236}">
                    <a16:creationId xmlns:a16="http://schemas.microsoft.com/office/drawing/2014/main" id="{74093E6F-302F-45D5-94C9-36B27292D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4298" y="5079206"/>
                <a:ext cx="1731962" cy="865188"/>
              </a:xfrm>
              <a:custGeom>
                <a:avLst/>
                <a:gdLst>
                  <a:gd name="T0" fmla="*/ 347 w 2274"/>
                  <a:gd name="T1" fmla="*/ 1135 h 1135"/>
                  <a:gd name="T2" fmla="*/ 2274 w 2274"/>
                  <a:gd name="T3" fmla="*/ 1135 h 1135"/>
                  <a:gd name="T4" fmla="*/ 1927 w 2274"/>
                  <a:gd name="T5" fmla="*/ 0 h 1135"/>
                  <a:gd name="T6" fmla="*/ 0 w 2274"/>
                  <a:gd name="T7" fmla="*/ 0 h 1135"/>
                  <a:gd name="T8" fmla="*/ 347 w 2274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4" h="1135">
                    <a:moveTo>
                      <a:pt x="347" y="1135"/>
                    </a:moveTo>
                    <a:lnTo>
                      <a:pt x="2274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75" name="Line 128">
                <a:extLst>
                  <a:ext uri="{FF2B5EF4-FFF2-40B4-BE49-F238E27FC236}">
                    <a16:creationId xmlns:a16="http://schemas.microsoft.com/office/drawing/2014/main" id="{55398EBB-958C-446B-A884-4966BE7F8B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32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76" name="Line 129">
                <a:extLst>
                  <a:ext uri="{FF2B5EF4-FFF2-40B4-BE49-F238E27FC236}">
                    <a16:creationId xmlns:a16="http://schemas.microsoft.com/office/drawing/2014/main" id="{52236F33-B349-49F0-9031-558303AE2F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32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77" name="Line 130">
                <a:extLst>
                  <a:ext uri="{FF2B5EF4-FFF2-40B4-BE49-F238E27FC236}">
                    <a16:creationId xmlns:a16="http://schemas.microsoft.com/office/drawing/2014/main" id="{7AEE5818-4A57-4260-8EA0-85D73587ED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1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78" name="Line 131">
                <a:extLst>
                  <a:ext uri="{FF2B5EF4-FFF2-40B4-BE49-F238E27FC236}">
                    <a16:creationId xmlns:a16="http://schemas.microsoft.com/office/drawing/2014/main" id="{A38DA037-2137-471A-97ED-479C8D14E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1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79" name="Line 132">
                <a:extLst>
                  <a:ext uri="{FF2B5EF4-FFF2-40B4-BE49-F238E27FC236}">
                    <a16:creationId xmlns:a16="http://schemas.microsoft.com/office/drawing/2014/main" id="{329765AE-2C6C-41FF-96D0-DA2E29DE19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50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80" name="Line 133">
                <a:extLst>
                  <a:ext uri="{FF2B5EF4-FFF2-40B4-BE49-F238E27FC236}">
                    <a16:creationId xmlns:a16="http://schemas.microsoft.com/office/drawing/2014/main" id="{DD2E8F15-F0FD-464A-BD86-01424D867C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50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81" name="Line 134">
                <a:extLst>
                  <a:ext uri="{FF2B5EF4-FFF2-40B4-BE49-F238E27FC236}">
                    <a16:creationId xmlns:a16="http://schemas.microsoft.com/office/drawing/2014/main" id="{16C982BB-E7D3-4E81-A135-CBCBBCC08A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09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82" name="Line 135">
                <a:extLst>
                  <a:ext uri="{FF2B5EF4-FFF2-40B4-BE49-F238E27FC236}">
                    <a16:creationId xmlns:a16="http://schemas.microsoft.com/office/drawing/2014/main" id="{A5DB00D9-FF6D-4E58-93DD-F1D96E19DC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09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83" name="Line 136">
                <a:extLst>
                  <a:ext uri="{FF2B5EF4-FFF2-40B4-BE49-F238E27FC236}">
                    <a16:creationId xmlns:a16="http://schemas.microsoft.com/office/drawing/2014/main" id="{8D9CEE8C-B297-4743-A72B-6408D6CEFB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84" name="Line 137">
                <a:extLst>
                  <a:ext uri="{FF2B5EF4-FFF2-40B4-BE49-F238E27FC236}">
                    <a16:creationId xmlns:a16="http://schemas.microsoft.com/office/drawing/2014/main" id="{C37A7B4C-8A29-4449-8738-189923C005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85" name="Line 138">
                <a:extLst>
                  <a:ext uri="{FF2B5EF4-FFF2-40B4-BE49-F238E27FC236}">
                    <a16:creationId xmlns:a16="http://schemas.microsoft.com/office/drawing/2014/main" id="{84521435-A7A1-4DF4-B49F-290967F84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2711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86" name="Line 139">
                <a:extLst>
                  <a:ext uri="{FF2B5EF4-FFF2-40B4-BE49-F238E27FC236}">
                    <a16:creationId xmlns:a16="http://schemas.microsoft.com/office/drawing/2014/main" id="{5E28FC61-37DE-4FB8-BAAC-717AF2FE30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2711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87" name="Line 140">
                <a:extLst>
                  <a:ext uri="{FF2B5EF4-FFF2-40B4-BE49-F238E27FC236}">
                    <a16:creationId xmlns:a16="http://schemas.microsoft.com/office/drawing/2014/main" id="{6F120723-2B62-4BFE-9CAF-1E4932DCC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3198" y="53713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88" name="Line 141">
                <a:extLst>
                  <a:ext uri="{FF2B5EF4-FFF2-40B4-BE49-F238E27FC236}">
                    <a16:creationId xmlns:a16="http://schemas.microsoft.com/office/drawing/2014/main" id="{2A11E14C-87EC-41F8-9667-2D248D7E11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3198" y="53713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89" name="Line 142">
                <a:extLst>
                  <a:ext uri="{FF2B5EF4-FFF2-40B4-BE49-F238E27FC236}">
                    <a16:creationId xmlns:a16="http://schemas.microsoft.com/office/drawing/2014/main" id="{9265A8B1-611F-4E64-9CD4-822A60173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7648" y="55125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90" name="Line 143">
                <a:extLst>
                  <a:ext uri="{FF2B5EF4-FFF2-40B4-BE49-F238E27FC236}">
                    <a16:creationId xmlns:a16="http://schemas.microsoft.com/office/drawing/2014/main" id="{56A7BBE4-E068-44E8-AF4F-6DA67BCDB1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7648" y="55125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91" name="Line 144">
                <a:extLst>
                  <a:ext uri="{FF2B5EF4-FFF2-40B4-BE49-F238E27FC236}">
                    <a16:creationId xmlns:a16="http://schemas.microsoft.com/office/drawing/2014/main" id="{D08F57B0-C83A-4AB2-BB78-E6514AE648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2098" y="56538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92" name="Line 145">
                <a:extLst>
                  <a:ext uri="{FF2B5EF4-FFF2-40B4-BE49-F238E27FC236}">
                    <a16:creationId xmlns:a16="http://schemas.microsoft.com/office/drawing/2014/main" id="{5C559607-EB1E-47A1-8E94-4B763C1A49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2098" y="56538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93" name="Line 146">
                <a:extLst>
                  <a:ext uri="{FF2B5EF4-FFF2-40B4-BE49-F238E27FC236}">
                    <a16:creationId xmlns:a16="http://schemas.microsoft.com/office/drawing/2014/main" id="{27766A0C-D1D0-493B-92C7-964F242DD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136" y="57951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94" name="Line 147">
                <a:extLst>
                  <a:ext uri="{FF2B5EF4-FFF2-40B4-BE49-F238E27FC236}">
                    <a16:creationId xmlns:a16="http://schemas.microsoft.com/office/drawing/2014/main" id="{C9826171-4F83-4F92-AF32-77B1F71D5A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136" y="57951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95" name="Line 148">
                <a:extLst>
                  <a:ext uri="{FF2B5EF4-FFF2-40B4-BE49-F238E27FC236}">
                    <a16:creationId xmlns:a16="http://schemas.microsoft.com/office/drawing/2014/main" id="{065D5E15-E769-41CC-9432-F048FB3DD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3511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  <p:sp>
            <p:nvSpPr>
              <p:cNvPr id="896" name="Line 149">
                <a:extLst>
                  <a:ext uri="{FF2B5EF4-FFF2-40B4-BE49-F238E27FC236}">
                    <a16:creationId xmlns:a16="http://schemas.microsoft.com/office/drawing/2014/main" id="{4076E93C-015D-417A-8818-791EB0F17C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3511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/>
              </a:p>
            </p:txBody>
          </p:sp>
        </p:grpSp>
        <p:grpSp>
          <p:nvGrpSpPr>
            <p:cNvPr id="666" name="Gruppieren 90">
              <a:extLst>
                <a:ext uri="{FF2B5EF4-FFF2-40B4-BE49-F238E27FC236}">
                  <a16:creationId xmlns:a16="http://schemas.microsoft.com/office/drawing/2014/main" id="{0FED7322-A79E-4FF9-82D2-DF601809E90E}"/>
                </a:ext>
              </a:extLst>
            </p:cNvPr>
            <p:cNvGrpSpPr/>
            <p:nvPr/>
          </p:nvGrpSpPr>
          <p:grpSpPr>
            <a:xfrm>
              <a:off x="5946126" y="1666563"/>
              <a:ext cx="481733" cy="463274"/>
              <a:chOff x="7927976" y="1435100"/>
              <a:chExt cx="1479550" cy="1582738"/>
            </a:xfrm>
            <a:solidFill>
              <a:schemeClr val="accent1"/>
            </a:solidFill>
          </p:grpSpPr>
          <p:sp>
            <p:nvSpPr>
              <p:cNvPr id="669" name="Freeform 322">
                <a:extLst>
                  <a:ext uri="{FF2B5EF4-FFF2-40B4-BE49-F238E27FC236}">
                    <a16:creationId xmlns:a16="http://schemas.microsoft.com/office/drawing/2014/main" id="{991BAC8A-6047-4415-A489-854E59CFF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6813" y="2133600"/>
                <a:ext cx="44450" cy="161925"/>
              </a:xfrm>
              <a:custGeom>
                <a:avLst/>
                <a:gdLst>
                  <a:gd name="T0" fmla="*/ 11 w 11"/>
                  <a:gd name="T1" fmla="*/ 37 h 41"/>
                  <a:gd name="T2" fmla="*/ 11 w 11"/>
                  <a:gd name="T3" fmla="*/ 32 h 41"/>
                  <a:gd name="T4" fmla="*/ 11 w 11"/>
                  <a:gd name="T5" fmla="*/ 22 h 41"/>
                  <a:gd name="T6" fmla="*/ 11 w 11"/>
                  <a:gd name="T7" fmla="*/ 18 h 41"/>
                  <a:gd name="T8" fmla="*/ 11 w 11"/>
                  <a:gd name="T9" fmla="*/ 13 h 41"/>
                  <a:gd name="T10" fmla="*/ 11 w 11"/>
                  <a:gd name="T11" fmla="*/ 4 h 41"/>
                  <a:gd name="T12" fmla="*/ 11 w 11"/>
                  <a:gd name="T13" fmla="*/ 3 h 41"/>
                  <a:gd name="T14" fmla="*/ 10 w 11"/>
                  <a:gd name="T15" fmla="*/ 2 h 41"/>
                  <a:gd name="T16" fmla="*/ 9 w 11"/>
                  <a:gd name="T17" fmla="*/ 1 h 41"/>
                  <a:gd name="T18" fmla="*/ 6 w 11"/>
                  <a:gd name="T19" fmla="*/ 0 h 41"/>
                  <a:gd name="T20" fmla="*/ 4 w 11"/>
                  <a:gd name="T21" fmla="*/ 0 h 41"/>
                  <a:gd name="T22" fmla="*/ 2 w 11"/>
                  <a:gd name="T23" fmla="*/ 1 h 41"/>
                  <a:gd name="T24" fmla="*/ 1 w 11"/>
                  <a:gd name="T25" fmla="*/ 3 h 41"/>
                  <a:gd name="T26" fmla="*/ 1 w 11"/>
                  <a:gd name="T27" fmla="*/ 15 h 41"/>
                  <a:gd name="T28" fmla="*/ 1 w 11"/>
                  <a:gd name="T29" fmla="*/ 21 h 41"/>
                  <a:gd name="T30" fmla="*/ 1 w 11"/>
                  <a:gd name="T31" fmla="*/ 26 h 41"/>
                  <a:gd name="T32" fmla="*/ 0 w 11"/>
                  <a:gd name="T33" fmla="*/ 32 h 41"/>
                  <a:gd name="T34" fmla="*/ 0 w 11"/>
                  <a:gd name="T35" fmla="*/ 38 h 41"/>
                  <a:gd name="T36" fmla="*/ 0 w 11"/>
                  <a:gd name="T37" fmla="*/ 40 h 41"/>
                  <a:gd name="T38" fmla="*/ 2 w 11"/>
                  <a:gd name="T39" fmla="*/ 41 h 41"/>
                  <a:gd name="T40" fmla="*/ 4 w 11"/>
                  <a:gd name="T41" fmla="*/ 41 h 41"/>
                  <a:gd name="T42" fmla="*/ 7 w 11"/>
                  <a:gd name="T43" fmla="*/ 41 h 41"/>
                  <a:gd name="T44" fmla="*/ 9 w 11"/>
                  <a:gd name="T45" fmla="*/ 41 h 41"/>
                  <a:gd name="T46" fmla="*/ 10 w 11"/>
                  <a:gd name="T47" fmla="*/ 41 h 41"/>
                  <a:gd name="T48" fmla="*/ 11 w 11"/>
                  <a:gd name="T49" fmla="*/ 41 h 41"/>
                  <a:gd name="T50" fmla="*/ 11 w 11"/>
                  <a:gd name="T51" fmla="*/ 41 h 41"/>
                  <a:gd name="T52" fmla="*/ 11 w 11"/>
                  <a:gd name="T53" fmla="*/ 3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" h="41">
                    <a:moveTo>
                      <a:pt x="11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2"/>
                    </a:cubicBezTo>
                    <a:cubicBezTo>
                      <a:pt x="11" y="21"/>
                      <a:pt x="11" y="19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0" y="10"/>
                      <a:pt x="10" y="7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1"/>
                    </a:cubicBezTo>
                    <a:cubicBezTo>
                      <a:pt x="1" y="1"/>
                      <a:pt x="1" y="1"/>
                      <a:pt x="1" y="3"/>
                    </a:cubicBezTo>
                    <a:cubicBezTo>
                      <a:pt x="1" y="7"/>
                      <a:pt x="1" y="11"/>
                      <a:pt x="1" y="15"/>
                    </a:cubicBezTo>
                    <a:cubicBezTo>
                      <a:pt x="1" y="17"/>
                      <a:pt x="1" y="19"/>
                      <a:pt x="1" y="21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0" y="32"/>
                    </a:cubicBezTo>
                    <a:cubicBezTo>
                      <a:pt x="0" y="34"/>
                      <a:pt x="0" y="36"/>
                      <a:pt x="0" y="38"/>
                    </a:cubicBezTo>
                    <a:cubicBezTo>
                      <a:pt x="0" y="38"/>
                      <a:pt x="0" y="40"/>
                      <a:pt x="0" y="40"/>
                    </a:cubicBezTo>
                    <a:cubicBezTo>
                      <a:pt x="1" y="41"/>
                      <a:pt x="1" y="41"/>
                      <a:pt x="2" y="41"/>
                    </a:cubicBezTo>
                    <a:cubicBezTo>
                      <a:pt x="3" y="41"/>
                      <a:pt x="4" y="41"/>
                      <a:pt x="4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9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39"/>
                      <a:pt x="11" y="38"/>
                      <a:pt x="11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70" name="Freeform 323">
                <a:extLst>
                  <a:ext uri="{FF2B5EF4-FFF2-40B4-BE49-F238E27FC236}">
                    <a16:creationId xmlns:a16="http://schemas.microsoft.com/office/drawing/2014/main" id="{B5C1DA52-0406-4653-829F-E6A4D1458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6813" y="2133600"/>
                <a:ext cx="44450" cy="161925"/>
              </a:xfrm>
              <a:custGeom>
                <a:avLst/>
                <a:gdLst>
                  <a:gd name="T0" fmla="*/ 11 w 11"/>
                  <a:gd name="T1" fmla="*/ 37 h 41"/>
                  <a:gd name="T2" fmla="*/ 11 w 11"/>
                  <a:gd name="T3" fmla="*/ 32 h 41"/>
                  <a:gd name="T4" fmla="*/ 11 w 11"/>
                  <a:gd name="T5" fmla="*/ 22 h 41"/>
                  <a:gd name="T6" fmla="*/ 11 w 11"/>
                  <a:gd name="T7" fmla="*/ 18 h 41"/>
                  <a:gd name="T8" fmla="*/ 11 w 11"/>
                  <a:gd name="T9" fmla="*/ 13 h 41"/>
                  <a:gd name="T10" fmla="*/ 11 w 11"/>
                  <a:gd name="T11" fmla="*/ 4 h 41"/>
                  <a:gd name="T12" fmla="*/ 11 w 11"/>
                  <a:gd name="T13" fmla="*/ 3 h 41"/>
                  <a:gd name="T14" fmla="*/ 10 w 11"/>
                  <a:gd name="T15" fmla="*/ 2 h 41"/>
                  <a:gd name="T16" fmla="*/ 9 w 11"/>
                  <a:gd name="T17" fmla="*/ 1 h 41"/>
                  <a:gd name="T18" fmla="*/ 6 w 11"/>
                  <a:gd name="T19" fmla="*/ 0 h 41"/>
                  <a:gd name="T20" fmla="*/ 4 w 11"/>
                  <a:gd name="T21" fmla="*/ 0 h 41"/>
                  <a:gd name="T22" fmla="*/ 2 w 11"/>
                  <a:gd name="T23" fmla="*/ 1 h 41"/>
                  <a:gd name="T24" fmla="*/ 1 w 11"/>
                  <a:gd name="T25" fmla="*/ 3 h 41"/>
                  <a:gd name="T26" fmla="*/ 1 w 11"/>
                  <a:gd name="T27" fmla="*/ 15 h 41"/>
                  <a:gd name="T28" fmla="*/ 1 w 11"/>
                  <a:gd name="T29" fmla="*/ 21 h 41"/>
                  <a:gd name="T30" fmla="*/ 1 w 11"/>
                  <a:gd name="T31" fmla="*/ 26 h 41"/>
                  <a:gd name="T32" fmla="*/ 0 w 11"/>
                  <a:gd name="T33" fmla="*/ 32 h 41"/>
                  <a:gd name="T34" fmla="*/ 0 w 11"/>
                  <a:gd name="T35" fmla="*/ 38 h 41"/>
                  <a:gd name="T36" fmla="*/ 0 w 11"/>
                  <a:gd name="T37" fmla="*/ 40 h 41"/>
                  <a:gd name="T38" fmla="*/ 2 w 11"/>
                  <a:gd name="T39" fmla="*/ 41 h 41"/>
                  <a:gd name="T40" fmla="*/ 4 w 11"/>
                  <a:gd name="T41" fmla="*/ 41 h 41"/>
                  <a:gd name="T42" fmla="*/ 7 w 11"/>
                  <a:gd name="T43" fmla="*/ 41 h 41"/>
                  <a:gd name="T44" fmla="*/ 9 w 11"/>
                  <a:gd name="T45" fmla="*/ 41 h 41"/>
                  <a:gd name="T46" fmla="*/ 10 w 11"/>
                  <a:gd name="T47" fmla="*/ 41 h 41"/>
                  <a:gd name="T48" fmla="*/ 11 w 11"/>
                  <a:gd name="T49" fmla="*/ 41 h 41"/>
                  <a:gd name="T50" fmla="*/ 11 w 11"/>
                  <a:gd name="T51" fmla="*/ 41 h 41"/>
                  <a:gd name="T52" fmla="*/ 11 w 11"/>
                  <a:gd name="T53" fmla="*/ 3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" h="41">
                    <a:moveTo>
                      <a:pt x="11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2"/>
                    </a:cubicBezTo>
                    <a:cubicBezTo>
                      <a:pt x="11" y="21"/>
                      <a:pt x="11" y="19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0" y="10"/>
                      <a:pt x="10" y="7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1"/>
                    </a:cubicBezTo>
                    <a:cubicBezTo>
                      <a:pt x="1" y="1"/>
                      <a:pt x="1" y="1"/>
                      <a:pt x="1" y="3"/>
                    </a:cubicBezTo>
                    <a:cubicBezTo>
                      <a:pt x="1" y="7"/>
                      <a:pt x="1" y="11"/>
                      <a:pt x="1" y="15"/>
                    </a:cubicBezTo>
                    <a:cubicBezTo>
                      <a:pt x="1" y="17"/>
                      <a:pt x="1" y="19"/>
                      <a:pt x="1" y="21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0" y="32"/>
                    </a:cubicBezTo>
                    <a:cubicBezTo>
                      <a:pt x="0" y="34"/>
                      <a:pt x="0" y="36"/>
                      <a:pt x="0" y="38"/>
                    </a:cubicBezTo>
                    <a:cubicBezTo>
                      <a:pt x="0" y="38"/>
                      <a:pt x="0" y="40"/>
                      <a:pt x="0" y="40"/>
                    </a:cubicBezTo>
                    <a:cubicBezTo>
                      <a:pt x="1" y="41"/>
                      <a:pt x="1" y="41"/>
                      <a:pt x="2" y="41"/>
                    </a:cubicBezTo>
                    <a:cubicBezTo>
                      <a:pt x="3" y="41"/>
                      <a:pt x="4" y="41"/>
                      <a:pt x="4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9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39"/>
                      <a:pt x="11" y="38"/>
                      <a:pt x="11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71" name="Freeform 324">
                <a:extLst>
                  <a:ext uri="{FF2B5EF4-FFF2-40B4-BE49-F238E27FC236}">
                    <a16:creationId xmlns:a16="http://schemas.microsoft.com/office/drawing/2014/main" id="{E37B4DB7-E830-4F02-884A-B2B89B305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0613" y="1435100"/>
                <a:ext cx="195263" cy="741363"/>
              </a:xfrm>
              <a:custGeom>
                <a:avLst/>
                <a:gdLst>
                  <a:gd name="T0" fmla="*/ 1 w 49"/>
                  <a:gd name="T1" fmla="*/ 131 h 187"/>
                  <a:gd name="T2" fmla="*/ 1 w 49"/>
                  <a:gd name="T3" fmla="*/ 141 h 187"/>
                  <a:gd name="T4" fmla="*/ 5 w 49"/>
                  <a:gd name="T5" fmla="*/ 161 h 187"/>
                  <a:gd name="T6" fmla="*/ 7 w 49"/>
                  <a:gd name="T7" fmla="*/ 171 h 187"/>
                  <a:gd name="T8" fmla="*/ 12 w 49"/>
                  <a:gd name="T9" fmla="*/ 182 h 187"/>
                  <a:gd name="T10" fmla="*/ 30 w 49"/>
                  <a:gd name="T11" fmla="*/ 185 h 187"/>
                  <a:gd name="T12" fmla="*/ 44 w 49"/>
                  <a:gd name="T13" fmla="*/ 176 h 187"/>
                  <a:gd name="T14" fmla="*/ 49 w 49"/>
                  <a:gd name="T15" fmla="*/ 164 h 187"/>
                  <a:gd name="T16" fmla="*/ 49 w 49"/>
                  <a:gd name="T17" fmla="*/ 152 h 187"/>
                  <a:gd name="T18" fmla="*/ 49 w 49"/>
                  <a:gd name="T19" fmla="*/ 139 h 187"/>
                  <a:gd name="T20" fmla="*/ 47 w 49"/>
                  <a:gd name="T21" fmla="*/ 126 h 187"/>
                  <a:gd name="T22" fmla="*/ 48 w 49"/>
                  <a:gd name="T23" fmla="*/ 114 h 187"/>
                  <a:gd name="T24" fmla="*/ 49 w 49"/>
                  <a:gd name="T25" fmla="*/ 95 h 187"/>
                  <a:gd name="T26" fmla="*/ 49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1 w 49"/>
                  <a:gd name="T35" fmla="*/ 34 h 187"/>
                  <a:gd name="T36" fmla="*/ 39 w 49"/>
                  <a:gd name="T37" fmla="*/ 25 h 187"/>
                  <a:gd name="T38" fmla="*/ 34 w 49"/>
                  <a:gd name="T39" fmla="*/ 7 h 187"/>
                  <a:gd name="T40" fmla="*/ 31 w 49"/>
                  <a:gd name="T41" fmla="*/ 3 h 187"/>
                  <a:gd name="T42" fmla="*/ 30 w 49"/>
                  <a:gd name="T43" fmla="*/ 1 h 187"/>
                  <a:gd name="T44" fmla="*/ 26 w 49"/>
                  <a:gd name="T45" fmla="*/ 2 h 187"/>
                  <a:gd name="T46" fmla="*/ 23 w 49"/>
                  <a:gd name="T47" fmla="*/ 8 h 187"/>
                  <a:gd name="T48" fmla="*/ 13 w 49"/>
                  <a:gd name="T49" fmla="*/ 38 h 187"/>
                  <a:gd name="T50" fmla="*/ 8 w 49"/>
                  <a:gd name="T51" fmla="*/ 55 h 187"/>
                  <a:gd name="T52" fmla="*/ 3 w 49"/>
                  <a:gd name="T53" fmla="*/ 69 h 187"/>
                  <a:gd name="T54" fmla="*/ 1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1" y="131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1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7" y="171"/>
                    </a:cubicBezTo>
                    <a:cubicBezTo>
                      <a:pt x="8" y="174"/>
                      <a:pt x="11" y="182"/>
                      <a:pt x="12" y="182"/>
                    </a:cubicBezTo>
                    <a:cubicBezTo>
                      <a:pt x="13" y="182"/>
                      <a:pt x="27" y="187"/>
                      <a:pt x="30" y="185"/>
                    </a:cubicBezTo>
                    <a:cubicBezTo>
                      <a:pt x="30" y="185"/>
                      <a:pt x="43" y="178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3"/>
                      <a:pt x="49" y="139"/>
                    </a:cubicBezTo>
                    <a:cubicBezTo>
                      <a:pt x="48" y="135"/>
                      <a:pt x="47" y="131"/>
                      <a:pt x="47" y="126"/>
                    </a:cubicBezTo>
                    <a:cubicBezTo>
                      <a:pt x="47" y="122"/>
                      <a:pt x="48" y="118"/>
                      <a:pt x="48" y="114"/>
                    </a:cubicBezTo>
                    <a:cubicBezTo>
                      <a:pt x="48" y="112"/>
                      <a:pt x="48" y="97"/>
                      <a:pt x="49" y="95"/>
                    </a:cubicBezTo>
                    <a:cubicBezTo>
                      <a:pt x="49" y="93"/>
                      <a:pt x="49" y="91"/>
                      <a:pt x="49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7" y="73"/>
                      <a:pt x="43" y="58"/>
                      <a:pt x="43" y="56"/>
                    </a:cubicBezTo>
                    <a:cubicBezTo>
                      <a:pt x="43" y="54"/>
                      <a:pt x="43" y="52"/>
                      <a:pt x="42" y="51"/>
                    </a:cubicBezTo>
                    <a:cubicBezTo>
                      <a:pt x="42" y="49"/>
                      <a:pt x="41" y="35"/>
                      <a:pt x="41" y="34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8" y="24"/>
                      <a:pt x="35" y="8"/>
                      <a:pt x="34" y="7"/>
                    </a:cubicBezTo>
                    <a:cubicBezTo>
                      <a:pt x="33" y="4"/>
                      <a:pt x="32" y="4"/>
                      <a:pt x="31" y="3"/>
                    </a:cubicBezTo>
                    <a:cubicBezTo>
                      <a:pt x="31" y="2"/>
                      <a:pt x="30" y="2"/>
                      <a:pt x="30" y="1"/>
                    </a:cubicBezTo>
                    <a:cubicBezTo>
                      <a:pt x="29" y="1"/>
                      <a:pt x="26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6" y="60"/>
                      <a:pt x="5" y="62"/>
                      <a:pt x="3" y="69"/>
                    </a:cubicBezTo>
                    <a:cubicBezTo>
                      <a:pt x="3" y="72"/>
                      <a:pt x="1" y="126"/>
                      <a:pt x="1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72" name="Freeform 325">
                <a:extLst>
                  <a:ext uri="{FF2B5EF4-FFF2-40B4-BE49-F238E27FC236}">
                    <a16:creationId xmlns:a16="http://schemas.microsoft.com/office/drawing/2014/main" id="{5E2B2DB8-B4E3-4C7A-87B1-020F2633C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0613" y="1435100"/>
                <a:ext cx="195263" cy="741363"/>
              </a:xfrm>
              <a:custGeom>
                <a:avLst/>
                <a:gdLst>
                  <a:gd name="T0" fmla="*/ 1 w 49"/>
                  <a:gd name="T1" fmla="*/ 131 h 187"/>
                  <a:gd name="T2" fmla="*/ 1 w 49"/>
                  <a:gd name="T3" fmla="*/ 141 h 187"/>
                  <a:gd name="T4" fmla="*/ 5 w 49"/>
                  <a:gd name="T5" fmla="*/ 161 h 187"/>
                  <a:gd name="T6" fmla="*/ 7 w 49"/>
                  <a:gd name="T7" fmla="*/ 171 h 187"/>
                  <a:gd name="T8" fmla="*/ 12 w 49"/>
                  <a:gd name="T9" fmla="*/ 182 h 187"/>
                  <a:gd name="T10" fmla="*/ 30 w 49"/>
                  <a:gd name="T11" fmla="*/ 185 h 187"/>
                  <a:gd name="T12" fmla="*/ 44 w 49"/>
                  <a:gd name="T13" fmla="*/ 176 h 187"/>
                  <a:gd name="T14" fmla="*/ 49 w 49"/>
                  <a:gd name="T15" fmla="*/ 164 h 187"/>
                  <a:gd name="T16" fmla="*/ 49 w 49"/>
                  <a:gd name="T17" fmla="*/ 152 h 187"/>
                  <a:gd name="T18" fmla="*/ 49 w 49"/>
                  <a:gd name="T19" fmla="*/ 139 h 187"/>
                  <a:gd name="T20" fmla="*/ 47 w 49"/>
                  <a:gd name="T21" fmla="*/ 126 h 187"/>
                  <a:gd name="T22" fmla="*/ 48 w 49"/>
                  <a:gd name="T23" fmla="*/ 114 h 187"/>
                  <a:gd name="T24" fmla="*/ 49 w 49"/>
                  <a:gd name="T25" fmla="*/ 95 h 187"/>
                  <a:gd name="T26" fmla="*/ 49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1 w 49"/>
                  <a:gd name="T35" fmla="*/ 34 h 187"/>
                  <a:gd name="T36" fmla="*/ 39 w 49"/>
                  <a:gd name="T37" fmla="*/ 25 h 187"/>
                  <a:gd name="T38" fmla="*/ 34 w 49"/>
                  <a:gd name="T39" fmla="*/ 7 h 187"/>
                  <a:gd name="T40" fmla="*/ 31 w 49"/>
                  <a:gd name="T41" fmla="*/ 3 h 187"/>
                  <a:gd name="T42" fmla="*/ 30 w 49"/>
                  <a:gd name="T43" fmla="*/ 1 h 187"/>
                  <a:gd name="T44" fmla="*/ 26 w 49"/>
                  <a:gd name="T45" fmla="*/ 2 h 187"/>
                  <a:gd name="T46" fmla="*/ 23 w 49"/>
                  <a:gd name="T47" fmla="*/ 8 h 187"/>
                  <a:gd name="T48" fmla="*/ 13 w 49"/>
                  <a:gd name="T49" fmla="*/ 38 h 187"/>
                  <a:gd name="T50" fmla="*/ 8 w 49"/>
                  <a:gd name="T51" fmla="*/ 55 h 187"/>
                  <a:gd name="T52" fmla="*/ 3 w 49"/>
                  <a:gd name="T53" fmla="*/ 69 h 187"/>
                  <a:gd name="T54" fmla="*/ 1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1" y="131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1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7" y="171"/>
                    </a:cubicBezTo>
                    <a:cubicBezTo>
                      <a:pt x="8" y="174"/>
                      <a:pt x="11" y="182"/>
                      <a:pt x="12" y="182"/>
                    </a:cubicBezTo>
                    <a:cubicBezTo>
                      <a:pt x="13" y="182"/>
                      <a:pt x="27" y="187"/>
                      <a:pt x="30" y="185"/>
                    </a:cubicBezTo>
                    <a:cubicBezTo>
                      <a:pt x="30" y="185"/>
                      <a:pt x="43" y="178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3"/>
                      <a:pt x="49" y="139"/>
                    </a:cubicBezTo>
                    <a:cubicBezTo>
                      <a:pt x="48" y="135"/>
                      <a:pt x="47" y="131"/>
                      <a:pt x="47" y="126"/>
                    </a:cubicBezTo>
                    <a:cubicBezTo>
                      <a:pt x="47" y="122"/>
                      <a:pt x="48" y="118"/>
                      <a:pt x="48" y="114"/>
                    </a:cubicBezTo>
                    <a:cubicBezTo>
                      <a:pt x="48" y="112"/>
                      <a:pt x="48" y="97"/>
                      <a:pt x="49" y="95"/>
                    </a:cubicBezTo>
                    <a:cubicBezTo>
                      <a:pt x="49" y="93"/>
                      <a:pt x="49" y="91"/>
                      <a:pt x="49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7" y="73"/>
                      <a:pt x="43" y="58"/>
                      <a:pt x="43" y="56"/>
                    </a:cubicBezTo>
                    <a:cubicBezTo>
                      <a:pt x="43" y="54"/>
                      <a:pt x="43" y="52"/>
                      <a:pt x="42" y="51"/>
                    </a:cubicBezTo>
                    <a:cubicBezTo>
                      <a:pt x="42" y="49"/>
                      <a:pt x="41" y="35"/>
                      <a:pt x="41" y="34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8" y="24"/>
                      <a:pt x="35" y="8"/>
                      <a:pt x="34" y="7"/>
                    </a:cubicBezTo>
                    <a:cubicBezTo>
                      <a:pt x="33" y="4"/>
                      <a:pt x="32" y="4"/>
                      <a:pt x="31" y="3"/>
                    </a:cubicBezTo>
                    <a:cubicBezTo>
                      <a:pt x="31" y="2"/>
                      <a:pt x="30" y="2"/>
                      <a:pt x="30" y="1"/>
                    </a:cubicBezTo>
                    <a:cubicBezTo>
                      <a:pt x="29" y="1"/>
                      <a:pt x="26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6" y="60"/>
                      <a:pt x="5" y="62"/>
                      <a:pt x="3" y="69"/>
                    </a:cubicBezTo>
                    <a:cubicBezTo>
                      <a:pt x="3" y="72"/>
                      <a:pt x="1" y="126"/>
                      <a:pt x="1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73" name="Freeform 326">
                <a:extLst>
                  <a:ext uri="{FF2B5EF4-FFF2-40B4-BE49-F238E27FC236}">
                    <a16:creationId xmlns:a16="http://schemas.microsoft.com/office/drawing/2014/main" id="{5206602C-9369-4B84-BC54-1A53C570B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8363" y="2117725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7 h 49"/>
                  <a:gd name="T22" fmla="*/ 19 w 21"/>
                  <a:gd name="T23" fmla="*/ 26 h 49"/>
                  <a:gd name="T24" fmla="*/ 20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3" y="17"/>
                    </a:cubicBezTo>
                    <a:cubicBezTo>
                      <a:pt x="3" y="20"/>
                      <a:pt x="2" y="22"/>
                      <a:pt x="2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74" name="Freeform 327">
                <a:extLst>
                  <a:ext uri="{FF2B5EF4-FFF2-40B4-BE49-F238E27FC236}">
                    <a16:creationId xmlns:a16="http://schemas.microsoft.com/office/drawing/2014/main" id="{2206F896-B265-4DE8-B05F-F5290CD1B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8363" y="2117725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7 h 49"/>
                  <a:gd name="T22" fmla="*/ 19 w 21"/>
                  <a:gd name="T23" fmla="*/ 26 h 49"/>
                  <a:gd name="T24" fmla="*/ 20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3" y="17"/>
                    </a:cubicBezTo>
                    <a:cubicBezTo>
                      <a:pt x="3" y="20"/>
                      <a:pt x="2" y="22"/>
                      <a:pt x="2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75" name="Freeform 328">
                <a:extLst>
                  <a:ext uri="{FF2B5EF4-FFF2-40B4-BE49-F238E27FC236}">
                    <a16:creationId xmlns:a16="http://schemas.microsoft.com/office/drawing/2014/main" id="{957F1CBA-6D70-4635-81ED-9FBA5C4207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74051" y="1668463"/>
                <a:ext cx="501650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6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80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5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6" y="112"/>
                      <a:pt x="18" y="114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3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80" y="1"/>
                    </a:cubicBezTo>
                    <a:cubicBezTo>
                      <a:pt x="78" y="1"/>
                      <a:pt x="77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2" y="58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76" name="Freeform 329">
                <a:extLst>
                  <a:ext uri="{FF2B5EF4-FFF2-40B4-BE49-F238E27FC236}">
                    <a16:creationId xmlns:a16="http://schemas.microsoft.com/office/drawing/2014/main" id="{36EC37C9-9EB3-4286-8398-D4AEFC24C3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74051" y="1668463"/>
                <a:ext cx="501650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6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80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5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6" y="112"/>
                      <a:pt x="18" y="114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3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80" y="1"/>
                    </a:cubicBezTo>
                    <a:cubicBezTo>
                      <a:pt x="78" y="1"/>
                      <a:pt x="77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2" y="58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77" name="Freeform 330">
                <a:extLst>
                  <a:ext uri="{FF2B5EF4-FFF2-40B4-BE49-F238E27FC236}">
                    <a16:creationId xmlns:a16="http://schemas.microsoft.com/office/drawing/2014/main" id="{956F4EE1-07CC-46A9-ADA8-D3F6A9FFE1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1451" y="2160588"/>
                <a:ext cx="82550" cy="190500"/>
              </a:xfrm>
              <a:custGeom>
                <a:avLst/>
                <a:gdLst>
                  <a:gd name="T0" fmla="*/ 1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9 w 21"/>
                  <a:gd name="T7" fmla="*/ 48 h 48"/>
                  <a:gd name="T8" fmla="*/ 13 w 21"/>
                  <a:gd name="T9" fmla="*/ 48 h 48"/>
                  <a:gd name="T10" fmla="*/ 18 w 21"/>
                  <a:gd name="T11" fmla="*/ 48 h 48"/>
                  <a:gd name="T12" fmla="*/ 20 w 21"/>
                  <a:gd name="T13" fmla="*/ 48 h 48"/>
                  <a:gd name="T14" fmla="*/ 21 w 21"/>
                  <a:gd name="T15" fmla="*/ 48 h 48"/>
                  <a:gd name="T16" fmla="*/ 21 w 21"/>
                  <a:gd name="T17" fmla="*/ 48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20 w 21"/>
                  <a:gd name="T27" fmla="*/ 15 h 48"/>
                  <a:gd name="T28" fmla="*/ 20 w 21"/>
                  <a:gd name="T29" fmla="*/ 4 h 48"/>
                  <a:gd name="T30" fmla="*/ 20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1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9" y="48"/>
                    </a:cubicBezTo>
                    <a:cubicBezTo>
                      <a:pt x="10" y="48"/>
                      <a:pt x="12" y="48"/>
                      <a:pt x="13" y="48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1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4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0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2"/>
                      <a:pt x="3" y="17"/>
                    </a:cubicBezTo>
                    <a:cubicBezTo>
                      <a:pt x="3" y="19"/>
                      <a:pt x="3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2" y="35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78" name="Freeform 331">
                <a:extLst>
                  <a:ext uri="{FF2B5EF4-FFF2-40B4-BE49-F238E27FC236}">
                    <a16:creationId xmlns:a16="http://schemas.microsoft.com/office/drawing/2014/main" id="{73FC4E20-3696-42AD-86DA-756C3EFD0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1451" y="2160588"/>
                <a:ext cx="82550" cy="190500"/>
              </a:xfrm>
              <a:custGeom>
                <a:avLst/>
                <a:gdLst>
                  <a:gd name="T0" fmla="*/ 1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9 w 21"/>
                  <a:gd name="T7" fmla="*/ 48 h 48"/>
                  <a:gd name="T8" fmla="*/ 13 w 21"/>
                  <a:gd name="T9" fmla="*/ 48 h 48"/>
                  <a:gd name="T10" fmla="*/ 18 w 21"/>
                  <a:gd name="T11" fmla="*/ 48 h 48"/>
                  <a:gd name="T12" fmla="*/ 20 w 21"/>
                  <a:gd name="T13" fmla="*/ 48 h 48"/>
                  <a:gd name="T14" fmla="*/ 21 w 21"/>
                  <a:gd name="T15" fmla="*/ 48 h 48"/>
                  <a:gd name="T16" fmla="*/ 21 w 21"/>
                  <a:gd name="T17" fmla="*/ 48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20 w 21"/>
                  <a:gd name="T27" fmla="*/ 15 h 48"/>
                  <a:gd name="T28" fmla="*/ 20 w 21"/>
                  <a:gd name="T29" fmla="*/ 4 h 48"/>
                  <a:gd name="T30" fmla="*/ 20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1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9" y="48"/>
                    </a:cubicBezTo>
                    <a:cubicBezTo>
                      <a:pt x="10" y="48"/>
                      <a:pt x="12" y="48"/>
                      <a:pt x="13" y="48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1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4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0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2"/>
                      <a:pt x="3" y="17"/>
                    </a:cubicBezTo>
                    <a:cubicBezTo>
                      <a:pt x="3" y="19"/>
                      <a:pt x="3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2" y="35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79" name="Freeform 332">
                <a:extLst>
                  <a:ext uri="{FF2B5EF4-FFF2-40B4-BE49-F238E27FC236}">
                    <a16:creationId xmlns:a16="http://schemas.microsoft.com/office/drawing/2014/main" id="{C1ECE359-5424-438B-8671-3B6443A9E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171291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1 w 127"/>
                  <a:gd name="T5" fmla="*/ 108 h 125"/>
                  <a:gd name="T6" fmla="*/ 19 w 127"/>
                  <a:gd name="T7" fmla="*/ 114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2 h 125"/>
                  <a:gd name="T18" fmla="*/ 57 w 127"/>
                  <a:gd name="T19" fmla="*/ 122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8 h 125"/>
                  <a:gd name="T28" fmla="*/ 104 w 127"/>
                  <a:gd name="T29" fmla="*/ 118 h 125"/>
                  <a:gd name="T30" fmla="*/ 112 w 127"/>
                  <a:gd name="T31" fmla="*/ 118 h 125"/>
                  <a:gd name="T32" fmla="*/ 121 w 127"/>
                  <a:gd name="T33" fmla="*/ 115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4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6 w 127"/>
                  <a:gd name="T65" fmla="*/ 25 h 125"/>
                  <a:gd name="T66" fmla="*/ 104 w 127"/>
                  <a:gd name="T67" fmla="*/ 22 h 125"/>
                  <a:gd name="T68" fmla="*/ 100 w 127"/>
                  <a:gd name="T69" fmla="*/ 16 h 125"/>
                  <a:gd name="T70" fmla="*/ 96 w 127"/>
                  <a:gd name="T71" fmla="*/ 14 h 125"/>
                  <a:gd name="T72" fmla="*/ 93 w 127"/>
                  <a:gd name="T73" fmla="*/ 10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3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4"/>
                    </a:cubicBezTo>
                    <a:cubicBezTo>
                      <a:pt x="20" y="116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3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2"/>
                      <a:pt x="48" y="122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64" y="122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4" y="118"/>
                    </a:cubicBezTo>
                    <a:cubicBezTo>
                      <a:pt x="97" y="118"/>
                      <a:pt x="100" y="118"/>
                      <a:pt x="104" y="118"/>
                    </a:cubicBezTo>
                    <a:cubicBezTo>
                      <a:pt x="106" y="118"/>
                      <a:pt x="110" y="119"/>
                      <a:pt x="112" y="118"/>
                    </a:cubicBezTo>
                    <a:cubicBezTo>
                      <a:pt x="115" y="117"/>
                      <a:pt x="118" y="117"/>
                      <a:pt x="121" y="115"/>
                    </a:cubicBezTo>
                    <a:cubicBezTo>
                      <a:pt x="123" y="114"/>
                      <a:pt x="125" y="112"/>
                      <a:pt x="125" y="110"/>
                    </a:cubicBezTo>
                    <a:cubicBezTo>
                      <a:pt x="127" y="108"/>
                      <a:pt x="127" y="104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4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0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1"/>
                      <a:pt x="107" y="30"/>
                    </a:cubicBezTo>
                    <a:cubicBezTo>
                      <a:pt x="107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6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1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2"/>
                      <a:pt x="83" y="2"/>
                      <a:pt x="80" y="1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8"/>
                      <a:pt x="51" y="10"/>
                    </a:cubicBezTo>
                    <a:cubicBezTo>
                      <a:pt x="49" y="11"/>
                      <a:pt x="47" y="12"/>
                      <a:pt x="44" y="13"/>
                    </a:cubicBezTo>
                    <a:cubicBezTo>
                      <a:pt x="40" y="16"/>
                      <a:pt x="37" y="20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1" y="72"/>
                      <a:pt x="2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80" name="Freeform 333">
                <a:extLst>
                  <a:ext uri="{FF2B5EF4-FFF2-40B4-BE49-F238E27FC236}">
                    <a16:creationId xmlns:a16="http://schemas.microsoft.com/office/drawing/2014/main" id="{C09793D7-F323-4470-B276-4545D2082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171291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1 w 127"/>
                  <a:gd name="T5" fmla="*/ 108 h 125"/>
                  <a:gd name="T6" fmla="*/ 19 w 127"/>
                  <a:gd name="T7" fmla="*/ 114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2 h 125"/>
                  <a:gd name="T18" fmla="*/ 57 w 127"/>
                  <a:gd name="T19" fmla="*/ 122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8 h 125"/>
                  <a:gd name="T28" fmla="*/ 104 w 127"/>
                  <a:gd name="T29" fmla="*/ 118 h 125"/>
                  <a:gd name="T30" fmla="*/ 112 w 127"/>
                  <a:gd name="T31" fmla="*/ 118 h 125"/>
                  <a:gd name="T32" fmla="*/ 121 w 127"/>
                  <a:gd name="T33" fmla="*/ 115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4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6 w 127"/>
                  <a:gd name="T65" fmla="*/ 25 h 125"/>
                  <a:gd name="T66" fmla="*/ 104 w 127"/>
                  <a:gd name="T67" fmla="*/ 22 h 125"/>
                  <a:gd name="T68" fmla="*/ 100 w 127"/>
                  <a:gd name="T69" fmla="*/ 16 h 125"/>
                  <a:gd name="T70" fmla="*/ 96 w 127"/>
                  <a:gd name="T71" fmla="*/ 14 h 125"/>
                  <a:gd name="T72" fmla="*/ 93 w 127"/>
                  <a:gd name="T73" fmla="*/ 10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3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4"/>
                    </a:cubicBezTo>
                    <a:cubicBezTo>
                      <a:pt x="20" y="116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3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2"/>
                      <a:pt x="48" y="122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64" y="122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4" y="118"/>
                    </a:cubicBezTo>
                    <a:cubicBezTo>
                      <a:pt x="97" y="118"/>
                      <a:pt x="100" y="118"/>
                      <a:pt x="104" y="118"/>
                    </a:cubicBezTo>
                    <a:cubicBezTo>
                      <a:pt x="106" y="118"/>
                      <a:pt x="110" y="119"/>
                      <a:pt x="112" y="118"/>
                    </a:cubicBezTo>
                    <a:cubicBezTo>
                      <a:pt x="115" y="117"/>
                      <a:pt x="118" y="117"/>
                      <a:pt x="121" y="115"/>
                    </a:cubicBezTo>
                    <a:cubicBezTo>
                      <a:pt x="123" y="114"/>
                      <a:pt x="125" y="112"/>
                      <a:pt x="125" y="110"/>
                    </a:cubicBezTo>
                    <a:cubicBezTo>
                      <a:pt x="127" y="108"/>
                      <a:pt x="127" y="104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4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0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1"/>
                      <a:pt x="107" y="30"/>
                    </a:cubicBezTo>
                    <a:cubicBezTo>
                      <a:pt x="107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6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1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2"/>
                      <a:pt x="83" y="2"/>
                      <a:pt x="80" y="1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8"/>
                      <a:pt x="51" y="10"/>
                    </a:cubicBezTo>
                    <a:cubicBezTo>
                      <a:pt x="49" y="11"/>
                      <a:pt x="47" y="12"/>
                      <a:pt x="44" y="13"/>
                    </a:cubicBezTo>
                    <a:cubicBezTo>
                      <a:pt x="40" y="16"/>
                      <a:pt x="37" y="20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1" y="72"/>
                      <a:pt x="2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81" name="Freeform 334">
                <a:extLst>
                  <a:ext uri="{FF2B5EF4-FFF2-40B4-BE49-F238E27FC236}">
                    <a16:creationId xmlns:a16="http://schemas.microsoft.com/office/drawing/2014/main" id="{B16D3AEC-6701-4799-B11B-274AE539E8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2288" y="2303463"/>
                <a:ext cx="84138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9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9 h 49"/>
                  <a:gd name="T12" fmla="*/ 19 w 21"/>
                  <a:gd name="T13" fmla="*/ 49 h 49"/>
                  <a:gd name="T14" fmla="*/ 20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7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5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1 h 49"/>
                  <a:gd name="T38" fmla="*/ 8 w 21"/>
                  <a:gd name="T39" fmla="*/ 1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8 h 49"/>
                  <a:gd name="T46" fmla="*/ 2 w 21"/>
                  <a:gd name="T47" fmla="*/ 25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9"/>
                    </a:cubicBezTo>
                    <a:cubicBezTo>
                      <a:pt x="5" y="49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9"/>
                      <a:pt x="17" y="49"/>
                    </a:cubicBezTo>
                    <a:cubicBezTo>
                      <a:pt x="18" y="49"/>
                      <a:pt x="18" y="48"/>
                      <a:pt x="19" y="49"/>
                    </a:cubicBezTo>
                    <a:cubicBezTo>
                      <a:pt x="19" y="49"/>
                      <a:pt x="20" y="49"/>
                      <a:pt x="20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2"/>
                      <a:pt x="19" y="40"/>
                      <a:pt x="19" y="38"/>
                    </a:cubicBezTo>
                    <a:cubicBezTo>
                      <a:pt x="19" y="34"/>
                      <a:pt x="19" y="30"/>
                      <a:pt x="19" y="27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8"/>
                      <a:pt x="19" y="16"/>
                    </a:cubicBezTo>
                    <a:cubicBezTo>
                      <a:pt x="19" y="12"/>
                      <a:pt x="19" y="8"/>
                      <a:pt x="19" y="5"/>
                    </a:cubicBezTo>
                    <a:cubicBezTo>
                      <a:pt x="19" y="5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3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1"/>
                    </a:cubicBezTo>
                    <a:cubicBezTo>
                      <a:pt x="10" y="0"/>
                      <a:pt x="9" y="1"/>
                      <a:pt x="8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8"/>
                    </a:cubicBezTo>
                    <a:cubicBezTo>
                      <a:pt x="2" y="20"/>
                      <a:pt x="2" y="22"/>
                      <a:pt x="2" y="25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82" name="Freeform 335">
                <a:extLst>
                  <a:ext uri="{FF2B5EF4-FFF2-40B4-BE49-F238E27FC236}">
                    <a16:creationId xmlns:a16="http://schemas.microsoft.com/office/drawing/2014/main" id="{FAF26E54-A0A9-4F7F-948B-36EDE5211D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2288" y="2303463"/>
                <a:ext cx="84138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9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9 h 49"/>
                  <a:gd name="T12" fmla="*/ 19 w 21"/>
                  <a:gd name="T13" fmla="*/ 49 h 49"/>
                  <a:gd name="T14" fmla="*/ 20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7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5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1 h 49"/>
                  <a:gd name="T38" fmla="*/ 8 w 21"/>
                  <a:gd name="T39" fmla="*/ 1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8 h 49"/>
                  <a:gd name="T46" fmla="*/ 2 w 21"/>
                  <a:gd name="T47" fmla="*/ 25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9"/>
                    </a:cubicBezTo>
                    <a:cubicBezTo>
                      <a:pt x="5" y="49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9"/>
                      <a:pt x="17" y="49"/>
                    </a:cubicBezTo>
                    <a:cubicBezTo>
                      <a:pt x="18" y="49"/>
                      <a:pt x="18" y="48"/>
                      <a:pt x="19" y="49"/>
                    </a:cubicBezTo>
                    <a:cubicBezTo>
                      <a:pt x="19" y="49"/>
                      <a:pt x="20" y="49"/>
                      <a:pt x="20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2"/>
                      <a:pt x="19" y="40"/>
                      <a:pt x="19" y="38"/>
                    </a:cubicBezTo>
                    <a:cubicBezTo>
                      <a:pt x="19" y="34"/>
                      <a:pt x="19" y="30"/>
                      <a:pt x="19" y="27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8"/>
                      <a:pt x="19" y="16"/>
                    </a:cubicBezTo>
                    <a:cubicBezTo>
                      <a:pt x="19" y="12"/>
                      <a:pt x="19" y="8"/>
                      <a:pt x="19" y="5"/>
                    </a:cubicBezTo>
                    <a:cubicBezTo>
                      <a:pt x="19" y="5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3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1"/>
                    </a:cubicBezTo>
                    <a:cubicBezTo>
                      <a:pt x="10" y="0"/>
                      <a:pt x="9" y="1"/>
                      <a:pt x="8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8"/>
                    </a:cubicBezTo>
                    <a:cubicBezTo>
                      <a:pt x="2" y="20"/>
                      <a:pt x="2" y="22"/>
                      <a:pt x="2" y="25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83" name="Freeform 336">
                <a:extLst>
                  <a:ext uri="{FF2B5EF4-FFF2-40B4-BE49-F238E27FC236}">
                    <a16:creationId xmlns:a16="http://schemas.microsoft.com/office/drawing/2014/main" id="{075BFC51-C182-4168-B594-897ACA79D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7976" y="1855788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3 h 126"/>
                  <a:gd name="T14" fmla="*/ 43 w 126"/>
                  <a:gd name="T15" fmla="*/ 122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3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0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3 h 126"/>
                  <a:gd name="T40" fmla="*/ 120 w 126"/>
                  <a:gd name="T41" fmla="*/ 85 h 126"/>
                  <a:gd name="T42" fmla="*/ 123 w 126"/>
                  <a:gd name="T43" fmla="*/ 76 h 126"/>
                  <a:gd name="T44" fmla="*/ 124 w 126"/>
                  <a:gd name="T45" fmla="*/ 72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4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6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5 w 126"/>
                  <a:gd name="T71" fmla="*/ 14 h 126"/>
                  <a:gd name="T72" fmla="*/ 93 w 126"/>
                  <a:gd name="T73" fmla="*/ 11 h 126"/>
                  <a:gd name="T74" fmla="*/ 90 w 126"/>
                  <a:gd name="T75" fmla="*/ 7 h 126"/>
                  <a:gd name="T76" fmla="*/ 88 w 126"/>
                  <a:gd name="T77" fmla="*/ 5 h 126"/>
                  <a:gd name="T78" fmla="*/ 79 w 126"/>
                  <a:gd name="T79" fmla="*/ 2 h 126"/>
                  <a:gd name="T80" fmla="*/ 75 w 126"/>
                  <a:gd name="T81" fmla="*/ 0 h 126"/>
                  <a:gd name="T82" fmla="*/ 65 w 126"/>
                  <a:gd name="T83" fmla="*/ 1 h 126"/>
                  <a:gd name="T84" fmla="*/ 59 w 126"/>
                  <a:gd name="T85" fmla="*/ 6 h 126"/>
                  <a:gd name="T86" fmla="*/ 51 w 126"/>
                  <a:gd name="T87" fmla="*/ 10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4 w 126"/>
                  <a:gd name="T97" fmla="*/ 54 h 126"/>
                  <a:gd name="T98" fmla="*/ 2 w 126"/>
                  <a:gd name="T99" fmla="*/ 62 h 126"/>
                  <a:gd name="T100" fmla="*/ 1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19" y="117"/>
                      <a:pt x="21" y="119"/>
                      <a:pt x="23" y="120"/>
                    </a:cubicBezTo>
                    <a:cubicBezTo>
                      <a:pt x="25" y="121"/>
                      <a:pt x="28" y="123"/>
                      <a:pt x="30" y="123"/>
                    </a:cubicBezTo>
                    <a:cubicBezTo>
                      <a:pt x="33" y="123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6"/>
                      <a:pt x="76" y="125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9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2"/>
                      <a:pt x="122" y="79"/>
                      <a:pt x="123" y="76"/>
                    </a:cubicBezTo>
                    <a:cubicBezTo>
                      <a:pt x="124" y="75"/>
                      <a:pt x="124" y="74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4" y="60"/>
                    </a:cubicBezTo>
                    <a:cubicBezTo>
                      <a:pt x="124" y="56"/>
                      <a:pt x="123" y="54"/>
                      <a:pt x="121" y="51"/>
                    </a:cubicBezTo>
                    <a:cubicBezTo>
                      <a:pt x="119" y="49"/>
                      <a:pt x="117" y="47"/>
                      <a:pt x="115" y="46"/>
                    </a:cubicBezTo>
                    <a:cubicBezTo>
                      <a:pt x="114" y="45"/>
                      <a:pt x="113" y="43"/>
                      <a:pt x="112" y="42"/>
                    </a:cubicBezTo>
                    <a:cubicBezTo>
                      <a:pt x="110" y="41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7"/>
                    </a:cubicBezTo>
                    <a:cubicBezTo>
                      <a:pt x="89" y="6"/>
                      <a:pt x="89" y="5"/>
                      <a:pt x="88" y="5"/>
                    </a:cubicBezTo>
                    <a:cubicBezTo>
                      <a:pt x="85" y="3"/>
                      <a:pt x="82" y="2"/>
                      <a:pt x="79" y="2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6" y="8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9"/>
                      <a:pt x="5" y="51"/>
                      <a:pt x="4" y="54"/>
                    </a:cubicBezTo>
                    <a:cubicBezTo>
                      <a:pt x="3" y="56"/>
                      <a:pt x="2" y="59"/>
                      <a:pt x="2" y="62"/>
                    </a:cubicBezTo>
                    <a:cubicBezTo>
                      <a:pt x="0" y="67"/>
                      <a:pt x="1" y="73"/>
                      <a:pt x="1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84" name="Freeform 337">
                <a:extLst>
                  <a:ext uri="{FF2B5EF4-FFF2-40B4-BE49-F238E27FC236}">
                    <a16:creationId xmlns:a16="http://schemas.microsoft.com/office/drawing/2014/main" id="{DEBC00DC-E121-402F-88BB-F17F305EB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7976" y="1855788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3 h 126"/>
                  <a:gd name="T14" fmla="*/ 43 w 126"/>
                  <a:gd name="T15" fmla="*/ 122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3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0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3 h 126"/>
                  <a:gd name="T40" fmla="*/ 120 w 126"/>
                  <a:gd name="T41" fmla="*/ 85 h 126"/>
                  <a:gd name="T42" fmla="*/ 123 w 126"/>
                  <a:gd name="T43" fmla="*/ 76 h 126"/>
                  <a:gd name="T44" fmla="*/ 124 w 126"/>
                  <a:gd name="T45" fmla="*/ 72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4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6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5 w 126"/>
                  <a:gd name="T71" fmla="*/ 14 h 126"/>
                  <a:gd name="T72" fmla="*/ 93 w 126"/>
                  <a:gd name="T73" fmla="*/ 11 h 126"/>
                  <a:gd name="T74" fmla="*/ 90 w 126"/>
                  <a:gd name="T75" fmla="*/ 7 h 126"/>
                  <a:gd name="T76" fmla="*/ 88 w 126"/>
                  <a:gd name="T77" fmla="*/ 5 h 126"/>
                  <a:gd name="T78" fmla="*/ 79 w 126"/>
                  <a:gd name="T79" fmla="*/ 2 h 126"/>
                  <a:gd name="T80" fmla="*/ 75 w 126"/>
                  <a:gd name="T81" fmla="*/ 0 h 126"/>
                  <a:gd name="T82" fmla="*/ 65 w 126"/>
                  <a:gd name="T83" fmla="*/ 1 h 126"/>
                  <a:gd name="T84" fmla="*/ 59 w 126"/>
                  <a:gd name="T85" fmla="*/ 6 h 126"/>
                  <a:gd name="T86" fmla="*/ 51 w 126"/>
                  <a:gd name="T87" fmla="*/ 10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4 w 126"/>
                  <a:gd name="T97" fmla="*/ 54 h 126"/>
                  <a:gd name="T98" fmla="*/ 2 w 126"/>
                  <a:gd name="T99" fmla="*/ 62 h 126"/>
                  <a:gd name="T100" fmla="*/ 1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19" y="117"/>
                      <a:pt x="21" y="119"/>
                      <a:pt x="23" y="120"/>
                    </a:cubicBezTo>
                    <a:cubicBezTo>
                      <a:pt x="25" y="121"/>
                      <a:pt x="28" y="123"/>
                      <a:pt x="30" y="123"/>
                    </a:cubicBezTo>
                    <a:cubicBezTo>
                      <a:pt x="33" y="123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6"/>
                      <a:pt x="76" y="125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9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2"/>
                      <a:pt x="122" y="79"/>
                      <a:pt x="123" y="76"/>
                    </a:cubicBezTo>
                    <a:cubicBezTo>
                      <a:pt x="124" y="75"/>
                      <a:pt x="124" y="74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4" y="60"/>
                    </a:cubicBezTo>
                    <a:cubicBezTo>
                      <a:pt x="124" y="56"/>
                      <a:pt x="123" y="54"/>
                      <a:pt x="121" y="51"/>
                    </a:cubicBezTo>
                    <a:cubicBezTo>
                      <a:pt x="119" y="49"/>
                      <a:pt x="117" y="47"/>
                      <a:pt x="115" y="46"/>
                    </a:cubicBezTo>
                    <a:cubicBezTo>
                      <a:pt x="114" y="45"/>
                      <a:pt x="113" y="43"/>
                      <a:pt x="112" y="42"/>
                    </a:cubicBezTo>
                    <a:cubicBezTo>
                      <a:pt x="110" y="41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7"/>
                    </a:cubicBezTo>
                    <a:cubicBezTo>
                      <a:pt x="89" y="6"/>
                      <a:pt x="89" y="5"/>
                      <a:pt x="88" y="5"/>
                    </a:cubicBezTo>
                    <a:cubicBezTo>
                      <a:pt x="85" y="3"/>
                      <a:pt x="82" y="2"/>
                      <a:pt x="79" y="2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6" y="8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9"/>
                      <a:pt x="5" y="51"/>
                      <a:pt x="4" y="54"/>
                    </a:cubicBezTo>
                    <a:cubicBezTo>
                      <a:pt x="3" y="56"/>
                      <a:pt x="2" y="59"/>
                      <a:pt x="2" y="62"/>
                    </a:cubicBezTo>
                    <a:cubicBezTo>
                      <a:pt x="0" y="67"/>
                      <a:pt x="1" y="73"/>
                      <a:pt x="1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85" name="Freeform 338">
                <a:extLst>
                  <a:ext uri="{FF2B5EF4-FFF2-40B4-BE49-F238E27FC236}">
                    <a16:creationId xmlns:a16="http://schemas.microsoft.com/office/drawing/2014/main" id="{1C47796B-AA40-4DC5-8543-D6832F8F5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76" y="2260600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9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86" name="Freeform 339">
                <a:extLst>
                  <a:ext uri="{FF2B5EF4-FFF2-40B4-BE49-F238E27FC236}">
                    <a16:creationId xmlns:a16="http://schemas.microsoft.com/office/drawing/2014/main" id="{2F559E1D-06F9-4578-87E1-B441B89E9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76" y="2260600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9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87" name="Freeform 340">
                <a:extLst>
                  <a:ext uri="{FF2B5EF4-FFF2-40B4-BE49-F238E27FC236}">
                    <a16:creationId xmlns:a16="http://schemas.microsoft.com/office/drawing/2014/main" id="{5038FF7F-FE7D-4F26-84ED-044B7C38F3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1063" y="1811338"/>
                <a:ext cx="500063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1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88" name="Freeform 341">
                <a:extLst>
                  <a:ext uri="{FF2B5EF4-FFF2-40B4-BE49-F238E27FC236}">
                    <a16:creationId xmlns:a16="http://schemas.microsoft.com/office/drawing/2014/main" id="{0DFFBFE1-8C4C-478C-9444-776367892E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1063" y="1811338"/>
                <a:ext cx="500063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1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89" name="Freeform 342">
                <a:extLst>
                  <a:ext uri="{FF2B5EF4-FFF2-40B4-BE49-F238E27FC236}">
                    <a16:creationId xmlns:a16="http://schemas.microsoft.com/office/drawing/2014/main" id="{562CA6F0-F802-4FBD-B3B0-613FFCDE6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8988" y="23637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4 h 42"/>
                  <a:gd name="T10" fmla="*/ 11 w 12"/>
                  <a:gd name="T11" fmla="*/ 4 h 42"/>
                  <a:gd name="T12" fmla="*/ 11 w 12"/>
                  <a:gd name="T13" fmla="*/ 4 h 42"/>
                  <a:gd name="T14" fmla="*/ 11 w 12"/>
                  <a:gd name="T15" fmla="*/ 3 h 42"/>
                  <a:gd name="T16" fmla="*/ 9 w 12"/>
                  <a:gd name="T17" fmla="*/ 2 h 42"/>
                  <a:gd name="T18" fmla="*/ 7 w 12"/>
                  <a:gd name="T19" fmla="*/ 1 h 42"/>
                  <a:gd name="T20" fmla="*/ 5 w 12"/>
                  <a:gd name="T21" fmla="*/ 1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7 h 42"/>
                  <a:gd name="T32" fmla="*/ 1 w 12"/>
                  <a:gd name="T33" fmla="*/ 33 h 42"/>
                  <a:gd name="T34" fmla="*/ 1 w 12"/>
                  <a:gd name="T35" fmla="*/ 38 h 42"/>
                  <a:gd name="T36" fmla="*/ 1 w 12"/>
                  <a:gd name="T37" fmla="*/ 41 h 42"/>
                  <a:gd name="T38" fmla="*/ 3 w 12"/>
                  <a:gd name="T39" fmla="*/ 42 h 42"/>
                  <a:gd name="T40" fmla="*/ 5 w 12"/>
                  <a:gd name="T41" fmla="*/ 42 h 42"/>
                  <a:gd name="T42" fmla="*/ 7 w 12"/>
                  <a:gd name="T43" fmla="*/ 42 h 42"/>
                  <a:gd name="T44" fmla="*/ 10 w 12"/>
                  <a:gd name="T45" fmla="*/ 42 h 42"/>
                  <a:gd name="T46" fmla="*/ 11 w 12"/>
                  <a:gd name="T47" fmla="*/ 42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6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7"/>
                      <a:pt x="11" y="15"/>
                      <a:pt x="11" y="14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2"/>
                      <a:pt x="8" y="1"/>
                      <a:pt x="7" y="1"/>
                    </a:cubicBezTo>
                    <a:cubicBezTo>
                      <a:pt x="6" y="0"/>
                      <a:pt x="5" y="1"/>
                      <a:pt x="5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7"/>
                    </a:cubicBezTo>
                    <a:cubicBezTo>
                      <a:pt x="1" y="29"/>
                      <a:pt x="1" y="31"/>
                      <a:pt x="1" y="33"/>
                    </a:cubicBezTo>
                    <a:cubicBezTo>
                      <a:pt x="1" y="35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1"/>
                    </a:cubicBezTo>
                    <a:cubicBezTo>
                      <a:pt x="1" y="41"/>
                      <a:pt x="2" y="41"/>
                      <a:pt x="3" y="42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7" y="42"/>
                    </a:cubicBezTo>
                    <a:cubicBezTo>
                      <a:pt x="8" y="42"/>
                      <a:pt x="9" y="42"/>
                      <a:pt x="10" y="42"/>
                    </a:cubicBezTo>
                    <a:cubicBezTo>
                      <a:pt x="10" y="42"/>
                      <a:pt x="11" y="42"/>
                      <a:pt x="11" y="42"/>
                    </a:cubicBezTo>
                    <a:cubicBezTo>
                      <a:pt x="11" y="42"/>
                      <a:pt x="12" y="42"/>
                      <a:pt x="12" y="42"/>
                    </a:cubicBezTo>
                    <a:cubicBezTo>
                      <a:pt x="12" y="42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90" name="Freeform 343">
                <a:extLst>
                  <a:ext uri="{FF2B5EF4-FFF2-40B4-BE49-F238E27FC236}">
                    <a16:creationId xmlns:a16="http://schemas.microsoft.com/office/drawing/2014/main" id="{4A02628C-3FAD-4FD0-964A-1FFFECB5B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8988" y="23637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4 h 42"/>
                  <a:gd name="T10" fmla="*/ 11 w 12"/>
                  <a:gd name="T11" fmla="*/ 4 h 42"/>
                  <a:gd name="T12" fmla="*/ 11 w 12"/>
                  <a:gd name="T13" fmla="*/ 4 h 42"/>
                  <a:gd name="T14" fmla="*/ 11 w 12"/>
                  <a:gd name="T15" fmla="*/ 3 h 42"/>
                  <a:gd name="T16" fmla="*/ 9 w 12"/>
                  <a:gd name="T17" fmla="*/ 2 h 42"/>
                  <a:gd name="T18" fmla="*/ 7 w 12"/>
                  <a:gd name="T19" fmla="*/ 1 h 42"/>
                  <a:gd name="T20" fmla="*/ 5 w 12"/>
                  <a:gd name="T21" fmla="*/ 1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7 h 42"/>
                  <a:gd name="T32" fmla="*/ 1 w 12"/>
                  <a:gd name="T33" fmla="*/ 33 h 42"/>
                  <a:gd name="T34" fmla="*/ 1 w 12"/>
                  <a:gd name="T35" fmla="*/ 38 h 42"/>
                  <a:gd name="T36" fmla="*/ 1 w 12"/>
                  <a:gd name="T37" fmla="*/ 41 h 42"/>
                  <a:gd name="T38" fmla="*/ 3 w 12"/>
                  <a:gd name="T39" fmla="*/ 42 h 42"/>
                  <a:gd name="T40" fmla="*/ 5 w 12"/>
                  <a:gd name="T41" fmla="*/ 42 h 42"/>
                  <a:gd name="T42" fmla="*/ 7 w 12"/>
                  <a:gd name="T43" fmla="*/ 42 h 42"/>
                  <a:gd name="T44" fmla="*/ 10 w 12"/>
                  <a:gd name="T45" fmla="*/ 42 h 42"/>
                  <a:gd name="T46" fmla="*/ 11 w 12"/>
                  <a:gd name="T47" fmla="*/ 42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6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7"/>
                      <a:pt x="11" y="15"/>
                      <a:pt x="11" y="14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2"/>
                      <a:pt x="8" y="1"/>
                      <a:pt x="7" y="1"/>
                    </a:cubicBezTo>
                    <a:cubicBezTo>
                      <a:pt x="6" y="0"/>
                      <a:pt x="5" y="1"/>
                      <a:pt x="5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7"/>
                    </a:cubicBezTo>
                    <a:cubicBezTo>
                      <a:pt x="1" y="29"/>
                      <a:pt x="1" y="31"/>
                      <a:pt x="1" y="33"/>
                    </a:cubicBezTo>
                    <a:cubicBezTo>
                      <a:pt x="1" y="35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1"/>
                    </a:cubicBezTo>
                    <a:cubicBezTo>
                      <a:pt x="1" y="41"/>
                      <a:pt x="2" y="41"/>
                      <a:pt x="3" y="42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7" y="42"/>
                    </a:cubicBezTo>
                    <a:cubicBezTo>
                      <a:pt x="8" y="42"/>
                      <a:pt x="9" y="42"/>
                      <a:pt x="10" y="42"/>
                    </a:cubicBezTo>
                    <a:cubicBezTo>
                      <a:pt x="10" y="42"/>
                      <a:pt x="11" y="42"/>
                      <a:pt x="11" y="42"/>
                    </a:cubicBezTo>
                    <a:cubicBezTo>
                      <a:pt x="11" y="42"/>
                      <a:pt x="12" y="42"/>
                      <a:pt x="12" y="42"/>
                    </a:cubicBezTo>
                    <a:cubicBezTo>
                      <a:pt x="12" y="42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91" name="Freeform 344">
                <a:extLst>
                  <a:ext uri="{FF2B5EF4-FFF2-40B4-BE49-F238E27FC236}">
                    <a16:creationId xmlns:a16="http://schemas.microsoft.com/office/drawing/2014/main" id="{051448D1-FC26-4825-B460-340353984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7551" y="1668463"/>
                <a:ext cx="195263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0 h 186"/>
                  <a:gd name="T4" fmla="*/ 4 w 49"/>
                  <a:gd name="T5" fmla="*/ 160 h 186"/>
                  <a:gd name="T6" fmla="*/ 7 w 49"/>
                  <a:gd name="T7" fmla="*/ 170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4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0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6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8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0"/>
                    </a:cubicBezTo>
                    <a:cubicBezTo>
                      <a:pt x="1" y="149"/>
                      <a:pt x="2" y="155"/>
                      <a:pt x="4" y="160"/>
                    </a:cubicBezTo>
                    <a:cubicBezTo>
                      <a:pt x="5" y="164"/>
                      <a:pt x="6" y="167"/>
                      <a:pt x="7" y="170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7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7"/>
                      <a:pt x="48" y="113"/>
                    </a:cubicBezTo>
                    <a:cubicBezTo>
                      <a:pt x="48" y="111"/>
                      <a:pt x="48" y="97"/>
                      <a:pt x="48" y="94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79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3"/>
                      <a:pt x="42" y="52"/>
                      <a:pt x="42" y="50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3"/>
                      <a:pt x="34" y="7"/>
                      <a:pt x="34" y="6"/>
                    </a:cubicBezTo>
                    <a:cubicBezTo>
                      <a:pt x="33" y="4"/>
                      <a:pt x="32" y="3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3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4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8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92" name="Freeform 345">
                <a:extLst>
                  <a:ext uri="{FF2B5EF4-FFF2-40B4-BE49-F238E27FC236}">
                    <a16:creationId xmlns:a16="http://schemas.microsoft.com/office/drawing/2014/main" id="{2A060EBF-AD07-4991-94DD-882DBA8AF0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7551" y="1668463"/>
                <a:ext cx="195263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0 h 186"/>
                  <a:gd name="T4" fmla="*/ 4 w 49"/>
                  <a:gd name="T5" fmla="*/ 160 h 186"/>
                  <a:gd name="T6" fmla="*/ 7 w 49"/>
                  <a:gd name="T7" fmla="*/ 170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4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0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6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8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0"/>
                    </a:cubicBezTo>
                    <a:cubicBezTo>
                      <a:pt x="1" y="149"/>
                      <a:pt x="2" y="155"/>
                      <a:pt x="4" y="160"/>
                    </a:cubicBezTo>
                    <a:cubicBezTo>
                      <a:pt x="5" y="164"/>
                      <a:pt x="6" y="167"/>
                      <a:pt x="7" y="170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7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7"/>
                      <a:pt x="48" y="113"/>
                    </a:cubicBezTo>
                    <a:cubicBezTo>
                      <a:pt x="48" y="111"/>
                      <a:pt x="48" y="97"/>
                      <a:pt x="48" y="94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79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3"/>
                      <a:pt x="42" y="52"/>
                      <a:pt x="42" y="50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3"/>
                      <a:pt x="34" y="7"/>
                      <a:pt x="34" y="6"/>
                    </a:cubicBezTo>
                    <a:cubicBezTo>
                      <a:pt x="33" y="4"/>
                      <a:pt x="32" y="3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3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4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8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93" name="Freeform 346">
                <a:extLst>
                  <a:ext uri="{FF2B5EF4-FFF2-40B4-BE49-F238E27FC236}">
                    <a16:creationId xmlns:a16="http://schemas.microsoft.com/office/drawing/2014/main" id="{2E5502EA-B339-4137-9F38-FE9EFA5AA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324100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19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5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19" y="30"/>
                      <a:pt x="19" y="26"/>
                    </a:cubicBezTo>
                    <a:cubicBezTo>
                      <a:pt x="19" y="24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2" y="8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5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94" name="Freeform 347">
                <a:extLst>
                  <a:ext uri="{FF2B5EF4-FFF2-40B4-BE49-F238E27FC236}">
                    <a16:creationId xmlns:a16="http://schemas.microsoft.com/office/drawing/2014/main" id="{9D4235C4-DD7C-426C-8B35-B79941B1D0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324100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19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5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19" y="30"/>
                      <a:pt x="19" y="26"/>
                    </a:cubicBezTo>
                    <a:cubicBezTo>
                      <a:pt x="19" y="24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2" y="8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5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95" name="Freeform 348">
                <a:extLst>
                  <a:ext uri="{FF2B5EF4-FFF2-40B4-BE49-F238E27FC236}">
                    <a16:creationId xmlns:a16="http://schemas.microsoft.com/office/drawing/2014/main" id="{C8D2C4FA-A6F6-4FE4-9FF6-DBBFD10E2A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1871663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9 h 126"/>
                  <a:gd name="T6" fmla="*/ 18 w 126"/>
                  <a:gd name="T7" fmla="*/ 115 h 126"/>
                  <a:gd name="T8" fmla="*/ 23 w 126"/>
                  <a:gd name="T9" fmla="*/ 121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2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3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3 h 126"/>
                  <a:gd name="T58" fmla="*/ 110 w 126"/>
                  <a:gd name="T59" fmla="*/ 38 h 126"/>
                  <a:gd name="T60" fmla="*/ 108 w 126"/>
                  <a:gd name="T61" fmla="*/ 35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5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6 h 126"/>
                  <a:gd name="T92" fmla="*/ 20 w 126"/>
                  <a:gd name="T93" fmla="*/ 38 h 126"/>
                  <a:gd name="T94" fmla="*/ 8 w 126"/>
                  <a:gd name="T95" fmla="*/ 47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1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9"/>
                    </a:cubicBezTo>
                    <a:cubicBezTo>
                      <a:pt x="14" y="111"/>
                      <a:pt x="16" y="113"/>
                      <a:pt x="18" y="115"/>
                    </a:cubicBezTo>
                    <a:cubicBezTo>
                      <a:pt x="20" y="117"/>
                      <a:pt x="21" y="120"/>
                      <a:pt x="23" y="121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2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8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3"/>
                    </a:cubicBezTo>
                    <a:cubicBezTo>
                      <a:pt x="126" y="100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0" y="82"/>
                      <a:pt x="122" y="80"/>
                      <a:pt x="123" y="77"/>
                    </a:cubicBezTo>
                    <a:cubicBezTo>
                      <a:pt x="124" y="76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4" y="68"/>
                    </a:cubicBezTo>
                    <a:cubicBezTo>
                      <a:pt x="124" y="67"/>
                      <a:pt x="124" y="66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8"/>
                      <a:pt x="115" y="46"/>
                    </a:cubicBezTo>
                    <a:cubicBezTo>
                      <a:pt x="114" y="45"/>
                      <a:pt x="113" y="44"/>
                      <a:pt x="112" y="43"/>
                    </a:cubicBezTo>
                    <a:cubicBezTo>
                      <a:pt x="110" y="41"/>
                      <a:pt x="111" y="39"/>
                      <a:pt x="110" y="38"/>
                    </a:cubicBezTo>
                    <a:cubicBezTo>
                      <a:pt x="110" y="37"/>
                      <a:pt x="109" y="36"/>
                      <a:pt x="108" y="35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30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6"/>
                      <a:pt x="96" y="15"/>
                    </a:cubicBezTo>
                    <a:cubicBezTo>
                      <a:pt x="95" y="14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6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1"/>
                      <a:pt x="67" y="0"/>
                      <a:pt x="65" y="2"/>
                    </a:cubicBezTo>
                    <a:cubicBezTo>
                      <a:pt x="63" y="3"/>
                      <a:pt x="61" y="5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6"/>
                    </a:cubicBezTo>
                    <a:cubicBezTo>
                      <a:pt x="30" y="31"/>
                      <a:pt x="25" y="34"/>
                      <a:pt x="20" y="38"/>
                    </a:cubicBezTo>
                    <a:cubicBezTo>
                      <a:pt x="16" y="40"/>
                      <a:pt x="11" y="42"/>
                      <a:pt x="8" y="47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8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96" name="Freeform 349">
                <a:extLst>
                  <a:ext uri="{FF2B5EF4-FFF2-40B4-BE49-F238E27FC236}">
                    <a16:creationId xmlns:a16="http://schemas.microsoft.com/office/drawing/2014/main" id="{17D7BE06-2737-4412-9929-77CCC7FCAB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1871663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9 h 126"/>
                  <a:gd name="T6" fmla="*/ 18 w 126"/>
                  <a:gd name="T7" fmla="*/ 115 h 126"/>
                  <a:gd name="T8" fmla="*/ 23 w 126"/>
                  <a:gd name="T9" fmla="*/ 121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2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3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3 h 126"/>
                  <a:gd name="T58" fmla="*/ 110 w 126"/>
                  <a:gd name="T59" fmla="*/ 38 h 126"/>
                  <a:gd name="T60" fmla="*/ 108 w 126"/>
                  <a:gd name="T61" fmla="*/ 35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5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6 h 126"/>
                  <a:gd name="T92" fmla="*/ 20 w 126"/>
                  <a:gd name="T93" fmla="*/ 38 h 126"/>
                  <a:gd name="T94" fmla="*/ 8 w 126"/>
                  <a:gd name="T95" fmla="*/ 47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1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9"/>
                    </a:cubicBezTo>
                    <a:cubicBezTo>
                      <a:pt x="14" y="111"/>
                      <a:pt x="16" y="113"/>
                      <a:pt x="18" y="115"/>
                    </a:cubicBezTo>
                    <a:cubicBezTo>
                      <a:pt x="20" y="117"/>
                      <a:pt x="21" y="120"/>
                      <a:pt x="23" y="121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2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8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3"/>
                    </a:cubicBezTo>
                    <a:cubicBezTo>
                      <a:pt x="126" y="100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0" y="82"/>
                      <a:pt x="122" y="80"/>
                      <a:pt x="123" y="77"/>
                    </a:cubicBezTo>
                    <a:cubicBezTo>
                      <a:pt x="124" y="76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4" y="68"/>
                    </a:cubicBezTo>
                    <a:cubicBezTo>
                      <a:pt x="124" y="67"/>
                      <a:pt x="124" y="66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8"/>
                      <a:pt x="115" y="46"/>
                    </a:cubicBezTo>
                    <a:cubicBezTo>
                      <a:pt x="114" y="45"/>
                      <a:pt x="113" y="44"/>
                      <a:pt x="112" y="43"/>
                    </a:cubicBezTo>
                    <a:cubicBezTo>
                      <a:pt x="110" y="41"/>
                      <a:pt x="111" y="39"/>
                      <a:pt x="110" y="38"/>
                    </a:cubicBezTo>
                    <a:cubicBezTo>
                      <a:pt x="110" y="37"/>
                      <a:pt x="109" y="36"/>
                      <a:pt x="108" y="35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30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6"/>
                      <a:pt x="96" y="15"/>
                    </a:cubicBezTo>
                    <a:cubicBezTo>
                      <a:pt x="95" y="14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6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1"/>
                      <a:pt x="67" y="0"/>
                      <a:pt x="65" y="2"/>
                    </a:cubicBezTo>
                    <a:cubicBezTo>
                      <a:pt x="63" y="3"/>
                      <a:pt x="61" y="5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6"/>
                    </a:cubicBezTo>
                    <a:cubicBezTo>
                      <a:pt x="30" y="31"/>
                      <a:pt x="25" y="34"/>
                      <a:pt x="20" y="38"/>
                    </a:cubicBezTo>
                    <a:cubicBezTo>
                      <a:pt x="16" y="40"/>
                      <a:pt x="11" y="42"/>
                      <a:pt x="8" y="47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8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97" name="Freeform 350">
                <a:extLst>
                  <a:ext uri="{FF2B5EF4-FFF2-40B4-BE49-F238E27FC236}">
                    <a16:creationId xmlns:a16="http://schemas.microsoft.com/office/drawing/2014/main" id="{9D2D59E2-207E-4E5E-8ED8-DABA0BBCCB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8063" y="24272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3 h 42"/>
                  <a:gd name="T10" fmla="*/ 11 w 12"/>
                  <a:gd name="T11" fmla="*/ 4 h 42"/>
                  <a:gd name="T12" fmla="*/ 11 w 12"/>
                  <a:gd name="T13" fmla="*/ 3 h 42"/>
                  <a:gd name="T14" fmla="*/ 11 w 12"/>
                  <a:gd name="T15" fmla="*/ 2 h 42"/>
                  <a:gd name="T16" fmla="*/ 9 w 12"/>
                  <a:gd name="T17" fmla="*/ 2 h 42"/>
                  <a:gd name="T18" fmla="*/ 7 w 12"/>
                  <a:gd name="T19" fmla="*/ 0 h 42"/>
                  <a:gd name="T20" fmla="*/ 5 w 12"/>
                  <a:gd name="T21" fmla="*/ 0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6 h 42"/>
                  <a:gd name="T32" fmla="*/ 1 w 12"/>
                  <a:gd name="T33" fmla="*/ 32 h 42"/>
                  <a:gd name="T34" fmla="*/ 1 w 12"/>
                  <a:gd name="T35" fmla="*/ 38 h 42"/>
                  <a:gd name="T36" fmla="*/ 1 w 12"/>
                  <a:gd name="T37" fmla="*/ 40 h 42"/>
                  <a:gd name="T38" fmla="*/ 3 w 12"/>
                  <a:gd name="T39" fmla="*/ 41 h 42"/>
                  <a:gd name="T40" fmla="*/ 5 w 12"/>
                  <a:gd name="T41" fmla="*/ 42 h 42"/>
                  <a:gd name="T42" fmla="*/ 8 w 12"/>
                  <a:gd name="T43" fmla="*/ 42 h 42"/>
                  <a:gd name="T44" fmla="*/ 10 w 12"/>
                  <a:gd name="T45" fmla="*/ 41 h 42"/>
                  <a:gd name="T46" fmla="*/ 11 w 12"/>
                  <a:gd name="T47" fmla="*/ 41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3"/>
                    </a:cubicBezTo>
                    <a:cubicBezTo>
                      <a:pt x="11" y="3"/>
                      <a:pt x="11" y="3"/>
                      <a:pt x="11" y="2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1"/>
                      <a:pt x="8" y="1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6"/>
                    </a:cubicBezTo>
                    <a:cubicBezTo>
                      <a:pt x="1" y="28"/>
                      <a:pt x="1" y="31"/>
                      <a:pt x="1" y="32"/>
                    </a:cubicBezTo>
                    <a:cubicBezTo>
                      <a:pt x="1" y="34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0"/>
                    </a:cubicBezTo>
                    <a:cubicBezTo>
                      <a:pt x="1" y="41"/>
                      <a:pt x="2" y="41"/>
                      <a:pt x="3" y="41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8" y="42"/>
                    </a:cubicBezTo>
                    <a:cubicBezTo>
                      <a:pt x="8" y="42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2"/>
                      <a:pt x="12" y="42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98" name="Freeform 351">
                <a:extLst>
                  <a:ext uri="{FF2B5EF4-FFF2-40B4-BE49-F238E27FC236}">
                    <a16:creationId xmlns:a16="http://schemas.microsoft.com/office/drawing/2014/main" id="{394822FF-192F-46E8-A32A-0E62B7FB2C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8063" y="24272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3 h 42"/>
                  <a:gd name="T10" fmla="*/ 11 w 12"/>
                  <a:gd name="T11" fmla="*/ 4 h 42"/>
                  <a:gd name="T12" fmla="*/ 11 w 12"/>
                  <a:gd name="T13" fmla="*/ 3 h 42"/>
                  <a:gd name="T14" fmla="*/ 11 w 12"/>
                  <a:gd name="T15" fmla="*/ 2 h 42"/>
                  <a:gd name="T16" fmla="*/ 9 w 12"/>
                  <a:gd name="T17" fmla="*/ 2 h 42"/>
                  <a:gd name="T18" fmla="*/ 7 w 12"/>
                  <a:gd name="T19" fmla="*/ 0 h 42"/>
                  <a:gd name="T20" fmla="*/ 5 w 12"/>
                  <a:gd name="T21" fmla="*/ 0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6 h 42"/>
                  <a:gd name="T32" fmla="*/ 1 w 12"/>
                  <a:gd name="T33" fmla="*/ 32 h 42"/>
                  <a:gd name="T34" fmla="*/ 1 w 12"/>
                  <a:gd name="T35" fmla="*/ 38 h 42"/>
                  <a:gd name="T36" fmla="*/ 1 w 12"/>
                  <a:gd name="T37" fmla="*/ 40 h 42"/>
                  <a:gd name="T38" fmla="*/ 3 w 12"/>
                  <a:gd name="T39" fmla="*/ 41 h 42"/>
                  <a:gd name="T40" fmla="*/ 5 w 12"/>
                  <a:gd name="T41" fmla="*/ 42 h 42"/>
                  <a:gd name="T42" fmla="*/ 8 w 12"/>
                  <a:gd name="T43" fmla="*/ 42 h 42"/>
                  <a:gd name="T44" fmla="*/ 10 w 12"/>
                  <a:gd name="T45" fmla="*/ 41 h 42"/>
                  <a:gd name="T46" fmla="*/ 11 w 12"/>
                  <a:gd name="T47" fmla="*/ 41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3"/>
                    </a:cubicBezTo>
                    <a:cubicBezTo>
                      <a:pt x="11" y="3"/>
                      <a:pt x="11" y="3"/>
                      <a:pt x="11" y="2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1"/>
                      <a:pt x="8" y="1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6"/>
                    </a:cubicBezTo>
                    <a:cubicBezTo>
                      <a:pt x="1" y="28"/>
                      <a:pt x="1" y="31"/>
                      <a:pt x="1" y="32"/>
                    </a:cubicBezTo>
                    <a:cubicBezTo>
                      <a:pt x="1" y="34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0"/>
                    </a:cubicBezTo>
                    <a:cubicBezTo>
                      <a:pt x="1" y="41"/>
                      <a:pt x="2" y="41"/>
                      <a:pt x="3" y="41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8" y="42"/>
                    </a:cubicBezTo>
                    <a:cubicBezTo>
                      <a:pt x="8" y="42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2"/>
                      <a:pt x="12" y="42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99" name="Freeform 352">
                <a:extLst>
                  <a:ext uri="{FF2B5EF4-FFF2-40B4-BE49-F238E27FC236}">
                    <a16:creationId xmlns:a16="http://schemas.microsoft.com/office/drawing/2014/main" id="{7B2DFBC3-17FD-4F9D-B8DA-6D7587E60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1728788"/>
                <a:ext cx="195263" cy="741363"/>
              </a:xfrm>
              <a:custGeom>
                <a:avLst/>
                <a:gdLst>
                  <a:gd name="T0" fmla="*/ 0 w 49"/>
                  <a:gd name="T1" fmla="*/ 131 h 187"/>
                  <a:gd name="T2" fmla="*/ 0 w 49"/>
                  <a:gd name="T3" fmla="*/ 141 h 187"/>
                  <a:gd name="T4" fmla="*/ 4 w 49"/>
                  <a:gd name="T5" fmla="*/ 161 h 187"/>
                  <a:gd name="T6" fmla="*/ 7 w 49"/>
                  <a:gd name="T7" fmla="*/ 171 h 187"/>
                  <a:gd name="T8" fmla="*/ 12 w 49"/>
                  <a:gd name="T9" fmla="*/ 183 h 187"/>
                  <a:gd name="T10" fmla="*/ 29 w 49"/>
                  <a:gd name="T11" fmla="*/ 186 h 187"/>
                  <a:gd name="T12" fmla="*/ 43 w 49"/>
                  <a:gd name="T13" fmla="*/ 177 h 187"/>
                  <a:gd name="T14" fmla="*/ 49 w 49"/>
                  <a:gd name="T15" fmla="*/ 165 h 187"/>
                  <a:gd name="T16" fmla="*/ 49 w 49"/>
                  <a:gd name="T17" fmla="*/ 152 h 187"/>
                  <a:gd name="T18" fmla="*/ 48 w 49"/>
                  <a:gd name="T19" fmla="*/ 139 h 187"/>
                  <a:gd name="T20" fmla="*/ 47 w 49"/>
                  <a:gd name="T21" fmla="*/ 127 h 187"/>
                  <a:gd name="T22" fmla="*/ 48 w 49"/>
                  <a:gd name="T23" fmla="*/ 114 h 187"/>
                  <a:gd name="T24" fmla="*/ 48 w 49"/>
                  <a:gd name="T25" fmla="*/ 95 h 187"/>
                  <a:gd name="T26" fmla="*/ 48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0 w 49"/>
                  <a:gd name="T35" fmla="*/ 34 h 187"/>
                  <a:gd name="T36" fmla="*/ 39 w 49"/>
                  <a:gd name="T37" fmla="*/ 26 h 187"/>
                  <a:gd name="T38" fmla="*/ 34 w 49"/>
                  <a:gd name="T39" fmla="*/ 7 h 187"/>
                  <a:gd name="T40" fmla="*/ 31 w 49"/>
                  <a:gd name="T41" fmla="*/ 3 h 187"/>
                  <a:gd name="T42" fmla="*/ 29 w 49"/>
                  <a:gd name="T43" fmla="*/ 1 h 187"/>
                  <a:gd name="T44" fmla="*/ 25 w 49"/>
                  <a:gd name="T45" fmla="*/ 2 h 187"/>
                  <a:gd name="T46" fmla="*/ 23 w 49"/>
                  <a:gd name="T47" fmla="*/ 9 h 187"/>
                  <a:gd name="T48" fmla="*/ 13 w 49"/>
                  <a:gd name="T49" fmla="*/ 38 h 187"/>
                  <a:gd name="T50" fmla="*/ 8 w 49"/>
                  <a:gd name="T51" fmla="*/ 56 h 187"/>
                  <a:gd name="T52" fmla="*/ 3 w 49"/>
                  <a:gd name="T53" fmla="*/ 69 h 187"/>
                  <a:gd name="T54" fmla="*/ 0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0" y="131"/>
                    </a:moveTo>
                    <a:cubicBezTo>
                      <a:pt x="0" y="134"/>
                      <a:pt x="0" y="138"/>
                      <a:pt x="0" y="141"/>
                    </a:cubicBezTo>
                    <a:cubicBezTo>
                      <a:pt x="1" y="149"/>
                      <a:pt x="3" y="156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4"/>
                      <a:pt x="11" y="183"/>
                      <a:pt x="12" y="183"/>
                    </a:cubicBezTo>
                    <a:cubicBezTo>
                      <a:pt x="13" y="183"/>
                      <a:pt x="27" y="187"/>
                      <a:pt x="29" y="186"/>
                    </a:cubicBezTo>
                    <a:cubicBezTo>
                      <a:pt x="30" y="185"/>
                      <a:pt x="42" y="178"/>
                      <a:pt x="43" y="177"/>
                    </a:cubicBezTo>
                    <a:cubicBezTo>
                      <a:pt x="45" y="176"/>
                      <a:pt x="48" y="168"/>
                      <a:pt x="49" y="165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4"/>
                      <a:pt x="48" y="139"/>
                    </a:cubicBezTo>
                    <a:cubicBezTo>
                      <a:pt x="48" y="135"/>
                      <a:pt x="47" y="132"/>
                      <a:pt x="47" y="127"/>
                    </a:cubicBezTo>
                    <a:cubicBezTo>
                      <a:pt x="47" y="122"/>
                      <a:pt x="47" y="118"/>
                      <a:pt x="48" y="114"/>
                    </a:cubicBezTo>
                    <a:cubicBezTo>
                      <a:pt x="48" y="112"/>
                      <a:pt x="48" y="97"/>
                      <a:pt x="48" y="95"/>
                    </a:cubicBezTo>
                    <a:cubicBezTo>
                      <a:pt x="48" y="93"/>
                      <a:pt x="49" y="91"/>
                      <a:pt x="48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3"/>
                      <a:pt x="43" y="58"/>
                      <a:pt x="43" y="56"/>
                    </a:cubicBezTo>
                    <a:cubicBezTo>
                      <a:pt x="43" y="54"/>
                      <a:pt x="42" y="53"/>
                      <a:pt x="42" y="51"/>
                    </a:cubicBezTo>
                    <a:cubicBezTo>
                      <a:pt x="42" y="50"/>
                      <a:pt x="41" y="35"/>
                      <a:pt x="40" y="34"/>
                    </a:cubicBezTo>
                    <a:cubicBezTo>
                      <a:pt x="40" y="31"/>
                      <a:pt x="39" y="28"/>
                      <a:pt x="39" y="26"/>
                    </a:cubicBezTo>
                    <a:cubicBezTo>
                      <a:pt x="38" y="24"/>
                      <a:pt x="34" y="8"/>
                      <a:pt x="34" y="7"/>
                    </a:cubicBezTo>
                    <a:cubicBezTo>
                      <a:pt x="33" y="5"/>
                      <a:pt x="32" y="4"/>
                      <a:pt x="31" y="3"/>
                    </a:cubicBezTo>
                    <a:cubicBezTo>
                      <a:pt x="30" y="2"/>
                      <a:pt x="30" y="2"/>
                      <a:pt x="29" y="1"/>
                    </a:cubicBezTo>
                    <a:cubicBezTo>
                      <a:pt x="29" y="1"/>
                      <a:pt x="26" y="0"/>
                      <a:pt x="25" y="2"/>
                    </a:cubicBezTo>
                    <a:cubicBezTo>
                      <a:pt x="24" y="4"/>
                      <a:pt x="24" y="7"/>
                      <a:pt x="23" y="9"/>
                    </a:cubicBezTo>
                    <a:cubicBezTo>
                      <a:pt x="22" y="12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6"/>
                    </a:cubicBezTo>
                    <a:cubicBezTo>
                      <a:pt x="6" y="60"/>
                      <a:pt x="4" y="63"/>
                      <a:pt x="3" y="69"/>
                    </a:cubicBezTo>
                    <a:cubicBezTo>
                      <a:pt x="2" y="73"/>
                      <a:pt x="1" y="127"/>
                      <a:pt x="0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00" name="Freeform 353">
                <a:extLst>
                  <a:ext uri="{FF2B5EF4-FFF2-40B4-BE49-F238E27FC236}">
                    <a16:creationId xmlns:a16="http://schemas.microsoft.com/office/drawing/2014/main" id="{1A13CAD1-1F61-4D33-8D57-55AEFB097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1728788"/>
                <a:ext cx="195263" cy="741363"/>
              </a:xfrm>
              <a:custGeom>
                <a:avLst/>
                <a:gdLst>
                  <a:gd name="T0" fmla="*/ 0 w 49"/>
                  <a:gd name="T1" fmla="*/ 131 h 187"/>
                  <a:gd name="T2" fmla="*/ 0 w 49"/>
                  <a:gd name="T3" fmla="*/ 141 h 187"/>
                  <a:gd name="T4" fmla="*/ 4 w 49"/>
                  <a:gd name="T5" fmla="*/ 161 h 187"/>
                  <a:gd name="T6" fmla="*/ 7 w 49"/>
                  <a:gd name="T7" fmla="*/ 171 h 187"/>
                  <a:gd name="T8" fmla="*/ 12 w 49"/>
                  <a:gd name="T9" fmla="*/ 183 h 187"/>
                  <a:gd name="T10" fmla="*/ 29 w 49"/>
                  <a:gd name="T11" fmla="*/ 186 h 187"/>
                  <a:gd name="T12" fmla="*/ 43 w 49"/>
                  <a:gd name="T13" fmla="*/ 177 h 187"/>
                  <a:gd name="T14" fmla="*/ 49 w 49"/>
                  <a:gd name="T15" fmla="*/ 165 h 187"/>
                  <a:gd name="T16" fmla="*/ 49 w 49"/>
                  <a:gd name="T17" fmla="*/ 152 h 187"/>
                  <a:gd name="T18" fmla="*/ 48 w 49"/>
                  <a:gd name="T19" fmla="*/ 139 h 187"/>
                  <a:gd name="T20" fmla="*/ 47 w 49"/>
                  <a:gd name="T21" fmla="*/ 127 h 187"/>
                  <a:gd name="T22" fmla="*/ 48 w 49"/>
                  <a:gd name="T23" fmla="*/ 114 h 187"/>
                  <a:gd name="T24" fmla="*/ 48 w 49"/>
                  <a:gd name="T25" fmla="*/ 95 h 187"/>
                  <a:gd name="T26" fmla="*/ 48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0 w 49"/>
                  <a:gd name="T35" fmla="*/ 34 h 187"/>
                  <a:gd name="T36" fmla="*/ 39 w 49"/>
                  <a:gd name="T37" fmla="*/ 26 h 187"/>
                  <a:gd name="T38" fmla="*/ 34 w 49"/>
                  <a:gd name="T39" fmla="*/ 7 h 187"/>
                  <a:gd name="T40" fmla="*/ 31 w 49"/>
                  <a:gd name="T41" fmla="*/ 3 h 187"/>
                  <a:gd name="T42" fmla="*/ 29 w 49"/>
                  <a:gd name="T43" fmla="*/ 1 h 187"/>
                  <a:gd name="T44" fmla="*/ 25 w 49"/>
                  <a:gd name="T45" fmla="*/ 2 h 187"/>
                  <a:gd name="T46" fmla="*/ 23 w 49"/>
                  <a:gd name="T47" fmla="*/ 9 h 187"/>
                  <a:gd name="T48" fmla="*/ 13 w 49"/>
                  <a:gd name="T49" fmla="*/ 38 h 187"/>
                  <a:gd name="T50" fmla="*/ 8 w 49"/>
                  <a:gd name="T51" fmla="*/ 56 h 187"/>
                  <a:gd name="T52" fmla="*/ 3 w 49"/>
                  <a:gd name="T53" fmla="*/ 69 h 187"/>
                  <a:gd name="T54" fmla="*/ 0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0" y="131"/>
                    </a:moveTo>
                    <a:cubicBezTo>
                      <a:pt x="0" y="134"/>
                      <a:pt x="0" y="138"/>
                      <a:pt x="0" y="141"/>
                    </a:cubicBezTo>
                    <a:cubicBezTo>
                      <a:pt x="1" y="149"/>
                      <a:pt x="3" y="156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4"/>
                      <a:pt x="11" y="183"/>
                      <a:pt x="12" y="183"/>
                    </a:cubicBezTo>
                    <a:cubicBezTo>
                      <a:pt x="13" y="183"/>
                      <a:pt x="27" y="187"/>
                      <a:pt x="29" y="186"/>
                    </a:cubicBezTo>
                    <a:cubicBezTo>
                      <a:pt x="30" y="185"/>
                      <a:pt x="42" y="178"/>
                      <a:pt x="43" y="177"/>
                    </a:cubicBezTo>
                    <a:cubicBezTo>
                      <a:pt x="45" y="176"/>
                      <a:pt x="48" y="168"/>
                      <a:pt x="49" y="165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4"/>
                      <a:pt x="48" y="139"/>
                    </a:cubicBezTo>
                    <a:cubicBezTo>
                      <a:pt x="48" y="135"/>
                      <a:pt x="47" y="132"/>
                      <a:pt x="47" y="127"/>
                    </a:cubicBezTo>
                    <a:cubicBezTo>
                      <a:pt x="47" y="122"/>
                      <a:pt x="47" y="118"/>
                      <a:pt x="48" y="114"/>
                    </a:cubicBezTo>
                    <a:cubicBezTo>
                      <a:pt x="48" y="112"/>
                      <a:pt x="48" y="97"/>
                      <a:pt x="48" y="95"/>
                    </a:cubicBezTo>
                    <a:cubicBezTo>
                      <a:pt x="48" y="93"/>
                      <a:pt x="49" y="91"/>
                      <a:pt x="48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3"/>
                      <a:pt x="43" y="58"/>
                      <a:pt x="43" y="56"/>
                    </a:cubicBezTo>
                    <a:cubicBezTo>
                      <a:pt x="43" y="54"/>
                      <a:pt x="42" y="53"/>
                      <a:pt x="42" y="51"/>
                    </a:cubicBezTo>
                    <a:cubicBezTo>
                      <a:pt x="42" y="50"/>
                      <a:pt x="41" y="35"/>
                      <a:pt x="40" y="34"/>
                    </a:cubicBezTo>
                    <a:cubicBezTo>
                      <a:pt x="40" y="31"/>
                      <a:pt x="39" y="28"/>
                      <a:pt x="39" y="26"/>
                    </a:cubicBezTo>
                    <a:cubicBezTo>
                      <a:pt x="38" y="24"/>
                      <a:pt x="34" y="8"/>
                      <a:pt x="34" y="7"/>
                    </a:cubicBezTo>
                    <a:cubicBezTo>
                      <a:pt x="33" y="5"/>
                      <a:pt x="32" y="4"/>
                      <a:pt x="31" y="3"/>
                    </a:cubicBezTo>
                    <a:cubicBezTo>
                      <a:pt x="30" y="2"/>
                      <a:pt x="30" y="2"/>
                      <a:pt x="29" y="1"/>
                    </a:cubicBezTo>
                    <a:cubicBezTo>
                      <a:pt x="29" y="1"/>
                      <a:pt x="26" y="0"/>
                      <a:pt x="25" y="2"/>
                    </a:cubicBezTo>
                    <a:cubicBezTo>
                      <a:pt x="24" y="4"/>
                      <a:pt x="24" y="7"/>
                      <a:pt x="23" y="9"/>
                    </a:cubicBezTo>
                    <a:cubicBezTo>
                      <a:pt x="22" y="12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6"/>
                    </a:cubicBezTo>
                    <a:cubicBezTo>
                      <a:pt x="6" y="60"/>
                      <a:pt x="4" y="63"/>
                      <a:pt x="3" y="69"/>
                    </a:cubicBezTo>
                    <a:cubicBezTo>
                      <a:pt x="2" y="73"/>
                      <a:pt x="1" y="127"/>
                      <a:pt x="0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01" name="Freeform 354">
                <a:extLst>
                  <a:ext uri="{FF2B5EF4-FFF2-40B4-BE49-F238E27FC236}">
                    <a16:creationId xmlns:a16="http://schemas.microsoft.com/office/drawing/2014/main" id="{065EEFBD-3B30-4010-A6D8-62EBC04B2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7063" y="243046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0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2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7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7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0" y="47"/>
                    </a:cubicBezTo>
                    <a:cubicBezTo>
                      <a:pt x="1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2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8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19" y="41"/>
                      <a:pt x="19" y="39"/>
                      <a:pt x="19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4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7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02" name="Freeform 355">
                <a:extLst>
                  <a:ext uri="{FF2B5EF4-FFF2-40B4-BE49-F238E27FC236}">
                    <a16:creationId xmlns:a16="http://schemas.microsoft.com/office/drawing/2014/main" id="{13581677-6200-413E-BDDD-29BAFEDC3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7063" y="243046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0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2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7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7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0" y="47"/>
                    </a:cubicBezTo>
                    <a:cubicBezTo>
                      <a:pt x="1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2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8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19" y="41"/>
                      <a:pt x="19" y="39"/>
                      <a:pt x="19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4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7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03" name="Freeform 356">
                <a:extLst>
                  <a:ext uri="{FF2B5EF4-FFF2-40B4-BE49-F238E27FC236}">
                    <a16:creationId xmlns:a16="http://schemas.microsoft.com/office/drawing/2014/main" id="{4E0DA947-6F0F-4525-9231-1C805EA15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1163" y="198278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1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4"/>
                    </a:cubicBezTo>
                    <a:cubicBezTo>
                      <a:pt x="19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1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2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1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6" y="32"/>
                      <a:pt x="106" y="30"/>
                    </a:cubicBezTo>
                    <a:cubicBezTo>
                      <a:pt x="106" y="29"/>
                      <a:pt x="106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6" y="15"/>
                      <a:pt x="95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39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8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04" name="Freeform 357">
                <a:extLst>
                  <a:ext uri="{FF2B5EF4-FFF2-40B4-BE49-F238E27FC236}">
                    <a16:creationId xmlns:a16="http://schemas.microsoft.com/office/drawing/2014/main" id="{37CB6818-764B-4C31-89E1-9AD954409B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1163" y="198278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1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4"/>
                    </a:cubicBezTo>
                    <a:cubicBezTo>
                      <a:pt x="19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1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2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1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6" y="32"/>
                      <a:pt x="106" y="30"/>
                    </a:cubicBezTo>
                    <a:cubicBezTo>
                      <a:pt x="106" y="29"/>
                      <a:pt x="106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6" y="15"/>
                      <a:pt x="95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39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8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05" name="Freeform 358">
                <a:extLst>
                  <a:ext uri="{FF2B5EF4-FFF2-40B4-BE49-F238E27FC236}">
                    <a16:creationId xmlns:a16="http://schemas.microsoft.com/office/drawing/2014/main" id="{35F58BE8-8889-483C-8701-F5665971E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34451" y="239871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20" y="48"/>
                      <a:pt x="20" y="49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6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06" name="Freeform 359">
                <a:extLst>
                  <a:ext uri="{FF2B5EF4-FFF2-40B4-BE49-F238E27FC236}">
                    <a16:creationId xmlns:a16="http://schemas.microsoft.com/office/drawing/2014/main" id="{D514D59B-ACA8-467C-B6B9-0AF4E41C3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34451" y="239871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20" y="48"/>
                      <a:pt x="20" y="49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6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07" name="Freeform 360">
                <a:extLst>
                  <a:ext uri="{FF2B5EF4-FFF2-40B4-BE49-F238E27FC236}">
                    <a16:creationId xmlns:a16="http://schemas.microsoft.com/office/drawing/2014/main" id="{0376B96A-054A-49FC-BDEA-3E40FC88E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8551" y="195103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4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1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08" name="Freeform 361">
                <a:extLst>
                  <a:ext uri="{FF2B5EF4-FFF2-40B4-BE49-F238E27FC236}">
                    <a16:creationId xmlns:a16="http://schemas.microsoft.com/office/drawing/2014/main" id="{E2598B26-EB87-4C2B-A763-E27052E85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8551" y="195103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4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1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09" name="Freeform 362">
                <a:extLst>
                  <a:ext uri="{FF2B5EF4-FFF2-40B4-BE49-F238E27FC236}">
                    <a16:creationId xmlns:a16="http://schemas.microsoft.com/office/drawing/2014/main" id="{8F8837B2-9376-4AC3-BE08-AF6EA93E5F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0113" y="2493963"/>
                <a:ext cx="47625" cy="163513"/>
              </a:xfrm>
              <a:custGeom>
                <a:avLst/>
                <a:gdLst>
                  <a:gd name="T0" fmla="*/ 11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6 w 12"/>
                  <a:gd name="T19" fmla="*/ 0 h 41"/>
                  <a:gd name="T20" fmla="*/ 4 w 12"/>
                  <a:gd name="T21" fmla="*/ 0 h 41"/>
                  <a:gd name="T22" fmla="*/ 2 w 12"/>
                  <a:gd name="T23" fmla="*/ 0 h 41"/>
                  <a:gd name="T24" fmla="*/ 1 w 12"/>
                  <a:gd name="T25" fmla="*/ 2 h 41"/>
                  <a:gd name="T26" fmla="*/ 1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0 w 12"/>
                  <a:gd name="T37" fmla="*/ 40 h 41"/>
                  <a:gd name="T38" fmla="*/ 2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1 w 12"/>
                  <a:gd name="T49" fmla="*/ 41 h 41"/>
                  <a:gd name="T50" fmla="*/ 12 w 12"/>
                  <a:gd name="T51" fmla="*/ 40 h 41"/>
                  <a:gd name="T52" fmla="*/ 11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1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0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9" y="1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2" y="0"/>
                      <a:pt x="1" y="1"/>
                      <a:pt x="1" y="2"/>
                    </a:cubicBezTo>
                    <a:cubicBezTo>
                      <a:pt x="1" y="6"/>
                      <a:pt x="1" y="10"/>
                      <a:pt x="1" y="14"/>
                    </a:cubicBezTo>
                    <a:cubicBezTo>
                      <a:pt x="1" y="16"/>
                      <a:pt x="1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0" y="34"/>
                      <a:pt x="0" y="35"/>
                      <a:pt x="0" y="37"/>
                    </a:cubicBezTo>
                    <a:cubicBezTo>
                      <a:pt x="0" y="38"/>
                      <a:pt x="0" y="39"/>
                      <a:pt x="0" y="40"/>
                    </a:cubicBezTo>
                    <a:cubicBezTo>
                      <a:pt x="1" y="40"/>
                      <a:pt x="1" y="41"/>
                      <a:pt x="2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0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1" y="38"/>
                      <a:pt x="11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10" name="Freeform 363">
                <a:extLst>
                  <a:ext uri="{FF2B5EF4-FFF2-40B4-BE49-F238E27FC236}">
                    <a16:creationId xmlns:a16="http://schemas.microsoft.com/office/drawing/2014/main" id="{DFEEC3F4-8089-4D3C-887E-F7E3C3BF4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0113" y="2493963"/>
                <a:ext cx="47625" cy="163513"/>
              </a:xfrm>
              <a:custGeom>
                <a:avLst/>
                <a:gdLst>
                  <a:gd name="T0" fmla="*/ 11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6 w 12"/>
                  <a:gd name="T19" fmla="*/ 0 h 41"/>
                  <a:gd name="T20" fmla="*/ 4 w 12"/>
                  <a:gd name="T21" fmla="*/ 0 h 41"/>
                  <a:gd name="T22" fmla="*/ 2 w 12"/>
                  <a:gd name="T23" fmla="*/ 0 h 41"/>
                  <a:gd name="T24" fmla="*/ 1 w 12"/>
                  <a:gd name="T25" fmla="*/ 2 h 41"/>
                  <a:gd name="T26" fmla="*/ 1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0 w 12"/>
                  <a:gd name="T37" fmla="*/ 40 h 41"/>
                  <a:gd name="T38" fmla="*/ 2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1 w 12"/>
                  <a:gd name="T49" fmla="*/ 41 h 41"/>
                  <a:gd name="T50" fmla="*/ 12 w 12"/>
                  <a:gd name="T51" fmla="*/ 40 h 41"/>
                  <a:gd name="T52" fmla="*/ 11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1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0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9" y="1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2" y="0"/>
                      <a:pt x="1" y="1"/>
                      <a:pt x="1" y="2"/>
                    </a:cubicBezTo>
                    <a:cubicBezTo>
                      <a:pt x="1" y="6"/>
                      <a:pt x="1" y="10"/>
                      <a:pt x="1" y="14"/>
                    </a:cubicBezTo>
                    <a:cubicBezTo>
                      <a:pt x="1" y="16"/>
                      <a:pt x="1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0" y="34"/>
                      <a:pt x="0" y="35"/>
                      <a:pt x="0" y="37"/>
                    </a:cubicBezTo>
                    <a:cubicBezTo>
                      <a:pt x="0" y="38"/>
                      <a:pt x="0" y="39"/>
                      <a:pt x="0" y="40"/>
                    </a:cubicBezTo>
                    <a:cubicBezTo>
                      <a:pt x="1" y="40"/>
                      <a:pt x="1" y="41"/>
                      <a:pt x="2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0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1" y="38"/>
                      <a:pt x="11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11" name="Freeform 364">
                <a:extLst>
                  <a:ext uri="{FF2B5EF4-FFF2-40B4-BE49-F238E27FC236}">
                    <a16:creationId xmlns:a16="http://schemas.microsoft.com/office/drawing/2014/main" id="{0F7CCEA9-BE24-45FA-920A-E807A6D36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5501" y="1795463"/>
                <a:ext cx="193675" cy="738188"/>
              </a:xfrm>
              <a:custGeom>
                <a:avLst/>
                <a:gdLst>
                  <a:gd name="T0" fmla="*/ 1 w 49"/>
                  <a:gd name="T1" fmla="*/ 130 h 186"/>
                  <a:gd name="T2" fmla="*/ 1 w 49"/>
                  <a:gd name="T3" fmla="*/ 141 h 186"/>
                  <a:gd name="T4" fmla="*/ 5 w 49"/>
                  <a:gd name="T5" fmla="*/ 161 h 186"/>
                  <a:gd name="T6" fmla="*/ 8 w 49"/>
                  <a:gd name="T7" fmla="*/ 171 h 186"/>
                  <a:gd name="T8" fmla="*/ 12 w 49"/>
                  <a:gd name="T9" fmla="*/ 182 h 186"/>
                  <a:gd name="T10" fmla="*/ 30 w 49"/>
                  <a:gd name="T11" fmla="*/ 185 h 186"/>
                  <a:gd name="T12" fmla="*/ 44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9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9 w 49"/>
                  <a:gd name="T25" fmla="*/ 95 h 186"/>
                  <a:gd name="T26" fmla="*/ 49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3 w 49"/>
                  <a:gd name="T33" fmla="*/ 51 h 186"/>
                  <a:gd name="T34" fmla="*/ 41 w 49"/>
                  <a:gd name="T35" fmla="*/ 33 h 186"/>
                  <a:gd name="T36" fmla="*/ 39 w 49"/>
                  <a:gd name="T37" fmla="*/ 25 h 186"/>
                  <a:gd name="T38" fmla="*/ 35 w 49"/>
                  <a:gd name="T39" fmla="*/ 7 h 186"/>
                  <a:gd name="T40" fmla="*/ 31 w 49"/>
                  <a:gd name="T41" fmla="*/ 2 h 186"/>
                  <a:gd name="T42" fmla="*/ 30 w 49"/>
                  <a:gd name="T43" fmla="*/ 0 h 186"/>
                  <a:gd name="T44" fmla="*/ 26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4 w 49"/>
                  <a:gd name="T53" fmla="*/ 69 h 186"/>
                  <a:gd name="T54" fmla="*/ 1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1" y="130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2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8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30" y="185"/>
                    </a:cubicBezTo>
                    <a:cubicBezTo>
                      <a:pt x="31" y="185"/>
                      <a:pt x="43" y="177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9" y="143"/>
                      <a:pt x="49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8" y="118"/>
                      <a:pt x="48" y="113"/>
                    </a:cubicBezTo>
                    <a:cubicBezTo>
                      <a:pt x="48" y="111"/>
                      <a:pt x="49" y="97"/>
                      <a:pt x="49" y="95"/>
                    </a:cubicBezTo>
                    <a:cubicBezTo>
                      <a:pt x="49" y="93"/>
                      <a:pt x="49" y="90"/>
                      <a:pt x="49" y="88"/>
                    </a:cubicBezTo>
                    <a:cubicBezTo>
                      <a:pt x="49" y="84"/>
                      <a:pt x="48" y="80"/>
                      <a:pt x="47" y="76"/>
                    </a:cubicBezTo>
                    <a:cubicBezTo>
                      <a:pt x="47" y="72"/>
                      <a:pt x="43" y="58"/>
                      <a:pt x="43" y="55"/>
                    </a:cubicBezTo>
                    <a:cubicBezTo>
                      <a:pt x="43" y="54"/>
                      <a:pt x="43" y="52"/>
                      <a:pt x="43" y="51"/>
                    </a:cubicBezTo>
                    <a:cubicBezTo>
                      <a:pt x="42" y="49"/>
                      <a:pt x="41" y="35"/>
                      <a:pt x="41" y="33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9" y="24"/>
                      <a:pt x="35" y="7"/>
                      <a:pt x="35" y="7"/>
                    </a:cubicBezTo>
                    <a:cubicBezTo>
                      <a:pt x="34" y="4"/>
                      <a:pt x="32" y="4"/>
                      <a:pt x="31" y="2"/>
                    </a:cubicBezTo>
                    <a:cubicBezTo>
                      <a:pt x="31" y="2"/>
                      <a:pt x="30" y="1"/>
                      <a:pt x="30" y="0"/>
                    </a:cubicBezTo>
                    <a:cubicBezTo>
                      <a:pt x="29" y="0"/>
                      <a:pt x="27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5" y="31"/>
                      <a:pt x="13" y="37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7" y="59"/>
                      <a:pt x="5" y="62"/>
                      <a:pt x="4" y="69"/>
                    </a:cubicBezTo>
                    <a:cubicBezTo>
                      <a:pt x="3" y="72"/>
                      <a:pt x="1" y="126"/>
                      <a:pt x="1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12" name="Freeform 365">
                <a:extLst>
                  <a:ext uri="{FF2B5EF4-FFF2-40B4-BE49-F238E27FC236}">
                    <a16:creationId xmlns:a16="http://schemas.microsoft.com/office/drawing/2014/main" id="{8B6F8755-874E-4C0A-BFF1-F8EA5BCCF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5501" y="1795463"/>
                <a:ext cx="193675" cy="738188"/>
              </a:xfrm>
              <a:custGeom>
                <a:avLst/>
                <a:gdLst>
                  <a:gd name="T0" fmla="*/ 1 w 49"/>
                  <a:gd name="T1" fmla="*/ 130 h 186"/>
                  <a:gd name="T2" fmla="*/ 1 w 49"/>
                  <a:gd name="T3" fmla="*/ 141 h 186"/>
                  <a:gd name="T4" fmla="*/ 5 w 49"/>
                  <a:gd name="T5" fmla="*/ 161 h 186"/>
                  <a:gd name="T6" fmla="*/ 8 w 49"/>
                  <a:gd name="T7" fmla="*/ 171 h 186"/>
                  <a:gd name="T8" fmla="*/ 12 w 49"/>
                  <a:gd name="T9" fmla="*/ 182 h 186"/>
                  <a:gd name="T10" fmla="*/ 30 w 49"/>
                  <a:gd name="T11" fmla="*/ 185 h 186"/>
                  <a:gd name="T12" fmla="*/ 44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9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9 w 49"/>
                  <a:gd name="T25" fmla="*/ 95 h 186"/>
                  <a:gd name="T26" fmla="*/ 49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3 w 49"/>
                  <a:gd name="T33" fmla="*/ 51 h 186"/>
                  <a:gd name="T34" fmla="*/ 41 w 49"/>
                  <a:gd name="T35" fmla="*/ 33 h 186"/>
                  <a:gd name="T36" fmla="*/ 39 w 49"/>
                  <a:gd name="T37" fmla="*/ 25 h 186"/>
                  <a:gd name="T38" fmla="*/ 35 w 49"/>
                  <a:gd name="T39" fmla="*/ 7 h 186"/>
                  <a:gd name="T40" fmla="*/ 31 w 49"/>
                  <a:gd name="T41" fmla="*/ 2 h 186"/>
                  <a:gd name="T42" fmla="*/ 30 w 49"/>
                  <a:gd name="T43" fmla="*/ 0 h 186"/>
                  <a:gd name="T44" fmla="*/ 26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4 w 49"/>
                  <a:gd name="T53" fmla="*/ 69 h 186"/>
                  <a:gd name="T54" fmla="*/ 1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1" y="130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2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8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30" y="185"/>
                    </a:cubicBezTo>
                    <a:cubicBezTo>
                      <a:pt x="31" y="185"/>
                      <a:pt x="43" y="177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9" y="143"/>
                      <a:pt x="49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8" y="118"/>
                      <a:pt x="48" y="113"/>
                    </a:cubicBezTo>
                    <a:cubicBezTo>
                      <a:pt x="48" y="111"/>
                      <a:pt x="49" y="97"/>
                      <a:pt x="49" y="95"/>
                    </a:cubicBezTo>
                    <a:cubicBezTo>
                      <a:pt x="49" y="93"/>
                      <a:pt x="49" y="90"/>
                      <a:pt x="49" y="88"/>
                    </a:cubicBezTo>
                    <a:cubicBezTo>
                      <a:pt x="49" y="84"/>
                      <a:pt x="48" y="80"/>
                      <a:pt x="47" y="76"/>
                    </a:cubicBezTo>
                    <a:cubicBezTo>
                      <a:pt x="47" y="72"/>
                      <a:pt x="43" y="58"/>
                      <a:pt x="43" y="55"/>
                    </a:cubicBezTo>
                    <a:cubicBezTo>
                      <a:pt x="43" y="54"/>
                      <a:pt x="43" y="52"/>
                      <a:pt x="43" y="51"/>
                    </a:cubicBezTo>
                    <a:cubicBezTo>
                      <a:pt x="42" y="49"/>
                      <a:pt x="41" y="35"/>
                      <a:pt x="41" y="33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9" y="24"/>
                      <a:pt x="35" y="7"/>
                      <a:pt x="35" y="7"/>
                    </a:cubicBezTo>
                    <a:cubicBezTo>
                      <a:pt x="34" y="4"/>
                      <a:pt x="32" y="4"/>
                      <a:pt x="31" y="2"/>
                    </a:cubicBezTo>
                    <a:cubicBezTo>
                      <a:pt x="31" y="2"/>
                      <a:pt x="30" y="1"/>
                      <a:pt x="30" y="0"/>
                    </a:cubicBezTo>
                    <a:cubicBezTo>
                      <a:pt x="29" y="0"/>
                      <a:pt x="27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5" y="31"/>
                      <a:pt x="13" y="37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7" y="59"/>
                      <a:pt x="5" y="62"/>
                      <a:pt x="4" y="69"/>
                    </a:cubicBezTo>
                    <a:cubicBezTo>
                      <a:pt x="3" y="72"/>
                      <a:pt x="1" y="126"/>
                      <a:pt x="1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13" name="Freeform 366">
                <a:extLst>
                  <a:ext uri="{FF2B5EF4-FFF2-40B4-BE49-F238E27FC236}">
                    <a16:creationId xmlns:a16="http://schemas.microsoft.com/office/drawing/2014/main" id="{66428569-D720-4E76-8576-217A5AB96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509838"/>
                <a:ext cx="87313" cy="195263"/>
              </a:xfrm>
              <a:custGeom>
                <a:avLst/>
                <a:gdLst>
                  <a:gd name="T0" fmla="*/ 1 w 22"/>
                  <a:gd name="T1" fmla="*/ 44 h 49"/>
                  <a:gd name="T2" fmla="*/ 1 w 22"/>
                  <a:gd name="T3" fmla="*/ 47 h 49"/>
                  <a:gd name="T4" fmla="*/ 4 w 22"/>
                  <a:gd name="T5" fmla="*/ 48 h 49"/>
                  <a:gd name="T6" fmla="*/ 9 w 22"/>
                  <a:gd name="T7" fmla="*/ 49 h 49"/>
                  <a:gd name="T8" fmla="*/ 13 w 22"/>
                  <a:gd name="T9" fmla="*/ 49 h 49"/>
                  <a:gd name="T10" fmla="*/ 18 w 22"/>
                  <a:gd name="T11" fmla="*/ 48 h 49"/>
                  <a:gd name="T12" fmla="*/ 20 w 22"/>
                  <a:gd name="T13" fmla="*/ 48 h 49"/>
                  <a:gd name="T14" fmla="*/ 21 w 22"/>
                  <a:gd name="T15" fmla="*/ 48 h 49"/>
                  <a:gd name="T16" fmla="*/ 22 w 22"/>
                  <a:gd name="T17" fmla="*/ 48 h 49"/>
                  <a:gd name="T18" fmla="*/ 21 w 22"/>
                  <a:gd name="T19" fmla="*/ 43 h 49"/>
                  <a:gd name="T20" fmla="*/ 20 w 22"/>
                  <a:gd name="T21" fmla="*/ 37 h 49"/>
                  <a:gd name="T22" fmla="*/ 20 w 22"/>
                  <a:gd name="T23" fmla="*/ 26 h 49"/>
                  <a:gd name="T24" fmla="*/ 20 w 22"/>
                  <a:gd name="T25" fmla="*/ 21 h 49"/>
                  <a:gd name="T26" fmla="*/ 20 w 22"/>
                  <a:gd name="T27" fmla="*/ 15 h 49"/>
                  <a:gd name="T28" fmla="*/ 20 w 22"/>
                  <a:gd name="T29" fmla="*/ 4 h 49"/>
                  <a:gd name="T30" fmla="*/ 20 w 22"/>
                  <a:gd name="T31" fmla="*/ 4 h 49"/>
                  <a:gd name="T32" fmla="*/ 20 w 22"/>
                  <a:gd name="T33" fmla="*/ 3 h 49"/>
                  <a:gd name="T34" fmla="*/ 16 w 22"/>
                  <a:gd name="T35" fmla="*/ 2 h 49"/>
                  <a:gd name="T36" fmla="*/ 12 w 22"/>
                  <a:gd name="T37" fmla="*/ 0 h 49"/>
                  <a:gd name="T38" fmla="*/ 8 w 22"/>
                  <a:gd name="T39" fmla="*/ 0 h 49"/>
                  <a:gd name="T40" fmla="*/ 4 w 22"/>
                  <a:gd name="T41" fmla="*/ 1 h 49"/>
                  <a:gd name="T42" fmla="*/ 3 w 22"/>
                  <a:gd name="T43" fmla="*/ 3 h 49"/>
                  <a:gd name="T44" fmla="*/ 3 w 22"/>
                  <a:gd name="T45" fmla="*/ 17 h 49"/>
                  <a:gd name="T46" fmla="*/ 3 w 22"/>
                  <a:gd name="T47" fmla="*/ 24 h 49"/>
                  <a:gd name="T48" fmla="*/ 2 w 22"/>
                  <a:gd name="T49" fmla="*/ 31 h 49"/>
                  <a:gd name="T50" fmla="*/ 2 w 22"/>
                  <a:gd name="T51" fmla="*/ 38 h 49"/>
                  <a:gd name="T52" fmla="*/ 1 w 22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" h="49">
                    <a:moveTo>
                      <a:pt x="1" y="44"/>
                    </a:moveTo>
                    <a:cubicBezTo>
                      <a:pt x="1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8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1" y="49"/>
                      <a:pt x="21" y="48"/>
                    </a:cubicBezTo>
                    <a:cubicBezTo>
                      <a:pt x="21" y="48"/>
                      <a:pt x="21" y="48"/>
                      <a:pt x="22" y="48"/>
                    </a:cubicBezTo>
                    <a:cubicBezTo>
                      <a:pt x="22" y="46"/>
                      <a:pt x="21" y="45"/>
                      <a:pt x="21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20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6" y="0"/>
                      <a:pt x="4" y="1"/>
                    </a:cubicBezTo>
                    <a:cubicBezTo>
                      <a:pt x="4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3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2" y="36"/>
                      <a:pt x="2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14" name="Freeform 367">
                <a:extLst>
                  <a:ext uri="{FF2B5EF4-FFF2-40B4-BE49-F238E27FC236}">
                    <a16:creationId xmlns:a16="http://schemas.microsoft.com/office/drawing/2014/main" id="{A9992CD8-3E50-4EBA-BEA1-790D7B38F6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509838"/>
                <a:ext cx="87313" cy="195263"/>
              </a:xfrm>
              <a:custGeom>
                <a:avLst/>
                <a:gdLst>
                  <a:gd name="T0" fmla="*/ 1 w 22"/>
                  <a:gd name="T1" fmla="*/ 44 h 49"/>
                  <a:gd name="T2" fmla="*/ 1 w 22"/>
                  <a:gd name="T3" fmla="*/ 47 h 49"/>
                  <a:gd name="T4" fmla="*/ 4 w 22"/>
                  <a:gd name="T5" fmla="*/ 48 h 49"/>
                  <a:gd name="T6" fmla="*/ 9 w 22"/>
                  <a:gd name="T7" fmla="*/ 49 h 49"/>
                  <a:gd name="T8" fmla="*/ 13 w 22"/>
                  <a:gd name="T9" fmla="*/ 49 h 49"/>
                  <a:gd name="T10" fmla="*/ 18 w 22"/>
                  <a:gd name="T11" fmla="*/ 48 h 49"/>
                  <a:gd name="T12" fmla="*/ 20 w 22"/>
                  <a:gd name="T13" fmla="*/ 48 h 49"/>
                  <a:gd name="T14" fmla="*/ 21 w 22"/>
                  <a:gd name="T15" fmla="*/ 48 h 49"/>
                  <a:gd name="T16" fmla="*/ 22 w 22"/>
                  <a:gd name="T17" fmla="*/ 48 h 49"/>
                  <a:gd name="T18" fmla="*/ 21 w 22"/>
                  <a:gd name="T19" fmla="*/ 43 h 49"/>
                  <a:gd name="T20" fmla="*/ 20 w 22"/>
                  <a:gd name="T21" fmla="*/ 37 h 49"/>
                  <a:gd name="T22" fmla="*/ 20 w 22"/>
                  <a:gd name="T23" fmla="*/ 26 h 49"/>
                  <a:gd name="T24" fmla="*/ 20 w 22"/>
                  <a:gd name="T25" fmla="*/ 21 h 49"/>
                  <a:gd name="T26" fmla="*/ 20 w 22"/>
                  <a:gd name="T27" fmla="*/ 15 h 49"/>
                  <a:gd name="T28" fmla="*/ 20 w 22"/>
                  <a:gd name="T29" fmla="*/ 4 h 49"/>
                  <a:gd name="T30" fmla="*/ 20 w 22"/>
                  <a:gd name="T31" fmla="*/ 4 h 49"/>
                  <a:gd name="T32" fmla="*/ 20 w 22"/>
                  <a:gd name="T33" fmla="*/ 3 h 49"/>
                  <a:gd name="T34" fmla="*/ 16 w 22"/>
                  <a:gd name="T35" fmla="*/ 2 h 49"/>
                  <a:gd name="T36" fmla="*/ 12 w 22"/>
                  <a:gd name="T37" fmla="*/ 0 h 49"/>
                  <a:gd name="T38" fmla="*/ 8 w 22"/>
                  <a:gd name="T39" fmla="*/ 0 h 49"/>
                  <a:gd name="T40" fmla="*/ 4 w 22"/>
                  <a:gd name="T41" fmla="*/ 1 h 49"/>
                  <a:gd name="T42" fmla="*/ 3 w 22"/>
                  <a:gd name="T43" fmla="*/ 3 h 49"/>
                  <a:gd name="T44" fmla="*/ 3 w 22"/>
                  <a:gd name="T45" fmla="*/ 17 h 49"/>
                  <a:gd name="T46" fmla="*/ 3 w 22"/>
                  <a:gd name="T47" fmla="*/ 24 h 49"/>
                  <a:gd name="T48" fmla="*/ 2 w 22"/>
                  <a:gd name="T49" fmla="*/ 31 h 49"/>
                  <a:gd name="T50" fmla="*/ 2 w 22"/>
                  <a:gd name="T51" fmla="*/ 38 h 49"/>
                  <a:gd name="T52" fmla="*/ 1 w 22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" h="49">
                    <a:moveTo>
                      <a:pt x="1" y="44"/>
                    </a:moveTo>
                    <a:cubicBezTo>
                      <a:pt x="1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8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1" y="49"/>
                      <a:pt x="21" y="48"/>
                    </a:cubicBezTo>
                    <a:cubicBezTo>
                      <a:pt x="21" y="48"/>
                      <a:pt x="21" y="48"/>
                      <a:pt x="22" y="48"/>
                    </a:cubicBezTo>
                    <a:cubicBezTo>
                      <a:pt x="22" y="46"/>
                      <a:pt x="21" y="45"/>
                      <a:pt x="21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20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6" y="0"/>
                      <a:pt x="4" y="1"/>
                    </a:cubicBezTo>
                    <a:cubicBezTo>
                      <a:pt x="4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3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2" y="36"/>
                      <a:pt x="2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15" name="Freeform 368">
                <a:extLst>
                  <a:ext uri="{FF2B5EF4-FFF2-40B4-BE49-F238E27FC236}">
                    <a16:creationId xmlns:a16="http://schemas.microsoft.com/office/drawing/2014/main" id="{4AD6B5FA-9AAA-4AF4-B759-BEC08E4E57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9801" y="206216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2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8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5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3 w 127"/>
                  <a:gd name="T31" fmla="*/ 118 h 125"/>
                  <a:gd name="T32" fmla="*/ 121 w 127"/>
                  <a:gd name="T33" fmla="*/ 116 h 125"/>
                  <a:gd name="T34" fmla="*/ 126 w 127"/>
                  <a:gd name="T35" fmla="*/ 110 h 125"/>
                  <a:gd name="T36" fmla="*/ 127 w 127"/>
                  <a:gd name="T37" fmla="*/ 102 h 125"/>
                  <a:gd name="T38" fmla="*/ 125 w 127"/>
                  <a:gd name="T39" fmla="*/ 93 h 125"/>
                  <a:gd name="T40" fmla="*/ 121 w 127"/>
                  <a:gd name="T41" fmla="*/ 85 h 125"/>
                  <a:gd name="T42" fmla="*/ 124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5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1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7 w 127"/>
                  <a:gd name="T65" fmla="*/ 25 h 125"/>
                  <a:gd name="T66" fmla="*/ 105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0 h 125"/>
                  <a:gd name="T74" fmla="*/ 91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60 w 127"/>
                  <a:gd name="T85" fmla="*/ 5 h 125"/>
                  <a:gd name="T86" fmla="*/ 52 w 127"/>
                  <a:gd name="T87" fmla="*/ 10 h 125"/>
                  <a:gd name="T88" fmla="*/ 45 w 127"/>
                  <a:gd name="T89" fmla="*/ 14 h 125"/>
                  <a:gd name="T90" fmla="*/ 34 w 127"/>
                  <a:gd name="T91" fmla="*/ 25 h 125"/>
                  <a:gd name="T92" fmla="*/ 21 w 127"/>
                  <a:gd name="T93" fmla="*/ 37 h 125"/>
                  <a:gd name="T94" fmla="*/ 9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1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2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6"/>
                      <a:pt x="22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4" y="122"/>
                      <a:pt x="36" y="123"/>
                      <a:pt x="39" y="123"/>
                    </a:cubicBezTo>
                    <a:cubicBezTo>
                      <a:pt x="41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8" y="123"/>
                      <a:pt x="58" y="123"/>
                      <a:pt x="58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80" y="124"/>
                      <a:pt x="81" y="123"/>
                    </a:cubicBezTo>
                    <a:cubicBezTo>
                      <a:pt x="82" y="122"/>
                      <a:pt x="83" y="121"/>
                      <a:pt x="85" y="121"/>
                    </a:cubicBezTo>
                    <a:cubicBezTo>
                      <a:pt x="88" y="119"/>
                      <a:pt x="91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7" y="119"/>
                      <a:pt x="110" y="119"/>
                      <a:pt x="113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5" y="112"/>
                      <a:pt x="126" y="110"/>
                    </a:cubicBezTo>
                    <a:cubicBezTo>
                      <a:pt x="127" y="108"/>
                      <a:pt x="127" y="105"/>
                      <a:pt x="127" y="102"/>
                    </a:cubicBezTo>
                    <a:cubicBezTo>
                      <a:pt x="126" y="99"/>
                      <a:pt x="126" y="96"/>
                      <a:pt x="125" y="93"/>
                    </a:cubicBezTo>
                    <a:cubicBezTo>
                      <a:pt x="124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4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5" y="65"/>
                      <a:pt x="125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4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5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1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0"/>
                    </a:cubicBezTo>
                    <a:cubicBezTo>
                      <a:pt x="107" y="29"/>
                      <a:pt x="107" y="27"/>
                      <a:pt x="107" y="25"/>
                    </a:cubicBezTo>
                    <a:cubicBezTo>
                      <a:pt x="106" y="24"/>
                      <a:pt x="105" y="23"/>
                      <a:pt x="105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9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0"/>
                    </a:cubicBezTo>
                    <a:cubicBezTo>
                      <a:pt x="93" y="9"/>
                      <a:pt x="92" y="8"/>
                      <a:pt x="91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1"/>
                    </a:cubicBezTo>
                    <a:cubicBezTo>
                      <a:pt x="79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60" y="5"/>
                    </a:cubicBezTo>
                    <a:cubicBezTo>
                      <a:pt x="57" y="7"/>
                      <a:pt x="55" y="9"/>
                      <a:pt x="52" y="10"/>
                    </a:cubicBezTo>
                    <a:cubicBezTo>
                      <a:pt x="49" y="11"/>
                      <a:pt x="47" y="12"/>
                      <a:pt x="45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1" y="37"/>
                    </a:cubicBezTo>
                    <a:cubicBezTo>
                      <a:pt x="16" y="40"/>
                      <a:pt x="11" y="42"/>
                      <a:pt x="9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2" y="73"/>
                      <a:pt x="2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16" name="Freeform 369">
                <a:extLst>
                  <a:ext uri="{FF2B5EF4-FFF2-40B4-BE49-F238E27FC236}">
                    <a16:creationId xmlns:a16="http://schemas.microsoft.com/office/drawing/2014/main" id="{942F710C-A3B2-47FA-A572-170766018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9801" y="206216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2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8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5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3 w 127"/>
                  <a:gd name="T31" fmla="*/ 118 h 125"/>
                  <a:gd name="T32" fmla="*/ 121 w 127"/>
                  <a:gd name="T33" fmla="*/ 116 h 125"/>
                  <a:gd name="T34" fmla="*/ 126 w 127"/>
                  <a:gd name="T35" fmla="*/ 110 h 125"/>
                  <a:gd name="T36" fmla="*/ 127 w 127"/>
                  <a:gd name="T37" fmla="*/ 102 h 125"/>
                  <a:gd name="T38" fmla="*/ 125 w 127"/>
                  <a:gd name="T39" fmla="*/ 93 h 125"/>
                  <a:gd name="T40" fmla="*/ 121 w 127"/>
                  <a:gd name="T41" fmla="*/ 85 h 125"/>
                  <a:gd name="T42" fmla="*/ 124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5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1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7 w 127"/>
                  <a:gd name="T65" fmla="*/ 25 h 125"/>
                  <a:gd name="T66" fmla="*/ 105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0 h 125"/>
                  <a:gd name="T74" fmla="*/ 91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60 w 127"/>
                  <a:gd name="T85" fmla="*/ 5 h 125"/>
                  <a:gd name="T86" fmla="*/ 52 w 127"/>
                  <a:gd name="T87" fmla="*/ 10 h 125"/>
                  <a:gd name="T88" fmla="*/ 45 w 127"/>
                  <a:gd name="T89" fmla="*/ 14 h 125"/>
                  <a:gd name="T90" fmla="*/ 34 w 127"/>
                  <a:gd name="T91" fmla="*/ 25 h 125"/>
                  <a:gd name="T92" fmla="*/ 21 w 127"/>
                  <a:gd name="T93" fmla="*/ 37 h 125"/>
                  <a:gd name="T94" fmla="*/ 9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1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2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6"/>
                      <a:pt x="22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4" y="122"/>
                      <a:pt x="36" y="123"/>
                      <a:pt x="39" y="123"/>
                    </a:cubicBezTo>
                    <a:cubicBezTo>
                      <a:pt x="41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8" y="123"/>
                      <a:pt x="58" y="123"/>
                      <a:pt x="58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80" y="124"/>
                      <a:pt x="81" y="123"/>
                    </a:cubicBezTo>
                    <a:cubicBezTo>
                      <a:pt x="82" y="122"/>
                      <a:pt x="83" y="121"/>
                      <a:pt x="85" y="121"/>
                    </a:cubicBezTo>
                    <a:cubicBezTo>
                      <a:pt x="88" y="119"/>
                      <a:pt x="91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7" y="119"/>
                      <a:pt x="110" y="119"/>
                      <a:pt x="113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5" y="112"/>
                      <a:pt x="126" y="110"/>
                    </a:cubicBezTo>
                    <a:cubicBezTo>
                      <a:pt x="127" y="108"/>
                      <a:pt x="127" y="105"/>
                      <a:pt x="127" y="102"/>
                    </a:cubicBezTo>
                    <a:cubicBezTo>
                      <a:pt x="126" y="99"/>
                      <a:pt x="126" y="96"/>
                      <a:pt x="125" y="93"/>
                    </a:cubicBezTo>
                    <a:cubicBezTo>
                      <a:pt x="124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4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5" y="65"/>
                      <a:pt x="125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4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5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1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0"/>
                    </a:cubicBezTo>
                    <a:cubicBezTo>
                      <a:pt x="107" y="29"/>
                      <a:pt x="107" y="27"/>
                      <a:pt x="107" y="25"/>
                    </a:cubicBezTo>
                    <a:cubicBezTo>
                      <a:pt x="106" y="24"/>
                      <a:pt x="105" y="23"/>
                      <a:pt x="105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9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0"/>
                    </a:cubicBezTo>
                    <a:cubicBezTo>
                      <a:pt x="93" y="9"/>
                      <a:pt x="92" y="8"/>
                      <a:pt x="91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1"/>
                    </a:cubicBezTo>
                    <a:cubicBezTo>
                      <a:pt x="79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60" y="5"/>
                    </a:cubicBezTo>
                    <a:cubicBezTo>
                      <a:pt x="57" y="7"/>
                      <a:pt x="55" y="9"/>
                      <a:pt x="52" y="10"/>
                    </a:cubicBezTo>
                    <a:cubicBezTo>
                      <a:pt x="49" y="11"/>
                      <a:pt x="47" y="12"/>
                      <a:pt x="45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1" y="37"/>
                    </a:cubicBezTo>
                    <a:cubicBezTo>
                      <a:pt x="16" y="40"/>
                      <a:pt x="11" y="42"/>
                      <a:pt x="9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2" y="73"/>
                      <a:pt x="2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17" name="Freeform 370">
                <a:extLst>
                  <a:ext uri="{FF2B5EF4-FFF2-40B4-BE49-F238E27FC236}">
                    <a16:creationId xmlns:a16="http://schemas.microsoft.com/office/drawing/2014/main" id="{9D27FEED-1CB6-4418-8999-76FC4D8D03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605088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1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0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0 h 48"/>
                  <a:gd name="T50" fmla="*/ 1 w 21"/>
                  <a:gd name="T51" fmla="*/ 37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3"/>
                      <a:pt x="20" y="30"/>
                      <a:pt x="20" y="26"/>
                    </a:cubicBezTo>
                    <a:cubicBezTo>
                      <a:pt x="20" y="24"/>
                      <a:pt x="20" y="22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1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2"/>
                      <a:pt x="19" y="2"/>
                    </a:cubicBezTo>
                    <a:cubicBezTo>
                      <a:pt x="18" y="2"/>
                      <a:pt x="17" y="2"/>
                      <a:pt x="16" y="1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0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3" y="7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0"/>
                    </a:cubicBezTo>
                    <a:cubicBezTo>
                      <a:pt x="2" y="33"/>
                      <a:pt x="2" y="35"/>
                      <a:pt x="1" y="37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18" name="Freeform 371">
                <a:extLst>
                  <a:ext uri="{FF2B5EF4-FFF2-40B4-BE49-F238E27FC236}">
                    <a16:creationId xmlns:a16="http://schemas.microsoft.com/office/drawing/2014/main" id="{4040D0A6-A648-48ED-A58F-9BF6FC92F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605088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1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0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0 h 48"/>
                  <a:gd name="T50" fmla="*/ 1 w 21"/>
                  <a:gd name="T51" fmla="*/ 37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3"/>
                      <a:pt x="20" y="30"/>
                      <a:pt x="20" y="26"/>
                    </a:cubicBezTo>
                    <a:cubicBezTo>
                      <a:pt x="20" y="24"/>
                      <a:pt x="20" y="22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1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2"/>
                      <a:pt x="19" y="2"/>
                    </a:cubicBezTo>
                    <a:cubicBezTo>
                      <a:pt x="18" y="2"/>
                      <a:pt x="17" y="2"/>
                      <a:pt x="16" y="1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0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3" y="7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0"/>
                    </a:cubicBezTo>
                    <a:cubicBezTo>
                      <a:pt x="2" y="33"/>
                      <a:pt x="2" y="35"/>
                      <a:pt x="1" y="37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19" name="Freeform 372">
                <a:extLst>
                  <a:ext uri="{FF2B5EF4-FFF2-40B4-BE49-F238E27FC236}">
                    <a16:creationId xmlns:a16="http://schemas.microsoft.com/office/drawing/2014/main" id="{816E6F5A-8C1C-4BAC-B197-7DDE80021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2152650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5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4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8"/>
                    </a:cubicBezTo>
                    <a:cubicBezTo>
                      <a:pt x="14" y="110"/>
                      <a:pt x="17" y="113"/>
                      <a:pt x="18" y="115"/>
                    </a:cubicBezTo>
                    <a:cubicBezTo>
                      <a:pt x="20" y="117"/>
                      <a:pt x="21" y="119"/>
                      <a:pt x="23" y="120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1" y="82"/>
                      <a:pt x="122" y="79"/>
                      <a:pt x="123" y="77"/>
                    </a:cubicBezTo>
                    <a:cubicBezTo>
                      <a:pt x="124" y="75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5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7"/>
                      <a:pt x="115" y="46"/>
                    </a:cubicBezTo>
                    <a:cubicBezTo>
                      <a:pt x="114" y="45"/>
                      <a:pt x="113" y="44"/>
                      <a:pt x="112" y="42"/>
                    </a:cubicBezTo>
                    <a:cubicBezTo>
                      <a:pt x="110" y="41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5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0"/>
                      <a:pt x="67" y="0"/>
                      <a:pt x="65" y="2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7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20" name="Freeform 373">
                <a:extLst>
                  <a:ext uri="{FF2B5EF4-FFF2-40B4-BE49-F238E27FC236}">
                    <a16:creationId xmlns:a16="http://schemas.microsoft.com/office/drawing/2014/main" id="{68AFCED9-07BA-4E59-A332-744977826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2152650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5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4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8"/>
                    </a:cubicBezTo>
                    <a:cubicBezTo>
                      <a:pt x="14" y="110"/>
                      <a:pt x="17" y="113"/>
                      <a:pt x="18" y="115"/>
                    </a:cubicBezTo>
                    <a:cubicBezTo>
                      <a:pt x="20" y="117"/>
                      <a:pt x="21" y="119"/>
                      <a:pt x="23" y="120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1" y="82"/>
                      <a:pt x="122" y="79"/>
                      <a:pt x="123" y="77"/>
                    </a:cubicBezTo>
                    <a:cubicBezTo>
                      <a:pt x="124" y="75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5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7"/>
                      <a:pt x="115" y="46"/>
                    </a:cubicBezTo>
                    <a:cubicBezTo>
                      <a:pt x="114" y="45"/>
                      <a:pt x="113" y="44"/>
                      <a:pt x="112" y="42"/>
                    </a:cubicBezTo>
                    <a:cubicBezTo>
                      <a:pt x="110" y="41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5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0"/>
                      <a:pt x="67" y="0"/>
                      <a:pt x="65" y="2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7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21" name="Freeform 374">
                <a:extLst>
                  <a:ext uri="{FF2B5EF4-FFF2-40B4-BE49-F238E27FC236}">
                    <a16:creationId xmlns:a16="http://schemas.microsoft.com/office/drawing/2014/main" id="{413A72DC-FD78-4E0A-94AD-7A618D048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0751" y="2620963"/>
                <a:ext cx="82550" cy="195263"/>
              </a:xfrm>
              <a:custGeom>
                <a:avLst/>
                <a:gdLst>
                  <a:gd name="T0" fmla="*/ 1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9 w 21"/>
                  <a:gd name="T7" fmla="*/ 49 h 49"/>
                  <a:gd name="T8" fmla="*/ 13 w 21"/>
                  <a:gd name="T9" fmla="*/ 49 h 49"/>
                  <a:gd name="T10" fmla="*/ 18 w 21"/>
                  <a:gd name="T11" fmla="*/ 48 h 49"/>
                  <a:gd name="T12" fmla="*/ 19 w 21"/>
                  <a:gd name="T13" fmla="*/ 48 h 49"/>
                  <a:gd name="T14" fmla="*/ 21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8 h 49"/>
                  <a:gd name="T22" fmla="*/ 20 w 21"/>
                  <a:gd name="T23" fmla="*/ 27 h 49"/>
                  <a:gd name="T24" fmla="*/ 20 w 21"/>
                  <a:gd name="T25" fmla="*/ 21 h 49"/>
                  <a:gd name="T26" fmla="*/ 20 w 21"/>
                  <a:gd name="T27" fmla="*/ 16 h 49"/>
                  <a:gd name="T28" fmla="*/ 20 w 21"/>
                  <a:gd name="T29" fmla="*/ 4 h 49"/>
                  <a:gd name="T30" fmla="*/ 20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2 w 21"/>
                  <a:gd name="T37" fmla="*/ 0 h 49"/>
                  <a:gd name="T38" fmla="*/ 8 w 21"/>
                  <a:gd name="T39" fmla="*/ 1 h 49"/>
                  <a:gd name="T40" fmla="*/ 4 w 21"/>
                  <a:gd name="T41" fmla="*/ 1 h 49"/>
                  <a:gd name="T42" fmla="*/ 3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1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9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9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9"/>
                      <a:pt x="21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1" y="45"/>
                      <a:pt x="20" y="43"/>
                    </a:cubicBezTo>
                    <a:cubicBezTo>
                      <a:pt x="20" y="42"/>
                      <a:pt x="20" y="40"/>
                      <a:pt x="20" y="38"/>
                    </a:cubicBezTo>
                    <a:cubicBezTo>
                      <a:pt x="20" y="34"/>
                      <a:pt x="20" y="30"/>
                      <a:pt x="20" y="27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6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2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1"/>
                    </a:cubicBezTo>
                    <a:cubicBezTo>
                      <a:pt x="7" y="1"/>
                      <a:pt x="5" y="1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2" y="36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22" name="Freeform 375">
                <a:extLst>
                  <a:ext uri="{FF2B5EF4-FFF2-40B4-BE49-F238E27FC236}">
                    <a16:creationId xmlns:a16="http://schemas.microsoft.com/office/drawing/2014/main" id="{4EE79C8D-D4A8-4D81-BB3C-14F4B9873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0751" y="2620963"/>
                <a:ext cx="82550" cy="195263"/>
              </a:xfrm>
              <a:custGeom>
                <a:avLst/>
                <a:gdLst>
                  <a:gd name="T0" fmla="*/ 1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9 w 21"/>
                  <a:gd name="T7" fmla="*/ 49 h 49"/>
                  <a:gd name="T8" fmla="*/ 13 w 21"/>
                  <a:gd name="T9" fmla="*/ 49 h 49"/>
                  <a:gd name="T10" fmla="*/ 18 w 21"/>
                  <a:gd name="T11" fmla="*/ 48 h 49"/>
                  <a:gd name="T12" fmla="*/ 19 w 21"/>
                  <a:gd name="T13" fmla="*/ 48 h 49"/>
                  <a:gd name="T14" fmla="*/ 21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8 h 49"/>
                  <a:gd name="T22" fmla="*/ 20 w 21"/>
                  <a:gd name="T23" fmla="*/ 27 h 49"/>
                  <a:gd name="T24" fmla="*/ 20 w 21"/>
                  <a:gd name="T25" fmla="*/ 21 h 49"/>
                  <a:gd name="T26" fmla="*/ 20 w 21"/>
                  <a:gd name="T27" fmla="*/ 16 h 49"/>
                  <a:gd name="T28" fmla="*/ 20 w 21"/>
                  <a:gd name="T29" fmla="*/ 4 h 49"/>
                  <a:gd name="T30" fmla="*/ 20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2 w 21"/>
                  <a:gd name="T37" fmla="*/ 0 h 49"/>
                  <a:gd name="T38" fmla="*/ 8 w 21"/>
                  <a:gd name="T39" fmla="*/ 1 h 49"/>
                  <a:gd name="T40" fmla="*/ 4 w 21"/>
                  <a:gd name="T41" fmla="*/ 1 h 49"/>
                  <a:gd name="T42" fmla="*/ 3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1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9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9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9"/>
                      <a:pt x="21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1" y="45"/>
                      <a:pt x="20" y="43"/>
                    </a:cubicBezTo>
                    <a:cubicBezTo>
                      <a:pt x="20" y="42"/>
                      <a:pt x="20" y="40"/>
                      <a:pt x="20" y="38"/>
                    </a:cubicBezTo>
                    <a:cubicBezTo>
                      <a:pt x="20" y="34"/>
                      <a:pt x="20" y="30"/>
                      <a:pt x="20" y="27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6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2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1"/>
                    </a:cubicBezTo>
                    <a:cubicBezTo>
                      <a:pt x="7" y="1"/>
                      <a:pt x="5" y="1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2" y="36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23" name="Freeform 376">
                <a:extLst>
                  <a:ext uri="{FF2B5EF4-FFF2-40B4-BE49-F238E27FC236}">
                    <a16:creationId xmlns:a16="http://schemas.microsoft.com/office/drawing/2014/main" id="{EECD440A-261A-4DE9-8C04-CE670A8F1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6438" y="2173288"/>
                <a:ext cx="504825" cy="495300"/>
              </a:xfrm>
              <a:custGeom>
                <a:avLst/>
                <a:gdLst>
                  <a:gd name="T0" fmla="*/ 1 w 127"/>
                  <a:gd name="T1" fmla="*/ 88 h 125"/>
                  <a:gd name="T2" fmla="*/ 1 w 127"/>
                  <a:gd name="T3" fmla="*/ 95 h 125"/>
                  <a:gd name="T4" fmla="*/ 11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7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2 w 127"/>
                  <a:gd name="T31" fmla="*/ 118 h 125"/>
                  <a:gd name="T32" fmla="*/ 121 w 127"/>
                  <a:gd name="T33" fmla="*/ 116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5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4 h 125"/>
                  <a:gd name="T50" fmla="*/ 125 w 127"/>
                  <a:gd name="T51" fmla="*/ 59 h 125"/>
                  <a:gd name="T52" fmla="*/ 121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1 h 125"/>
                  <a:gd name="T64" fmla="*/ 106 w 127"/>
                  <a:gd name="T65" fmla="*/ 26 h 125"/>
                  <a:gd name="T66" fmla="*/ 104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1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2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4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8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7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4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2"/>
                      <a:pt x="84" y="121"/>
                    </a:cubicBezTo>
                    <a:cubicBezTo>
                      <a:pt x="87" y="119"/>
                      <a:pt x="90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6" y="119"/>
                      <a:pt x="110" y="119"/>
                      <a:pt x="112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7" y="108"/>
                      <a:pt x="127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4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4"/>
                    </a:cubicBezTo>
                    <a:cubicBezTo>
                      <a:pt x="125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9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7"/>
                      <a:pt x="106" y="26"/>
                    </a:cubicBezTo>
                    <a:cubicBezTo>
                      <a:pt x="106" y="25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2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7" y="12"/>
                      <a:pt x="44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9"/>
                      <a:pt x="2" y="61"/>
                    </a:cubicBezTo>
                    <a:cubicBezTo>
                      <a:pt x="1" y="67"/>
                      <a:pt x="1" y="73"/>
                      <a:pt x="2" y="78"/>
                    </a:cubicBezTo>
                    <a:cubicBezTo>
                      <a:pt x="2" y="81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24" name="Freeform 377">
                <a:extLst>
                  <a:ext uri="{FF2B5EF4-FFF2-40B4-BE49-F238E27FC236}">
                    <a16:creationId xmlns:a16="http://schemas.microsoft.com/office/drawing/2014/main" id="{3AB76AC0-98EC-4388-8349-FE7FC586B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6438" y="2173288"/>
                <a:ext cx="504825" cy="495300"/>
              </a:xfrm>
              <a:custGeom>
                <a:avLst/>
                <a:gdLst>
                  <a:gd name="T0" fmla="*/ 1 w 127"/>
                  <a:gd name="T1" fmla="*/ 88 h 125"/>
                  <a:gd name="T2" fmla="*/ 1 w 127"/>
                  <a:gd name="T3" fmla="*/ 95 h 125"/>
                  <a:gd name="T4" fmla="*/ 11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7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2 w 127"/>
                  <a:gd name="T31" fmla="*/ 118 h 125"/>
                  <a:gd name="T32" fmla="*/ 121 w 127"/>
                  <a:gd name="T33" fmla="*/ 116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5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4 h 125"/>
                  <a:gd name="T50" fmla="*/ 125 w 127"/>
                  <a:gd name="T51" fmla="*/ 59 h 125"/>
                  <a:gd name="T52" fmla="*/ 121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1 h 125"/>
                  <a:gd name="T64" fmla="*/ 106 w 127"/>
                  <a:gd name="T65" fmla="*/ 26 h 125"/>
                  <a:gd name="T66" fmla="*/ 104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1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2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4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8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7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4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2"/>
                      <a:pt x="84" y="121"/>
                    </a:cubicBezTo>
                    <a:cubicBezTo>
                      <a:pt x="87" y="119"/>
                      <a:pt x="90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6" y="119"/>
                      <a:pt x="110" y="119"/>
                      <a:pt x="112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7" y="108"/>
                      <a:pt x="127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4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4"/>
                    </a:cubicBezTo>
                    <a:cubicBezTo>
                      <a:pt x="125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9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7"/>
                      <a:pt x="106" y="26"/>
                    </a:cubicBezTo>
                    <a:cubicBezTo>
                      <a:pt x="106" y="25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2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7" y="12"/>
                      <a:pt x="44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9"/>
                      <a:pt x="2" y="61"/>
                    </a:cubicBezTo>
                    <a:cubicBezTo>
                      <a:pt x="1" y="67"/>
                      <a:pt x="1" y="73"/>
                      <a:pt x="2" y="78"/>
                    </a:cubicBezTo>
                    <a:cubicBezTo>
                      <a:pt x="2" y="81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25" name="Freeform 378">
                <a:extLst>
                  <a:ext uri="{FF2B5EF4-FFF2-40B4-BE49-F238E27FC236}">
                    <a16:creationId xmlns:a16="http://schemas.microsoft.com/office/drawing/2014/main" id="{9D94F79D-A0C0-46D2-9F44-B578BCF07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2752725"/>
                <a:ext cx="47625" cy="161925"/>
              </a:xfrm>
              <a:custGeom>
                <a:avLst/>
                <a:gdLst>
                  <a:gd name="T0" fmla="*/ 12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7 w 12"/>
                  <a:gd name="T19" fmla="*/ 0 h 41"/>
                  <a:gd name="T20" fmla="*/ 5 w 12"/>
                  <a:gd name="T21" fmla="*/ 0 h 41"/>
                  <a:gd name="T22" fmla="*/ 2 w 12"/>
                  <a:gd name="T23" fmla="*/ 0 h 41"/>
                  <a:gd name="T24" fmla="*/ 2 w 12"/>
                  <a:gd name="T25" fmla="*/ 2 h 41"/>
                  <a:gd name="T26" fmla="*/ 2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1 w 12"/>
                  <a:gd name="T37" fmla="*/ 40 h 41"/>
                  <a:gd name="T38" fmla="*/ 3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2 w 12"/>
                  <a:gd name="T49" fmla="*/ 41 h 41"/>
                  <a:gd name="T50" fmla="*/ 12 w 12"/>
                  <a:gd name="T51" fmla="*/ 40 h 41"/>
                  <a:gd name="T52" fmla="*/ 12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2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1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10" y="1"/>
                      <a:pt x="9" y="1"/>
                    </a:cubicBezTo>
                    <a:cubicBezTo>
                      <a:pt x="8" y="1"/>
                      <a:pt x="8" y="0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2" y="0"/>
                      <a:pt x="2" y="1"/>
                      <a:pt x="2" y="2"/>
                    </a:cubicBezTo>
                    <a:cubicBezTo>
                      <a:pt x="2" y="6"/>
                      <a:pt x="2" y="10"/>
                      <a:pt x="2" y="14"/>
                    </a:cubicBezTo>
                    <a:cubicBezTo>
                      <a:pt x="2" y="16"/>
                      <a:pt x="2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1" y="34"/>
                      <a:pt x="1" y="35"/>
                      <a:pt x="0" y="37"/>
                    </a:cubicBezTo>
                    <a:cubicBezTo>
                      <a:pt x="0" y="38"/>
                      <a:pt x="0" y="39"/>
                      <a:pt x="1" y="40"/>
                    </a:cubicBezTo>
                    <a:cubicBezTo>
                      <a:pt x="1" y="40"/>
                      <a:pt x="2" y="41"/>
                      <a:pt x="3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6" y="41"/>
                      <a:pt x="7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1"/>
                      <a:pt x="12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2" y="38"/>
                      <a:pt x="12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26" name="Freeform 379">
                <a:extLst>
                  <a:ext uri="{FF2B5EF4-FFF2-40B4-BE49-F238E27FC236}">
                    <a16:creationId xmlns:a16="http://schemas.microsoft.com/office/drawing/2014/main" id="{5F3D4C48-2357-40E3-B1C5-64663626C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2752725"/>
                <a:ext cx="47625" cy="161925"/>
              </a:xfrm>
              <a:custGeom>
                <a:avLst/>
                <a:gdLst>
                  <a:gd name="T0" fmla="*/ 12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7 w 12"/>
                  <a:gd name="T19" fmla="*/ 0 h 41"/>
                  <a:gd name="T20" fmla="*/ 5 w 12"/>
                  <a:gd name="T21" fmla="*/ 0 h 41"/>
                  <a:gd name="T22" fmla="*/ 2 w 12"/>
                  <a:gd name="T23" fmla="*/ 0 h 41"/>
                  <a:gd name="T24" fmla="*/ 2 w 12"/>
                  <a:gd name="T25" fmla="*/ 2 h 41"/>
                  <a:gd name="T26" fmla="*/ 2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1 w 12"/>
                  <a:gd name="T37" fmla="*/ 40 h 41"/>
                  <a:gd name="T38" fmla="*/ 3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2 w 12"/>
                  <a:gd name="T49" fmla="*/ 41 h 41"/>
                  <a:gd name="T50" fmla="*/ 12 w 12"/>
                  <a:gd name="T51" fmla="*/ 40 h 41"/>
                  <a:gd name="T52" fmla="*/ 12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2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1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10" y="1"/>
                      <a:pt x="9" y="1"/>
                    </a:cubicBezTo>
                    <a:cubicBezTo>
                      <a:pt x="8" y="1"/>
                      <a:pt x="8" y="0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2" y="0"/>
                      <a:pt x="2" y="1"/>
                      <a:pt x="2" y="2"/>
                    </a:cubicBezTo>
                    <a:cubicBezTo>
                      <a:pt x="2" y="6"/>
                      <a:pt x="2" y="10"/>
                      <a:pt x="2" y="14"/>
                    </a:cubicBezTo>
                    <a:cubicBezTo>
                      <a:pt x="2" y="16"/>
                      <a:pt x="2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1" y="34"/>
                      <a:pt x="1" y="35"/>
                      <a:pt x="0" y="37"/>
                    </a:cubicBezTo>
                    <a:cubicBezTo>
                      <a:pt x="0" y="38"/>
                      <a:pt x="0" y="39"/>
                      <a:pt x="1" y="40"/>
                    </a:cubicBezTo>
                    <a:cubicBezTo>
                      <a:pt x="1" y="40"/>
                      <a:pt x="2" y="41"/>
                      <a:pt x="3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6" y="41"/>
                      <a:pt x="7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1"/>
                      <a:pt x="12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2" y="38"/>
                      <a:pt x="12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27" name="Freeform 380">
                <a:extLst>
                  <a:ext uri="{FF2B5EF4-FFF2-40B4-BE49-F238E27FC236}">
                    <a16:creationId xmlns:a16="http://schemas.microsoft.com/office/drawing/2014/main" id="{AEB2EC78-9933-44C4-A5A9-092E47190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054225"/>
                <a:ext cx="193675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1 h 186"/>
                  <a:gd name="T4" fmla="*/ 4 w 49"/>
                  <a:gd name="T5" fmla="*/ 161 h 186"/>
                  <a:gd name="T6" fmla="*/ 7 w 49"/>
                  <a:gd name="T7" fmla="*/ 171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8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5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1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7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9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1"/>
                    </a:cubicBezTo>
                    <a:cubicBezTo>
                      <a:pt x="1" y="149"/>
                      <a:pt x="2" y="155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8"/>
                      <a:pt x="48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8"/>
                      <a:pt x="48" y="113"/>
                    </a:cubicBezTo>
                    <a:cubicBezTo>
                      <a:pt x="48" y="111"/>
                      <a:pt x="48" y="97"/>
                      <a:pt x="48" y="95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4"/>
                      <a:pt x="42" y="52"/>
                      <a:pt x="42" y="51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4"/>
                      <a:pt x="34" y="7"/>
                      <a:pt x="34" y="7"/>
                    </a:cubicBezTo>
                    <a:cubicBezTo>
                      <a:pt x="33" y="4"/>
                      <a:pt x="32" y="4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5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9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28" name="Freeform 381">
                <a:extLst>
                  <a:ext uri="{FF2B5EF4-FFF2-40B4-BE49-F238E27FC236}">
                    <a16:creationId xmlns:a16="http://schemas.microsoft.com/office/drawing/2014/main" id="{25CFEE33-C2B7-4F54-9220-337332722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054225"/>
                <a:ext cx="193675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1 h 186"/>
                  <a:gd name="T4" fmla="*/ 4 w 49"/>
                  <a:gd name="T5" fmla="*/ 161 h 186"/>
                  <a:gd name="T6" fmla="*/ 7 w 49"/>
                  <a:gd name="T7" fmla="*/ 171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8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5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1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7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9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1"/>
                    </a:cubicBezTo>
                    <a:cubicBezTo>
                      <a:pt x="1" y="149"/>
                      <a:pt x="2" y="155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8"/>
                      <a:pt x="48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8"/>
                      <a:pt x="48" y="113"/>
                    </a:cubicBezTo>
                    <a:cubicBezTo>
                      <a:pt x="48" y="111"/>
                      <a:pt x="48" y="97"/>
                      <a:pt x="48" y="95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4"/>
                      <a:pt x="42" y="52"/>
                      <a:pt x="42" y="51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4"/>
                      <a:pt x="34" y="7"/>
                      <a:pt x="34" y="7"/>
                    </a:cubicBezTo>
                    <a:cubicBezTo>
                      <a:pt x="33" y="4"/>
                      <a:pt x="32" y="4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5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9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29" name="Freeform 382">
                <a:extLst>
                  <a:ext uri="{FF2B5EF4-FFF2-40B4-BE49-F238E27FC236}">
                    <a16:creationId xmlns:a16="http://schemas.microsoft.com/office/drawing/2014/main" id="{B8645978-F44B-443D-A365-B56AD24EE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32801" y="2795588"/>
                <a:ext cx="322263" cy="211138"/>
              </a:xfrm>
              <a:custGeom>
                <a:avLst/>
                <a:gdLst>
                  <a:gd name="T0" fmla="*/ 18 w 81"/>
                  <a:gd name="T1" fmla="*/ 0 h 53"/>
                  <a:gd name="T2" fmla="*/ 81 w 81"/>
                  <a:gd name="T3" fmla="*/ 25 h 53"/>
                  <a:gd name="T4" fmla="*/ 80 w 81"/>
                  <a:gd name="T5" fmla="*/ 27 h 53"/>
                  <a:gd name="T6" fmla="*/ 69 w 81"/>
                  <a:gd name="T7" fmla="*/ 30 h 53"/>
                  <a:gd name="T8" fmla="*/ 67 w 81"/>
                  <a:gd name="T9" fmla="*/ 46 h 53"/>
                  <a:gd name="T10" fmla="*/ 73 w 81"/>
                  <a:gd name="T11" fmla="*/ 50 h 53"/>
                  <a:gd name="T12" fmla="*/ 72 w 81"/>
                  <a:gd name="T13" fmla="*/ 53 h 53"/>
                  <a:gd name="T14" fmla="*/ 8 w 81"/>
                  <a:gd name="T15" fmla="*/ 25 h 53"/>
                  <a:gd name="T16" fmla="*/ 18 w 81"/>
                  <a:gd name="T1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3">
                    <a:moveTo>
                      <a:pt x="18" y="0"/>
                    </a:moveTo>
                    <a:cubicBezTo>
                      <a:pt x="81" y="25"/>
                      <a:pt x="81" y="25"/>
                      <a:pt x="81" y="25"/>
                    </a:cubicBezTo>
                    <a:cubicBezTo>
                      <a:pt x="80" y="27"/>
                      <a:pt x="80" y="27"/>
                      <a:pt x="80" y="27"/>
                    </a:cubicBezTo>
                    <a:cubicBezTo>
                      <a:pt x="77" y="26"/>
                      <a:pt x="73" y="26"/>
                      <a:pt x="69" y="30"/>
                    </a:cubicBezTo>
                    <a:cubicBezTo>
                      <a:pt x="64" y="35"/>
                      <a:pt x="63" y="41"/>
                      <a:pt x="67" y="46"/>
                    </a:cubicBezTo>
                    <a:cubicBezTo>
                      <a:pt x="69" y="48"/>
                      <a:pt x="71" y="50"/>
                      <a:pt x="73" y="50"/>
                    </a:cubicBezTo>
                    <a:cubicBezTo>
                      <a:pt x="72" y="53"/>
                      <a:pt x="72" y="53"/>
                      <a:pt x="72" y="5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0" y="17"/>
                      <a:pt x="3" y="3"/>
                      <a:pt x="18" y="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30" name="Freeform 383">
                <a:extLst>
                  <a:ext uri="{FF2B5EF4-FFF2-40B4-BE49-F238E27FC236}">
                    <a16:creationId xmlns:a16="http://schemas.microsoft.com/office/drawing/2014/main" id="{4085240E-82BE-4D66-9B81-A7C8DCCCF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7751" y="2887663"/>
                <a:ext cx="131763" cy="130175"/>
              </a:xfrm>
              <a:custGeom>
                <a:avLst/>
                <a:gdLst>
                  <a:gd name="T0" fmla="*/ 6 w 33"/>
                  <a:gd name="T1" fmla="*/ 26 h 33"/>
                  <a:gd name="T2" fmla="*/ 28 w 33"/>
                  <a:gd name="T3" fmla="*/ 25 h 33"/>
                  <a:gd name="T4" fmla="*/ 33 w 33"/>
                  <a:gd name="T5" fmla="*/ 15 h 33"/>
                  <a:gd name="T6" fmla="*/ 25 w 33"/>
                  <a:gd name="T7" fmla="*/ 4 h 33"/>
                  <a:gd name="T8" fmla="*/ 8 w 33"/>
                  <a:gd name="T9" fmla="*/ 5 h 33"/>
                  <a:gd name="T10" fmla="*/ 6 w 33"/>
                  <a:gd name="T1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3">
                    <a:moveTo>
                      <a:pt x="6" y="26"/>
                    </a:moveTo>
                    <a:cubicBezTo>
                      <a:pt x="12" y="33"/>
                      <a:pt x="22" y="32"/>
                      <a:pt x="28" y="25"/>
                    </a:cubicBezTo>
                    <a:cubicBezTo>
                      <a:pt x="31" y="23"/>
                      <a:pt x="33" y="19"/>
                      <a:pt x="33" y="15"/>
                    </a:cubicBezTo>
                    <a:cubicBezTo>
                      <a:pt x="32" y="11"/>
                      <a:pt x="25" y="4"/>
                      <a:pt x="25" y="4"/>
                    </a:cubicBezTo>
                    <a:cubicBezTo>
                      <a:pt x="21" y="0"/>
                      <a:pt x="13" y="0"/>
                      <a:pt x="8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31" name="Freeform 384">
                <a:extLst>
                  <a:ext uri="{FF2B5EF4-FFF2-40B4-BE49-F238E27FC236}">
                    <a16:creationId xmlns:a16="http://schemas.microsoft.com/office/drawing/2014/main" id="{BFA52CBF-0239-4ECF-AB04-6618C667E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7751" y="2887663"/>
                <a:ext cx="131763" cy="130175"/>
              </a:xfrm>
              <a:custGeom>
                <a:avLst/>
                <a:gdLst>
                  <a:gd name="T0" fmla="*/ 6 w 33"/>
                  <a:gd name="T1" fmla="*/ 26 h 33"/>
                  <a:gd name="T2" fmla="*/ 28 w 33"/>
                  <a:gd name="T3" fmla="*/ 25 h 33"/>
                  <a:gd name="T4" fmla="*/ 33 w 33"/>
                  <a:gd name="T5" fmla="*/ 15 h 33"/>
                  <a:gd name="T6" fmla="*/ 25 w 33"/>
                  <a:gd name="T7" fmla="*/ 4 h 33"/>
                  <a:gd name="T8" fmla="*/ 8 w 33"/>
                  <a:gd name="T9" fmla="*/ 5 h 33"/>
                  <a:gd name="T10" fmla="*/ 6 w 33"/>
                  <a:gd name="T1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3">
                    <a:moveTo>
                      <a:pt x="6" y="26"/>
                    </a:moveTo>
                    <a:cubicBezTo>
                      <a:pt x="12" y="33"/>
                      <a:pt x="22" y="32"/>
                      <a:pt x="28" y="25"/>
                    </a:cubicBezTo>
                    <a:cubicBezTo>
                      <a:pt x="31" y="23"/>
                      <a:pt x="33" y="19"/>
                      <a:pt x="33" y="15"/>
                    </a:cubicBezTo>
                    <a:cubicBezTo>
                      <a:pt x="32" y="11"/>
                      <a:pt x="25" y="4"/>
                      <a:pt x="25" y="4"/>
                    </a:cubicBezTo>
                    <a:cubicBezTo>
                      <a:pt x="21" y="0"/>
                      <a:pt x="13" y="0"/>
                      <a:pt x="8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32" name="Freeform 385">
                <a:extLst>
                  <a:ext uri="{FF2B5EF4-FFF2-40B4-BE49-F238E27FC236}">
                    <a16:creationId xmlns:a16="http://schemas.microsoft.com/office/drawing/2014/main" id="{A5627E81-1C5A-4AB5-BDEC-560DA5922B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3626" y="2874963"/>
                <a:ext cx="103188" cy="127000"/>
              </a:xfrm>
              <a:custGeom>
                <a:avLst/>
                <a:gdLst>
                  <a:gd name="T0" fmla="*/ 4 w 26"/>
                  <a:gd name="T1" fmla="*/ 27 h 32"/>
                  <a:gd name="T2" fmla="*/ 6 w 26"/>
                  <a:gd name="T3" fmla="*/ 10 h 32"/>
                  <a:gd name="T4" fmla="*/ 26 w 26"/>
                  <a:gd name="T5" fmla="*/ 20 h 32"/>
                  <a:gd name="T6" fmla="*/ 21 w 26"/>
                  <a:gd name="T7" fmla="*/ 27 h 32"/>
                  <a:gd name="T8" fmla="*/ 4 w 26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4" y="27"/>
                    </a:moveTo>
                    <a:cubicBezTo>
                      <a:pt x="0" y="22"/>
                      <a:pt x="1" y="15"/>
                      <a:pt x="6" y="10"/>
                    </a:cubicBezTo>
                    <a:cubicBezTo>
                      <a:pt x="17" y="0"/>
                      <a:pt x="26" y="16"/>
                      <a:pt x="26" y="20"/>
                    </a:cubicBezTo>
                    <a:cubicBezTo>
                      <a:pt x="25" y="22"/>
                      <a:pt x="24" y="25"/>
                      <a:pt x="21" y="27"/>
                    </a:cubicBezTo>
                    <a:cubicBezTo>
                      <a:pt x="16" y="32"/>
                      <a:pt x="9" y="32"/>
                      <a:pt x="4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33" name="Freeform 386">
                <a:extLst>
                  <a:ext uri="{FF2B5EF4-FFF2-40B4-BE49-F238E27FC236}">
                    <a16:creationId xmlns:a16="http://schemas.microsoft.com/office/drawing/2014/main" id="{F1B52309-CE29-491B-8EA4-CE5BA827BC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3626" y="2874963"/>
                <a:ext cx="103188" cy="127000"/>
              </a:xfrm>
              <a:custGeom>
                <a:avLst/>
                <a:gdLst>
                  <a:gd name="T0" fmla="*/ 4 w 26"/>
                  <a:gd name="T1" fmla="*/ 27 h 32"/>
                  <a:gd name="T2" fmla="*/ 6 w 26"/>
                  <a:gd name="T3" fmla="*/ 10 h 32"/>
                  <a:gd name="T4" fmla="*/ 26 w 26"/>
                  <a:gd name="T5" fmla="*/ 20 h 32"/>
                  <a:gd name="T6" fmla="*/ 21 w 26"/>
                  <a:gd name="T7" fmla="*/ 27 h 32"/>
                  <a:gd name="T8" fmla="*/ 4 w 26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4" y="27"/>
                    </a:moveTo>
                    <a:cubicBezTo>
                      <a:pt x="0" y="22"/>
                      <a:pt x="1" y="15"/>
                      <a:pt x="6" y="10"/>
                    </a:cubicBezTo>
                    <a:cubicBezTo>
                      <a:pt x="17" y="0"/>
                      <a:pt x="26" y="16"/>
                      <a:pt x="26" y="20"/>
                    </a:cubicBezTo>
                    <a:cubicBezTo>
                      <a:pt x="25" y="22"/>
                      <a:pt x="24" y="25"/>
                      <a:pt x="21" y="27"/>
                    </a:cubicBezTo>
                    <a:cubicBezTo>
                      <a:pt x="16" y="32"/>
                      <a:pt x="9" y="32"/>
                      <a:pt x="4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34" name="Freeform 387">
                <a:extLst>
                  <a:ext uri="{FF2B5EF4-FFF2-40B4-BE49-F238E27FC236}">
                    <a16:creationId xmlns:a16="http://schemas.microsoft.com/office/drawing/2014/main" id="{05894060-B3D6-4B09-9817-CF902034C2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3626" y="2874963"/>
                <a:ext cx="103188" cy="127000"/>
              </a:xfrm>
              <a:custGeom>
                <a:avLst/>
                <a:gdLst>
                  <a:gd name="T0" fmla="*/ 4 w 26"/>
                  <a:gd name="T1" fmla="*/ 27 h 32"/>
                  <a:gd name="T2" fmla="*/ 21 w 26"/>
                  <a:gd name="T3" fmla="*/ 27 h 32"/>
                  <a:gd name="T4" fmla="*/ 26 w 26"/>
                  <a:gd name="T5" fmla="*/ 20 h 32"/>
                  <a:gd name="T6" fmla="*/ 6 w 26"/>
                  <a:gd name="T7" fmla="*/ 10 h 32"/>
                  <a:gd name="T8" fmla="*/ 4 w 26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4" y="27"/>
                    </a:moveTo>
                    <a:cubicBezTo>
                      <a:pt x="9" y="32"/>
                      <a:pt x="16" y="32"/>
                      <a:pt x="21" y="27"/>
                    </a:cubicBezTo>
                    <a:cubicBezTo>
                      <a:pt x="24" y="25"/>
                      <a:pt x="25" y="22"/>
                      <a:pt x="26" y="20"/>
                    </a:cubicBezTo>
                    <a:cubicBezTo>
                      <a:pt x="26" y="16"/>
                      <a:pt x="17" y="0"/>
                      <a:pt x="6" y="10"/>
                    </a:cubicBezTo>
                    <a:cubicBezTo>
                      <a:pt x="1" y="15"/>
                      <a:pt x="0" y="22"/>
                      <a:pt x="4" y="27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35" name="Freeform 388">
                <a:extLst>
                  <a:ext uri="{FF2B5EF4-FFF2-40B4-BE49-F238E27FC236}">
                    <a16:creationId xmlns:a16="http://schemas.microsoft.com/office/drawing/2014/main" id="{CD7D2770-8A9B-48C0-94A5-037AA78B9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9501" y="2898775"/>
                <a:ext cx="71438" cy="84138"/>
              </a:xfrm>
              <a:custGeom>
                <a:avLst/>
                <a:gdLst>
                  <a:gd name="T0" fmla="*/ 3 w 18"/>
                  <a:gd name="T1" fmla="*/ 18 h 21"/>
                  <a:gd name="T2" fmla="*/ 4 w 18"/>
                  <a:gd name="T3" fmla="*/ 7 h 21"/>
                  <a:gd name="T4" fmla="*/ 18 w 18"/>
                  <a:gd name="T5" fmla="*/ 13 h 21"/>
                  <a:gd name="T6" fmla="*/ 15 w 18"/>
                  <a:gd name="T7" fmla="*/ 18 h 21"/>
                  <a:gd name="T8" fmla="*/ 3 w 18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1">
                    <a:moveTo>
                      <a:pt x="3" y="18"/>
                    </a:moveTo>
                    <a:cubicBezTo>
                      <a:pt x="0" y="14"/>
                      <a:pt x="1" y="10"/>
                      <a:pt x="4" y="7"/>
                    </a:cubicBezTo>
                    <a:cubicBezTo>
                      <a:pt x="12" y="0"/>
                      <a:pt x="18" y="11"/>
                      <a:pt x="18" y="13"/>
                    </a:cubicBezTo>
                    <a:cubicBezTo>
                      <a:pt x="17" y="15"/>
                      <a:pt x="16" y="17"/>
                      <a:pt x="15" y="18"/>
                    </a:cubicBezTo>
                    <a:cubicBezTo>
                      <a:pt x="11" y="21"/>
                      <a:pt x="7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36" name="Freeform 389">
                <a:extLst>
                  <a:ext uri="{FF2B5EF4-FFF2-40B4-BE49-F238E27FC236}">
                    <a16:creationId xmlns:a16="http://schemas.microsoft.com/office/drawing/2014/main" id="{9357CB48-0937-4B2A-BE0D-E5FE2CA0C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9501" y="2898775"/>
                <a:ext cx="71438" cy="84138"/>
              </a:xfrm>
              <a:custGeom>
                <a:avLst/>
                <a:gdLst>
                  <a:gd name="T0" fmla="*/ 3 w 18"/>
                  <a:gd name="T1" fmla="*/ 18 h 21"/>
                  <a:gd name="T2" fmla="*/ 4 w 18"/>
                  <a:gd name="T3" fmla="*/ 7 h 21"/>
                  <a:gd name="T4" fmla="*/ 18 w 18"/>
                  <a:gd name="T5" fmla="*/ 13 h 21"/>
                  <a:gd name="T6" fmla="*/ 15 w 18"/>
                  <a:gd name="T7" fmla="*/ 18 h 21"/>
                  <a:gd name="T8" fmla="*/ 3 w 18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1">
                    <a:moveTo>
                      <a:pt x="3" y="18"/>
                    </a:moveTo>
                    <a:cubicBezTo>
                      <a:pt x="0" y="14"/>
                      <a:pt x="1" y="10"/>
                      <a:pt x="4" y="7"/>
                    </a:cubicBezTo>
                    <a:cubicBezTo>
                      <a:pt x="12" y="0"/>
                      <a:pt x="18" y="11"/>
                      <a:pt x="18" y="13"/>
                    </a:cubicBezTo>
                    <a:cubicBezTo>
                      <a:pt x="17" y="15"/>
                      <a:pt x="16" y="17"/>
                      <a:pt x="15" y="18"/>
                    </a:cubicBezTo>
                    <a:cubicBezTo>
                      <a:pt x="11" y="21"/>
                      <a:pt x="7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37" name="Freeform 390">
                <a:extLst>
                  <a:ext uri="{FF2B5EF4-FFF2-40B4-BE49-F238E27FC236}">
                    <a16:creationId xmlns:a16="http://schemas.microsoft.com/office/drawing/2014/main" id="{77D288FA-560C-4F1D-9632-F3E81E7FFE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1676" y="2795588"/>
                <a:ext cx="317500" cy="211138"/>
              </a:xfrm>
              <a:custGeom>
                <a:avLst/>
                <a:gdLst>
                  <a:gd name="T0" fmla="*/ 17 w 80"/>
                  <a:gd name="T1" fmla="*/ 0 h 53"/>
                  <a:gd name="T2" fmla="*/ 80 w 80"/>
                  <a:gd name="T3" fmla="*/ 24 h 53"/>
                  <a:gd name="T4" fmla="*/ 79 w 80"/>
                  <a:gd name="T5" fmla="*/ 27 h 53"/>
                  <a:gd name="T6" fmla="*/ 68 w 80"/>
                  <a:gd name="T7" fmla="*/ 30 h 53"/>
                  <a:gd name="T8" fmla="*/ 67 w 80"/>
                  <a:gd name="T9" fmla="*/ 46 h 53"/>
                  <a:gd name="T10" fmla="*/ 72 w 80"/>
                  <a:gd name="T11" fmla="*/ 50 h 53"/>
                  <a:gd name="T12" fmla="*/ 71 w 80"/>
                  <a:gd name="T13" fmla="*/ 53 h 53"/>
                  <a:gd name="T14" fmla="*/ 7 w 80"/>
                  <a:gd name="T15" fmla="*/ 24 h 53"/>
                  <a:gd name="T16" fmla="*/ 17 w 80"/>
                  <a:gd name="T1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53">
                    <a:moveTo>
                      <a:pt x="17" y="0"/>
                    </a:moveTo>
                    <a:cubicBezTo>
                      <a:pt x="80" y="24"/>
                      <a:pt x="80" y="24"/>
                      <a:pt x="80" y="24"/>
                    </a:cubicBezTo>
                    <a:cubicBezTo>
                      <a:pt x="79" y="27"/>
                      <a:pt x="79" y="27"/>
                      <a:pt x="79" y="27"/>
                    </a:cubicBezTo>
                    <a:cubicBezTo>
                      <a:pt x="76" y="26"/>
                      <a:pt x="72" y="26"/>
                      <a:pt x="68" y="30"/>
                    </a:cubicBezTo>
                    <a:cubicBezTo>
                      <a:pt x="63" y="35"/>
                      <a:pt x="62" y="41"/>
                      <a:pt x="67" y="46"/>
                    </a:cubicBezTo>
                    <a:cubicBezTo>
                      <a:pt x="68" y="48"/>
                      <a:pt x="70" y="49"/>
                      <a:pt x="72" y="50"/>
                    </a:cubicBezTo>
                    <a:cubicBezTo>
                      <a:pt x="71" y="53"/>
                      <a:pt x="71" y="53"/>
                      <a:pt x="71" y="53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0" y="17"/>
                      <a:pt x="3" y="3"/>
                      <a:pt x="17" y="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38" name="Freeform 391">
                <a:extLst>
                  <a:ext uri="{FF2B5EF4-FFF2-40B4-BE49-F238E27FC236}">
                    <a16:creationId xmlns:a16="http://schemas.microsoft.com/office/drawing/2014/main" id="{560A76C6-34BC-4538-97E1-72002C1D6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2887663"/>
                <a:ext cx="127000" cy="127000"/>
              </a:xfrm>
              <a:custGeom>
                <a:avLst/>
                <a:gdLst>
                  <a:gd name="T0" fmla="*/ 6 w 32"/>
                  <a:gd name="T1" fmla="*/ 26 h 32"/>
                  <a:gd name="T2" fmla="*/ 27 w 32"/>
                  <a:gd name="T3" fmla="*/ 25 h 32"/>
                  <a:gd name="T4" fmla="*/ 32 w 32"/>
                  <a:gd name="T5" fmla="*/ 15 h 32"/>
                  <a:gd name="T6" fmla="*/ 24 w 32"/>
                  <a:gd name="T7" fmla="*/ 3 h 32"/>
                  <a:gd name="T8" fmla="*/ 7 w 32"/>
                  <a:gd name="T9" fmla="*/ 5 h 32"/>
                  <a:gd name="T10" fmla="*/ 6 w 32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32">
                    <a:moveTo>
                      <a:pt x="6" y="26"/>
                    </a:moveTo>
                    <a:cubicBezTo>
                      <a:pt x="12" y="32"/>
                      <a:pt x="21" y="32"/>
                      <a:pt x="27" y="25"/>
                    </a:cubicBezTo>
                    <a:cubicBezTo>
                      <a:pt x="30" y="22"/>
                      <a:pt x="32" y="19"/>
                      <a:pt x="32" y="15"/>
                    </a:cubicBezTo>
                    <a:cubicBezTo>
                      <a:pt x="32" y="11"/>
                      <a:pt x="25" y="4"/>
                      <a:pt x="24" y="3"/>
                    </a:cubicBezTo>
                    <a:cubicBezTo>
                      <a:pt x="20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39" name="Freeform 392">
                <a:extLst>
                  <a:ext uri="{FF2B5EF4-FFF2-40B4-BE49-F238E27FC236}">
                    <a16:creationId xmlns:a16="http://schemas.microsoft.com/office/drawing/2014/main" id="{B6CEE65A-B5BA-4A72-8C87-0F9989FE56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2887663"/>
                <a:ext cx="127000" cy="127000"/>
              </a:xfrm>
              <a:custGeom>
                <a:avLst/>
                <a:gdLst>
                  <a:gd name="T0" fmla="*/ 6 w 32"/>
                  <a:gd name="T1" fmla="*/ 26 h 32"/>
                  <a:gd name="T2" fmla="*/ 27 w 32"/>
                  <a:gd name="T3" fmla="*/ 25 h 32"/>
                  <a:gd name="T4" fmla="*/ 32 w 32"/>
                  <a:gd name="T5" fmla="*/ 15 h 32"/>
                  <a:gd name="T6" fmla="*/ 24 w 32"/>
                  <a:gd name="T7" fmla="*/ 3 h 32"/>
                  <a:gd name="T8" fmla="*/ 7 w 32"/>
                  <a:gd name="T9" fmla="*/ 5 h 32"/>
                  <a:gd name="T10" fmla="*/ 6 w 32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32">
                    <a:moveTo>
                      <a:pt x="6" y="26"/>
                    </a:moveTo>
                    <a:cubicBezTo>
                      <a:pt x="12" y="32"/>
                      <a:pt x="21" y="32"/>
                      <a:pt x="27" y="25"/>
                    </a:cubicBezTo>
                    <a:cubicBezTo>
                      <a:pt x="30" y="22"/>
                      <a:pt x="32" y="19"/>
                      <a:pt x="32" y="15"/>
                    </a:cubicBezTo>
                    <a:cubicBezTo>
                      <a:pt x="32" y="11"/>
                      <a:pt x="25" y="4"/>
                      <a:pt x="24" y="3"/>
                    </a:cubicBezTo>
                    <a:cubicBezTo>
                      <a:pt x="20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40" name="Freeform 393">
                <a:extLst>
                  <a:ext uri="{FF2B5EF4-FFF2-40B4-BE49-F238E27FC236}">
                    <a16:creationId xmlns:a16="http://schemas.microsoft.com/office/drawing/2014/main" id="{F5378AE3-9759-45B3-B93E-6849DDBC9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7738" y="2871788"/>
                <a:ext cx="107950" cy="130175"/>
              </a:xfrm>
              <a:custGeom>
                <a:avLst/>
                <a:gdLst>
                  <a:gd name="T0" fmla="*/ 5 w 27"/>
                  <a:gd name="T1" fmla="*/ 28 h 33"/>
                  <a:gd name="T2" fmla="*/ 6 w 27"/>
                  <a:gd name="T3" fmla="*/ 11 h 33"/>
                  <a:gd name="T4" fmla="*/ 26 w 27"/>
                  <a:gd name="T5" fmla="*/ 20 h 33"/>
                  <a:gd name="T6" fmla="*/ 22 w 27"/>
                  <a:gd name="T7" fmla="*/ 28 h 33"/>
                  <a:gd name="T8" fmla="*/ 5 w 27"/>
                  <a:gd name="T9" fmla="*/ 2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3">
                    <a:moveTo>
                      <a:pt x="5" y="28"/>
                    </a:moveTo>
                    <a:cubicBezTo>
                      <a:pt x="0" y="23"/>
                      <a:pt x="1" y="16"/>
                      <a:pt x="6" y="11"/>
                    </a:cubicBezTo>
                    <a:cubicBezTo>
                      <a:pt x="17" y="0"/>
                      <a:pt x="27" y="17"/>
                      <a:pt x="26" y="20"/>
                    </a:cubicBezTo>
                    <a:cubicBezTo>
                      <a:pt x="26" y="23"/>
                      <a:pt x="24" y="26"/>
                      <a:pt x="22" y="28"/>
                    </a:cubicBezTo>
                    <a:cubicBezTo>
                      <a:pt x="16" y="32"/>
                      <a:pt x="9" y="33"/>
                      <a:pt x="5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41" name="Freeform 394">
                <a:extLst>
                  <a:ext uri="{FF2B5EF4-FFF2-40B4-BE49-F238E27FC236}">
                    <a16:creationId xmlns:a16="http://schemas.microsoft.com/office/drawing/2014/main" id="{EBA9A6A4-3440-421C-BAFE-1987BDC9E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7738" y="2871788"/>
                <a:ext cx="107950" cy="130175"/>
              </a:xfrm>
              <a:custGeom>
                <a:avLst/>
                <a:gdLst>
                  <a:gd name="T0" fmla="*/ 5 w 27"/>
                  <a:gd name="T1" fmla="*/ 28 h 33"/>
                  <a:gd name="T2" fmla="*/ 6 w 27"/>
                  <a:gd name="T3" fmla="*/ 11 h 33"/>
                  <a:gd name="T4" fmla="*/ 26 w 27"/>
                  <a:gd name="T5" fmla="*/ 20 h 33"/>
                  <a:gd name="T6" fmla="*/ 22 w 27"/>
                  <a:gd name="T7" fmla="*/ 28 h 33"/>
                  <a:gd name="T8" fmla="*/ 5 w 27"/>
                  <a:gd name="T9" fmla="*/ 2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3">
                    <a:moveTo>
                      <a:pt x="5" y="28"/>
                    </a:moveTo>
                    <a:cubicBezTo>
                      <a:pt x="0" y="23"/>
                      <a:pt x="1" y="16"/>
                      <a:pt x="6" y="11"/>
                    </a:cubicBezTo>
                    <a:cubicBezTo>
                      <a:pt x="17" y="0"/>
                      <a:pt x="27" y="17"/>
                      <a:pt x="26" y="20"/>
                    </a:cubicBezTo>
                    <a:cubicBezTo>
                      <a:pt x="26" y="23"/>
                      <a:pt x="24" y="26"/>
                      <a:pt x="22" y="28"/>
                    </a:cubicBezTo>
                    <a:cubicBezTo>
                      <a:pt x="16" y="32"/>
                      <a:pt x="9" y="33"/>
                      <a:pt x="5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42" name="Freeform 395">
                <a:extLst>
                  <a:ext uri="{FF2B5EF4-FFF2-40B4-BE49-F238E27FC236}">
                    <a16:creationId xmlns:a16="http://schemas.microsoft.com/office/drawing/2014/main" id="{A57CE99E-589B-499E-A7A0-7FD597E90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7738" y="2871788"/>
                <a:ext cx="107950" cy="130175"/>
              </a:xfrm>
              <a:custGeom>
                <a:avLst/>
                <a:gdLst>
                  <a:gd name="T0" fmla="*/ 5 w 27"/>
                  <a:gd name="T1" fmla="*/ 28 h 33"/>
                  <a:gd name="T2" fmla="*/ 22 w 27"/>
                  <a:gd name="T3" fmla="*/ 28 h 33"/>
                  <a:gd name="T4" fmla="*/ 26 w 27"/>
                  <a:gd name="T5" fmla="*/ 20 h 33"/>
                  <a:gd name="T6" fmla="*/ 6 w 27"/>
                  <a:gd name="T7" fmla="*/ 11 h 33"/>
                  <a:gd name="T8" fmla="*/ 5 w 27"/>
                  <a:gd name="T9" fmla="*/ 2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3">
                    <a:moveTo>
                      <a:pt x="5" y="28"/>
                    </a:moveTo>
                    <a:cubicBezTo>
                      <a:pt x="9" y="33"/>
                      <a:pt x="16" y="32"/>
                      <a:pt x="22" y="28"/>
                    </a:cubicBezTo>
                    <a:cubicBezTo>
                      <a:pt x="24" y="26"/>
                      <a:pt x="26" y="23"/>
                      <a:pt x="26" y="20"/>
                    </a:cubicBezTo>
                    <a:cubicBezTo>
                      <a:pt x="27" y="17"/>
                      <a:pt x="17" y="0"/>
                      <a:pt x="6" y="11"/>
                    </a:cubicBezTo>
                    <a:cubicBezTo>
                      <a:pt x="1" y="16"/>
                      <a:pt x="0" y="23"/>
                      <a:pt x="5" y="28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43" name="Freeform 396">
                <a:extLst>
                  <a:ext uri="{FF2B5EF4-FFF2-40B4-BE49-F238E27FC236}">
                    <a16:creationId xmlns:a16="http://schemas.microsoft.com/office/drawing/2014/main" id="{76205393-8C3F-4ED6-97C3-619BCFAB0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8376" y="2898775"/>
                <a:ext cx="66675" cy="84138"/>
              </a:xfrm>
              <a:custGeom>
                <a:avLst/>
                <a:gdLst>
                  <a:gd name="T0" fmla="*/ 3 w 17"/>
                  <a:gd name="T1" fmla="*/ 18 h 21"/>
                  <a:gd name="T2" fmla="*/ 4 w 17"/>
                  <a:gd name="T3" fmla="*/ 7 h 21"/>
                  <a:gd name="T4" fmla="*/ 17 w 17"/>
                  <a:gd name="T5" fmla="*/ 13 h 21"/>
                  <a:gd name="T6" fmla="*/ 14 w 17"/>
                  <a:gd name="T7" fmla="*/ 18 h 21"/>
                  <a:gd name="T8" fmla="*/ 3 w 17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3" y="18"/>
                    </a:moveTo>
                    <a:cubicBezTo>
                      <a:pt x="0" y="14"/>
                      <a:pt x="0" y="10"/>
                      <a:pt x="4" y="7"/>
                    </a:cubicBezTo>
                    <a:cubicBezTo>
                      <a:pt x="11" y="0"/>
                      <a:pt x="17" y="10"/>
                      <a:pt x="17" y="13"/>
                    </a:cubicBezTo>
                    <a:cubicBezTo>
                      <a:pt x="17" y="15"/>
                      <a:pt x="15" y="16"/>
                      <a:pt x="14" y="18"/>
                    </a:cubicBezTo>
                    <a:cubicBezTo>
                      <a:pt x="10" y="21"/>
                      <a:pt x="6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44" name="Freeform 397">
                <a:extLst>
                  <a:ext uri="{FF2B5EF4-FFF2-40B4-BE49-F238E27FC236}">
                    <a16:creationId xmlns:a16="http://schemas.microsoft.com/office/drawing/2014/main" id="{CAEDBC9E-9F18-48FD-82E5-AC6C9DA3D3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8376" y="2898775"/>
                <a:ext cx="66675" cy="84138"/>
              </a:xfrm>
              <a:custGeom>
                <a:avLst/>
                <a:gdLst>
                  <a:gd name="T0" fmla="*/ 3 w 17"/>
                  <a:gd name="T1" fmla="*/ 18 h 21"/>
                  <a:gd name="T2" fmla="*/ 4 w 17"/>
                  <a:gd name="T3" fmla="*/ 7 h 21"/>
                  <a:gd name="T4" fmla="*/ 17 w 17"/>
                  <a:gd name="T5" fmla="*/ 13 h 21"/>
                  <a:gd name="T6" fmla="*/ 14 w 17"/>
                  <a:gd name="T7" fmla="*/ 18 h 21"/>
                  <a:gd name="T8" fmla="*/ 3 w 17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3" y="18"/>
                    </a:moveTo>
                    <a:cubicBezTo>
                      <a:pt x="0" y="14"/>
                      <a:pt x="0" y="10"/>
                      <a:pt x="4" y="7"/>
                    </a:cubicBezTo>
                    <a:cubicBezTo>
                      <a:pt x="11" y="0"/>
                      <a:pt x="17" y="10"/>
                      <a:pt x="17" y="13"/>
                    </a:cubicBezTo>
                    <a:cubicBezTo>
                      <a:pt x="17" y="15"/>
                      <a:pt x="15" y="16"/>
                      <a:pt x="14" y="18"/>
                    </a:cubicBezTo>
                    <a:cubicBezTo>
                      <a:pt x="10" y="21"/>
                      <a:pt x="6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45" name="Freeform 398">
                <a:extLst>
                  <a:ext uri="{FF2B5EF4-FFF2-40B4-BE49-F238E27FC236}">
                    <a16:creationId xmlns:a16="http://schemas.microsoft.com/office/drawing/2014/main" id="{450FD3E9-78AF-4A4B-A5F1-C82C1E42E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1363" y="2697163"/>
                <a:ext cx="333375" cy="214313"/>
              </a:xfrm>
              <a:custGeom>
                <a:avLst/>
                <a:gdLst>
                  <a:gd name="T0" fmla="*/ 18 w 84"/>
                  <a:gd name="T1" fmla="*/ 0 h 54"/>
                  <a:gd name="T2" fmla="*/ 84 w 84"/>
                  <a:gd name="T3" fmla="*/ 25 h 54"/>
                  <a:gd name="T4" fmla="*/ 83 w 84"/>
                  <a:gd name="T5" fmla="*/ 28 h 54"/>
                  <a:gd name="T6" fmla="*/ 72 w 84"/>
                  <a:gd name="T7" fmla="*/ 30 h 54"/>
                  <a:gd name="T8" fmla="*/ 70 w 84"/>
                  <a:gd name="T9" fmla="*/ 47 h 54"/>
                  <a:gd name="T10" fmla="*/ 76 w 84"/>
                  <a:gd name="T11" fmla="*/ 51 h 54"/>
                  <a:gd name="T12" fmla="*/ 75 w 84"/>
                  <a:gd name="T13" fmla="*/ 54 h 54"/>
                  <a:gd name="T14" fmla="*/ 8 w 84"/>
                  <a:gd name="T15" fmla="*/ 24 h 54"/>
                  <a:gd name="T16" fmla="*/ 18 w 84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54">
                    <a:moveTo>
                      <a:pt x="18" y="0"/>
                    </a:moveTo>
                    <a:cubicBezTo>
                      <a:pt x="84" y="25"/>
                      <a:pt x="84" y="25"/>
                      <a:pt x="84" y="25"/>
                    </a:cubicBezTo>
                    <a:cubicBezTo>
                      <a:pt x="83" y="28"/>
                      <a:pt x="83" y="28"/>
                      <a:pt x="83" y="28"/>
                    </a:cubicBezTo>
                    <a:cubicBezTo>
                      <a:pt x="80" y="26"/>
                      <a:pt x="76" y="27"/>
                      <a:pt x="72" y="30"/>
                    </a:cubicBezTo>
                    <a:cubicBezTo>
                      <a:pt x="66" y="35"/>
                      <a:pt x="66" y="42"/>
                      <a:pt x="70" y="47"/>
                    </a:cubicBezTo>
                    <a:cubicBezTo>
                      <a:pt x="72" y="49"/>
                      <a:pt x="74" y="50"/>
                      <a:pt x="76" y="51"/>
                    </a:cubicBezTo>
                    <a:cubicBezTo>
                      <a:pt x="75" y="54"/>
                      <a:pt x="75" y="54"/>
                      <a:pt x="75" y="5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0" y="17"/>
                      <a:pt x="3" y="2"/>
                      <a:pt x="18" y="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46" name="Freeform 399">
                <a:extLst>
                  <a:ext uri="{FF2B5EF4-FFF2-40B4-BE49-F238E27FC236}">
                    <a16:creationId xmlns:a16="http://schemas.microsoft.com/office/drawing/2014/main" id="{6CECE4D8-5DAD-4A68-B643-FFC40D5B1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7426" y="2792413"/>
                <a:ext cx="136525" cy="127000"/>
              </a:xfrm>
              <a:custGeom>
                <a:avLst/>
                <a:gdLst>
                  <a:gd name="T0" fmla="*/ 6 w 34"/>
                  <a:gd name="T1" fmla="*/ 26 h 32"/>
                  <a:gd name="T2" fmla="*/ 29 w 34"/>
                  <a:gd name="T3" fmla="*/ 25 h 32"/>
                  <a:gd name="T4" fmla="*/ 34 w 34"/>
                  <a:gd name="T5" fmla="*/ 15 h 32"/>
                  <a:gd name="T6" fmla="*/ 26 w 34"/>
                  <a:gd name="T7" fmla="*/ 3 h 32"/>
                  <a:gd name="T8" fmla="*/ 7 w 34"/>
                  <a:gd name="T9" fmla="*/ 5 h 32"/>
                  <a:gd name="T10" fmla="*/ 6 w 34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32">
                    <a:moveTo>
                      <a:pt x="6" y="26"/>
                    </a:moveTo>
                    <a:cubicBezTo>
                      <a:pt x="13" y="32"/>
                      <a:pt x="22" y="32"/>
                      <a:pt x="29" y="25"/>
                    </a:cubicBezTo>
                    <a:cubicBezTo>
                      <a:pt x="32" y="22"/>
                      <a:pt x="34" y="19"/>
                      <a:pt x="34" y="15"/>
                    </a:cubicBezTo>
                    <a:cubicBezTo>
                      <a:pt x="33" y="11"/>
                      <a:pt x="26" y="4"/>
                      <a:pt x="26" y="3"/>
                    </a:cubicBezTo>
                    <a:cubicBezTo>
                      <a:pt x="21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47" name="Freeform 400">
                <a:extLst>
                  <a:ext uri="{FF2B5EF4-FFF2-40B4-BE49-F238E27FC236}">
                    <a16:creationId xmlns:a16="http://schemas.microsoft.com/office/drawing/2014/main" id="{107CFBA4-75C7-4B50-B34E-36B099A70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7426" y="2792413"/>
                <a:ext cx="136525" cy="127000"/>
              </a:xfrm>
              <a:custGeom>
                <a:avLst/>
                <a:gdLst>
                  <a:gd name="T0" fmla="*/ 6 w 34"/>
                  <a:gd name="T1" fmla="*/ 26 h 32"/>
                  <a:gd name="T2" fmla="*/ 29 w 34"/>
                  <a:gd name="T3" fmla="*/ 25 h 32"/>
                  <a:gd name="T4" fmla="*/ 34 w 34"/>
                  <a:gd name="T5" fmla="*/ 15 h 32"/>
                  <a:gd name="T6" fmla="*/ 26 w 34"/>
                  <a:gd name="T7" fmla="*/ 3 h 32"/>
                  <a:gd name="T8" fmla="*/ 7 w 34"/>
                  <a:gd name="T9" fmla="*/ 5 h 32"/>
                  <a:gd name="T10" fmla="*/ 6 w 34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32">
                    <a:moveTo>
                      <a:pt x="6" y="26"/>
                    </a:moveTo>
                    <a:cubicBezTo>
                      <a:pt x="13" y="32"/>
                      <a:pt x="22" y="32"/>
                      <a:pt x="29" y="25"/>
                    </a:cubicBezTo>
                    <a:cubicBezTo>
                      <a:pt x="32" y="22"/>
                      <a:pt x="34" y="19"/>
                      <a:pt x="34" y="15"/>
                    </a:cubicBezTo>
                    <a:cubicBezTo>
                      <a:pt x="33" y="11"/>
                      <a:pt x="26" y="4"/>
                      <a:pt x="26" y="3"/>
                    </a:cubicBezTo>
                    <a:cubicBezTo>
                      <a:pt x="21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48" name="Freeform 401">
                <a:extLst>
                  <a:ext uri="{FF2B5EF4-FFF2-40B4-BE49-F238E27FC236}">
                    <a16:creationId xmlns:a16="http://schemas.microsoft.com/office/drawing/2014/main" id="{26111345-5783-4200-833D-34103AF16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0126" y="2776538"/>
                <a:ext cx="111125" cy="130175"/>
              </a:xfrm>
              <a:custGeom>
                <a:avLst/>
                <a:gdLst>
                  <a:gd name="T0" fmla="*/ 5 w 28"/>
                  <a:gd name="T1" fmla="*/ 27 h 33"/>
                  <a:gd name="T2" fmla="*/ 7 w 28"/>
                  <a:gd name="T3" fmla="*/ 11 h 33"/>
                  <a:gd name="T4" fmla="*/ 28 w 28"/>
                  <a:gd name="T5" fmla="*/ 20 h 33"/>
                  <a:gd name="T6" fmla="*/ 23 w 28"/>
                  <a:gd name="T7" fmla="*/ 28 h 33"/>
                  <a:gd name="T8" fmla="*/ 5 w 28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3">
                    <a:moveTo>
                      <a:pt x="5" y="27"/>
                    </a:moveTo>
                    <a:cubicBezTo>
                      <a:pt x="0" y="22"/>
                      <a:pt x="1" y="16"/>
                      <a:pt x="7" y="11"/>
                    </a:cubicBezTo>
                    <a:cubicBezTo>
                      <a:pt x="18" y="0"/>
                      <a:pt x="28" y="17"/>
                      <a:pt x="28" y="20"/>
                    </a:cubicBezTo>
                    <a:cubicBezTo>
                      <a:pt x="27" y="23"/>
                      <a:pt x="25" y="26"/>
                      <a:pt x="23" y="28"/>
                    </a:cubicBezTo>
                    <a:cubicBezTo>
                      <a:pt x="18" y="32"/>
                      <a:pt x="10" y="33"/>
                      <a:pt x="5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49" name="Freeform 402">
                <a:extLst>
                  <a:ext uri="{FF2B5EF4-FFF2-40B4-BE49-F238E27FC236}">
                    <a16:creationId xmlns:a16="http://schemas.microsoft.com/office/drawing/2014/main" id="{6A1952D5-7F0A-4232-945F-5255EBE3C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0126" y="2776538"/>
                <a:ext cx="111125" cy="130175"/>
              </a:xfrm>
              <a:custGeom>
                <a:avLst/>
                <a:gdLst>
                  <a:gd name="T0" fmla="*/ 5 w 28"/>
                  <a:gd name="T1" fmla="*/ 27 h 33"/>
                  <a:gd name="T2" fmla="*/ 7 w 28"/>
                  <a:gd name="T3" fmla="*/ 11 h 33"/>
                  <a:gd name="T4" fmla="*/ 28 w 28"/>
                  <a:gd name="T5" fmla="*/ 20 h 33"/>
                  <a:gd name="T6" fmla="*/ 23 w 28"/>
                  <a:gd name="T7" fmla="*/ 28 h 33"/>
                  <a:gd name="T8" fmla="*/ 5 w 28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3">
                    <a:moveTo>
                      <a:pt x="5" y="27"/>
                    </a:moveTo>
                    <a:cubicBezTo>
                      <a:pt x="0" y="22"/>
                      <a:pt x="1" y="16"/>
                      <a:pt x="7" y="11"/>
                    </a:cubicBezTo>
                    <a:cubicBezTo>
                      <a:pt x="18" y="0"/>
                      <a:pt x="28" y="17"/>
                      <a:pt x="28" y="20"/>
                    </a:cubicBezTo>
                    <a:cubicBezTo>
                      <a:pt x="27" y="23"/>
                      <a:pt x="25" y="26"/>
                      <a:pt x="23" y="28"/>
                    </a:cubicBezTo>
                    <a:cubicBezTo>
                      <a:pt x="18" y="32"/>
                      <a:pt x="10" y="33"/>
                      <a:pt x="5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50" name="Freeform 403">
                <a:extLst>
                  <a:ext uri="{FF2B5EF4-FFF2-40B4-BE49-F238E27FC236}">
                    <a16:creationId xmlns:a16="http://schemas.microsoft.com/office/drawing/2014/main" id="{9C6D62EE-C066-4A83-B5AA-FDF9D0A30D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0126" y="2776538"/>
                <a:ext cx="111125" cy="130175"/>
              </a:xfrm>
              <a:custGeom>
                <a:avLst/>
                <a:gdLst>
                  <a:gd name="T0" fmla="*/ 5 w 28"/>
                  <a:gd name="T1" fmla="*/ 27 h 33"/>
                  <a:gd name="T2" fmla="*/ 23 w 28"/>
                  <a:gd name="T3" fmla="*/ 28 h 33"/>
                  <a:gd name="T4" fmla="*/ 28 w 28"/>
                  <a:gd name="T5" fmla="*/ 20 h 33"/>
                  <a:gd name="T6" fmla="*/ 7 w 28"/>
                  <a:gd name="T7" fmla="*/ 11 h 33"/>
                  <a:gd name="T8" fmla="*/ 5 w 28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3">
                    <a:moveTo>
                      <a:pt x="5" y="27"/>
                    </a:moveTo>
                    <a:cubicBezTo>
                      <a:pt x="10" y="33"/>
                      <a:pt x="18" y="32"/>
                      <a:pt x="23" y="28"/>
                    </a:cubicBezTo>
                    <a:cubicBezTo>
                      <a:pt x="25" y="26"/>
                      <a:pt x="27" y="23"/>
                      <a:pt x="28" y="20"/>
                    </a:cubicBezTo>
                    <a:cubicBezTo>
                      <a:pt x="28" y="17"/>
                      <a:pt x="18" y="0"/>
                      <a:pt x="7" y="11"/>
                    </a:cubicBezTo>
                    <a:cubicBezTo>
                      <a:pt x="1" y="16"/>
                      <a:pt x="0" y="22"/>
                      <a:pt x="5" y="27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51" name="Freeform 404">
                <a:extLst>
                  <a:ext uri="{FF2B5EF4-FFF2-40B4-BE49-F238E27FC236}">
                    <a16:creationId xmlns:a16="http://schemas.microsoft.com/office/drawing/2014/main" id="{9093350B-9F33-4B69-B4C8-E1FDE91B6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6" y="2803525"/>
                <a:ext cx="76200" cy="84138"/>
              </a:xfrm>
              <a:custGeom>
                <a:avLst/>
                <a:gdLst>
                  <a:gd name="T0" fmla="*/ 3 w 19"/>
                  <a:gd name="T1" fmla="*/ 17 h 21"/>
                  <a:gd name="T2" fmla="*/ 4 w 19"/>
                  <a:gd name="T3" fmla="*/ 6 h 21"/>
                  <a:gd name="T4" fmla="*/ 18 w 19"/>
                  <a:gd name="T5" fmla="*/ 13 h 21"/>
                  <a:gd name="T6" fmla="*/ 15 w 19"/>
                  <a:gd name="T7" fmla="*/ 18 h 21"/>
                  <a:gd name="T8" fmla="*/ 3 w 19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3" y="17"/>
                    </a:moveTo>
                    <a:cubicBezTo>
                      <a:pt x="0" y="14"/>
                      <a:pt x="1" y="10"/>
                      <a:pt x="4" y="6"/>
                    </a:cubicBezTo>
                    <a:cubicBezTo>
                      <a:pt x="12" y="0"/>
                      <a:pt x="19" y="10"/>
                      <a:pt x="18" y="13"/>
                    </a:cubicBezTo>
                    <a:cubicBezTo>
                      <a:pt x="18" y="15"/>
                      <a:pt x="17" y="16"/>
                      <a:pt x="15" y="18"/>
                    </a:cubicBezTo>
                    <a:cubicBezTo>
                      <a:pt x="12" y="21"/>
                      <a:pt x="7" y="21"/>
                      <a:pt x="3" y="1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752" name="Freeform 405">
                <a:extLst>
                  <a:ext uri="{FF2B5EF4-FFF2-40B4-BE49-F238E27FC236}">
                    <a16:creationId xmlns:a16="http://schemas.microsoft.com/office/drawing/2014/main" id="{0652085F-7FA5-4F31-9384-8670C2B81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6" y="2803525"/>
                <a:ext cx="76200" cy="84138"/>
              </a:xfrm>
              <a:custGeom>
                <a:avLst/>
                <a:gdLst>
                  <a:gd name="T0" fmla="*/ 3 w 19"/>
                  <a:gd name="T1" fmla="*/ 17 h 21"/>
                  <a:gd name="T2" fmla="*/ 4 w 19"/>
                  <a:gd name="T3" fmla="*/ 6 h 21"/>
                  <a:gd name="T4" fmla="*/ 18 w 19"/>
                  <a:gd name="T5" fmla="*/ 13 h 21"/>
                  <a:gd name="T6" fmla="*/ 15 w 19"/>
                  <a:gd name="T7" fmla="*/ 18 h 21"/>
                  <a:gd name="T8" fmla="*/ 3 w 19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3" y="17"/>
                    </a:moveTo>
                    <a:cubicBezTo>
                      <a:pt x="0" y="14"/>
                      <a:pt x="1" y="10"/>
                      <a:pt x="4" y="6"/>
                    </a:cubicBezTo>
                    <a:cubicBezTo>
                      <a:pt x="12" y="0"/>
                      <a:pt x="19" y="10"/>
                      <a:pt x="18" y="13"/>
                    </a:cubicBezTo>
                    <a:cubicBezTo>
                      <a:pt x="18" y="15"/>
                      <a:pt x="17" y="16"/>
                      <a:pt x="15" y="18"/>
                    </a:cubicBezTo>
                    <a:cubicBezTo>
                      <a:pt x="12" y="21"/>
                      <a:pt x="7" y="21"/>
                      <a:pt x="3" y="1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</p:grpSp>
        <p:sp>
          <p:nvSpPr>
            <p:cNvPr id="667" name="TextBox 666">
              <a:extLst>
                <a:ext uri="{FF2B5EF4-FFF2-40B4-BE49-F238E27FC236}">
                  <a16:creationId xmlns:a16="http://schemas.microsoft.com/office/drawing/2014/main" id="{A9471F8F-477B-4591-8CC1-95ED4C22E6DD}"/>
                </a:ext>
              </a:extLst>
            </p:cNvPr>
            <p:cNvSpPr txBox="1"/>
            <p:nvPr/>
          </p:nvSpPr>
          <p:spPr>
            <a:xfrm>
              <a:off x="5549554" y="1396704"/>
              <a:ext cx="1824605" cy="327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200" dirty="0"/>
                <a:t>Source</a:t>
              </a:r>
            </a:p>
          </p:txBody>
        </p:sp>
        <p:cxnSp>
          <p:nvCxnSpPr>
            <p:cNvPr id="668" name="Straight Arrow Connector 667">
              <a:extLst>
                <a:ext uri="{FF2B5EF4-FFF2-40B4-BE49-F238E27FC236}">
                  <a16:creationId xmlns:a16="http://schemas.microsoft.com/office/drawing/2014/main" id="{8808C9CF-2111-4479-8C8A-28A9CCBC64E0}"/>
                </a:ext>
              </a:extLst>
            </p:cNvPr>
            <p:cNvCxnSpPr>
              <a:cxnSpLocks/>
            </p:cNvCxnSpPr>
            <p:nvPr/>
          </p:nvCxnSpPr>
          <p:spPr>
            <a:xfrm>
              <a:off x="6181823" y="2520893"/>
              <a:ext cx="509201" cy="603869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B0129FB1-1EC0-4E3C-94E2-2F2CF5BA5B9A}"/>
              </a:ext>
            </a:extLst>
          </p:cNvPr>
          <p:cNvGrpSpPr/>
          <p:nvPr/>
        </p:nvGrpSpPr>
        <p:grpSpPr>
          <a:xfrm>
            <a:off x="8136304" y="1240581"/>
            <a:ext cx="1437465" cy="1053123"/>
            <a:chOff x="7104815" y="1375599"/>
            <a:chExt cx="1981729" cy="1729817"/>
          </a:xfrm>
        </p:grpSpPr>
        <p:sp>
          <p:nvSpPr>
            <p:cNvPr id="585" name="TextBox 584">
              <a:extLst>
                <a:ext uri="{FF2B5EF4-FFF2-40B4-BE49-F238E27FC236}">
                  <a16:creationId xmlns:a16="http://schemas.microsoft.com/office/drawing/2014/main" id="{6F9CAF5A-55F4-4728-9BE3-0E763340FB67}"/>
                </a:ext>
              </a:extLst>
            </p:cNvPr>
            <p:cNvSpPr txBox="1"/>
            <p:nvPr/>
          </p:nvSpPr>
          <p:spPr>
            <a:xfrm>
              <a:off x="7261939" y="1375599"/>
              <a:ext cx="1824605" cy="327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200" dirty="0"/>
                <a:t>Sinks</a:t>
              </a:r>
            </a:p>
          </p:txBody>
        </p:sp>
        <p:grpSp>
          <p:nvGrpSpPr>
            <p:cNvPr id="586" name="Gruppieren 36">
              <a:extLst>
                <a:ext uri="{FF2B5EF4-FFF2-40B4-BE49-F238E27FC236}">
                  <a16:creationId xmlns:a16="http://schemas.microsoft.com/office/drawing/2014/main" id="{0A8F5DC0-9471-4A83-87CB-6108B1BA11F1}"/>
                </a:ext>
              </a:extLst>
            </p:cNvPr>
            <p:cNvGrpSpPr/>
            <p:nvPr/>
          </p:nvGrpSpPr>
          <p:grpSpPr>
            <a:xfrm>
              <a:off x="7142493" y="1752527"/>
              <a:ext cx="363575" cy="415906"/>
              <a:chOff x="1619672" y="2348884"/>
              <a:chExt cx="2092337" cy="3532450"/>
            </a:xfrm>
          </p:grpSpPr>
          <p:sp>
            <p:nvSpPr>
              <p:cNvPr id="660" name="Freeform 285">
                <a:extLst>
                  <a:ext uri="{FF2B5EF4-FFF2-40B4-BE49-F238E27FC236}">
                    <a16:creationId xmlns:a16="http://schemas.microsoft.com/office/drawing/2014/main" id="{71BD46E4-9A91-4484-92C8-295B45107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2362207"/>
                <a:ext cx="473108" cy="3375060"/>
              </a:xfrm>
              <a:custGeom>
                <a:avLst/>
                <a:gdLst>
                  <a:gd name="T0" fmla="*/ 0 w 142"/>
                  <a:gd name="T1" fmla="*/ 754 h 1013"/>
                  <a:gd name="T2" fmla="*/ 142 w 142"/>
                  <a:gd name="T3" fmla="*/ 1013 h 1013"/>
                  <a:gd name="T4" fmla="*/ 142 w 142"/>
                  <a:gd name="T5" fmla="*/ 218 h 1013"/>
                  <a:gd name="T6" fmla="*/ 0 w 142"/>
                  <a:gd name="T7" fmla="*/ 0 h 1013"/>
                  <a:gd name="T8" fmla="*/ 0 w 142"/>
                  <a:gd name="T9" fmla="*/ 754 h 10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1013">
                    <a:moveTo>
                      <a:pt x="0" y="754"/>
                    </a:moveTo>
                    <a:lnTo>
                      <a:pt x="142" y="1013"/>
                    </a:lnTo>
                    <a:lnTo>
                      <a:pt x="142" y="218"/>
                    </a:lnTo>
                    <a:lnTo>
                      <a:pt x="0" y="0"/>
                    </a:lnTo>
                    <a:lnTo>
                      <a:pt x="0" y="754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61" name="Freeform 286">
                <a:extLst>
                  <a:ext uri="{FF2B5EF4-FFF2-40B4-BE49-F238E27FC236}">
                    <a16:creationId xmlns:a16="http://schemas.microsoft.com/office/drawing/2014/main" id="{7709F249-F42B-4933-82A8-F0BC0C1D6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2348884"/>
                <a:ext cx="2092336" cy="739648"/>
              </a:xfrm>
              <a:custGeom>
                <a:avLst/>
                <a:gdLst>
                  <a:gd name="T0" fmla="*/ 628 w 628"/>
                  <a:gd name="T1" fmla="*/ 222 h 222"/>
                  <a:gd name="T2" fmla="*/ 482 w 628"/>
                  <a:gd name="T3" fmla="*/ 0 h 222"/>
                  <a:gd name="T4" fmla="*/ 0 w 628"/>
                  <a:gd name="T5" fmla="*/ 4 h 222"/>
                  <a:gd name="T6" fmla="*/ 142 w 628"/>
                  <a:gd name="T7" fmla="*/ 222 h 222"/>
                  <a:gd name="T8" fmla="*/ 628 w 628"/>
                  <a:gd name="T9" fmla="*/ 222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8" h="222">
                    <a:moveTo>
                      <a:pt x="628" y="222"/>
                    </a:moveTo>
                    <a:lnTo>
                      <a:pt x="482" y="0"/>
                    </a:lnTo>
                    <a:lnTo>
                      <a:pt x="0" y="4"/>
                    </a:lnTo>
                    <a:lnTo>
                      <a:pt x="142" y="222"/>
                    </a:lnTo>
                    <a:lnTo>
                      <a:pt x="628" y="222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62" name="Rechteck 8">
                <a:extLst>
                  <a:ext uri="{FF2B5EF4-FFF2-40B4-BE49-F238E27FC236}">
                    <a16:creationId xmlns:a16="http://schemas.microsoft.com/office/drawing/2014/main" id="{72CD6949-4C47-42E6-816F-B98AE70F66CC}"/>
                  </a:ext>
                </a:extLst>
              </p:cNvPr>
              <p:cNvSpPr/>
              <p:nvPr/>
            </p:nvSpPr>
            <p:spPr>
              <a:xfrm>
                <a:off x="2092781" y="3088532"/>
                <a:ext cx="1619228" cy="2648735"/>
              </a:xfrm>
              <a:prstGeom prst="rect">
                <a:avLst/>
              </a:pr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663" name="Freeform 630">
                <a:extLst>
                  <a:ext uri="{FF2B5EF4-FFF2-40B4-BE49-F238E27FC236}">
                    <a16:creationId xmlns:a16="http://schemas.microsoft.com/office/drawing/2014/main" id="{A8739165-9ECC-43CB-91F7-2557BC6E6A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89186" y="3732659"/>
                <a:ext cx="826417" cy="2148675"/>
              </a:xfrm>
              <a:custGeom>
                <a:avLst/>
                <a:gdLst>
                  <a:gd name="T0" fmla="*/ 13 w 18"/>
                  <a:gd name="T1" fmla="*/ 4 h 47"/>
                  <a:gd name="T2" fmla="*/ 13 w 18"/>
                  <a:gd name="T3" fmla="*/ 4 h 47"/>
                  <a:gd name="T4" fmla="*/ 13 w 18"/>
                  <a:gd name="T5" fmla="*/ 1 h 47"/>
                  <a:gd name="T6" fmla="*/ 12 w 18"/>
                  <a:gd name="T7" fmla="*/ 0 h 47"/>
                  <a:gd name="T8" fmla="*/ 11 w 18"/>
                  <a:gd name="T9" fmla="*/ 1 h 47"/>
                  <a:gd name="T10" fmla="*/ 11 w 18"/>
                  <a:gd name="T11" fmla="*/ 4 h 47"/>
                  <a:gd name="T12" fmla="*/ 7 w 18"/>
                  <a:gd name="T13" fmla="*/ 4 h 47"/>
                  <a:gd name="T14" fmla="*/ 7 w 18"/>
                  <a:gd name="T15" fmla="*/ 1 h 47"/>
                  <a:gd name="T16" fmla="*/ 6 w 18"/>
                  <a:gd name="T17" fmla="*/ 0 h 47"/>
                  <a:gd name="T18" fmla="*/ 5 w 18"/>
                  <a:gd name="T19" fmla="*/ 1 h 47"/>
                  <a:gd name="T20" fmla="*/ 5 w 18"/>
                  <a:gd name="T21" fmla="*/ 4 h 47"/>
                  <a:gd name="T22" fmla="*/ 4 w 18"/>
                  <a:gd name="T23" fmla="*/ 4 h 47"/>
                  <a:gd name="T24" fmla="*/ 0 w 18"/>
                  <a:gd name="T25" fmla="*/ 9 h 47"/>
                  <a:gd name="T26" fmla="*/ 0 w 18"/>
                  <a:gd name="T27" fmla="*/ 11 h 47"/>
                  <a:gd name="T28" fmla="*/ 4 w 18"/>
                  <a:gd name="T29" fmla="*/ 15 h 47"/>
                  <a:gd name="T30" fmla="*/ 8 w 18"/>
                  <a:gd name="T31" fmla="*/ 15 h 47"/>
                  <a:gd name="T32" fmla="*/ 7 w 18"/>
                  <a:gd name="T33" fmla="*/ 31 h 47"/>
                  <a:gd name="T34" fmla="*/ 3 w 18"/>
                  <a:gd name="T35" fmla="*/ 47 h 47"/>
                  <a:gd name="T36" fmla="*/ 5 w 18"/>
                  <a:gd name="T37" fmla="*/ 46 h 47"/>
                  <a:gd name="T38" fmla="*/ 8 w 18"/>
                  <a:gd name="T39" fmla="*/ 33 h 47"/>
                  <a:gd name="T40" fmla="*/ 10 w 18"/>
                  <a:gd name="T41" fmla="*/ 15 h 47"/>
                  <a:gd name="T42" fmla="*/ 13 w 18"/>
                  <a:gd name="T43" fmla="*/ 15 h 47"/>
                  <a:gd name="T44" fmla="*/ 18 w 18"/>
                  <a:gd name="T45" fmla="*/ 11 h 47"/>
                  <a:gd name="T46" fmla="*/ 18 w 18"/>
                  <a:gd name="T47" fmla="*/ 9 h 47"/>
                  <a:gd name="T48" fmla="*/ 13 w 18"/>
                  <a:gd name="T49" fmla="*/ 4 h 47"/>
                  <a:gd name="T50" fmla="*/ 15 w 18"/>
                  <a:gd name="T51" fmla="*/ 11 h 47"/>
                  <a:gd name="T52" fmla="*/ 13 w 18"/>
                  <a:gd name="T53" fmla="*/ 13 h 47"/>
                  <a:gd name="T54" fmla="*/ 4 w 18"/>
                  <a:gd name="T55" fmla="*/ 13 h 47"/>
                  <a:gd name="T56" fmla="*/ 2 w 18"/>
                  <a:gd name="T57" fmla="*/ 11 h 47"/>
                  <a:gd name="T58" fmla="*/ 2 w 18"/>
                  <a:gd name="T59" fmla="*/ 9 h 47"/>
                  <a:gd name="T60" fmla="*/ 4 w 18"/>
                  <a:gd name="T61" fmla="*/ 7 h 47"/>
                  <a:gd name="T62" fmla="*/ 13 w 18"/>
                  <a:gd name="T63" fmla="*/ 7 h 47"/>
                  <a:gd name="T64" fmla="*/ 15 w 18"/>
                  <a:gd name="T65" fmla="*/ 9 h 47"/>
                  <a:gd name="T66" fmla="*/ 15 w 18"/>
                  <a:gd name="T67" fmla="*/ 1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" h="47">
                    <a:moveTo>
                      <a:pt x="13" y="4"/>
                    </a:moveTo>
                    <a:cubicBezTo>
                      <a:pt x="13" y="4"/>
                      <a:pt x="13" y="4"/>
                      <a:pt x="13" y="4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0"/>
                      <a:pt x="12" y="0"/>
                      <a:pt x="12" y="0"/>
                    </a:cubicBezTo>
                    <a:cubicBezTo>
                      <a:pt x="11" y="0"/>
                      <a:pt x="11" y="0"/>
                      <a:pt x="11" y="1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1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4"/>
                      <a:pt x="0" y="6"/>
                      <a:pt x="0" y="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4"/>
                      <a:pt x="1" y="15"/>
                      <a:pt x="4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20"/>
                      <a:pt x="10" y="29"/>
                      <a:pt x="7" y="31"/>
                    </a:cubicBezTo>
                    <a:cubicBezTo>
                      <a:pt x="0" y="34"/>
                      <a:pt x="3" y="46"/>
                      <a:pt x="3" y="47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3"/>
                      <a:pt x="4" y="35"/>
                      <a:pt x="8" y="33"/>
                    </a:cubicBezTo>
                    <a:cubicBezTo>
                      <a:pt x="13" y="31"/>
                      <a:pt x="11" y="20"/>
                      <a:pt x="10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6" y="15"/>
                      <a:pt x="18" y="14"/>
                      <a:pt x="18" y="11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8" y="6"/>
                      <a:pt x="16" y="4"/>
                      <a:pt x="13" y="4"/>
                    </a:cubicBezTo>
                    <a:close/>
                    <a:moveTo>
                      <a:pt x="15" y="11"/>
                    </a:moveTo>
                    <a:cubicBezTo>
                      <a:pt x="15" y="12"/>
                      <a:pt x="15" y="13"/>
                      <a:pt x="13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3"/>
                      <a:pt x="2" y="12"/>
                      <a:pt x="2" y="11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8"/>
                      <a:pt x="3" y="7"/>
                      <a:pt x="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8"/>
                      <a:pt x="15" y="9"/>
                    </a:cubicBezTo>
                    <a:lnTo>
                      <a:pt x="15" y="11"/>
                    </a:lnTo>
                    <a:close/>
                  </a:path>
                </a:pathLst>
              </a:custGeom>
              <a:solidFill>
                <a:schemeClr val="bg1"/>
              </a:solidFill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</p:grpSp>
        <p:grpSp>
          <p:nvGrpSpPr>
            <p:cNvPr id="587" name="Gruppieren 1">
              <a:extLst>
                <a:ext uri="{FF2B5EF4-FFF2-40B4-BE49-F238E27FC236}">
                  <a16:creationId xmlns:a16="http://schemas.microsoft.com/office/drawing/2014/main" id="{203D3DA3-A32D-4DC7-BEC3-6C4D112328E7}"/>
                </a:ext>
              </a:extLst>
            </p:cNvPr>
            <p:cNvGrpSpPr/>
            <p:nvPr/>
          </p:nvGrpSpPr>
          <p:grpSpPr>
            <a:xfrm>
              <a:off x="7622305" y="1733608"/>
              <a:ext cx="829209" cy="409572"/>
              <a:chOff x="1979712" y="2132859"/>
              <a:chExt cx="5378301" cy="3486275"/>
            </a:xfrm>
            <a:solidFill>
              <a:schemeClr val="accent1"/>
            </a:solidFill>
          </p:grpSpPr>
          <p:sp>
            <p:nvSpPr>
              <p:cNvPr id="648" name="Freeform 584">
                <a:extLst>
                  <a:ext uri="{FF2B5EF4-FFF2-40B4-BE49-F238E27FC236}">
                    <a16:creationId xmlns:a16="http://schemas.microsoft.com/office/drawing/2014/main" id="{B3FA4E1E-5DC8-4AE5-BDF9-403887004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912" y="3954818"/>
                <a:ext cx="324102" cy="788350"/>
              </a:xfrm>
              <a:custGeom>
                <a:avLst/>
                <a:gdLst>
                  <a:gd name="T0" fmla="*/ 15 w 15"/>
                  <a:gd name="T1" fmla="*/ 32 h 36"/>
                  <a:gd name="T2" fmla="*/ 15 w 15"/>
                  <a:gd name="T3" fmla="*/ 35 h 36"/>
                  <a:gd name="T4" fmla="*/ 12 w 15"/>
                  <a:gd name="T5" fmla="*/ 36 h 36"/>
                  <a:gd name="T6" fmla="*/ 9 w 15"/>
                  <a:gd name="T7" fmla="*/ 36 h 36"/>
                  <a:gd name="T8" fmla="*/ 6 w 15"/>
                  <a:gd name="T9" fmla="*/ 36 h 36"/>
                  <a:gd name="T10" fmla="*/ 2 w 15"/>
                  <a:gd name="T11" fmla="*/ 36 h 36"/>
                  <a:gd name="T12" fmla="*/ 1 w 15"/>
                  <a:gd name="T13" fmla="*/ 36 h 36"/>
                  <a:gd name="T14" fmla="*/ 0 w 15"/>
                  <a:gd name="T15" fmla="*/ 36 h 36"/>
                  <a:gd name="T16" fmla="*/ 0 w 15"/>
                  <a:gd name="T17" fmla="*/ 35 h 36"/>
                  <a:gd name="T18" fmla="*/ 0 w 15"/>
                  <a:gd name="T19" fmla="*/ 32 h 36"/>
                  <a:gd name="T20" fmla="*/ 1 w 15"/>
                  <a:gd name="T21" fmla="*/ 28 h 36"/>
                  <a:gd name="T22" fmla="*/ 1 w 15"/>
                  <a:gd name="T23" fmla="*/ 20 h 36"/>
                  <a:gd name="T24" fmla="*/ 1 w 15"/>
                  <a:gd name="T25" fmla="*/ 16 h 36"/>
                  <a:gd name="T26" fmla="*/ 1 w 15"/>
                  <a:gd name="T27" fmla="*/ 12 h 36"/>
                  <a:gd name="T28" fmla="*/ 1 w 15"/>
                  <a:gd name="T29" fmla="*/ 3 h 36"/>
                  <a:gd name="T30" fmla="*/ 1 w 15"/>
                  <a:gd name="T31" fmla="*/ 3 h 36"/>
                  <a:gd name="T32" fmla="*/ 1 w 15"/>
                  <a:gd name="T33" fmla="*/ 2 h 36"/>
                  <a:gd name="T34" fmla="*/ 4 w 15"/>
                  <a:gd name="T35" fmla="*/ 1 h 36"/>
                  <a:gd name="T36" fmla="*/ 7 w 15"/>
                  <a:gd name="T37" fmla="*/ 0 h 36"/>
                  <a:gd name="T38" fmla="*/ 9 w 15"/>
                  <a:gd name="T39" fmla="*/ 0 h 36"/>
                  <a:gd name="T40" fmla="*/ 12 w 15"/>
                  <a:gd name="T41" fmla="*/ 1 h 36"/>
                  <a:gd name="T42" fmla="*/ 13 w 15"/>
                  <a:gd name="T43" fmla="*/ 2 h 36"/>
                  <a:gd name="T44" fmla="*/ 13 w 15"/>
                  <a:gd name="T45" fmla="*/ 13 h 36"/>
                  <a:gd name="T46" fmla="*/ 14 w 15"/>
                  <a:gd name="T47" fmla="*/ 18 h 36"/>
                  <a:gd name="T48" fmla="*/ 14 w 15"/>
                  <a:gd name="T49" fmla="*/ 23 h 36"/>
                  <a:gd name="T50" fmla="*/ 14 w 15"/>
                  <a:gd name="T51" fmla="*/ 28 h 36"/>
                  <a:gd name="T52" fmla="*/ 15 w 15"/>
                  <a:gd name="T53" fmla="*/ 3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" h="36">
                    <a:moveTo>
                      <a:pt x="15" y="32"/>
                    </a:moveTo>
                    <a:cubicBezTo>
                      <a:pt x="15" y="33"/>
                      <a:pt x="15" y="34"/>
                      <a:pt x="15" y="35"/>
                    </a:cubicBezTo>
                    <a:cubicBezTo>
                      <a:pt x="14" y="35"/>
                      <a:pt x="13" y="35"/>
                      <a:pt x="12" y="36"/>
                    </a:cubicBezTo>
                    <a:cubicBezTo>
                      <a:pt x="11" y="36"/>
                      <a:pt x="10" y="36"/>
                      <a:pt x="9" y="36"/>
                    </a:cubicBezTo>
                    <a:cubicBezTo>
                      <a:pt x="8" y="36"/>
                      <a:pt x="7" y="36"/>
                      <a:pt x="6" y="36"/>
                    </a:cubicBezTo>
                    <a:cubicBezTo>
                      <a:pt x="5" y="36"/>
                      <a:pt x="4" y="36"/>
                      <a:pt x="2" y="36"/>
                    </a:cubicBezTo>
                    <a:cubicBezTo>
                      <a:pt x="2" y="36"/>
                      <a:pt x="2" y="35"/>
                      <a:pt x="1" y="36"/>
                    </a:cubicBezTo>
                    <a:cubicBezTo>
                      <a:pt x="1" y="36"/>
                      <a:pt x="0" y="36"/>
                      <a:pt x="0" y="36"/>
                    </a:cubicBezTo>
                    <a:cubicBezTo>
                      <a:pt x="0" y="36"/>
                      <a:pt x="0" y="35"/>
                      <a:pt x="0" y="35"/>
                    </a:cubicBezTo>
                    <a:cubicBezTo>
                      <a:pt x="0" y="34"/>
                      <a:pt x="0" y="33"/>
                      <a:pt x="0" y="32"/>
                    </a:cubicBezTo>
                    <a:cubicBezTo>
                      <a:pt x="1" y="31"/>
                      <a:pt x="1" y="29"/>
                      <a:pt x="1" y="28"/>
                    </a:cubicBezTo>
                    <a:cubicBezTo>
                      <a:pt x="1" y="25"/>
                      <a:pt x="1" y="22"/>
                      <a:pt x="1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1" y="14"/>
                      <a:pt x="1" y="13"/>
                      <a:pt x="1" y="12"/>
                    </a:cubicBezTo>
                    <a:cubicBezTo>
                      <a:pt x="1" y="9"/>
                      <a:pt x="1" y="6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5" y="1"/>
                      <a:pt x="6" y="1"/>
                      <a:pt x="7" y="0"/>
                    </a:cubicBezTo>
                    <a:cubicBezTo>
                      <a:pt x="8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1"/>
                    </a:cubicBezTo>
                    <a:cubicBezTo>
                      <a:pt x="13" y="1"/>
                      <a:pt x="13" y="1"/>
                      <a:pt x="13" y="2"/>
                    </a:cubicBezTo>
                    <a:cubicBezTo>
                      <a:pt x="13" y="6"/>
                      <a:pt x="13" y="9"/>
                      <a:pt x="13" y="13"/>
                    </a:cubicBezTo>
                    <a:cubicBezTo>
                      <a:pt x="13" y="15"/>
                      <a:pt x="13" y="16"/>
                      <a:pt x="14" y="18"/>
                    </a:cubicBezTo>
                    <a:cubicBezTo>
                      <a:pt x="14" y="20"/>
                      <a:pt x="14" y="21"/>
                      <a:pt x="14" y="23"/>
                    </a:cubicBezTo>
                    <a:cubicBezTo>
                      <a:pt x="14" y="24"/>
                      <a:pt x="14" y="26"/>
                      <a:pt x="14" y="28"/>
                    </a:cubicBezTo>
                    <a:cubicBezTo>
                      <a:pt x="15" y="29"/>
                      <a:pt x="15" y="31"/>
                      <a:pt x="15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49" name="Freeform 585">
                <a:extLst>
                  <a:ext uri="{FF2B5EF4-FFF2-40B4-BE49-F238E27FC236}">
                    <a16:creationId xmlns:a16="http://schemas.microsoft.com/office/drawing/2014/main" id="{810A0E34-AD39-4998-9DFF-E0A70A707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912" y="3954818"/>
                <a:ext cx="324102" cy="788350"/>
              </a:xfrm>
              <a:custGeom>
                <a:avLst/>
                <a:gdLst>
                  <a:gd name="T0" fmla="*/ 15 w 15"/>
                  <a:gd name="T1" fmla="*/ 32 h 36"/>
                  <a:gd name="T2" fmla="*/ 15 w 15"/>
                  <a:gd name="T3" fmla="*/ 35 h 36"/>
                  <a:gd name="T4" fmla="*/ 12 w 15"/>
                  <a:gd name="T5" fmla="*/ 36 h 36"/>
                  <a:gd name="T6" fmla="*/ 9 w 15"/>
                  <a:gd name="T7" fmla="*/ 36 h 36"/>
                  <a:gd name="T8" fmla="*/ 6 w 15"/>
                  <a:gd name="T9" fmla="*/ 36 h 36"/>
                  <a:gd name="T10" fmla="*/ 2 w 15"/>
                  <a:gd name="T11" fmla="*/ 36 h 36"/>
                  <a:gd name="T12" fmla="*/ 1 w 15"/>
                  <a:gd name="T13" fmla="*/ 36 h 36"/>
                  <a:gd name="T14" fmla="*/ 0 w 15"/>
                  <a:gd name="T15" fmla="*/ 36 h 36"/>
                  <a:gd name="T16" fmla="*/ 0 w 15"/>
                  <a:gd name="T17" fmla="*/ 35 h 36"/>
                  <a:gd name="T18" fmla="*/ 0 w 15"/>
                  <a:gd name="T19" fmla="*/ 32 h 36"/>
                  <a:gd name="T20" fmla="*/ 1 w 15"/>
                  <a:gd name="T21" fmla="*/ 28 h 36"/>
                  <a:gd name="T22" fmla="*/ 1 w 15"/>
                  <a:gd name="T23" fmla="*/ 20 h 36"/>
                  <a:gd name="T24" fmla="*/ 1 w 15"/>
                  <a:gd name="T25" fmla="*/ 16 h 36"/>
                  <a:gd name="T26" fmla="*/ 1 w 15"/>
                  <a:gd name="T27" fmla="*/ 12 h 36"/>
                  <a:gd name="T28" fmla="*/ 1 w 15"/>
                  <a:gd name="T29" fmla="*/ 3 h 36"/>
                  <a:gd name="T30" fmla="*/ 1 w 15"/>
                  <a:gd name="T31" fmla="*/ 3 h 36"/>
                  <a:gd name="T32" fmla="*/ 1 w 15"/>
                  <a:gd name="T33" fmla="*/ 2 h 36"/>
                  <a:gd name="T34" fmla="*/ 4 w 15"/>
                  <a:gd name="T35" fmla="*/ 1 h 36"/>
                  <a:gd name="T36" fmla="*/ 7 w 15"/>
                  <a:gd name="T37" fmla="*/ 0 h 36"/>
                  <a:gd name="T38" fmla="*/ 9 w 15"/>
                  <a:gd name="T39" fmla="*/ 0 h 36"/>
                  <a:gd name="T40" fmla="*/ 12 w 15"/>
                  <a:gd name="T41" fmla="*/ 1 h 36"/>
                  <a:gd name="T42" fmla="*/ 13 w 15"/>
                  <a:gd name="T43" fmla="*/ 2 h 36"/>
                  <a:gd name="T44" fmla="*/ 13 w 15"/>
                  <a:gd name="T45" fmla="*/ 13 h 36"/>
                  <a:gd name="T46" fmla="*/ 14 w 15"/>
                  <a:gd name="T47" fmla="*/ 18 h 36"/>
                  <a:gd name="T48" fmla="*/ 14 w 15"/>
                  <a:gd name="T49" fmla="*/ 23 h 36"/>
                  <a:gd name="T50" fmla="*/ 14 w 15"/>
                  <a:gd name="T51" fmla="*/ 28 h 36"/>
                  <a:gd name="T52" fmla="*/ 15 w 15"/>
                  <a:gd name="T53" fmla="*/ 3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" h="36">
                    <a:moveTo>
                      <a:pt x="15" y="32"/>
                    </a:moveTo>
                    <a:cubicBezTo>
                      <a:pt x="15" y="33"/>
                      <a:pt x="15" y="34"/>
                      <a:pt x="15" y="35"/>
                    </a:cubicBezTo>
                    <a:cubicBezTo>
                      <a:pt x="14" y="35"/>
                      <a:pt x="13" y="35"/>
                      <a:pt x="12" y="36"/>
                    </a:cubicBezTo>
                    <a:cubicBezTo>
                      <a:pt x="11" y="36"/>
                      <a:pt x="10" y="36"/>
                      <a:pt x="9" y="36"/>
                    </a:cubicBezTo>
                    <a:cubicBezTo>
                      <a:pt x="8" y="36"/>
                      <a:pt x="7" y="36"/>
                      <a:pt x="6" y="36"/>
                    </a:cubicBezTo>
                    <a:cubicBezTo>
                      <a:pt x="5" y="36"/>
                      <a:pt x="4" y="36"/>
                      <a:pt x="2" y="36"/>
                    </a:cubicBezTo>
                    <a:cubicBezTo>
                      <a:pt x="2" y="36"/>
                      <a:pt x="2" y="35"/>
                      <a:pt x="1" y="36"/>
                    </a:cubicBezTo>
                    <a:cubicBezTo>
                      <a:pt x="1" y="36"/>
                      <a:pt x="0" y="36"/>
                      <a:pt x="0" y="36"/>
                    </a:cubicBezTo>
                    <a:cubicBezTo>
                      <a:pt x="0" y="36"/>
                      <a:pt x="0" y="35"/>
                      <a:pt x="0" y="35"/>
                    </a:cubicBezTo>
                    <a:cubicBezTo>
                      <a:pt x="0" y="34"/>
                      <a:pt x="0" y="33"/>
                      <a:pt x="0" y="32"/>
                    </a:cubicBezTo>
                    <a:cubicBezTo>
                      <a:pt x="1" y="31"/>
                      <a:pt x="1" y="29"/>
                      <a:pt x="1" y="28"/>
                    </a:cubicBezTo>
                    <a:cubicBezTo>
                      <a:pt x="1" y="25"/>
                      <a:pt x="1" y="22"/>
                      <a:pt x="1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1" y="14"/>
                      <a:pt x="1" y="13"/>
                      <a:pt x="1" y="12"/>
                    </a:cubicBezTo>
                    <a:cubicBezTo>
                      <a:pt x="1" y="9"/>
                      <a:pt x="1" y="6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5" y="1"/>
                      <a:pt x="6" y="1"/>
                      <a:pt x="7" y="0"/>
                    </a:cubicBezTo>
                    <a:cubicBezTo>
                      <a:pt x="8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1"/>
                    </a:cubicBezTo>
                    <a:cubicBezTo>
                      <a:pt x="13" y="1"/>
                      <a:pt x="13" y="1"/>
                      <a:pt x="13" y="2"/>
                    </a:cubicBezTo>
                    <a:cubicBezTo>
                      <a:pt x="13" y="6"/>
                      <a:pt x="13" y="9"/>
                      <a:pt x="13" y="13"/>
                    </a:cubicBezTo>
                    <a:cubicBezTo>
                      <a:pt x="13" y="15"/>
                      <a:pt x="13" y="16"/>
                      <a:pt x="14" y="18"/>
                    </a:cubicBezTo>
                    <a:cubicBezTo>
                      <a:pt x="14" y="20"/>
                      <a:pt x="14" y="21"/>
                      <a:pt x="14" y="23"/>
                    </a:cubicBezTo>
                    <a:cubicBezTo>
                      <a:pt x="14" y="24"/>
                      <a:pt x="14" y="26"/>
                      <a:pt x="14" y="28"/>
                    </a:cubicBezTo>
                    <a:cubicBezTo>
                      <a:pt x="15" y="29"/>
                      <a:pt x="15" y="31"/>
                      <a:pt x="15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50" name="Freeform 586">
                <a:extLst>
                  <a:ext uri="{FF2B5EF4-FFF2-40B4-BE49-F238E27FC236}">
                    <a16:creationId xmlns:a16="http://schemas.microsoft.com/office/drawing/2014/main" id="{87903A41-759D-4B3E-8BB9-35B331494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005" y="2132859"/>
                <a:ext cx="2040952" cy="2014672"/>
              </a:xfrm>
              <a:custGeom>
                <a:avLst/>
                <a:gdLst>
                  <a:gd name="T0" fmla="*/ 92 w 93"/>
                  <a:gd name="T1" fmla="*/ 64 h 92"/>
                  <a:gd name="T2" fmla="*/ 92 w 93"/>
                  <a:gd name="T3" fmla="*/ 70 h 92"/>
                  <a:gd name="T4" fmla="*/ 85 w 93"/>
                  <a:gd name="T5" fmla="*/ 79 h 92"/>
                  <a:gd name="T6" fmla="*/ 79 w 93"/>
                  <a:gd name="T7" fmla="*/ 84 h 92"/>
                  <a:gd name="T8" fmla="*/ 76 w 93"/>
                  <a:gd name="T9" fmla="*/ 88 h 92"/>
                  <a:gd name="T10" fmla="*/ 71 w 93"/>
                  <a:gd name="T11" fmla="*/ 90 h 92"/>
                  <a:gd name="T12" fmla="*/ 65 w 93"/>
                  <a:gd name="T13" fmla="*/ 91 h 92"/>
                  <a:gd name="T14" fmla="*/ 61 w 93"/>
                  <a:gd name="T15" fmla="*/ 90 h 92"/>
                  <a:gd name="T16" fmla="*/ 58 w 93"/>
                  <a:gd name="T17" fmla="*/ 90 h 92"/>
                  <a:gd name="T18" fmla="*/ 51 w 93"/>
                  <a:gd name="T19" fmla="*/ 90 h 92"/>
                  <a:gd name="T20" fmla="*/ 37 w 93"/>
                  <a:gd name="T21" fmla="*/ 91 h 92"/>
                  <a:gd name="T22" fmla="*/ 34 w 93"/>
                  <a:gd name="T23" fmla="*/ 90 h 92"/>
                  <a:gd name="T24" fmla="*/ 31 w 93"/>
                  <a:gd name="T25" fmla="*/ 89 h 92"/>
                  <a:gd name="T26" fmla="*/ 24 w 93"/>
                  <a:gd name="T27" fmla="*/ 87 h 92"/>
                  <a:gd name="T28" fmla="*/ 17 w 93"/>
                  <a:gd name="T29" fmla="*/ 87 h 92"/>
                  <a:gd name="T30" fmla="*/ 11 w 93"/>
                  <a:gd name="T31" fmla="*/ 87 h 92"/>
                  <a:gd name="T32" fmla="*/ 4 w 93"/>
                  <a:gd name="T33" fmla="*/ 85 h 92"/>
                  <a:gd name="T34" fmla="*/ 1 w 93"/>
                  <a:gd name="T35" fmla="*/ 81 h 92"/>
                  <a:gd name="T36" fmla="*/ 0 w 93"/>
                  <a:gd name="T37" fmla="*/ 75 h 92"/>
                  <a:gd name="T38" fmla="*/ 2 w 93"/>
                  <a:gd name="T39" fmla="*/ 69 h 92"/>
                  <a:gd name="T40" fmla="*/ 4 w 93"/>
                  <a:gd name="T41" fmla="*/ 62 h 92"/>
                  <a:gd name="T42" fmla="*/ 2 w 93"/>
                  <a:gd name="T43" fmla="*/ 56 h 92"/>
                  <a:gd name="T44" fmla="*/ 1 w 93"/>
                  <a:gd name="T45" fmla="*/ 53 h 92"/>
                  <a:gd name="T46" fmla="*/ 1 w 93"/>
                  <a:gd name="T47" fmla="*/ 50 h 92"/>
                  <a:gd name="T48" fmla="*/ 2 w 93"/>
                  <a:gd name="T49" fmla="*/ 47 h 92"/>
                  <a:gd name="T50" fmla="*/ 1 w 93"/>
                  <a:gd name="T51" fmla="*/ 44 h 92"/>
                  <a:gd name="T52" fmla="*/ 4 w 93"/>
                  <a:gd name="T53" fmla="*/ 37 h 92"/>
                  <a:gd name="T54" fmla="*/ 8 w 93"/>
                  <a:gd name="T55" fmla="*/ 33 h 92"/>
                  <a:gd name="T56" fmla="*/ 11 w 93"/>
                  <a:gd name="T57" fmla="*/ 31 h 92"/>
                  <a:gd name="T58" fmla="*/ 12 w 93"/>
                  <a:gd name="T59" fmla="*/ 27 h 92"/>
                  <a:gd name="T60" fmla="*/ 13 w 93"/>
                  <a:gd name="T61" fmla="*/ 25 h 92"/>
                  <a:gd name="T62" fmla="*/ 15 w 93"/>
                  <a:gd name="T63" fmla="*/ 23 h 92"/>
                  <a:gd name="T64" fmla="*/ 15 w 93"/>
                  <a:gd name="T65" fmla="*/ 19 h 92"/>
                  <a:gd name="T66" fmla="*/ 16 w 93"/>
                  <a:gd name="T67" fmla="*/ 17 h 92"/>
                  <a:gd name="T68" fmla="*/ 20 w 93"/>
                  <a:gd name="T69" fmla="*/ 12 h 92"/>
                  <a:gd name="T70" fmla="*/ 23 w 93"/>
                  <a:gd name="T71" fmla="*/ 10 h 92"/>
                  <a:gd name="T72" fmla="*/ 25 w 93"/>
                  <a:gd name="T73" fmla="*/ 8 h 92"/>
                  <a:gd name="T74" fmla="*/ 27 w 93"/>
                  <a:gd name="T75" fmla="*/ 5 h 92"/>
                  <a:gd name="T76" fmla="*/ 28 w 93"/>
                  <a:gd name="T77" fmla="*/ 3 h 92"/>
                  <a:gd name="T78" fmla="*/ 34 w 93"/>
                  <a:gd name="T79" fmla="*/ 1 h 92"/>
                  <a:gd name="T80" fmla="*/ 38 w 93"/>
                  <a:gd name="T81" fmla="*/ 0 h 92"/>
                  <a:gd name="T82" fmla="*/ 45 w 93"/>
                  <a:gd name="T83" fmla="*/ 1 h 92"/>
                  <a:gd name="T84" fmla="*/ 49 w 93"/>
                  <a:gd name="T85" fmla="*/ 4 h 92"/>
                  <a:gd name="T86" fmla="*/ 55 w 93"/>
                  <a:gd name="T87" fmla="*/ 8 h 92"/>
                  <a:gd name="T88" fmla="*/ 60 w 93"/>
                  <a:gd name="T89" fmla="*/ 10 h 92"/>
                  <a:gd name="T90" fmla="*/ 68 w 93"/>
                  <a:gd name="T91" fmla="*/ 18 h 92"/>
                  <a:gd name="T92" fmla="*/ 78 w 93"/>
                  <a:gd name="T93" fmla="*/ 27 h 92"/>
                  <a:gd name="T94" fmla="*/ 87 w 93"/>
                  <a:gd name="T95" fmla="*/ 34 h 92"/>
                  <a:gd name="T96" fmla="*/ 89 w 93"/>
                  <a:gd name="T97" fmla="*/ 39 h 92"/>
                  <a:gd name="T98" fmla="*/ 91 w 93"/>
                  <a:gd name="T99" fmla="*/ 45 h 92"/>
                  <a:gd name="T100" fmla="*/ 92 w 93"/>
                  <a:gd name="T101" fmla="*/ 58 h 92"/>
                  <a:gd name="T102" fmla="*/ 92 w 93"/>
                  <a:gd name="T103" fmla="*/ 6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" h="92">
                    <a:moveTo>
                      <a:pt x="92" y="64"/>
                    </a:moveTo>
                    <a:cubicBezTo>
                      <a:pt x="93" y="66"/>
                      <a:pt x="93" y="68"/>
                      <a:pt x="92" y="70"/>
                    </a:cubicBezTo>
                    <a:cubicBezTo>
                      <a:pt x="91" y="74"/>
                      <a:pt x="88" y="77"/>
                      <a:pt x="85" y="79"/>
                    </a:cubicBezTo>
                    <a:cubicBezTo>
                      <a:pt x="83" y="81"/>
                      <a:pt x="81" y="82"/>
                      <a:pt x="79" y="84"/>
                    </a:cubicBezTo>
                    <a:cubicBezTo>
                      <a:pt x="78" y="86"/>
                      <a:pt x="77" y="87"/>
                      <a:pt x="76" y="88"/>
                    </a:cubicBezTo>
                    <a:cubicBezTo>
                      <a:pt x="74" y="89"/>
                      <a:pt x="72" y="90"/>
                      <a:pt x="71" y="90"/>
                    </a:cubicBezTo>
                    <a:cubicBezTo>
                      <a:pt x="69" y="90"/>
                      <a:pt x="67" y="91"/>
                      <a:pt x="65" y="91"/>
                    </a:cubicBezTo>
                    <a:cubicBezTo>
                      <a:pt x="63" y="90"/>
                      <a:pt x="62" y="90"/>
                      <a:pt x="61" y="90"/>
                    </a:cubicBezTo>
                    <a:cubicBezTo>
                      <a:pt x="60" y="90"/>
                      <a:pt x="59" y="90"/>
                      <a:pt x="58" y="90"/>
                    </a:cubicBezTo>
                    <a:cubicBezTo>
                      <a:pt x="51" y="90"/>
                      <a:pt x="51" y="90"/>
                      <a:pt x="51" y="90"/>
                    </a:cubicBezTo>
                    <a:cubicBezTo>
                      <a:pt x="46" y="90"/>
                      <a:pt x="42" y="92"/>
                      <a:pt x="37" y="91"/>
                    </a:cubicBezTo>
                    <a:cubicBezTo>
                      <a:pt x="36" y="91"/>
                      <a:pt x="35" y="91"/>
                      <a:pt x="34" y="90"/>
                    </a:cubicBezTo>
                    <a:cubicBezTo>
                      <a:pt x="33" y="90"/>
                      <a:pt x="32" y="89"/>
                      <a:pt x="31" y="89"/>
                    </a:cubicBezTo>
                    <a:cubicBezTo>
                      <a:pt x="29" y="88"/>
                      <a:pt x="27" y="87"/>
                      <a:pt x="24" y="87"/>
                    </a:cubicBezTo>
                    <a:cubicBezTo>
                      <a:pt x="22" y="87"/>
                      <a:pt x="19" y="87"/>
                      <a:pt x="17" y="87"/>
                    </a:cubicBezTo>
                    <a:cubicBezTo>
                      <a:pt x="15" y="87"/>
                      <a:pt x="13" y="88"/>
                      <a:pt x="11" y="87"/>
                    </a:cubicBezTo>
                    <a:cubicBezTo>
                      <a:pt x="9" y="86"/>
                      <a:pt x="6" y="86"/>
                      <a:pt x="4" y="85"/>
                    </a:cubicBezTo>
                    <a:cubicBezTo>
                      <a:pt x="3" y="84"/>
                      <a:pt x="2" y="83"/>
                      <a:pt x="1" y="81"/>
                    </a:cubicBezTo>
                    <a:cubicBezTo>
                      <a:pt x="0" y="79"/>
                      <a:pt x="0" y="77"/>
                      <a:pt x="0" y="75"/>
                    </a:cubicBezTo>
                    <a:cubicBezTo>
                      <a:pt x="0" y="73"/>
                      <a:pt x="1" y="71"/>
                      <a:pt x="2" y="69"/>
                    </a:cubicBezTo>
                    <a:cubicBezTo>
                      <a:pt x="2" y="66"/>
                      <a:pt x="4" y="65"/>
                      <a:pt x="4" y="62"/>
                    </a:cubicBezTo>
                    <a:cubicBezTo>
                      <a:pt x="4" y="60"/>
                      <a:pt x="3" y="58"/>
                      <a:pt x="2" y="56"/>
                    </a:cubicBezTo>
                    <a:cubicBezTo>
                      <a:pt x="2" y="55"/>
                      <a:pt x="2" y="54"/>
                      <a:pt x="1" y="53"/>
                    </a:cubicBezTo>
                    <a:cubicBezTo>
                      <a:pt x="1" y="52"/>
                      <a:pt x="1" y="51"/>
                      <a:pt x="1" y="50"/>
                    </a:cubicBezTo>
                    <a:cubicBezTo>
                      <a:pt x="1" y="49"/>
                      <a:pt x="2" y="48"/>
                      <a:pt x="2" y="47"/>
                    </a:cubicBezTo>
                    <a:cubicBezTo>
                      <a:pt x="2" y="46"/>
                      <a:pt x="1" y="45"/>
                      <a:pt x="1" y="44"/>
                    </a:cubicBezTo>
                    <a:cubicBezTo>
                      <a:pt x="2" y="41"/>
                      <a:pt x="2" y="39"/>
                      <a:pt x="4" y="37"/>
                    </a:cubicBezTo>
                    <a:cubicBezTo>
                      <a:pt x="5" y="36"/>
                      <a:pt x="7" y="35"/>
                      <a:pt x="8" y="33"/>
                    </a:cubicBezTo>
                    <a:cubicBezTo>
                      <a:pt x="9" y="33"/>
                      <a:pt x="10" y="32"/>
                      <a:pt x="11" y="31"/>
                    </a:cubicBezTo>
                    <a:cubicBezTo>
                      <a:pt x="12" y="30"/>
                      <a:pt x="12" y="29"/>
                      <a:pt x="12" y="27"/>
                    </a:cubicBezTo>
                    <a:cubicBezTo>
                      <a:pt x="12" y="26"/>
                      <a:pt x="13" y="26"/>
                      <a:pt x="13" y="25"/>
                    </a:cubicBezTo>
                    <a:cubicBezTo>
                      <a:pt x="14" y="24"/>
                      <a:pt x="14" y="23"/>
                      <a:pt x="15" y="23"/>
                    </a:cubicBezTo>
                    <a:cubicBezTo>
                      <a:pt x="15" y="21"/>
                      <a:pt x="15" y="20"/>
                      <a:pt x="15" y="19"/>
                    </a:cubicBezTo>
                    <a:cubicBezTo>
                      <a:pt x="15" y="18"/>
                      <a:pt x="16" y="17"/>
                      <a:pt x="16" y="17"/>
                    </a:cubicBezTo>
                    <a:cubicBezTo>
                      <a:pt x="17" y="15"/>
                      <a:pt x="18" y="13"/>
                      <a:pt x="20" y="12"/>
                    </a:cubicBezTo>
                    <a:cubicBezTo>
                      <a:pt x="21" y="12"/>
                      <a:pt x="22" y="11"/>
                      <a:pt x="23" y="10"/>
                    </a:cubicBezTo>
                    <a:cubicBezTo>
                      <a:pt x="23" y="10"/>
                      <a:pt x="24" y="9"/>
                      <a:pt x="25" y="8"/>
                    </a:cubicBezTo>
                    <a:cubicBezTo>
                      <a:pt x="25" y="7"/>
                      <a:pt x="26" y="6"/>
                      <a:pt x="27" y="5"/>
                    </a:cubicBezTo>
                    <a:cubicBezTo>
                      <a:pt x="27" y="5"/>
                      <a:pt x="28" y="4"/>
                      <a:pt x="28" y="3"/>
                    </a:cubicBezTo>
                    <a:cubicBezTo>
                      <a:pt x="30" y="2"/>
                      <a:pt x="32" y="2"/>
                      <a:pt x="34" y="1"/>
                    </a:cubicBezTo>
                    <a:cubicBezTo>
                      <a:pt x="35" y="1"/>
                      <a:pt x="37" y="1"/>
                      <a:pt x="38" y="0"/>
                    </a:cubicBezTo>
                    <a:cubicBezTo>
                      <a:pt x="38" y="0"/>
                      <a:pt x="43" y="0"/>
                      <a:pt x="45" y="1"/>
                    </a:cubicBezTo>
                    <a:cubicBezTo>
                      <a:pt x="47" y="2"/>
                      <a:pt x="48" y="3"/>
                      <a:pt x="49" y="4"/>
                    </a:cubicBezTo>
                    <a:cubicBezTo>
                      <a:pt x="51" y="6"/>
                      <a:pt x="53" y="7"/>
                      <a:pt x="55" y="8"/>
                    </a:cubicBezTo>
                    <a:cubicBezTo>
                      <a:pt x="57" y="8"/>
                      <a:pt x="59" y="9"/>
                      <a:pt x="60" y="10"/>
                    </a:cubicBezTo>
                    <a:cubicBezTo>
                      <a:pt x="64" y="12"/>
                      <a:pt x="66" y="15"/>
                      <a:pt x="68" y="18"/>
                    </a:cubicBezTo>
                    <a:cubicBezTo>
                      <a:pt x="71" y="22"/>
                      <a:pt x="74" y="25"/>
                      <a:pt x="78" y="27"/>
                    </a:cubicBezTo>
                    <a:cubicBezTo>
                      <a:pt x="81" y="29"/>
                      <a:pt x="85" y="31"/>
                      <a:pt x="87" y="34"/>
                    </a:cubicBezTo>
                    <a:cubicBezTo>
                      <a:pt x="88" y="36"/>
                      <a:pt x="89" y="37"/>
                      <a:pt x="89" y="39"/>
                    </a:cubicBezTo>
                    <a:cubicBezTo>
                      <a:pt x="90" y="41"/>
                      <a:pt x="91" y="43"/>
                      <a:pt x="91" y="45"/>
                    </a:cubicBezTo>
                    <a:cubicBezTo>
                      <a:pt x="92" y="49"/>
                      <a:pt x="92" y="54"/>
                      <a:pt x="92" y="58"/>
                    </a:cubicBezTo>
                    <a:cubicBezTo>
                      <a:pt x="91" y="60"/>
                      <a:pt x="91" y="62"/>
                      <a:pt x="92" y="6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51" name="Freeform 587">
                <a:extLst>
                  <a:ext uri="{FF2B5EF4-FFF2-40B4-BE49-F238E27FC236}">
                    <a16:creationId xmlns:a16="http://schemas.microsoft.com/office/drawing/2014/main" id="{CFA7D43F-CFA2-47E6-9DC9-620A7A727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005" y="2132865"/>
                <a:ext cx="2040952" cy="2014672"/>
              </a:xfrm>
              <a:custGeom>
                <a:avLst/>
                <a:gdLst>
                  <a:gd name="T0" fmla="*/ 92 w 93"/>
                  <a:gd name="T1" fmla="*/ 64 h 92"/>
                  <a:gd name="T2" fmla="*/ 92 w 93"/>
                  <a:gd name="T3" fmla="*/ 70 h 92"/>
                  <a:gd name="T4" fmla="*/ 85 w 93"/>
                  <a:gd name="T5" fmla="*/ 79 h 92"/>
                  <a:gd name="T6" fmla="*/ 79 w 93"/>
                  <a:gd name="T7" fmla="*/ 84 h 92"/>
                  <a:gd name="T8" fmla="*/ 76 w 93"/>
                  <a:gd name="T9" fmla="*/ 88 h 92"/>
                  <a:gd name="T10" fmla="*/ 71 w 93"/>
                  <a:gd name="T11" fmla="*/ 90 h 92"/>
                  <a:gd name="T12" fmla="*/ 65 w 93"/>
                  <a:gd name="T13" fmla="*/ 91 h 92"/>
                  <a:gd name="T14" fmla="*/ 61 w 93"/>
                  <a:gd name="T15" fmla="*/ 90 h 92"/>
                  <a:gd name="T16" fmla="*/ 58 w 93"/>
                  <a:gd name="T17" fmla="*/ 90 h 92"/>
                  <a:gd name="T18" fmla="*/ 51 w 93"/>
                  <a:gd name="T19" fmla="*/ 90 h 92"/>
                  <a:gd name="T20" fmla="*/ 37 w 93"/>
                  <a:gd name="T21" fmla="*/ 91 h 92"/>
                  <a:gd name="T22" fmla="*/ 34 w 93"/>
                  <a:gd name="T23" fmla="*/ 90 h 92"/>
                  <a:gd name="T24" fmla="*/ 31 w 93"/>
                  <a:gd name="T25" fmla="*/ 89 h 92"/>
                  <a:gd name="T26" fmla="*/ 24 w 93"/>
                  <a:gd name="T27" fmla="*/ 87 h 92"/>
                  <a:gd name="T28" fmla="*/ 17 w 93"/>
                  <a:gd name="T29" fmla="*/ 87 h 92"/>
                  <a:gd name="T30" fmla="*/ 11 w 93"/>
                  <a:gd name="T31" fmla="*/ 87 h 92"/>
                  <a:gd name="T32" fmla="*/ 4 w 93"/>
                  <a:gd name="T33" fmla="*/ 85 h 92"/>
                  <a:gd name="T34" fmla="*/ 1 w 93"/>
                  <a:gd name="T35" fmla="*/ 81 h 92"/>
                  <a:gd name="T36" fmla="*/ 0 w 93"/>
                  <a:gd name="T37" fmla="*/ 75 h 92"/>
                  <a:gd name="T38" fmla="*/ 2 w 93"/>
                  <a:gd name="T39" fmla="*/ 69 h 92"/>
                  <a:gd name="T40" fmla="*/ 4 w 93"/>
                  <a:gd name="T41" fmla="*/ 62 h 92"/>
                  <a:gd name="T42" fmla="*/ 2 w 93"/>
                  <a:gd name="T43" fmla="*/ 56 h 92"/>
                  <a:gd name="T44" fmla="*/ 1 w 93"/>
                  <a:gd name="T45" fmla="*/ 53 h 92"/>
                  <a:gd name="T46" fmla="*/ 1 w 93"/>
                  <a:gd name="T47" fmla="*/ 50 h 92"/>
                  <a:gd name="T48" fmla="*/ 2 w 93"/>
                  <a:gd name="T49" fmla="*/ 47 h 92"/>
                  <a:gd name="T50" fmla="*/ 1 w 93"/>
                  <a:gd name="T51" fmla="*/ 44 h 92"/>
                  <a:gd name="T52" fmla="*/ 4 w 93"/>
                  <a:gd name="T53" fmla="*/ 37 h 92"/>
                  <a:gd name="T54" fmla="*/ 8 w 93"/>
                  <a:gd name="T55" fmla="*/ 33 h 92"/>
                  <a:gd name="T56" fmla="*/ 11 w 93"/>
                  <a:gd name="T57" fmla="*/ 31 h 92"/>
                  <a:gd name="T58" fmla="*/ 12 w 93"/>
                  <a:gd name="T59" fmla="*/ 27 h 92"/>
                  <a:gd name="T60" fmla="*/ 13 w 93"/>
                  <a:gd name="T61" fmla="*/ 25 h 92"/>
                  <a:gd name="T62" fmla="*/ 15 w 93"/>
                  <a:gd name="T63" fmla="*/ 23 h 92"/>
                  <a:gd name="T64" fmla="*/ 15 w 93"/>
                  <a:gd name="T65" fmla="*/ 19 h 92"/>
                  <a:gd name="T66" fmla="*/ 16 w 93"/>
                  <a:gd name="T67" fmla="*/ 17 h 92"/>
                  <a:gd name="T68" fmla="*/ 20 w 93"/>
                  <a:gd name="T69" fmla="*/ 12 h 92"/>
                  <a:gd name="T70" fmla="*/ 23 w 93"/>
                  <a:gd name="T71" fmla="*/ 10 h 92"/>
                  <a:gd name="T72" fmla="*/ 25 w 93"/>
                  <a:gd name="T73" fmla="*/ 8 h 92"/>
                  <a:gd name="T74" fmla="*/ 27 w 93"/>
                  <a:gd name="T75" fmla="*/ 5 h 92"/>
                  <a:gd name="T76" fmla="*/ 28 w 93"/>
                  <a:gd name="T77" fmla="*/ 3 h 92"/>
                  <a:gd name="T78" fmla="*/ 34 w 93"/>
                  <a:gd name="T79" fmla="*/ 1 h 92"/>
                  <a:gd name="T80" fmla="*/ 38 w 93"/>
                  <a:gd name="T81" fmla="*/ 0 h 92"/>
                  <a:gd name="T82" fmla="*/ 45 w 93"/>
                  <a:gd name="T83" fmla="*/ 1 h 92"/>
                  <a:gd name="T84" fmla="*/ 49 w 93"/>
                  <a:gd name="T85" fmla="*/ 4 h 92"/>
                  <a:gd name="T86" fmla="*/ 55 w 93"/>
                  <a:gd name="T87" fmla="*/ 8 h 92"/>
                  <a:gd name="T88" fmla="*/ 60 w 93"/>
                  <a:gd name="T89" fmla="*/ 10 h 92"/>
                  <a:gd name="T90" fmla="*/ 68 w 93"/>
                  <a:gd name="T91" fmla="*/ 18 h 92"/>
                  <a:gd name="T92" fmla="*/ 78 w 93"/>
                  <a:gd name="T93" fmla="*/ 27 h 92"/>
                  <a:gd name="T94" fmla="*/ 87 w 93"/>
                  <a:gd name="T95" fmla="*/ 34 h 92"/>
                  <a:gd name="T96" fmla="*/ 89 w 93"/>
                  <a:gd name="T97" fmla="*/ 39 h 92"/>
                  <a:gd name="T98" fmla="*/ 91 w 93"/>
                  <a:gd name="T99" fmla="*/ 45 h 92"/>
                  <a:gd name="T100" fmla="*/ 92 w 93"/>
                  <a:gd name="T101" fmla="*/ 58 h 92"/>
                  <a:gd name="T102" fmla="*/ 92 w 93"/>
                  <a:gd name="T103" fmla="*/ 6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" h="92">
                    <a:moveTo>
                      <a:pt x="92" y="64"/>
                    </a:moveTo>
                    <a:cubicBezTo>
                      <a:pt x="93" y="66"/>
                      <a:pt x="93" y="68"/>
                      <a:pt x="92" y="70"/>
                    </a:cubicBezTo>
                    <a:cubicBezTo>
                      <a:pt x="91" y="74"/>
                      <a:pt x="88" y="77"/>
                      <a:pt x="85" y="79"/>
                    </a:cubicBezTo>
                    <a:cubicBezTo>
                      <a:pt x="83" y="81"/>
                      <a:pt x="81" y="82"/>
                      <a:pt x="79" y="84"/>
                    </a:cubicBezTo>
                    <a:cubicBezTo>
                      <a:pt x="78" y="86"/>
                      <a:pt x="77" y="87"/>
                      <a:pt x="76" y="88"/>
                    </a:cubicBezTo>
                    <a:cubicBezTo>
                      <a:pt x="74" y="89"/>
                      <a:pt x="72" y="90"/>
                      <a:pt x="71" y="90"/>
                    </a:cubicBezTo>
                    <a:cubicBezTo>
                      <a:pt x="69" y="90"/>
                      <a:pt x="67" y="91"/>
                      <a:pt x="65" y="91"/>
                    </a:cubicBezTo>
                    <a:cubicBezTo>
                      <a:pt x="63" y="90"/>
                      <a:pt x="62" y="90"/>
                      <a:pt x="61" y="90"/>
                    </a:cubicBezTo>
                    <a:cubicBezTo>
                      <a:pt x="60" y="90"/>
                      <a:pt x="59" y="90"/>
                      <a:pt x="58" y="90"/>
                    </a:cubicBezTo>
                    <a:cubicBezTo>
                      <a:pt x="51" y="90"/>
                      <a:pt x="51" y="90"/>
                      <a:pt x="51" y="90"/>
                    </a:cubicBezTo>
                    <a:cubicBezTo>
                      <a:pt x="46" y="90"/>
                      <a:pt x="42" y="92"/>
                      <a:pt x="37" y="91"/>
                    </a:cubicBezTo>
                    <a:cubicBezTo>
                      <a:pt x="36" y="91"/>
                      <a:pt x="35" y="91"/>
                      <a:pt x="34" y="90"/>
                    </a:cubicBezTo>
                    <a:cubicBezTo>
                      <a:pt x="33" y="90"/>
                      <a:pt x="32" y="89"/>
                      <a:pt x="31" y="89"/>
                    </a:cubicBezTo>
                    <a:cubicBezTo>
                      <a:pt x="29" y="88"/>
                      <a:pt x="27" y="87"/>
                      <a:pt x="24" y="87"/>
                    </a:cubicBezTo>
                    <a:cubicBezTo>
                      <a:pt x="22" y="87"/>
                      <a:pt x="19" y="87"/>
                      <a:pt x="17" y="87"/>
                    </a:cubicBezTo>
                    <a:cubicBezTo>
                      <a:pt x="15" y="87"/>
                      <a:pt x="13" y="88"/>
                      <a:pt x="11" y="87"/>
                    </a:cubicBezTo>
                    <a:cubicBezTo>
                      <a:pt x="9" y="86"/>
                      <a:pt x="6" y="86"/>
                      <a:pt x="4" y="85"/>
                    </a:cubicBezTo>
                    <a:cubicBezTo>
                      <a:pt x="3" y="84"/>
                      <a:pt x="2" y="83"/>
                      <a:pt x="1" y="81"/>
                    </a:cubicBezTo>
                    <a:cubicBezTo>
                      <a:pt x="0" y="79"/>
                      <a:pt x="0" y="77"/>
                      <a:pt x="0" y="75"/>
                    </a:cubicBezTo>
                    <a:cubicBezTo>
                      <a:pt x="0" y="73"/>
                      <a:pt x="1" y="71"/>
                      <a:pt x="2" y="69"/>
                    </a:cubicBezTo>
                    <a:cubicBezTo>
                      <a:pt x="2" y="66"/>
                      <a:pt x="4" y="65"/>
                      <a:pt x="4" y="62"/>
                    </a:cubicBezTo>
                    <a:cubicBezTo>
                      <a:pt x="4" y="60"/>
                      <a:pt x="3" y="58"/>
                      <a:pt x="2" y="56"/>
                    </a:cubicBezTo>
                    <a:cubicBezTo>
                      <a:pt x="2" y="55"/>
                      <a:pt x="2" y="54"/>
                      <a:pt x="1" y="53"/>
                    </a:cubicBezTo>
                    <a:cubicBezTo>
                      <a:pt x="1" y="52"/>
                      <a:pt x="1" y="51"/>
                      <a:pt x="1" y="50"/>
                    </a:cubicBezTo>
                    <a:cubicBezTo>
                      <a:pt x="1" y="49"/>
                      <a:pt x="2" y="48"/>
                      <a:pt x="2" y="47"/>
                    </a:cubicBezTo>
                    <a:cubicBezTo>
                      <a:pt x="2" y="46"/>
                      <a:pt x="1" y="45"/>
                      <a:pt x="1" y="44"/>
                    </a:cubicBezTo>
                    <a:cubicBezTo>
                      <a:pt x="2" y="41"/>
                      <a:pt x="2" y="39"/>
                      <a:pt x="4" y="37"/>
                    </a:cubicBezTo>
                    <a:cubicBezTo>
                      <a:pt x="5" y="36"/>
                      <a:pt x="7" y="35"/>
                      <a:pt x="8" y="33"/>
                    </a:cubicBezTo>
                    <a:cubicBezTo>
                      <a:pt x="9" y="33"/>
                      <a:pt x="10" y="32"/>
                      <a:pt x="11" y="31"/>
                    </a:cubicBezTo>
                    <a:cubicBezTo>
                      <a:pt x="12" y="30"/>
                      <a:pt x="12" y="29"/>
                      <a:pt x="12" y="27"/>
                    </a:cubicBezTo>
                    <a:cubicBezTo>
                      <a:pt x="12" y="26"/>
                      <a:pt x="13" y="26"/>
                      <a:pt x="13" y="25"/>
                    </a:cubicBezTo>
                    <a:cubicBezTo>
                      <a:pt x="14" y="24"/>
                      <a:pt x="14" y="23"/>
                      <a:pt x="15" y="23"/>
                    </a:cubicBezTo>
                    <a:cubicBezTo>
                      <a:pt x="15" y="21"/>
                      <a:pt x="15" y="20"/>
                      <a:pt x="15" y="19"/>
                    </a:cubicBezTo>
                    <a:cubicBezTo>
                      <a:pt x="15" y="18"/>
                      <a:pt x="16" y="17"/>
                      <a:pt x="16" y="17"/>
                    </a:cubicBezTo>
                    <a:cubicBezTo>
                      <a:pt x="17" y="15"/>
                      <a:pt x="18" y="13"/>
                      <a:pt x="20" y="12"/>
                    </a:cubicBezTo>
                    <a:cubicBezTo>
                      <a:pt x="21" y="12"/>
                      <a:pt x="22" y="11"/>
                      <a:pt x="23" y="10"/>
                    </a:cubicBezTo>
                    <a:cubicBezTo>
                      <a:pt x="23" y="10"/>
                      <a:pt x="24" y="9"/>
                      <a:pt x="25" y="8"/>
                    </a:cubicBezTo>
                    <a:cubicBezTo>
                      <a:pt x="25" y="7"/>
                      <a:pt x="26" y="6"/>
                      <a:pt x="27" y="5"/>
                    </a:cubicBezTo>
                    <a:cubicBezTo>
                      <a:pt x="27" y="5"/>
                      <a:pt x="28" y="4"/>
                      <a:pt x="28" y="3"/>
                    </a:cubicBezTo>
                    <a:cubicBezTo>
                      <a:pt x="30" y="2"/>
                      <a:pt x="32" y="2"/>
                      <a:pt x="34" y="1"/>
                    </a:cubicBezTo>
                    <a:cubicBezTo>
                      <a:pt x="35" y="1"/>
                      <a:pt x="37" y="1"/>
                      <a:pt x="38" y="0"/>
                    </a:cubicBezTo>
                    <a:cubicBezTo>
                      <a:pt x="38" y="0"/>
                      <a:pt x="43" y="0"/>
                      <a:pt x="45" y="1"/>
                    </a:cubicBezTo>
                    <a:cubicBezTo>
                      <a:pt x="47" y="2"/>
                      <a:pt x="48" y="3"/>
                      <a:pt x="49" y="4"/>
                    </a:cubicBezTo>
                    <a:cubicBezTo>
                      <a:pt x="51" y="6"/>
                      <a:pt x="53" y="7"/>
                      <a:pt x="55" y="8"/>
                    </a:cubicBezTo>
                    <a:cubicBezTo>
                      <a:pt x="57" y="8"/>
                      <a:pt x="59" y="9"/>
                      <a:pt x="60" y="10"/>
                    </a:cubicBezTo>
                    <a:cubicBezTo>
                      <a:pt x="64" y="12"/>
                      <a:pt x="66" y="15"/>
                      <a:pt x="68" y="18"/>
                    </a:cubicBezTo>
                    <a:cubicBezTo>
                      <a:pt x="71" y="22"/>
                      <a:pt x="74" y="25"/>
                      <a:pt x="78" y="27"/>
                    </a:cubicBezTo>
                    <a:cubicBezTo>
                      <a:pt x="81" y="29"/>
                      <a:pt x="85" y="31"/>
                      <a:pt x="87" y="34"/>
                    </a:cubicBezTo>
                    <a:cubicBezTo>
                      <a:pt x="88" y="36"/>
                      <a:pt x="89" y="37"/>
                      <a:pt x="89" y="39"/>
                    </a:cubicBezTo>
                    <a:cubicBezTo>
                      <a:pt x="90" y="41"/>
                      <a:pt x="91" y="43"/>
                      <a:pt x="91" y="45"/>
                    </a:cubicBezTo>
                    <a:cubicBezTo>
                      <a:pt x="92" y="49"/>
                      <a:pt x="92" y="54"/>
                      <a:pt x="92" y="58"/>
                    </a:cubicBezTo>
                    <a:cubicBezTo>
                      <a:pt x="91" y="60"/>
                      <a:pt x="91" y="62"/>
                      <a:pt x="92" y="6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52" name="Freeform 588">
                <a:extLst>
                  <a:ext uri="{FF2B5EF4-FFF2-40B4-BE49-F238E27FC236}">
                    <a16:creationId xmlns:a16="http://schemas.microsoft.com/office/drawing/2014/main" id="{53B4A3FF-A8CC-43F9-AC09-15980C3DE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712" y="3490570"/>
                <a:ext cx="437972" cy="2084748"/>
              </a:xfrm>
              <a:custGeom>
                <a:avLst/>
                <a:gdLst>
                  <a:gd name="T0" fmla="*/ 0 w 50"/>
                  <a:gd name="T1" fmla="*/ 148 h 238"/>
                  <a:gd name="T2" fmla="*/ 50 w 50"/>
                  <a:gd name="T3" fmla="*/ 238 h 238"/>
                  <a:gd name="T4" fmla="*/ 50 w 50"/>
                  <a:gd name="T5" fmla="*/ 88 h 238"/>
                  <a:gd name="T6" fmla="*/ 0 w 50"/>
                  <a:gd name="T7" fmla="*/ 0 h 238"/>
                  <a:gd name="T8" fmla="*/ 0 w 50"/>
                  <a:gd name="T9" fmla="*/ 14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238">
                    <a:moveTo>
                      <a:pt x="0" y="148"/>
                    </a:moveTo>
                    <a:lnTo>
                      <a:pt x="50" y="238"/>
                    </a:lnTo>
                    <a:lnTo>
                      <a:pt x="50" y="88"/>
                    </a:lnTo>
                    <a:lnTo>
                      <a:pt x="0" y="0"/>
                    </a:lnTo>
                    <a:lnTo>
                      <a:pt x="0" y="148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53" name="Freeform 589">
                <a:extLst>
                  <a:ext uri="{FF2B5EF4-FFF2-40B4-BE49-F238E27FC236}">
                    <a16:creationId xmlns:a16="http://schemas.microsoft.com/office/drawing/2014/main" id="{79382C5E-C06D-47D7-9604-15F435DA4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712" y="3035084"/>
                <a:ext cx="1296397" cy="1226322"/>
              </a:xfrm>
              <a:custGeom>
                <a:avLst/>
                <a:gdLst>
                  <a:gd name="T0" fmla="*/ 85 w 148"/>
                  <a:gd name="T1" fmla="*/ 0 h 140"/>
                  <a:gd name="T2" fmla="*/ 148 w 148"/>
                  <a:gd name="T3" fmla="*/ 80 h 140"/>
                  <a:gd name="T4" fmla="*/ 50 w 148"/>
                  <a:gd name="T5" fmla="*/ 140 h 140"/>
                  <a:gd name="T6" fmla="*/ 0 w 148"/>
                  <a:gd name="T7" fmla="*/ 52 h 140"/>
                  <a:gd name="T8" fmla="*/ 85 w 148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140">
                    <a:moveTo>
                      <a:pt x="85" y="0"/>
                    </a:moveTo>
                    <a:lnTo>
                      <a:pt x="148" y="80"/>
                    </a:lnTo>
                    <a:lnTo>
                      <a:pt x="50" y="140"/>
                    </a:lnTo>
                    <a:lnTo>
                      <a:pt x="0" y="52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54" name="Freeform 590">
                <a:extLst>
                  <a:ext uri="{FF2B5EF4-FFF2-40B4-BE49-F238E27FC236}">
                    <a16:creationId xmlns:a16="http://schemas.microsoft.com/office/drawing/2014/main" id="{C0BFAB9F-823A-4B49-A4AA-96B1FEFC9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267" y="3035090"/>
                <a:ext cx="1410272" cy="1226322"/>
              </a:xfrm>
              <a:custGeom>
                <a:avLst/>
                <a:gdLst>
                  <a:gd name="T0" fmla="*/ 0 w 161"/>
                  <a:gd name="T1" fmla="*/ 0 h 140"/>
                  <a:gd name="T2" fmla="*/ 63 w 161"/>
                  <a:gd name="T3" fmla="*/ 80 h 140"/>
                  <a:gd name="T4" fmla="*/ 161 w 161"/>
                  <a:gd name="T5" fmla="*/ 140 h 140"/>
                  <a:gd name="T6" fmla="*/ 68 w 161"/>
                  <a:gd name="T7" fmla="*/ 37 h 140"/>
                  <a:gd name="T8" fmla="*/ 0 w 161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1" h="140">
                    <a:moveTo>
                      <a:pt x="0" y="0"/>
                    </a:moveTo>
                    <a:lnTo>
                      <a:pt x="63" y="80"/>
                    </a:lnTo>
                    <a:lnTo>
                      <a:pt x="161" y="140"/>
                    </a:lnTo>
                    <a:lnTo>
                      <a:pt x="68" y="3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55" name="Freeform 591">
                <a:extLst>
                  <a:ext uri="{FF2B5EF4-FFF2-40B4-BE49-F238E27FC236}">
                    <a16:creationId xmlns:a16="http://schemas.microsoft.com/office/drawing/2014/main" id="{72353AF7-17B6-43F2-983D-340A14A73A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17684" y="3735845"/>
                <a:ext cx="1716850" cy="1839483"/>
              </a:xfrm>
              <a:custGeom>
                <a:avLst/>
                <a:gdLst>
                  <a:gd name="T0" fmla="*/ 98 w 196"/>
                  <a:gd name="T1" fmla="*/ 0 h 210"/>
                  <a:gd name="T2" fmla="*/ 0 w 196"/>
                  <a:gd name="T3" fmla="*/ 60 h 210"/>
                  <a:gd name="T4" fmla="*/ 0 w 196"/>
                  <a:gd name="T5" fmla="*/ 210 h 210"/>
                  <a:gd name="T6" fmla="*/ 113 w 196"/>
                  <a:gd name="T7" fmla="*/ 210 h 210"/>
                  <a:gd name="T8" fmla="*/ 113 w 196"/>
                  <a:gd name="T9" fmla="*/ 137 h 210"/>
                  <a:gd name="T10" fmla="*/ 171 w 196"/>
                  <a:gd name="T11" fmla="*/ 137 h 210"/>
                  <a:gd name="T12" fmla="*/ 171 w 196"/>
                  <a:gd name="T13" fmla="*/ 210 h 210"/>
                  <a:gd name="T14" fmla="*/ 196 w 196"/>
                  <a:gd name="T15" fmla="*/ 210 h 210"/>
                  <a:gd name="T16" fmla="*/ 196 w 196"/>
                  <a:gd name="T17" fmla="*/ 60 h 210"/>
                  <a:gd name="T18" fmla="*/ 98 w 196"/>
                  <a:gd name="T19" fmla="*/ 0 h 210"/>
                  <a:gd name="T20" fmla="*/ 95 w 196"/>
                  <a:gd name="T21" fmla="*/ 180 h 210"/>
                  <a:gd name="T22" fmla="*/ 38 w 196"/>
                  <a:gd name="T23" fmla="*/ 180 h 210"/>
                  <a:gd name="T24" fmla="*/ 38 w 196"/>
                  <a:gd name="T25" fmla="*/ 137 h 210"/>
                  <a:gd name="T26" fmla="*/ 95 w 196"/>
                  <a:gd name="T27" fmla="*/ 137 h 210"/>
                  <a:gd name="T28" fmla="*/ 95 w 196"/>
                  <a:gd name="T29" fmla="*/ 180 h 210"/>
                  <a:gd name="T30" fmla="*/ 95 w 196"/>
                  <a:gd name="T31" fmla="*/ 105 h 210"/>
                  <a:gd name="T32" fmla="*/ 38 w 196"/>
                  <a:gd name="T33" fmla="*/ 105 h 210"/>
                  <a:gd name="T34" fmla="*/ 38 w 196"/>
                  <a:gd name="T35" fmla="*/ 62 h 210"/>
                  <a:gd name="T36" fmla="*/ 95 w 196"/>
                  <a:gd name="T37" fmla="*/ 62 h 210"/>
                  <a:gd name="T38" fmla="*/ 95 w 196"/>
                  <a:gd name="T39" fmla="*/ 105 h 210"/>
                  <a:gd name="T40" fmla="*/ 171 w 196"/>
                  <a:gd name="T41" fmla="*/ 105 h 210"/>
                  <a:gd name="T42" fmla="*/ 113 w 196"/>
                  <a:gd name="T43" fmla="*/ 105 h 210"/>
                  <a:gd name="T44" fmla="*/ 113 w 196"/>
                  <a:gd name="T45" fmla="*/ 62 h 210"/>
                  <a:gd name="T46" fmla="*/ 171 w 196"/>
                  <a:gd name="T47" fmla="*/ 62 h 210"/>
                  <a:gd name="T48" fmla="*/ 171 w 196"/>
                  <a:gd name="T49" fmla="*/ 1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6" h="210">
                    <a:moveTo>
                      <a:pt x="98" y="0"/>
                    </a:moveTo>
                    <a:lnTo>
                      <a:pt x="0" y="60"/>
                    </a:lnTo>
                    <a:lnTo>
                      <a:pt x="0" y="210"/>
                    </a:lnTo>
                    <a:lnTo>
                      <a:pt x="113" y="210"/>
                    </a:lnTo>
                    <a:lnTo>
                      <a:pt x="113" y="137"/>
                    </a:lnTo>
                    <a:lnTo>
                      <a:pt x="171" y="137"/>
                    </a:lnTo>
                    <a:lnTo>
                      <a:pt x="171" y="210"/>
                    </a:lnTo>
                    <a:lnTo>
                      <a:pt x="196" y="210"/>
                    </a:lnTo>
                    <a:lnTo>
                      <a:pt x="196" y="60"/>
                    </a:lnTo>
                    <a:lnTo>
                      <a:pt x="98" y="0"/>
                    </a:lnTo>
                    <a:close/>
                    <a:moveTo>
                      <a:pt x="95" y="180"/>
                    </a:moveTo>
                    <a:lnTo>
                      <a:pt x="38" y="180"/>
                    </a:lnTo>
                    <a:lnTo>
                      <a:pt x="38" y="137"/>
                    </a:lnTo>
                    <a:lnTo>
                      <a:pt x="95" y="137"/>
                    </a:lnTo>
                    <a:lnTo>
                      <a:pt x="95" y="180"/>
                    </a:lnTo>
                    <a:close/>
                    <a:moveTo>
                      <a:pt x="95" y="105"/>
                    </a:moveTo>
                    <a:lnTo>
                      <a:pt x="38" y="105"/>
                    </a:lnTo>
                    <a:lnTo>
                      <a:pt x="38" y="62"/>
                    </a:lnTo>
                    <a:lnTo>
                      <a:pt x="95" y="62"/>
                    </a:lnTo>
                    <a:lnTo>
                      <a:pt x="95" y="105"/>
                    </a:lnTo>
                    <a:close/>
                    <a:moveTo>
                      <a:pt x="171" y="105"/>
                    </a:moveTo>
                    <a:lnTo>
                      <a:pt x="113" y="105"/>
                    </a:lnTo>
                    <a:lnTo>
                      <a:pt x="113" y="62"/>
                    </a:lnTo>
                    <a:lnTo>
                      <a:pt x="171" y="62"/>
                    </a:lnTo>
                    <a:lnTo>
                      <a:pt x="171" y="10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56" name="Freeform 592">
                <a:extLst>
                  <a:ext uri="{FF2B5EF4-FFF2-40B4-BE49-F238E27FC236}">
                    <a16:creationId xmlns:a16="http://schemas.microsoft.com/office/drawing/2014/main" id="{97A2390E-B5B7-4880-B2D5-E31BB9F6D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5667" y="3534381"/>
                <a:ext cx="455491" cy="2084748"/>
              </a:xfrm>
              <a:custGeom>
                <a:avLst/>
                <a:gdLst>
                  <a:gd name="T0" fmla="*/ 0 w 52"/>
                  <a:gd name="T1" fmla="*/ 148 h 238"/>
                  <a:gd name="T2" fmla="*/ 52 w 52"/>
                  <a:gd name="T3" fmla="*/ 238 h 238"/>
                  <a:gd name="T4" fmla="*/ 52 w 52"/>
                  <a:gd name="T5" fmla="*/ 88 h 238"/>
                  <a:gd name="T6" fmla="*/ 0 w 52"/>
                  <a:gd name="T7" fmla="*/ 0 h 238"/>
                  <a:gd name="T8" fmla="*/ 0 w 52"/>
                  <a:gd name="T9" fmla="*/ 14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238">
                    <a:moveTo>
                      <a:pt x="0" y="148"/>
                    </a:moveTo>
                    <a:lnTo>
                      <a:pt x="52" y="238"/>
                    </a:lnTo>
                    <a:lnTo>
                      <a:pt x="52" y="88"/>
                    </a:lnTo>
                    <a:lnTo>
                      <a:pt x="0" y="0"/>
                    </a:lnTo>
                    <a:lnTo>
                      <a:pt x="0" y="148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57" name="Freeform 593">
                <a:extLst>
                  <a:ext uri="{FF2B5EF4-FFF2-40B4-BE49-F238E27FC236}">
                    <a16:creationId xmlns:a16="http://schemas.microsoft.com/office/drawing/2014/main" id="{27276980-9F00-4A68-83CA-D2D7D3D16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5661" y="3078890"/>
                <a:ext cx="1313916" cy="1226322"/>
              </a:xfrm>
              <a:custGeom>
                <a:avLst/>
                <a:gdLst>
                  <a:gd name="T0" fmla="*/ 85 w 150"/>
                  <a:gd name="T1" fmla="*/ 0 h 140"/>
                  <a:gd name="T2" fmla="*/ 150 w 150"/>
                  <a:gd name="T3" fmla="*/ 80 h 140"/>
                  <a:gd name="T4" fmla="*/ 52 w 150"/>
                  <a:gd name="T5" fmla="*/ 140 h 140"/>
                  <a:gd name="T6" fmla="*/ 0 w 150"/>
                  <a:gd name="T7" fmla="*/ 52 h 140"/>
                  <a:gd name="T8" fmla="*/ 85 w 150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140">
                    <a:moveTo>
                      <a:pt x="85" y="0"/>
                    </a:moveTo>
                    <a:lnTo>
                      <a:pt x="150" y="80"/>
                    </a:lnTo>
                    <a:lnTo>
                      <a:pt x="52" y="140"/>
                    </a:lnTo>
                    <a:lnTo>
                      <a:pt x="0" y="52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58" name="Freeform 594">
                <a:extLst>
                  <a:ext uri="{FF2B5EF4-FFF2-40B4-BE49-F238E27FC236}">
                    <a16:creationId xmlns:a16="http://schemas.microsoft.com/office/drawing/2014/main" id="{8C0005D3-78DF-422A-85FB-AF0ADDA916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0222" y="3078890"/>
                <a:ext cx="1427791" cy="1226322"/>
              </a:xfrm>
              <a:custGeom>
                <a:avLst/>
                <a:gdLst>
                  <a:gd name="T0" fmla="*/ 0 w 163"/>
                  <a:gd name="T1" fmla="*/ 0 h 140"/>
                  <a:gd name="T2" fmla="*/ 65 w 163"/>
                  <a:gd name="T3" fmla="*/ 80 h 140"/>
                  <a:gd name="T4" fmla="*/ 163 w 163"/>
                  <a:gd name="T5" fmla="*/ 140 h 140"/>
                  <a:gd name="T6" fmla="*/ 70 w 163"/>
                  <a:gd name="T7" fmla="*/ 37 h 140"/>
                  <a:gd name="T8" fmla="*/ 0 w 163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3" h="140">
                    <a:moveTo>
                      <a:pt x="0" y="0"/>
                    </a:moveTo>
                    <a:lnTo>
                      <a:pt x="65" y="80"/>
                    </a:lnTo>
                    <a:lnTo>
                      <a:pt x="163" y="140"/>
                    </a:lnTo>
                    <a:lnTo>
                      <a:pt x="70" y="3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59" name="Freeform 595">
                <a:extLst>
                  <a:ext uri="{FF2B5EF4-FFF2-40B4-BE49-F238E27FC236}">
                    <a16:creationId xmlns:a16="http://schemas.microsoft.com/office/drawing/2014/main" id="{A5C2BF2F-11B9-4E03-8737-C8A8BD86DD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1157" y="3779651"/>
                <a:ext cx="1716850" cy="1839483"/>
              </a:xfrm>
              <a:custGeom>
                <a:avLst/>
                <a:gdLst>
                  <a:gd name="T0" fmla="*/ 98 w 196"/>
                  <a:gd name="T1" fmla="*/ 0 h 210"/>
                  <a:gd name="T2" fmla="*/ 0 w 196"/>
                  <a:gd name="T3" fmla="*/ 60 h 210"/>
                  <a:gd name="T4" fmla="*/ 0 w 196"/>
                  <a:gd name="T5" fmla="*/ 210 h 210"/>
                  <a:gd name="T6" fmla="*/ 110 w 196"/>
                  <a:gd name="T7" fmla="*/ 210 h 210"/>
                  <a:gd name="T8" fmla="*/ 110 w 196"/>
                  <a:gd name="T9" fmla="*/ 135 h 210"/>
                  <a:gd name="T10" fmla="*/ 168 w 196"/>
                  <a:gd name="T11" fmla="*/ 135 h 210"/>
                  <a:gd name="T12" fmla="*/ 168 w 196"/>
                  <a:gd name="T13" fmla="*/ 210 h 210"/>
                  <a:gd name="T14" fmla="*/ 196 w 196"/>
                  <a:gd name="T15" fmla="*/ 210 h 210"/>
                  <a:gd name="T16" fmla="*/ 196 w 196"/>
                  <a:gd name="T17" fmla="*/ 60 h 210"/>
                  <a:gd name="T18" fmla="*/ 98 w 196"/>
                  <a:gd name="T19" fmla="*/ 0 h 210"/>
                  <a:gd name="T20" fmla="*/ 95 w 196"/>
                  <a:gd name="T21" fmla="*/ 177 h 210"/>
                  <a:gd name="T22" fmla="*/ 38 w 196"/>
                  <a:gd name="T23" fmla="*/ 177 h 210"/>
                  <a:gd name="T24" fmla="*/ 38 w 196"/>
                  <a:gd name="T25" fmla="*/ 135 h 210"/>
                  <a:gd name="T26" fmla="*/ 95 w 196"/>
                  <a:gd name="T27" fmla="*/ 135 h 210"/>
                  <a:gd name="T28" fmla="*/ 95 w 196"/>
                  <a:gd name="T29" fmla="*/ 177 h 210"/>
                  <a:gd name="T30" fmla="*/ 95 w 196"/>
                  <a:gd name="T31" fmla="*/ 105 h 210"/>
                  <a:gd name="T32" fmla="*/ 38 w 196"/>
                  <a:gd name="T33" fmla="*/ 105 h 210"/>
                  <a:gd name="T34" fmla="*/ 38 w 196"/>
                  <a:gd name="T35" fmla="*/ 62 h 210"/>
                  <a:gd name="T36" fmla="*/ 95 w 196"/>
                  <a:gd name="T37" fmla="*/ 62 h 210"/>
                  <a:gd name="T38" fmla="*/ 95 w 196"/>
                  <a:gd name="T39" fmla="*/ 105 h 210"/>
                  <a:gd name="T40" fmla="*/ 168 w 196"/>
                  <a:gd name="T41" fmla="*/ 105 h 210"/>
                  <a:gd name="T42" fmla="*/ 110 w 196"/>
                  <a:gd name="T43" fmla="*/ 105 h 210"/>
                  <a:gd name="T44" fmla="*/ 110 w 196"/>
                  <a:gd name="T45" fmla="*/ 62 h 210"/>
                  <a:gd name="T46" fmla="*/ 168 w 196"/>
                  <a:gd name="T47" fmla="*/ 62 h 210"/>
                  <a:gd name="T48" fmla="*/ 168 w 196"/>
                  <a:gd name="T49" fmla="*/ 1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6" h="210">
                    <a:moveTo>
                      <a:pt x="98" y="0"/>
                    </a:moveTo>
                    <a:lnTo>
                      <a:pt x="0" y="60"/>
                    </a:lnTo>
                    <a:lnTo>
                      <a:pt x="0" y="210"/>
                    </a:lnTo>
                    <a:lnTo>
                      <a:pt x="110" y="210"/>
                    </a:lnTo>
                    <a:lnTo>
                      <a:pt x="110" y="135"/>
                    </a:lnTo>
                    <a:lnTo>
                      <a:pt x="168" y="135"/>
                    </a:lnTo>
                    <a:lnTo>
                      <a:pt x="168" y="210"/>
                    </a:lnTo>
                    <a:lnTo>
                      <a:pt x="196" y="210"/>
                    </a:lnTo>
                    <a:lnTo>
                      <a:pt x="196" y="60"/>
                    </a:lnTo>
                    <a:lnTo>
                      <a:pt x="98" y="0"/>
                    </a:lnTo>
                    <a:close/>
                    <a:moveTo>
                      <a:pt x="95" y="177"/>
                    </a:moveTo>
                    <a:lnTo>
                      <a:pt x="38" y="177"/>
                    </a:lnTo>
                    <a:lnTo>
                      <a:pt x="38" y="135"/>
                    </a:lnTo>
                    <a:lnTo>
                      <a:pt x="95" y="135"/>
                    </a:lnTo>
                    <a:lnTo>
                      <a:pt x="95" y="177"/>
                    </a:lnTo>
                    <a:close/>
                    <a:moveTo>
                      <a:pt x="95" y="105"/>
                    </a:moveTo>
                    <a:lnTo>
                      <a:pt x="38" y="105"/>
                    </a:lnTo>
                    <a:lnTo>
                      <a:pt x="38" y="62"/>
                    </a:lnTo>
                    <a:lnTo>
                      <a:pt x="95" y="62"/>
                    </a:lnTo>
                    <a:lnTo>
                      <a:pt x="95" y="105"/>
                    </a:lnTo>
                    <a:close/>
                    <a:moveTo>
                      <a:pt x="168" y="105"/>
                    </a:moveTo>
                    <a:lnTo>
                      <a:pt x="110" y="105"/>
                    </a:lnTo>
                    <a:lnTo>
                      <a:pt x="110" y="62"/>
                    </a:lnTo>
                    <a:lnTo>
                      <a:pt x="168" y="62"/>
                    </a:lnTo>
                    <a:lnTo>
                      <a:pt x="168" y="10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</p:grpSp>
        <p:grpSp>
          <p:nvGrpSpPr>
            <p:cNvPr id="588" name="Gruppieren 5">
              <a:extLst>
                <a:ext uri="{FF2B5EF4-FFF2-40B4-BE49-F238E27FC236}">
                  <a16:creationId xmlns:a16="http://schemas.microsoft.com/office/drawing/2014/main" id="{CD912692-DF6C-49D7-BD94-7AB5A6EC72FA}"/>
                </a:ext>
              </a:extLst>
            </p:cNvPr>
            <p:cNvGrpSpPr/>
            <p:nvPr/>
          </p:nvGrpSpPr>
          <p:grpSpPr>
            <a:xfrm>
              <a:off x="7501863" y="2078667"/>
              <a:ext cx="576763" cy="339731"/>
              <a:chOff x="2809876" y="5070475"/>
              <a:chExt cx="623888" cy="428625"/>
            </a:xfrm>
            <a:solidFill>
              <a:schemeClr val="accent1"/>
            </a:solidFill>
          </p:grpSpPr>
          <p:sp>
            <p:nvSpPr>
              <p:cNvPr id="590" name="Freeform 628">
                <a:extLst>
                  <a:ext uri="{FF2B5EF4-FFF2-40B4-BE49-F238E27FC236}">
                    <a16:creationId xmlns:a16="http://schemas.microsoft.com/office/drawing/2014/main" id="{2317025B-8A4E-4CCD-8B46-8040C49DD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876" y="5070475"/>
                <a:ext cx="19050" cy="404813"/>
              </a:xfrm>
              <a:custGeom>
                <a:avLst/>
                <a:gdLst>
                  <a:gd name="T0" fmla="*/ 0 w 5"/>
                  <a:gd name="T1" fmla="*/ 95 h 102"/>
                  <a:gd name="T2" fmla="*/ 5 w 5"/>
                  <a:gd name="T3" fmla="*/ 102 h 102"/>
                  <a:gd name="T4" fmla="*/ 5 w 5"/>
                  <a:gd name="T5" fmla="*/ 9 h 102"/>
                  <a:gd name="T6" fmla="*/ 0 w 5"/>
                  <a:gd name="T7" fmla="*/ 5 h 102"/>
                  <a:gd name="T8" fmla="*/ 0 w 5"/>
                  <a:gd name="T9" fmla="*/ 9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02">
                    <a:moveTo>
                      <a:pt x="0" y="95"/>
                    </a:moveTo>
                    <a:cubicBezTo>
                      <a:pt x="5" y="102"/>
                      <a:pt x="5" y="102"/>
                      <a:pt x="5" y="102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0"/>
                      <a:pt x="0" y="0"/>
                      <a:pt x="0" y="5"/>
                    </a:cubicBezTo>
                    <a:lnTo>
                      <a:pt x="0" y="9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591" name="Freeform 629">
                <a:extLst>
                  <a:ext uri="{FF2B5EF4-FFF2-40B4-BE49-F238E27FC236}">
                    <a16:creationId xmlns:a16="http://schemas.microsoft.com/office/drawing/2014/main" id="{628B012E-9050-4182-9BD6-CFD0391548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17813" y="5070475"/>
                <a:ext cx="134938" cy="401638"/>
              </a:xfrm>
              <a:custGeom>
                <a:avLst/>
                <a:gdLst>
                  <a:gd name="T0" fmla="*/ 30 w 34"/>
                  <a:gd name="T1" fmla="*/ 0 h 101"/>
                  <a:gd name="T2" fmla="*/ 30 w 34"/>
                  <a:gd name="T3" fmla="*/ 0 h 101"/>
                  <a:gd name="T4" fmla="*/ 0 w 34"/>
                  <a:gd name="T5" fmla="*/ 0 h 101"/>
                  <a:gd name="T6" fmla="*/ 3 w 34"/>
                  <a:gd name="T7" fmla="*/ 8 h 101"/>
                  <a:gd name="T8" fmla="*/ 3 w 34"/>
                  <a:gd name="T9" fmla="*/ 101 h 101"/>
                  <a:gd name="T10" fmla="*/ 34 w 34"/>
                  <a:gd name="T11" fmla="*/ 101 h 101"/>
                  <a:gd name="T12" fmla="*/ 34 w 34"/>
                  <a:gd name="T13" fmla="*/ 4 h 101"/>
                  <a:gd name="T14" fmla="*/ 30 w 34"/>
                  <a:gd name="T15" fmla="*/ 0 h 101"/>
                  <a:gd name="T16" fmla="*/ 29 w 34"/>
                  <a:gd name="T17" fmla="*/ 34 h 101"/>
                  <a:gd name="T18" fmla="*/ 7 w 34"/>
                  <a:gd name="T19" fmla="*/ 34 h 101"/>
                  <a:gd name="T20" fmla="*/ 7 w 34"/>
                  <a:gd name="T21" fmla="*/ 11 h 101"/>
                  <a:gd name="T22" fmla="*/ 29 w 34"/>
                  <a:gd name="T23" fmla="*/ 11 h 101"/>
                  <a:gd name="T24" fmla="*/ 29 w 34"/>
                  <a:gd name="T25" fmla="*/ 34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101">
                    <a:moveTo>
                      <a:pt x="30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101"/>
                      <a:pt x="3" y="101"/>
                      <a:pt x="3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1"/>
                      <a:pt x="31" y="0"/>
                      <a:pt x="30" y="0"/>
                    </a:cubicBezTo>
                    <a:close/>
                    <a:moveTo>
                      <a:pt x="29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34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592" name="Freeform 630">
                <a:extLst>
                  <a:ext uri="{FF2B5EF4-FFF2-40B4-BE49-F238E27FC236}">
                    <a16:creationId xmlns:a16="http://schemas.microsoft.com/office/drawing/2014/main" id="{472189F1-15F8-4D83-B3FC-DC3118E2370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65438" y="5289550"/>
                <a:ext cx="71438" cy="185738"/>
              </a:xfrm>
              <a:custGeom>
                <a:avLst/>
                <a:gdLst>
                  <a:gd name="T0" fmla="*/ 13 w 18"/>
                  <a:gd name="T1" fmla="*/ 4 h 47"/>
                  <a:gd name="T2" fmla="*/ 13 w 18"/>
                  <a:gd name="T3" fmla="*/ 4 h 47"/>
                  <a:gd name="T4" fmla="*/ 13 w 18"/>
                  <a:gd name="T5" fmla="*/ 1 h 47"/>
                  <a:gd name="T6" fmla="*/ 12 w 18"/>
                  <a:gd name="T7" fmla="*/ 0 h 47"/>
                  <a:gd name="T8" fmla="*/ 11 w 18"/>
                  <a:gd name="T9" fmla="*/ 1 h 47"/>
                  <a:gd name="T10" fmla="*/ 11 w 18"/>
                  <a:gd name="T11" fmla="*/ 4 h 47"/>
                  <a:gd name="T12" fmla="*/ 7 w 18"/>
                  <a:gd name="T13" fmla="*/ 4 h 47"/>
                  <a:gd name="T14" fmla="*/ 7 w 18"/>
                  <a:gd name="T15" fmla="*/ 1 h 47"/>
                  <a:gd name="T16" fmla="*/ 6 w 18"/>
                  <a:gd name="T17" fmla="*/ 0 h 47"/>
                  <a:gd name="T18" fmla="*/ 5 w 18"/>
                  <a:gd name="T19" fmla="*/ 1 h 47"/>
                  <a:gd name="T20" fmla="*/ 5 w 18"/>
                  <a:gd name="T21" fmla="*/ 4 h 47"/>
                  <a:gd name="T22" fmla="*/ 4 w 18"/>
                  <a:gd name="T23" fmla="*/ 4 h 47"/>
                  <a:gd name="T24" fmla="*/ 0 w 18"/>
                  <a:gd name="T25" fmla="*/ 9 h 47"/>
                  <a:gd name="T26" fmla="*/ 0 w 18"/>
                  <a:gd name="T27" fmla="*/ 11 h 47"/>
                  <a:gd name="T28" fmla="*/ 4 w 18"/>
                  <a:gd name="T29" fmla="*/ 15 h 47"/>
                  <a:gd name="T30" fmla="*/ 8 w 18"/>
                  <a:gd name="T31" fmla="*/ 15 h 47"/>
                  <a:gd name="T32" fmla="*/ 7 w 18"/>
                  <a:gd name="T33" fmla="*/ 31 h 47"/>
                  <a:gd name="T34" fmla="*/ 3 w 18"/>
                  <a:gd name="T35" fmla="*/ 47 h 47"/>
                  <a:gd name="T36" fmla="*/ 5 w 18"/>
                  <a:gd name="T37" fmla="*/ 46 h 47"/>
                  <a:gd name="T38" fmla="*/ 8 w 18"/>
                  <a:gd name="T39" fmla="*/ 33 h 47"/>
                  <a:gd name="T40" fmla="*/ 10 w 18"/>
                  <a:gd name="T41" fmla="*/ 15 h 47"/>
                  <a:gd name="T42" fmla="*/ 13 w 18"/>
                  <a:gd name="T43" fmla="*/ 15 h 47"/>
                  <a:gd name="T44" fmla="*/ 18 w 18"/>
                  <a:gd name="T45" fmla="*/ 11 h 47"/>
                  <a:gd name="T46" fmla="*/ 18 w 18"/>
                  <a:gd name="T47" fmla="*/ 9 h 47"/>
                  <a:gd name="T48" fmla="*/ 13 w 18"/>
                  <a:gd name="T49" fmla="*/ 4 h 47"/>
                  <a:gd name="T50" fmla="*/ 15 w 18"/>
                  <a:gd name="T51" fmla="*/ 11 h 47"/>
                  <a:gd name="T52" fmla="*/ 13 w 18"/>
                  <a:gd name="T53" fmla="*/ 13 h 47"/>
                  <a:gd name="T54" fmla="*/ 4 w 18"/>
                  <a:gd name="T55" fmla="*/ 13 h 47"/>
                  <a:gd name="T56" fmla="*/ 2 w 18"/>
                  <a:gd name="T57" fmla="*/ 11 h 47"/>
                  <a:gd name="T58" fmla="*/ 2 w 18"/>
                  <a:gd name="T59" fmla="*/ 9 h 47"/>
                  <a:gd name="T60" fmla="*/ 4 w 18"/>
                  <a:gd name="T61" fmla="*/ 7 h 47"/>
                  <a:gd name="T62" fmla="*/ 13 w 18"/>
                  <a:gd name="T63" fmla="*/ 7 h 47"/>
                  <a:gd name="T64" fmla="*/ 15 w 18"/>
                  <a:gd name="T65" fmla="*/ 9 h 47"/>
                  <a:gd name="T66" fmla="*/ 15 w 18"/>
                  <a:gd name="T67" fmla="*/ 1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" h="47">
                    <a:moveTo>
                      <a:pt x="13" y="4"/>
                    </a:moveTo>
                    <a:cubicBezTo>
                      <a:pt x="13" y="4"/>
                      <a:pt x="13" y="4"/>
                      <a:pt x="13" y="4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0"/>
                      <a:pt x="12" y="0"/>
                      <a:pt x="12" y="0"/>
                    </a:cubicBezTo>
                    <a:cubicBezTo>
                      <a:pt x="11" y="0"/>
                      <a:pt x="11" y="0"/>
                      <a:pt x="11" y="1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1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4"/>
                      <a:pt x="0" y="6"/>
                      <a:pt x="0" y="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4"/>
                      <a:pt x="1" y="15"/>
                      <a:pt x="4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20"/>
                      <a:pt x="10" y="29"/>
                      <a:pt x="7" y="31"/>
                    </a:cubicBezTo>
                    <a:cubicBezTo>
                      <a:pt x="0" y="34"/>
                      <a:pt x="3" y="46"/>
                      <a:pt x="3" y="47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3"/>
                      <a:pt x="4" y="35"/>
                      <a:pt x="8" y="33"/>
                    </a:cubicBezTo>
                    <a:cubicBezTo>
                      <a:pt x="13" y="31"/>
                      <a:pt x="11" y="20"/>
                      <a:pt x="10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6" y="15"/>
                      <a:pt x="18" y="14"/>
                      <a:pt x="18" y="11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8" y="6"/>
                      <a:pt x="16" y="4"/>
                      <a:pt x="13" y="4"/>
                    </a:cubicBezTo>
                    <a:close/>
                    <a:moveTo>
                      <a:pt x="15" y="11"/>
                    </a:moveTo>
                    <a:cubicBezTo>
                      <a:pt x="15" y="12"/>
                      <a:pt x="15" y="13"/>
                      <a:pt x="13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3"/>
                      <a:pt x="2" y="12"/>
                      <a:pt x="2" y="11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8"/>
                      <a:pt x="3" y="7"/>
                      <a:pt x="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8"/>
                      <a:pt x="15" y="9"/>
                    </a:cubicBezTo>
                    <a:lnTo>
                      <a:pt x="15" y="11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593" name="Freeform 631">
                <a:extLst>
                  <a:ext uri="{FF2B5EF4-FFF2-40B4-BE49-F238E27FC236}">
                    <a16:creationId xmlns:a16="http://schemas.microsoft.com/office/drawing/2014/main" id="{146511E8-A4C2-4DA4-877C-730C9C6A1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2751" y="5146675"/>
                <a:ext cx="233363" cy="177800"/>
              </a:xfrm>
              <a:custGeom>
                <a:avLst/>
                <a:gdLst>
                  <a:gd name="T0" fmla="*/ 39 w 59"/>
                  <a:gd name="T1" fmla="*/ 44 h 45"/>
                  <a:gd name="T2" fmla="*/ 59 w 59"/>
                  <a:gd name="T3" fmla="*/ 36 h 45"/>
                  <a:gd name="T4" fmla="*/ 59 w 59"/>
                  <a:gd name="T5" fmla="*/ 35 h 45"/>
                  <a:gd name="T6" fmla="*/ 34 w 59"/>
                  <a:gd name="T7" fmla="*/ 41 h 45"/>
                  <a:gd name="T8" fmla="*/ 30 w 59"/>
                  <a:gd name="T9" fmla="*/ 32 h 45"/>
                  <a:gd name="T10" fmla="*/ 0 w 59"/>
                  <a:gd name="T11" fmla="*/ 0 h 45"/>
                  <a:gd name="T12" fmla="*/ 0 w 59"/>
                  <a:gd name="T13" fmla="*/ 2 h 45"/>
                  <a:gd name="T14" fmla="*/ 28 w 59"/>
                  <a:gd name="T15" fmla="*/ 32 h 45"/>
                  <a:gd name="T16" fmla="*/ 33 w 59"/>
                  <a:gd name="T17" fmla="*/ 42 h 45"/>
                  <a:gd name="T18" fmla="*/ 39 w 59"/>
                  <a:gd name="T19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" h="45">
                    <a:moveTo>
                      <a:pt x="39" y="44"/>
                    </a:moveTo>
                    <a:cubicBezTo>
                      <a:pt x="48" y="44"/>
                      <a:pt x="59" y="37"/>
                      <a:pt x="59" y="36"/>
                    </a:cubicBezTo>
                    <a:cubicBezTo>
                      <a:pt x="59" y="35"/>
                      <a:pt x="59" y="35"/>
                      <a:pt x="59" y="35"/>
                    </a:cubicBezTo>
                    <a:cubicBezTo>
                      <a:pt x="58" y="35"/>
                      <a:pt x="42" y="45"/>
                      <a:pt x="34" y="41"/>
                    </a:cubicBezTo>
                    <a:cubicBezTo>
                      <a:pt x="32" y="40"/>
                      <a:pt x="30" y="37"/>
                      <a:pt x="30" y="32"/>
                    </a:cubicBezTo>
                    <a:cubicBezTo>
                      <a:pt x="28" y="4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27" y="5"/>
                      <a:pt x="28" y="32"/>
                    </a:cubicBezTo>
                    <a:cubicBezTo>
                      <a:pt x="29" y="37"/>
                      <a:pt x="30" y="41"/>
                      <a:pt x="33" y="42"/>
                    </a:cubicBezTo>
                    <a:cubicBezTo>
                      <a:pt x="35" y="43"/>
                      <a:pt x="37" y="44"/>
                      <a:pt x="39" y="44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594" name="Freeform 632">
                <a:extLst>
                  <a:ext uri="{FF2B5EF4-FFF2-40B4-BE49-F238E27FC236}">
                    <a16:creationId xmlns:a16="http://schemas.microsoft.com/office/drawing/2014/main" id="{96E3EC27-B7BA-4357-9D71-B91C3D079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326" y="5376863"/>
                <a:ext cx="50800" cy="111125"/>
              </a:xfrm>
              <a:custGeom>
                <a:avLst/>
                <a:gdLst>
                  <a:gd name="T0" fmla="*/ 13 w 13"/>
                  <a:gd name="T1" fmla="*/ 19 h 28"/>
                  <a:gd name="T2" fmla="*/ 10 w 13"/>
                  <a:gd name="T3" fmla="*/ 28 h 28"/>
                  <a:gd name="T4" fmla="*/ 4 w 13"/>
                  <a:gd name="T5" fmla="*/ 28 h 28"/>
                  <a:gd name="T6" fmla="*/ 0 w 13"/>
                  <a:gd name="T7" fmla="*/ 14 h 28"/>
                  <a:gd name="T8" fmla="*/ 1 w 13"/>
                  <a:gd name="T9" fmla="*/ 1 h 28"/>
                  <a:gd name="T10" fmla="*/ 3 w 13"/>
                  <a:gd name="T11" fmla="*/ 1 h 28"/>
                  <a:gd name="T12" fmla="*/ 13 w 13"/>
                  <a:gd name="T13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8">
                    <a:moveTo>
                      <a:pt x="13" y="19"/>
                    </a:moveTo>
                    <a:cubicBezTo>
                      <a:pt x="13" y="21"/>
                      <a:pt x="12" y="26"/>
                      <a:pt x="10" y="28"/>
                    </a:cubicBezTo>
                    <a:cubicBezTo>
                      <a:pt x="10" y="28"/>
                      <a:pt x="4" y="28"/>
                      <a:pt x="4" y="28"/>
                    </a:cubicBezTo>
                    <a:cubicBezTo>
                      <a:pt x="4" y="28"/>
                      <a:pt x="0" y="21"/>
                      <a:pt x="0" y="14"/>
                    </a:cubicBezTo>
                    <a:cubicBezTo>
                      <a:pt x="0" y="9"/>
                      <a:pt x="1" y="1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6" y="0"/>
                      <a:pt x="13" y="19"/>
                      <a:pt x="13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595" name="Freeform 633">
                <a:extLst>
                  <a:ext uri="{FF2B5EF4-FFF2-40B4-BE49-F238E27FC236}">
                    <a16:creationId xmlns:a16="http://schemas.microsoft.com/office/drawing/2014/main" id="{6ED0B58A-FC9C-4226-884A-DA9CFD71B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326" y="5376863"/>
                <a:ext cx="50800" cy="111125"/>
              </a:xfrm>
              <a:custGeom>
                <a:avLst/>
                <a:gdLst>
                  <a:gd name="T0" fmla="*/ 13 w 13"/>
                  <a:gd name="T1" fmla="*/ 19 h 28"/>
                  <a:gd name="T2" fmla="*/ 10 w 13"/>
                  <a:gd name="T3" fmla="*/ 28 h 28"/>
                  <a:gd name="T4" fmla="*/ 4 w 13"/>
                  <a:gd name="T5" fmla="*/ 28 h 28"/>
                  <a:gd name="T6" fmla="*/ 0 w 13"/>
                  <a:gd name="T7" fmla="*/ 14 h 28"/>
                  <a:gd name="T8" fmla="*/ 1 w 13"/>
                  <a:gd name="T9" fmla="*/ 1 h 28"/>
                  <a:gd name="T10" fmla="*/ 3 w 13"/>
                  <a:gd name="T11" fmla="*/ 1 h 28"/>
                  <a:gd name="T12" fmla="*/ 13 w 13"/>
                  <a:gd name="T13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8">
                    <a:moveTo>
                      <a:pt x="13" y="19"/>
                    </a:moveTo>
                    <a:cubicBezTo>
                      <a:pt x="13" y="21"/>
                      <a:pt x="12" y="26"/>
                      <a:pt x="10" y="28"/>
                    </a:cubicBezTo>
                    <a:cubicBezTo>
                      <a:pt x="10" y="28"/>
                      <a:pt x="4" y="28"/>
                      <a:pt x="4" y="28"/>
                    </a:cubicBezTo>
                    <a:cubicBezTo>
                      <a:pt x="4" y="28"/>
                      <a:pt x="0" y="21"/>
                      <a:pt x="0" y="14"/>
                    </a:cubicBezTo>
                    <a:cubicBezTo>
                      <a:pt x="0" y="9"/>
                      <a:pt x="1" y="1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6" y="0"/>
                      <a:pt x="13" y="19"/>
                      <a:pt x="13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596" name="Freeform 634">
                <a:extLst>
                  <a:ext uri="{FF2B5EF4-FFF2-40B4-BE49-F238E27FC236}">
                    <a16:creationId xmlns:a16="http://schemas.microsoft.com/office/drawing/2014/main" id="{8E88CCC7-593E-41DD-BECB-D9874D6CE8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451" y="5380038"/>
                <a:ext cx="50800" cy="111125"/>
              </a:xfrm>
              <a:custGeom>
                <a:avLst/>
                <a:gdLst>
                  <a:gd name="T0" fmla="*/ 13 w 13"/>
                  <a:gd name="T1" fmla="*/ 13 h 28"/>
                  <a:gd name="T2" fmla="*/ 8 w 13"/>
                  <a:gd name="T3" fmla="*/ 27 h 28"/>
                  <a:gd name="T4" fmla="*/ 1 w 13"/>
                  <a:gd name="T5" fmla="*/ 14 h 28"/>
                  <a:gd name="T6" fmla="*/ 6 w 13"/>
                  <a:gd name="T7" fmla="*/ 0 h 28"/>
                  <a:gd name="T8" fmla="*/ 13 w 13"/>
                  <a:gd name="T9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8">
                    <a:moveTo>
                      <a:pt x="13" y="13"/>
                    </a:moveTo>
                    <a:cubicBezTo>
                      <a:pt x="13" y="21"/>
                      <a:pt x="11" y="27"/>
                      <a:pt x="8" y="27"/>
                    </a:cubicBezTo>
                    <a:cubicBezTo>
                      <a:pt x="5" y="28"/>
                      <a:pt x="2" y="22"/>
                      <a:pt x="1" y="14"/>
                    </a:cubicBezTo>
                    <a:cubicBezTo>
                      <a:pt x="0" y="7"/>
                      <a:pt x="3" y="1"/>
                      <a:pt x="6" y="0"/>
                    </a:cubicBezTo>
                    <a:cubicBezTo>
                      <a:pt x="9" y="0"/>
                      <a:pt x="12" y="6"/>
                      <a:pt x="13" y="1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597" name="Freeform 635">
                <a:extLst>
                  <a:ext uri="{FF2B5EF4-FFF2-40B4-BE49-F238E27FC236}">
                    <a16:creationId xmlns:a16="http://schemas.microsoft.com/office/drawing/2014/main" id="{931A2F29-C91E-4215-AB02-66B6BF8555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451" y="5380038"/>
                <a:ext cx="50800" cy="111125"/>
              </a:xfrm>
              <a:custGeom>
                <a:avLst/>
                <a:gdLst>
                  <a:gd name="T0" fmla="*/ 13 w 13"/>
                  <a:gd name="T1" fmla="*/ 13 h 28"/>
                  <a:gd name="T2" fmla="*/ 8 w 13"/>
                  <a:gd name="T3" fmla="*/ 27 h 28"/>
                  <a:gd name="T4" fmla="*/ 1 w 13"/>
                  <a:gd name="T5" fmla="*/ 14 h 28"/>
                  <a:gd name="T6" fmla="*/ 6 w 13"/>
                  <a:gd name="T7" fmla="*/ 0 h 28"/>
                  <a:gd name="T8" fmla="*/ 13 w 13"/>
                  <a:gd name="T9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8">
                    <a:moveTo>
                      <a:pt x="13" y="13"/>
                    </a:moveTo>
                    <a:cubicBezTo>
                      <a:pt x="13" y="21"/>
                      <a:pt x="11" y="27"/>
                      <a:pt x="8" y="27"/>
                    </a:cubicBezTo>
                    <a:cubicBezTo>
                      <a:pt x="5" y="28"/>
                      <a:pt x="2" y="22"/>
                      <a:pt x="1" y="14"/>
                    </a:cubicBezTo>
                    <a:cubicBezTo>
                      <a:pt x="0" y="7"/>
                      <a:pt x="3" y="1"/>
                      <a:pt x="6" y="0"/>
                    </a:cubicBezTo>
                    <a:cubicBezTo>
                      <a:pt x="9" y="0"/>
                      <a:pt x="12" y="6"/>
                      <a:pt x="13" y="1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598" name="Freeform 636">
                <a:extLst>
                  <a:ext uri="{FF2B5EF4-FFF2-40B4-BE49-F238E27FC236}">
                    <a16:creationId xmlns:a16="http://schemas.microsoft.com/office/drawing/2014/main" id="{78E99AC6-EA10-4D7E-BD3F-67261F493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376" y="5364163"/>
                <a:ext cx="52388" cy="115888"/>
              </a:xfrm>
              <a:custGeom>
                <a:avLst/>
                <a:gdLst>
                  <a:gd name="T0" fmla="*/ 8 w 13"/>
                  <a:gd name="T1" fmla="*/ 28 h 29"/>
                  <a:gd name="T2" fmla="*/ 6 w 13"/>
                  <a:gd name="T3" fmla="*/ 3 h 29"/>
                  <a:gd name="T4" fmla="*/ 4 w 13"/>
                  <a:gd name="T5" fmla="*/ 4 h 29"/>
                  <a:gd name="T6" fmla="*/ 1 w 13"/>
                  <a:gd name="T7" fmla="*/ 28 h 29"/>
                  <a:gd name="T8" fmla="*/ 1 w 13"/>
                  <a:gd name="T9" fmla="*/ 29 h 29"/>
                  <a:gd name="T10" fmla="*/ 7 w 13"/>
                  <a:gd name="T11" fmla="*/ 28 h 29"/>
                  <a:gd name="T12" fmla="*/ 8 w 13"/>
                  <a:gd name="T13" fmla="*/ 28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9">
                    <a:moveTo>
                      <a:pt x="8" y="28"/>
                    </a:moveTo>
                    <a:cubicBezTo>
                      <a:pt x="8" y="28"/>
                      <a:pt x="13" y="13"/>
                      <a:pt x="6" y="3"/>
                    </a:cubicBezTo>
                    <a:cubicBezTo>
                      <a:pt x="6" y="3"/>
                      <a:pt x="5" y="0"/>
                      <a:pt x="4" y="4"/>
                    </a:cubicBezTo>
                    <a:cubicBezTo>
                      <a:pt x="4" y="4"/>
                      <a:pt x="7" y="9"/>
                      <a:pt x="1" y="28"/>
                    </a:cubicBezTo>
                    <a:cubicBezTo>
                      <a:pt x="1" y="28"/>
                      <a:pt x="0" y="29"/>
                      <a:pt x="1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8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599" name="Freeform 637">
                <a:extLst>
                  <a:ext uri="{FF2B5EF4-FFF2-40B4-BE49-F238E27FC236}">
                    <a16:creationId xmlns:a16="http://schemas.microsoft.com/office/drawing/2014/main" id="{D6863F00-DAFE-4F72-901B-3CDD77939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376" y="5364163"/>
                <a:ext cx="52388" cy="115888"/>
              </a:xfrm>
              <a:custGeom>
                <a:avLst/>
                <a:gdLst>
                  <a:gd name="T0" fmla="*/ 8 w 13"/>
                  <a:gd name="T1" fmla="*/ 28 h 29"/>
                  <a:gd name="T2" fmla="*/ 6 w 13"/>
                  <a:gd name="T3" fmla="*/ 3 h 29"/>
                  <a:gd name="T4" fmla="*/ 4 w 13"/>
                  <a:gd name="T5" fmla="*/ 4 h 29"/>
                  <a:gd name="T6" fmla="*/ 1 w 13"/>
                  <a:gd name="T7" fmla="*/ 28 h 29"/>
                  <a:gd name="T8" fmla="*/ 1 w 13"/>
                  <a:gd name="T9" fmla="*/ 29 h 29"/>
                  <a:gd name="T10" fmla="*/ 7 w 13"/>
                  <a:gd name="T11" fmla="*/ 28 h 29"/>
                  <a:gd name="T12" fmla="*/ 8 w 13"/>
                  <a:gd name="T13" fmla="*/ 28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9">
                    <a:moveTo>
                      <a:pt x="8" y="28"/>
                    </a:moveTo>
                    <a:cubicBezTo>
                      <a:pt x="8" y="28"/>
                      <a:pt x="13" y="13"/>
                      <a:pt x="6" y="3"/>
                    </a:cubicBezTo>
                    <a:cubicBezTo>
                      <a:pt x="6" y="3"/>
                      <a:pt x="5" y="0"/>
                      <a:pt x="4" y="4"/>
                    </a:cubicBezTo>
                    <a:cubicBezTo>
                      <a:pt x="4" y="4"/>
                      <a:pt x="7" y="9"/>
                      <a:pt x="1" y="28"/>
                    </a:cubicBezTo>
                    <a:cubicBezTo>
                      <a:pt x="1" y="28"/>
                      <a:pt x="0" y="29"/>
                      <a:pt x="1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8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00" name="Freeform 638">
                <a:extLst>
                  <a:ext uri="{FF2B5EF4-FFF2-40B4-BE49-F238E27FC236}">
                    <a16:creationId xmlns:a16="http://schemas.microsoft.com/office/drawing/2014/main" id="{85C86DD7-0A44-4BA7-831D-1EAED96114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18113"/>
                <a:ext cx="330200" cy="261938"/>
              </a:xfrm>
              <a:custGeom>
                <a:avLst/>
                <a:gdLst>
                  <a:gd name="T0" fmla="*/ 76 w 83"/>
                  <a:gd name="T1" fmla="*/ 27 h 66"/>
                  <a:gd name="T2" fmla="*/ 83 w 83"/>
                  <a:gd name="T3" fmla="*/ 39 h 66"/>
                  <a:gd name="T4" fmla="*/ 81 w 83"/>
                  <a:gd name="T5" fmla="*/ 55 h 66"/>
                  <a:gd name="T6" fmla="*/ 79 w 83"/>
                  <a:gd name="T7" fmla="*/ 61 h 66"/>
                  <a:gd name="T8" fmla="*/ 33 w 83"/>
                  <a:gd name="T9" fmla="*/ 65 h 66"/>
                  <a:gd name="T10" fmla="*/ 24 w 83"/>
                  <a:gd name="T11" fmla="*/ 44 h 66"/>
                  <a:gd name="T12" fmla="*/ 19 w 83"/>
                  <a:gd name="T13" fmla="*/ 60 h 66"/>
                  <a:gd name="T14" fmla="*/ 7 w 83"/>
                  <a:gd name="T15" fmla="*/ 54 h 66"/>
                  <a:gd name="T16" fmla="*/ 1 w 83"/>
                  <a:gd name="T17" fmla="*/ 36 h 66"/>
                  <a:gd name="T18" fmla="*/ 3 w 83"/>
                  <a:gd name="T19" fmla="*/ 21 h 66"/>
                  <a:gd name="T20" fmla="*/ 11 w 83"/>
                  <a:gd name="T21" fmla="*/ 5 h 66"/>
                  <a:gd name="T22" fmla="*/ 17 w 83"/>
                  <a:gd name="T23" fmla="*/ 4 h 66"/>
                  <a:gd name="T24" fmla="*/ 52 w 83"/>
                  <a:gd name="T25" fmla="*/ 3 h 66"/>
                  <a:gd name="T26" fmla="*/ 62 w 83"/>
                  <a:gd name="T27" fmla="*/ 8 h 66"/>
                  <a:gd name="T28" fmla="*/ 76 w 83"/>
                  <a:gd name="T29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66">
                    <a:moveTo>
                      <a:pt x="76" y="27"/>
                    </a:moveTo>
                    <a:cubicBezTo>
                      <a:pt x="76" y="27"/>
                      <a:pt x="81" y="29"/>
                      <a:pt x="83" y="39"/>
                    </a:cubicBezTo>
                    <a:cubicBezTo>
                      <a:pt x="83" y="39"/>
                      <a:pt x="83" y="45"/>
                      <a:pt x="81" y="55"/>
                    </a:cubicBezTo>
                    <a:cubicBezTo>
                      <a:pt x="81" y="57"/>
                      <a:pt x="79" y="61"/>
                      <a:pt x="79" y="61"/>
                    </a:cubicBezTo>
                    <a:cubicBezTo>
                      <a:pt x="79" y="61"/>
                      <a:pt x="52" y="66"/>
                      <a:pt x="33" y="65"/>
                    </a:cubicBezTo>
                    <a:cubicBezTo>
                      <a:pt x="33" y="65"/>
                      <a:pt x="30" y="46"/>
                      <a:pt x="24" y="44"/>
                    </a:cubicBezTo>
                    <a:cubicBezTo>
                      <a:pt x="18" y="42"/>
                      <a:pt x="19" y="56"/>
                      <a:pt x="19" y="60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7" y="54"/>
                      <a:pt x="3" y="37"/>
                      <a:pt x="1" y="36"/>
                    </a:cubicBezTo>
                    <a:cubicBezTo>
                      <a:pt x="1" y="36"/>
                      <a:pt x="0" y="25"/>
                      <a:pt x="3" y="21"/>
                    </a:cubicBezTo>
                    <a:cubicBezTo>
                      <a:pt x="3" y="21"/>
                      <a:pt x="7" y="6"/>
                      <a:pt x="11" y="5"/>
                    </a:cubicBezTo>
                    <a:cubicBezTo>
                      <a:pt x="15" y="3"/>
                      <a:pt x="17" y="4"/>
                      <a:pt x="17" y="4"/>
                    </a:cubicBezTo>
                    <a:cubicBezTo>
                      <a:pt x="17" y="4"/>
                      <a:pt x="27" y="0"/>
                      <a:pt x="52" y="3"/>
                    </a:cubicBezTo>
                    <a:cubicBezTo>
                      <a:pt x="52" y="3"/>
                      <a:pt x="58" y="3"/>
                      <a:pt x="62" y="8"/>
                    </a:cubicBezTo>
                    <a:cubicBezTo>
                      <a:pt x="62" y="8"/>
                      <a:pt x="74" y="21"/>
                      <a:pt x="76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01" name="Freeform 639">
                <a:extLst>
                  <a:ext uri="{FF2B5EF4-FFF2-40B4-BE49-F238E27FC236}">
                    <a16:creationId xmlns:a16="http://schemas.microsoft.com/office/drawing/2014/main" id="{ADF1F919-558E-4049-8482-3EEE0A0CD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18113"/>
                <a:ext cx="330200" cy="261938"/>
              </a:xfrm>
              <a:custGeom>
                <a:avLst/>
                <a:gdLst>
                  <a:gd name="T0" fmla="*/ 76 w 83"/>
                  <a:gd name="T1" fmla="*/ 27 h 66"/>
                  <a:gd name="T2" fmla="*/ 83 w 83"/>
                  <a:gd name="T3" fmla="*/ 39 h 66"/>
                  <a:gd name="T4" fmla="*/ 81 w 83"/>
                  <a:gd name="T5" fmla="*/ 55 h 66"/>
                  <a:gd name="T6" fmla="*/ 79 w 83"/>
                  <a:gd name="T7" fmla="*/ 61 h 66"/>
                  <a:gd name="T8" fmla="*/ 33 w 83"/>
                  <a:gd name="T9" fmla="*/ 65 h 66"/>
                  <a:gd name="T10" fmla="*/ 24 w 83"/>
                  <a:gd name="T11" fmla="*/ 44 h 66"/>
                  <a:gd name="T12" fmla="*/ 19 w 83"/>
                  <a:gd name="T13" fmla="*/ 60 h 66"/>
                  <a:gd name="T14" fmla="*/ 7 w 83"/>
                  <a:gd name="T15" fmla="*/ 54 h 66"/>
                  <a:gd name="T16" fmla="*/ 1 w 83"/>
                  <a:gd name="T17" fmla="*/ 36 h 66"/>
                  <a:gd name="T18" fmla="*/ 3 w 83"/>
                  <a:gd name="T19" fmla="*/ 21 h 66"/>
                  <a:gd name="T20" fmla="*/ 11 w 83"/>
                  <a:gd name="T21" fmla="*/ 5 h 66"/>
                  <a:gd name="T22" fmla="*/ 17 w 83"/>
                  <a:gd name="T23" fmla="*/ 4 h 66"/>
                  <a:gd name="T24" fmla="*/ 52 w 83"/>
                  <a:gd name="T25" fmla="*/ 3 h 66"/>
                  <a:gd name="T26" fmla="*/ 62 w 83"/>
                  <a:gd name="T27" fmla="*/ 8 h 66"/>
                  <a:gd name="T28" fmla="*/ 76 w 83"/>
                  <a:gd name="T29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66">
                    <a:moveTo>
                      <a:pt x="76" y="27"/>
                    </a:moveTo>
                    <a:cubicBezTo>
                      <a:pt x="76" y="27"/>
                      <a:pt x="81" y="29"/>
                      <a:pt x="83" y="39"/>
                    </a:cubicBezTo>
                    <a:cubicBezTo>
                      <a:pt x="83" y="39"/>
                      <a:pt x="83" y="45"/>
                      <a:pt x="81" y="55"/>
                    </a:cubicBezTo>
                    <a:cubicBezTo>
                      <a:pt x="81" y="57"/>
                      <a:pt x="79" y="61"/>
                      <a:pt x="79" y="61"/>
                    </a:cubicBezTo>
                    <a:cubicBezTo>
                      <a:pt x="79" y="61"/>
                      <a:pt x="52" y="66"/>
                      <a:pt x="33" y="65"/>
                    </a:cubicBezTo>
                    <a:cubicBezTo>
                      <a:pt x="33" y="65"/>
                      <a:pt x="30" y="46"/>
                      <a:pt x="24" y="44"/>
                    </a:cubicBezTo>
                    <a:cubicBezTo>
                      <a:pt x="18" y="42"/>
                      <a:pt x="19" y="56"/>
                      <a:pt x="19" y="60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7" y="54"/>
                      <a:pt x="3" y="37"/>
                      <a:pt x="1" y="36"/>
                    </a:cubicBezTo>
                    <a:cubicBezTo>
                      <a:pt x="1" y="36"/>
                      <a:pt x="0" y="25"/>
                      <a:pt x="3" y="21"/>
                    </a:cubicBezTo>
                    <a:cubicBezTo>
                      <a:pt x="3" y="21"/>
                      <a:pt x="7" y="6"/>
                      <a:pt x="11" y="5"/>
                    </a:cubicBezTo>
                    <a:cubicBezTo>
                      <a:pt x="15" y="3"/>
                      <a:pt x="17" y="4"/>
                      <a:pt x="17" y="4"/>
                    </a:cubicBezTo>
                    <a:cubicBezTo>
                      <a:pt x="17" y="4"/>
                      <a:pt x="27" y="0"/>
                      <a:pt x="52" y="3"/>
                    </a:cubicBezTo>
                    <a:cubicBezTo>
                      <a:pt x="52" y="3"/>
                      <a:pt x="58" y="3"/>
                      <a:pt x="62" y="8"/>
                    </a:cubicBezTo>
                    <a:cubicBezTo>
                      <a:pt x="62" y="8"/>
                      <a:pt x="74" y="21"/>
                      <a:pt x="76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02" name="Freeform 640">
                <a:extLst>
                  <a:ext uri="{FF2B5EF4-FFF2-40B4-BE49-F238E27FC236}">
                    <a16:creationId xmlns:a16="http://schemas.microsoft.com/office/drawing/2014/main" id="{B677BBB3-E07E-49CC-AC75-BBD197A1AC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237163"/>
                <a:ext cx="215900" cy="107950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03" name="Freeform 641">
                <a:extLst>
                  <a:ext uri="{FF2B5EF4-FFF2-40B4-BE49-F238E27FC236}">
                    <a16:creationId xmlns:a16="http://schemas.microsoft.com/office/drawing/2014/main" id="{95AA038B-E270-4664-8F5D-EDF491816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237163"/>
                <a:ext cx="215900" cy="107950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04" name="Freeform 642">
                <a:extLst>
                  <a:ext uri="{FF2B5EF4-FFF2-40B4-BE49-F238E27FC236}">
                    <a16:creationId xmlns:a16="http://schemas.microsoft.com/office/drawing/2014/main" id="{97E6B57C-9DE1-4BC7-91E6-DFEFE90E2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237163"/>
                <a:ext cx="215900" cy="107950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05" name="Freeform 643">
                <a:extLst>
                  <a:ext uri="{FF2B5EF4-FFF2-40B4-BE49-F238E27FC236}">
                    <a16:creationId xmlns:a16="http://schemas.microsoft.com/office/drawing/2014/main" id="{D4593EB3-2A05-484C-BB33-FD2240F1F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241925"/>
                <a:ext cx="63500" cy="79375"/>
              </a:xfrm>
              <a:custGeom>
                <a:avLst/>
                <a:gdLst>
                  <a:gd name="T0" fmla="*/ 16 w 16"/>
                  <a:gd name="T1" fmla="*/ 20 h 20"/>
                  <a:gd name="T2" fmla="*/ 13 w 16"/>
                  <a:gd name="T3" fmla="*/ 5 h 20"/>
                  <a:gd name="T4" fmla="*/ 8 w 16"/>
                  <a:gd name="T5" fmla="*/ 0 h 20"/>
                  <a:gd name="T6" fmla="*/ 0 w 16"/>
                  <a:gd name="T7" fmla="*/ 13 h 20"/>
                  <a:gd name="T8" fmla="*/ 16 w 16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6" y="20"/>
                    </a:move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0"/>
                      <a:pt x="8" y="0"/>
                    </a:cubicBezTo>
                    <a:cubicBezTo>
                      <a:pt x="8" y="0"/>
                      <a:pt x="5" y="0"/>
                      <a:pt x="0" y="13"/>
                    </a:cubicBezTo>
                    <a:cubicBezTo>
                      <a:pt x="16" y="20"/>
                      <a:pt x="16" y="20"/>
                      <a:pt x="16" y="2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06" name="Freeform 644">
                <a:extLst>
                  <a:ext uri="{FF2B5EF4-FFF2-40B4-BE49-F238E27FC236}">
                    <a16:creationId xmlns:a16="http://schemas.microsoft.com/office/drawing/2014/main" id="{3D9F099D-85FF-4A67-8D26-2A12482C5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241925"/>
                <a:ext cx="63500" cy="79375"/>
              </a:xfrm>
              <a:custGeom>
                <a:avLst/>
                <a:gdLst>
                  <a:gd name="T0" fmla="*/ 16 w 16"/>
                  <a:gd name="T1" fmla="*/ 20 h 20"/>
                  <a:gd name="T2" fmla="*/ 13 w 16"/>
                  <a:gd name="T3" fmla="*/ 5 h 20"/>
                  <a:gd name="T4" fmla="*/ 8 w 16"/>
                  <a:gd name="T5" fmla="*/ 0 h 20"/>
                  <a:gd name="T6" fmla="*/ 0 w 16"/>
                  <a:gd name="T7" fmla="*/ 13 h 20"/>
                  <a:gd name="T8" fmla="*/ 16 w 16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6" y="20"/>
                    </a:move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0"/>
                      <a:pt x="8" y="0"/>
                    </a:cubicBezTo>
                    <a:cubicBezTo>
                      <a:pt x="8" y="0"/>
                      <a:pt x="5" y="0"/>
                      <a:pt x="0" y="13"/>
                    </a:cubicBezTo>
                    <a:cubicBezTo>
                      <a:pt x="16" y="20"/>
                      <a:pt x="16" y="20"/>
                      <a:pt x="16" y="2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07" name="Freeform 645">
                <a:extLst>
                  <a:ext uri="{FF2B5EF4-FFF2-40B4-BE49-F238E27FC236}">
                    <a16:creationId xmlns:a16="http://schemas.microsoft.com/office/drawing/2014/main" id="{1F79048C-6DF8-4622-8191-1865A3EAB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6426" y="5321300"/>
                <a:ext cx="7938" cy="138113"/>
              </a:xfrm>
              <a:custGeom>
                <a:avLst/>
                <a:gdLst>
                  <a:gd name="T0" fmla="*/ 1 w 2"/>
                  <a:gd name="T1" fmla="*/ 35 h 35"/>
                  <a:gd name="T2" fmla="*/ 0 w 2"/>
                  <a:gd name="T3" fmla="*/ 10 h 35"/>
                  <a:gd name="T4" fmla="*/ 2 w 2"/>
                  <a:gd name="T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5">
                    <a:moveTo>
                      <a:pt x="1" y="35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4"/>
                      <a:pt x="2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08" name="Freeform 646">
                <a:extLst>
                  <a:ext uri="{FF2B5EF4-FFF2-40B4-BE49-F238E27FC236}">
                    <a16:creationId xmlns:a16="http://schemas.microsoft.com/office/drawing/2014/main" id="{9DE8861D-FA5F-47AF-B6D2-D17D095F23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6426" y="5321300"/>
                <a:ext cx="7938" cy="138113"/>
              </a:xfrm>
              <a:custGeom>
                <a:avLst/>
                <a:gdLst>
                  <a:gd name="T0" fmla="*/ 1 w 2"/>
                  <a:gd name="T1" fmla="*/ 35 h 35"/>
                  <a:gd name="T2" fmla="*/ 0 w 2"/>
                  <a:gd name="T3" fmla="*/ 10 h 35"/>
                  <a:gd name="T4" fmla="*/ 2 w 2"/>
                  <a:gd name="T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5">
                    <a:moveTo>
                      <a:pt x="1" y="35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4"/>
                      <a:pt x="2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09" name="Freeform 647">
                <a:extLst>
                  <a:ext uri="{FF2B5EF4-FFF2-40B4-BE49-F238E27FC236}">
                    <a16:creationId xmlns:a16="http://schemas.microsoft.com/office/drawing/2014/main" id="{AD07692C-AEA8-48C3-9C97-8FEA40BE1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92725"/>
                <a:ext cx="31750" cy="127000"/>
              </a:xfrm>
              <a:custGeom>
                <a:avLst/>
                <a:gdLst>
                  <a:gd name="T0" fmla="*/ 6 w 8"/>
                  <a:gd name="T1" fmla="*/ 0 h 32"/>
                  <a:gd name="T2" fmla="*/ 8 w 8"/>
                  <a:gd name="T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" h="32">
                    <a:moveTo>
                      <a:pt x="6" y="0"/>
                    </a:moveTo>
                    <a:cubicBezTo>
                      <a:pt x="6" y="0"/>
                      <a:pt x="0" y="9"/>
                      <a:pt x="8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10" name="Freeform 648">
                <a:extLst>
                  <a:ext uri="{FF2B5EF4-FFF2-40B4-BE49-F238E27FC236}">
                    <a16:creationId xmlns:a16="http://schemas.microsoft.com/office/drawing/2014/main" id="{120DBAFE-7918-46AE-AE3E-DBEC22F6C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92725"/>
                <a:ext cx="31750" cy="127000"/>
              </a:xfrm>
              <a:custGeom>
                <a:avLst/>
                <a:gdLst>
                  <a:gd name="T0" fmla="*/ 6 w 8"/>
                  <a:gd name="T1" fmla="*/ 0 h 32"/>
                  <a:gd name="T2" fmla="*/ 8 w 8"/>
                  <a:gd name="T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" h="32">
                    <a:moveTo>
                      <a:pt x="6" y="0"/>
                    </a:moveTo>
                    <a:cubicBezTo>
                      <a:pt x="6" y="0"/>
                      <a:pt x="0" y="9"/>
                      <a:pt x="8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11" name="Freeform 649">
                <a:extLst>
                  <a:ext uri="{FF2B5EF4-FFF2-40B4-BE49-F238E27FC236}">
                    <a16:creationId xmlns:a16="http://schemas.microsoft.com/office/drawing/2014/main" id="{E3FBDD8B-64C0-45E1-8DCC-7E35EB948C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251" y="5376863"/>
                <a:ext cx="39688" cy="87313"/>
              </a:xfrm>
              <a:custGeom>
                <a:avLst/>
                <a:gdLst>
                  <a:gd name="T0" fmla="*/ 2 w 10"/>
                  <a:gd name="T1" fmla="*/ 20 h 22"/>
                  <a:gd name="T2" fmla="*/ 6 w 10"/>
                  <a:gd name="T3" fmla="*/ 22 h 22"/>
                  <a:gd name="T4" fmla="*/ 10 w 10"/>
                  <a:gd name="T5" fmla="*/ 7 h 22"/>
                  <a:gd name="T6" fmla="*/ 2 w 10"/>
                  <a:gd name="T7" fmla="*/ 6 h 22"/>
                  <a:gd name="T8" fmla="*/ 2 w 10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2">
                    <a:moveTo>
                      <a:pt x="2" y="20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5" y="0"/>
                      <a:pt x="2" y="6"/>
                    </a:cubicBezTo>
                    <a:cubicBezTo>
                      <a:pt x="0" y="12"/>
                      <a:pt x="2" y="20"/>
                      <a:pt x="2" y="2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12" name="Freeform 650">
                <a:extLst>
                  <a:ext uri="{FF2B5EF4-FFF2-40B4-BE49-F238E27FC236}">
                    <a16:creationId xmlns:a16="http://schemas.microsoft.com/office/drawing/2014/main" id="{11DF3742-CCB8-43BA-BFDC-073BC3BE2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251" y="5376863"/>
                <a:ext cx="39688" cy="87313"/>
              </a:xfrm>
              <a:custGeom>
                <a:avLst/>
                <a:gdLst>
                  <a:gd name="T0" fmla="*/ 2 w 10"/>
                  <a:gd name="T1" fmla="*/ 20 h 22"/>
                  <a:gd name="T2" fmla="*/ 6 w 10"/>
                  <a:gd name="T3" fmla="*/ 22 h 22"/>
                  <a:gd name="T4" fmla="*/ 10 w 10"/>
                  <a:gd name="T5" fmla="*/ 7 h 22"/>
                  <a:gd name="T6" fmla="*/ 2 w 10"/>
                  <a:gd name="T7" fmla="*/ 6 h 22"/>
                  <a:gd name="T8" fmla="*/ 2 w 10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2">
                    <a:moveTo>
                      <a:pt x="2" y="20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5" y="0"/>
                      <a:pt x="2" y="6"/>
                    </a:cubicBezTo>
                    <a:cubicBezTo>
                      <a:pt x="0" y="12"/>
                      <a:pt x="2" y="20"/>
                      <a:pt x="2" y="2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13" name="Freeform 651">
                <a:extLst>
                  <a:ext uri="{FF2B5EF4-FFF2-40B4-BE49-F238E27FC236}">
                    <a16:creationId xmlns:a16="http://schemas.microsoft.com/office/drawing/2014/main" id="{AE65C0ED-7229-4EDE-A95B-7A9F86817F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403850"/>
                <a:ext cx="47625" cy="95250"/>
              </a:xfrm>
              <a:custGeom>
                <a:avLst/>
                <a:gdLst>
                  <a:gd name="T0" fmla="*/ 11 w 12"/>
                  <a:gd name="T1" fmla="*/ 16 h 24"/>
                  <a:gd name="T2" fmla="*/ 9 w 12"/>
                  <a:gd name="T3" fmla="*/ 24 h 24"/>
                  <a:gd name="T4" fmla="*/ 4 w 12"/>
                  <a:gd name="T5" fmla="*/ 24 h 24"/>
                  <a:gd name="T6" fmla="*/ 0 w 12"/>
                  <a:gd name="T7" fmla="*/ 11 h 24"/>
                  <a:gd name="T8" fmla="*/ 1 w 12"/>
                  <a:gd name="T9" fmla="*/ 0 h 24"/>
                  <a:gd name="T10" fmla="*/ 3 w 12"/>
                  <a:gd name="T11" fmla="*/ 0 h 24"/>
                  <a:gd name="T12" fmla="*/ 11 w 12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11" y="16"/>
                    </a:moveTo>
                    <a:cubicBezTo>
                      <a:pt x="12" y="17"/>
                      <a:pt x="11" y="22"/>
                      <a:pt x="9" y="24"/>
                    </a:cubicBezTo>
                    <a:cubicBezTo>
                      <a:pt x="9" y="24"/>
                      <a:pt x="4" y="24"/>
                      <a:pt x="4" y="24"/>
                    </a:cubicBezTo>
                    <a:cubicBezTo>
                      <a:pt x="4" y="24"/>
                      <a:pt x="1" y="17"/>
                      <a:pt x="0" y="11"/>
                    </a:cubicBezTo>
                    <a:cubicBezTo>
                      <a:pt x="0" y="7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6" y="0"/>
                      <a:pt x="11" y="16"/>
                      <a:pt x="11" y="1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14" name="Freeform 652">
                <a:extLst>
                  <a:ext uri="{FF2B5EF4-FFF2-40B4-BE49-F238E27FC236}">
                    <a16:creationId xmlns:a16="http://schemas.microsoft.com/office/drawing/2014/main" id="{16BB89A9-D83D-4312-9880-2959FC683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403850"/>
                <a:ext cx="47625" cy="95250"/>
              </a:xfrm>
              <a:custGeom>
                <a:avLst/>
                <a:gdLst>
                  <a:gd name="T0" fmla="*/ 11 w 12"/>
                  <a:gd name="T1" fmla="*/ 16 h 24"/>
                  <a:gd name="T2" fmla="*/ 9 w 12"/>
                  <a:gd name="T3" fmla="*/ 24 h 24"/>
                  <a:gd name="T4" fmla="*/ 4 w 12"/>
                  <a:gd name="T5" fmla="*/ 24 h 24"/>
                  <a:gd name="T6" fmla="*/ 0 w 12"/>
                  <a:gd name="T7" fmla="*/ 11 h 24"/>
                  <a:gd name="T8" fmla="*/ 1 w 12"/>
                  <a:gd name="T9" fmla="*/ 0 h 24"/>
                  <a:gd name="T10" fmla="*/ 3 w 12"/>
                  <a:gd name="T11" fmla="*/ 0 h 24"/>
                  <a:gd name="T12" fmla="*/ 11 w 12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11" y="16"/>
                    </a:moveTo>
                    <a:cubicBezTo>
                      <a:pt x="12" y="17"/>
                      <a:pt x="11" y="22"/>
                      <a:pt x="9" y="24"/>
                    </a:cubicBezTo>
                    <a:cubicBezTo>
                      <a:pt x="9" y="24"/>
                      <a:pt x="4" y="24"/>
                      <a:pt x="4" y="24"/>
                    </a:cubicBezTo>
                    <a:cubicBezTo>
                      <a:pt x="4" y="24"/>
                      <a:pt x="1" y="17"/>
                      <a:pt x="0" y="11"/>
                    </a:cubicBezTo>
                    <a:cubicBezTo>
                      <a:pt x="0" y="7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6" y="0"/>
                      <a:pt x="11" y="16"/>
                      <a:pt x="11" y="1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15" name="Freeform 653">
                <a:extLst>
                  <a:ext uri="{FF2B5EF4-FFF2-40B4-BE49-F238E27FC236}">
                    <a16:creationId xmlns:a16="http://schemas.microsoft.com/office/drawing/2014/main" id="{502192FE-550C-4DFF-AC62-E6A8940EB5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188" y="5403850"/>
                <a:ext cx="42863" cy="95250"/>
              </a:xfrm>
              <a:custGeom>
                <a:avLst/>
                <a:gdLst>
                  <a:gd name="T0" fmla="*/ 11 w 11"/>
                  <a:gd name="T1" fmla="*/ 12 h 24"/>
                  <a:gd name="T2" fmla="*/ 7 w 11"/>
                  <a:gd name="T3" fmla="*/ 24 h 24"/>
                  <a:gd name="T4" fmla="*/ 1 w 11"/>
                  <a:gd name="T5" fmla="*/ 12 h 24"/>
                  <a:gd name="T6" fmla="*/ 5 w 11"/>
                  <a:gd name="T7" fmla="*/ 0 h 24"/>
                  <a:gd name="T8" fmla="*/ 11 w 11"/>
                  <a:gd name="T9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4">
                    <a:moveTo>
                      <a:pt x="11" y="12"/>
                    </a:moveTo>
                    <a:cubicBezTo>
                      <a:pt x="11" y="18"/>
                      <a:pt x="10" y="24"/>
                      <a:pt x="7" y="24"/>
                    </a:cubicBezTo>
                    <a:cubicBezTo>
                      <a:pt x="4" y="24"/>
                      <a:pt x="1" y="19"/>
                      <a:pt x="1" y="12"/>
                    </a:cubicBezTo>
                    <a:cubicBezTo>
                      <a:pt x="0" y="6"/>
                      <a:pt x="2" y="0"/>
                      <a:pt x="5" y="0"/>
                    </a:cubicBezTo>
                    <a:cubicBezTo>
                      <a:pt x="8" y="0"/>
                      <a:pt x="10" y="5"/>
                      <a:pt x="11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16" name="Freeform 654">
                <a:extLst>
                  <a:ext uri="{FF2B5EF4-FFF2-40B4-BE49-F238E27FC236}">
                    <a16:creationId xmlns:a16="http://schemas.microsoft.com/office/drawing/2014/main" id="{C25E6C83-6808-4DDD-A85A-FDCA4A18A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188" y="5403850"/>
                <a:ext cx="42863" cy="95250"/>
              </a:xfrm>
              <a:custGeom>
                <a:avLst/>
                <a:gdLst>
                  <a:gd name="T0" fmla="*/ 11 w 11"/>
                  <a:gd name="T1" fmla="*/ 12 h 24"/>
                  <a:gd name="T2" fmla="*/ 7 w 11"/>
                  <a:gd name="T3" fmla="*/ 24 h 24"/>
                  <a:gd name="T4" fmla="*/ 1 w 11"/>
                  <a:gd name="T5" fmla="*/ 12 h 24"/>
                  <a:gd name="T6" fmla="*/ 5 w 11"/>
                  <a:gd name="T7" fmla="*/ 0 h 24"/>
                  <a:gd name="T8" fmla="*/ 11 w 11"/>
                  <a:gd name="T9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4">
                    <a:moveTo>
                      <a:pt x="11" y="12"/>
                    </a:moveTo>
                    <a:cubicBezTo>
                      <a:pt x="11" y="18"/>
                      <a:pt x="10" y="24"/>
                      <a:pt x="7" y="24"/>
                    </a:cubicBezTo>
                    <a:cubicBezTo>
                      <a:pt x="4" y="24"/>
                      <a:pt x="1" y="19"/>
                      <a:pt x="1" y="12"/>
                    </a:cubicBezTo>
                    <a:cubicBezTo>
                      <a:pt x="0" y="6"/>
                      <a:pt x="2" y="0"/>
                      <a:pt x="5" y="0"/>
                    </a:cubicBezTo>
                    <a:cubicBezTo>
                      <a:pt x="8" y="0"/>
                      <a:pt x="10" y="5"/>
                      <a:pt x="11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17" name="Freeform 655">
                <a:extLst>
                  <a:ext uri="{FF2B5EF4-FFF2-40B4-BE49-F238E27FC236}">
                    <a16:creationId xmlns:a16="http://schemas.microsoft.com/office/drawing/2014/main" id="{3FB29AB9-D32B-4230-9C4A-04FF13B7B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54363" y="5416550"/>
                <a:ext cx="31750" cy="74613"/>
              </a:xfrm>
              <a:custGeom>
                <a:avLst/>
                <a:gdLst>
                  <a:gd name="T0" fmla="*/ 5 w 8"/>
                  <a:gd name="T1" fmla="*/ 17 h 19"/>
                  <a:gd name="T2" fmla="*/ 5 w 8"/>
                  <a:gd name="T3" fmla="*/ 17 h 19"/>
                  <a:gd name="T4" fmla="*/ 4 w 8"/>
                  <a:gd name="T5" fmla="*/ 17 h 19"/>
                  <a:gd name="T6" fmla="*/ 2 w 8"/>
                  <a:gd name="T7" fmla="*/ 14 h 19"/>
                  <a:gd name="T8" fmla="*/ 4 w 8"/>
                  <a:gd name="T9" fmla="*/ 11 h 19"/>
                  <a:gd name="T10" fmla="*/ 5 w 8"/>
                  <a:gd name="T11" fmla="*/ 17 h 19"/>
                  <a:gd name="T12" fmla="*/ 5 w 8"/>
                  <a:gd name="T13" fmla="*/ 17 h 19"/>
                  <a:gd name="T14" fmla="*/ 7 w 8"/>
                  <a:gd name="T15" fmla="*/ 13 h 19"/>
                  <a:gd name="T16" fmla="*/ 5 w 8"/>
                  <a:gd name="T17" fmla="*/ 17 h 19"/>
                  <a:gd name="T18" fmla="*/ 5 w 8"/>
                  <a:gd name="T19" fmla="*/ 11 h 19"/>
                  <a:gd name="T20" fmla="*/ 7 w 8"/>
                  <a:gd name="T21" fmla="*/ 11 h 19"/>
                  <a:gd name="T22" fmla="*/ 7 w 8"/>
                  <a:gd name="T23" fmla="*/ 13 h 19"/>
                  <a:gd name="T24" fmla="*/ 2 w 8"/>
                  <a:gd name="T25" fmla="*/ 13 h 19"/>
                  <a:gd name="T26" fmla="*/ 2 w 8"/>
                  <a:gd name="T27" fmla="*/ 12 h 19"/>
                  <a:gd name="T28" fmla="*/ 1 w 8"/>
                  <a:gd name="T29" fmla="*/ 6 h 19"/>
                  <a:gd name="T30" fmla="*/ 2 w 8"/>
                  <a:gd name="T31" fmla="*/ 5 h 19"/>
                  <a:gd name="T32" fmla="*/ 4 w 8"/>
                  <a:gd name="T33" fmla="*/ 10 h 19"/>
                  <a:gd name="T34" fmla="*/ 2 w 8"/>
                  <a:gd name="T35" fmla="*/ 13 h 19"/>
                  <a:gd name="T36" fmla="*/ 7 w 8"/>
                  <a:gd name="T37" fmla="*/ 7 h 19"/>
                  <a:gd name="T38" fmla="*/ 7 w 8"/>
                  <a:gd name="T39" fmla="*/ 10 h 19"/>
                  <a:gd name="T40" fmla="*/ 5 w 8"/>
                  <a:gd name="T41" fmla="*/ 9 h 19"/>
                  <a:gd name="T42" fmla="*/ 5 w 8"/>
                  <a:gd name="T43" fmla="*/ 2 h 19"/>
                  <a:gd name="T44" fmla="*/ 7 w 8"/>
                  <a:gd name="T45" fmla="*/ 7 h 19"/>
                  <a:gd name="T46" fmla="*/ 4 w 8"/>
                  <a:gd name="T47" fmla="*/ 8 h 19"/>
                  <a:gd name="T48" fmla="*/ 2 w 8"/>
                  <a:gd name="T49" fmla="*/ 4 h 19"/>
                  <a:gd name="T50" fmla="*/ 4 w 8"/>
                  <a:gd name="T51" fmla="*/ 2 h 19"/>
                  <a:gd name="T52" fmla="*/ 5 w 8"/>
                  <a:gd name="T53" fmla="*/ 2 h 19"/>
                  <a:gd name="T54" fmla="*/ 4 w 8"/>
                  <a:gd name="T55" fmla="*/ 8 h 19"/>
                  <a:gd name="T56" fmla="*/ 5 w 8"/>
                  <a:gd name="T57" fmla="*/ 1 h 19"/>
                  <a:gd name="T58" fmla="*/ 4 w 8"/>
                  <a:gd name="T59" fmla="*/ 0 h 19"/>
                  <a:gd name="T60" fmla="*/ 4 w 8"/>
                  <a:gd name="T61" fmla="*/ 0 h 19"/>
                  <a:gd name="T62" fmla="*/ 1 w 8"/>
                  <a:gd name="T63" fmla="*/ 5 h 19"/>
                  <a:gd name="T64" fmla="*/ 3 w 8"/>
                  <a:gd name="T65" fmla="*/ 18 h 19"/>
                  <a:gd name="T66" fmla="*/ 5 w 8"/>
                  <a:gd name="T67" fmla="*/ 19 h 19"/>
                  <a:gd name="T68" fmla="*/ 8 w 8"/>
                  <a:gd name="T69" fmla="*/ 14 h 19"/>
                  <a:gd name="T70" fmla="*/ 5 w 8"/>
                  <a:gd name="T71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" h="19">
                    <a:moveTo>
                      <a:pt x="5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6"/>
                      <a:pt x="2" y="15"/>
                      <a:pt x="2" y="14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moveTo>
                      <a:pt x="7" y="13"/>
                    </a:moveTo>
                    <a:cubicBezTo>
                      <a:pt x="7" y="15"/>
                      <a:pt x="6" y="17"/>
                      <a:pt x="5" y="17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2"/>
                      <a:pt x="7" y="12"/>
                      <a:pt x="7" y="13"/>
                    </a:cubicBezTo>
                    <a:moveTo>
                      <a:pt x="2" y="13"/>
                    </a:moveTo>
                    <a:cubicBezTo>
                      <a:pt x="2" y="13"/>
                      <a:pt x="2" y="13"/>
                      <a:pt x="2" y="12"/>
                    </a:cubicBezTo>
                    <a:cubicBezTo>
                      <a:pt x="1" y="10"/>
                      <a:pt x="1" y="8"/>
                      <a:pt x="1" y="6"/>
                    </a:cubicBezTo>
                    <a:cubicBezTo>
                      <a:pt x="2" y="6"/>
                      <a:pt x="2" y="5"/>
                      <a:pt x="2" y="5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2" y="13"/>
                    </a:lnTo>
                    <a:close/>
                    <a:moveTo>
                      <a:pt x="7" y="7"/>
                    </a:moveTo>
                    <a:cubicBezTo>
                      <a:pt x="7" y="8"/>
                      <a:pt x="7" y="9"/>
                      <a:pt x="7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6" y="5"/>
                      <a:pt x="7" y="7"/>
                    </a:cubicBezTo>
                    <a:moveTo>
                      <a:pt x="4" y="8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2"/>
                      <a:pt x="3" y="2"/>
                      <a:pt x="4" y="2"/>
                    </a:cubicBezTo>
                    <a:cubicBezTo>
                      <a:pt x="4" y="1"/>
                      <a:pt x="5" y="2"/>
                      <a:pt x="5" y="2"/>
                    </a:cubicBezTo>
                    <a:lnTo>
                      <a:pt x="4" y="8"/>
                    </a:lnTo>
                    <a:close/>
                    <a:moveTo>
                      <a:pt x="5" y="1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2"/>
                      <a:pt x="1" y="5"/>
                    </a:cubicBezTo>
                    <a:cubicBezTo>
                      <a:pt x="0" y="10"/>
                      <a:pt x="1" y="16"/>
                      <a:pt x="3" y="18"/>
                    </a:cubicBezTo>
                    <a:cubicBezTo>
                      <a:pt x="4" y="19"/>
                      <a:pt x="4" y="19"/>
                      <a:pt x="5" y="19"/>
                    </a:cubicBezTo>
                    <a:cubicBezTo>
                      <a:pt x="6" y="19"/>
                      <a:pt x="7" y="17"/>
                      <a:pt x="8" y="14"/>
                    </a:cubicBezTo>
                    <a:cubicBezTo>
                      <a:pt x="8" y="9"/>
                      <a:pt x="7" y="3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18" name="Freeform 656">
                <a:extLst>
                  <a:ext uri="{FF2B5EF4-FFF2-40B4-BE49-F238E27FC236}">
                    <a16:creationId xmlns:a16="http://schemas.microsoft.com/office/drawing/2014/main" id="{954CB937-7BEF-4F96-B10E-9893EC7E87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54363" y="5416550"/>
                <a:ext cx="31750" cy="74613"/>
              </a:xfrm>
              <a:custGeom>
                <a:avLst/>
                <a:gdLst>
                  <a:gd name="T0" fmla="*/ 5 w 8"/>
                  <a:gd name="T1" fmla="*/ 17 h 19"/>
                  <a:gd name="T2" fmla="*/ 5 w 8"/>
                  <a:gd name="T3" fmla="*/ 17 h 19"/>
                  <a:gd name="T4" fmla="*/ 4 w 8"/>
                  <a:gd name="T5" fmla="*/ 17 h 19"/>
                  <a:gd name="T6" fmla="*/ 2 w 8"/>
                  <a:gd name="T7" fmla="*/ 14 h 19"/>
                  <a:gd name="T8" fmla="*/ 4 w 8"/>
                  <a:gd name="T9" fmla="*/ 11 h 19"/>
                  <a:gd name="T10" fmla="*/ 5 w 8"/>
                  <a:gd name="T11" fmla="*/ 17 h 19"/>
                  <a:gd name="T12" fmla="*/ 5 w 8"/>
                  <a:gd name="T13" fmla="*/ 17 h 19"/>
                  <a:gd name="T14" fmla="*/ 7 w 8"/>
                  <a:gd name="T15" fmla="*/ 13 h 19"/>
                  <a:gd name="T16" fmla="*/ 5 w 8"/>
                  <a:gd name="T17" fmla="*/ 17 h 19"/>
                  <a:gd name="T18" fmla="*/ 5 w 8"/>
                  <a:gd name="T19" fmla="*/ 11 h 19"/>
                  <a:gd name="T20" fmla="*/ 7 w 8"/>
                  <a:gd name="T21" fmla="*/ 11 h 19"/>
                  <a:gd name="T22" fmla="*/ 7 w 8"/>
                  <a:gd name="T23" fmla="*/ 13 h 19"/>
                  <a:gd name="T24" fmla="*/ 2 w 8"/>
                  <a:gd name="T25" fmla="*/ 13 h 19"/>
                  <a:gd name="T26" fmla="*/ 2 w 8"/>
                  <a:gd name="T27" fmla="*/ 12 h 19"/>
                  <a:gd name="T28" fmla="*/ 1 w 8"/>
                  <a:gd name="T29" fmla="*/ 6 h 19"/>
                  <a:gd name="T30" fmla="*/ 2 w 8"/>
                  <a:gd name="T31" fmla="*/ 5 h 19"/>
                  <a:gd name="T32" fmla="*/ 4 w 8"/>
                  <a:gd name="T33" fmla="*/ 10 h 19"/>
                  <a:gd name="T34" fmla="*/ 2 w 8"/>
                  <a:gd name="T35" fmla="*/ 13 h 19"/>
                  <a:gd name="T36" fmla="*/ 7 w 8"/>
                  <a:gd name="T37" fmla="*/ 7 h 19"/>
                  <a:gd name="T38" fmla="*/ 7 w 8"/>
                  <a:gd name="T39" fmla="*/ 10 h 19"/>
                  <a:gd name="T40" fmla="*/ 5 w 8"/>
                  <a:gd name="T41" fmla="*/ 9 h 19"/>
                  <a:gd name="T42" fmla="*/ 5 w 8"/>
                  <a:gd name="T43" fmla="*/ 2 h 19"/>
                  <a:gd name="T44" fmla="*/ 7 w 8"/>
                  <a:gd name="T45" fmla="*/ 7 h 19"/>
                  <a:gd name="T46" fmla="*/ 4 w 8"/>
                  <a:gd name="T47" fmla="*/ 8 h 19"/>
                  <a:gd name="T48" fmla="*/ 2 w 8"/>
                  <a:gd name="T49" fmla="*/ 4 h 19"/>
                  <a:gd name="T50" fmla="*/ 4 w 8"/>
                  <a:gd name="T51" fmla="*/ 2 h 19"/>
                  <a:gd name="T52" fmla="*/ 5 w 8"/>
                  <a:gd name="T53" fmla="*/ 2 h 19"/>
                  <a:gd name="T54" fmla="*/ 4 w 8"/>
                  <a:gd name="T55" fmla="*/ 8 h 19"/>
                  <a:gd name="T56" fmla="*/ 5 w 8"/>
                  <a:gd name="T57" fmla="*/ 1 h 19"/>
                  <a:gd name="T58" fmla="*/ 4 w 8"/>
                  <a:gd name="T59" fmla="*/ 0 h 19"/>
                  <a:gd name="T60" fmla="*/ 4 w 8"/>
                  <a:gd name="T61" fmla="*/ 0 h 19"/>
                  <a:gd name="T62" fmla="*/ 1 w 8"/>
                  <a:gd name="T63" fmla="*/ 5 h 19"/>
                  <a:gd name="T64" fmla="*/ 3 w 8"/>
                  <a:gd name="T65" fmla="*/ 18 h 19"/>
                  <a:gd name="T66" fmla="*/ 5 w 8"/>
                  <a:gd name="T67" fmla="*/ 19 h 19"/>
                  <a:gd name="T68" fmla="*/ 8 w 8"/>
                  <a:gd name="T69" fmla="*/ 14 h 19"/>
                  <a:gd name="T70" fmla="*/ 5 w 8"/>
                  <a:gd name="T71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" h="19">
                    <a:moveTo>
                      <a:pt x="5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6"/>
                      <a:pt x="2" y="15"/>
                      <a:pt x="2" y="14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moveTo>
                      <a:pt x="7" y="13"/>
                    </a:moveTo>
                    <a:cubicBezTo>
                      <a:pt x="7" y="15"/>
                      <a:pt x="6" y="17"/>
                      <a:pt x="5" y="17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2"/>
                      <a:pt x="7" y="12"/>
                      <a:pt x="7" y="13"/>
                    </a:cubicBezTo>
                    <a:moveTo>
                      <a:pt x="2" y="13"/>
                    </a:moveTo>
                    <a:cubicBezTo>
                      <a:pt x="2" y="13"/>
                      <a:pt x="2" y="13"/>
                      <a:pt x="2" y="12"/>
                    </a:cubicBezTo>
                    <a:cubicBezTo>
                      <a:pt x="1" y="10"/>
                      <a:pt x="1" y="8"/>
                      <a:pt x="1" y="6"/>
                    </a:cubicBezTo>
                    <a:cubicBezTo>
                      <a:pt x="2" y="6"/>
                      <a:pt x="2" y="5"/>
                      <a:pt x="2" y="5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2" y="13"/>
                    </a:lnTo>
                    <a:close/>
                    <a:moveTo>
                      <a:pt x="7" y="7"/>
                    </a:moveTo>
                    <a:cubicBezTo>
                      <a:pt x="7" y="8"/>
                      <a:pt x="7" y="9"/>
                      <a:pt x="7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6" y="5"/>
                      <a:pt x="7" y="7"/>
                    </a:cubicBezTo>
                    <a:moveTo>
                      <a:pt x="4" y="8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2"/>
                      <a:pt x="3" y="2"/>
                      <a:pt x="4" y="2"/>
                    </a:cubicBezTo>
                    <a:cubicBezTo>
                      <a:pt x="4" y="1"/>
                      <a:pt x="5" y="2"/>
                      <a:pt x="5" y="2"/>
                    </a:cubicBezTo>
                    <a:lnTo>
                      <a:pt x="4" y="8"/>
                    </a:lnTo>
                    <a:close/>
                    <a:moveTo>
                      <a:pt x="5" y="1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2"/>
                      <a:pt x="1" y="5"/>
                    </a:cubicBezTo>
                    <a:cubicBezTo>
                      <a:pt x="0" y="10"/>
                      <a:pt x="1" y="16"/>
                      <a:pt x="3" y="18"/>
                    </a:cubicBezTo>
                    <a:cubicBezTo>
                      <a:pt x="4" y="19"/>
                      <a:pt x="4" y="19"/>
                      <a:pt x="5" y="19"/>
                    </a:cubicBezTo>
                    <a:cubicBezTo>
                      <a:pt x="6" y="19"/>
                      <a:pt x="7" y="17"/>
                      <a:pt x="8" y="14"/>
                    </a:cubicBezTo>
                    <a:cubicBezTo>
                      <a:pt x="8" y="9"/>
                      <a:pt x="7" y="3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19" name="Freeform 657">
                <a:extLst>
                  <a:ext uri="{FF2B5EF4-FFF2-40B4-BE49-F238E27FC236}">
                    <a16:creationId xmlns:a16="http://schemas.microsoft.com/office/drawing/2014/main" id="{9D877C4A-0232-4881-8A16-05082F95F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488" y="5372100"/>
                <a:ext cx="87313" cy="111125"/>
              </a:xfrm>
              <a:custGeom>
                <a:avLst/>
                <a:gdLst>
                  <a:gd name="T0" fmla="*/ 21 w 22"/>
                  <a:gd name="T1" fmla="*/ 27 h 28"/>
                  <a:gd name="T2" fmla="*/ 15 w 22"/>
                  <a:gd name="T3" fmla="*/ 5 h 28"/>
                  <a:gd name="T4" fmla="*/ 3 w 22"/>
                  <a:gd name="T5" fmla="*/ 6 h 28"/>
                  <a:gd name="T6" fmla="*/ 3 w 22"/>
                  <a:gd name="T7" fmla="*/ 21 h 28"/>
                  <a:gd name="T8" fmla="*/ 4 w 22"/>
                  <a:gd name="T9" fmla="*/ 22 h 28"/>
                  <a:gd name="T10" fmla="*/ 7 w 22"/>
                  <a:gd name="T11" fmla="*/ 7 h 28"/>
                  <a:gd name="T12" fmla="*/ 13 w 22"/>
                  <a:gd name="T13" fmla="*/ 23 h 28"/>
                  <a:gd name="T14" fmla="*/ 14 w 22"/>
                  <a:gd name="T15" fmla="*/ 28 h 28"/>
                  <a:gd name="T16" fmla="*/ 21 w 22"/>
                  <a:gd name="T17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28">
                    <a:moveTo>
                      <a:pt x="21" y="27"/>
                    </a:moveTo>
                    <a:cubicBezTo>
                      <a:pt x="21" y="27"/>
                      <a:pt x="21" y="10"/>
                      <a:pt x="15" y="5"/>
                    </a:cubicBezTo>
                    <a:cubicBezTo>
                      <a:pt x="9" y="0"/>
                      <a:pt x="5" y="1"/>
                      <a:pt x="3" y="6"/>
                    </a:cubicBezTo>
                    <a:cubicBezTo>
                      <a:pt x="0" y="10"/>
                      <a:pt x="3" y="21"/>
                      <a:pt x="3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1" y="3"/>
                      <a:pt x="7" y="7"/>
                    </a:cubicBezTo>
                    <a:cubicBezTo>
                      <a:pt x="11" y="9"/>
                      <a:pt x="13" y="23"/>
                      <a:pt x="13" y="23"/>
                    </a:cubicBezTo>
                    <a:cubicBezTo>
                      <a:pt x="13" y="23"/>
                      <a:pt x="14" y="28"/>
                      <a:pt x="14" y="28"/>
                    </a:cubicBezTo>
                    <a:cubicBezTo>
                      <a:pt x="17" y="28"/>
                      <a:pt x="22" y="28"/>
                      <a:pt x="21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20" name="Freeform 658">
                <a:extLst>
                  <a:ext uri="{FF2B5EF4-FFF2-40B4-BE49-F238E27FC236}">
                    <a16:creationId xmlns:a16="http://schemas.microsoft.com/office/drawing/2014/main" id="{FDDDD888-F6AB-46B1-8E61-D3FBFB6EC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488" y="5372100"/>
                <a:ext cx="87313" cy="111125"/>
              </a:xfrm>
              <a:custGeom>
                <a:avLst/>
                <a:gdLst>
                  <a:gd name="T0" fmla="*/ 21 w 22"/>
                  <a:gd name="T1" fmla="*/ 27 h 28"/>
                  <a:gd name="T2" fmla="*/ 15 w 22"/>
                  <a:gd name="T3" fmla="*/ 5 h 28"/>
                  <a:gd name="T4" fmla="*/ 3 w 22"/>
                  <a:gd name="T5" fmla="*/ 6 h 28"/>
                  <a:gd name="T6" fmla="*/ 3 w 22"/>
                  <a:gd name="T7" fmla="*/ 21 h 28"/>
                  <a:gd name="T8" fmla="*/ 4 w 22"/>
                  <a:gd name="T9" fmla="*/ 22 h 28"/>
                  <a:gd name="T10" fmla="*/ 7 w 22"/>
                  <a:gd name="T11" fmla="*/ 7 h 28"/>
                  <a:gd name="T12" fmla="*/ 13 w 22"/>
                  <a:gd name="T13" fmla="*/ 23 h 28"/>
                  <a:gd name="T14" fmla="*/ 14 w 22"/>
                  <a:gd name="T15" fmla="*/ 28 h 28"/>
                  <a:gd name="T16" fmla="*/ 21 w 22"/>
                  <a:gd name="T17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28">
                    <a:moveTo>
                      <a:pt x="21" y="27"/>
                    </a:moveTo>
                    <a:cubicBezTo>
                      <a:pt x="21" y="27"/>
                      <a:pt x="21" y="10"/>
                      <a:pt x="15" y="5"/>
                    </a:cubicBezTo>
                    <a:cubicBezTo>
                      <a:pt x="9" y="0"/>
                      <a:pt x="5" y="1"/>
                      <a:pt x="3" y="6"/>
                    </a:cubicBezTo>
                    <a:cubicBezTo>
                      <a:pt x="0" y="10"/>
                      <a:pt x="3" y="21"/>
                      <a:pt x="3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1" y="3"/>
                      <a:pt x="7" y="7"/>
                    </a:cubicBezTo>
                    <a:cubicBezTo>
                      <a:pt x="11" y="9"/>
                      <a:pt x="13" y="23"/>
                      <a:pt x="13" y="23"/>
                    </a:cubicBezTo>
                    <a:cubicBezTo>
                      <a:pt x="13" y="23"/>
                      <a:pt x="14" y="28"/>
                      <a:pt x="14" y="28"/>
                    </a:cubicBezTo>
                    <a:cubicBezTo>
                      <a:pt x="17" y="28"/>
                      <a:pt x="22" y="28"/>
                      <a:pt x="21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21" name="Freeform 659">
                <a:extLst>
                  <a:ext uri="{FF2B5EF4-FFF2-40B4-BE49-F238E27FC236}">
                    <a16:creationId xmlns:a16="http://schemas.microsoft.com/office/drawing/2014/main" id="{92300597-4DB7-4B85-9473-6BFE2E1AB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26988" cy="84138"/>
              </a:xfrm>
              <a:custGeom>
                <a:avLst/>
                <a:gdLst>
                  <a:gd name="T0" fmla="*/ 4 w 7"/>
                  <a:gd name="T1" fmla="*/ 19 h 21"/>
                  <a:gd name="T2" fmla="*/ 5 w 7"/>
                  <a:gd name="T3" fmla="*/ 21 h 21"/>
                  <a:gd name="T4" fmla="*/ 7 w 7"/>
                  <a:gd name="T5" fmla="*/ 8 h 21"/>
                  <a:gd name="T6" fmla="*/ 1 w 7"/>
                  <a:gd name="T7" fmla="*/ 6 h 21"/>
                  <a:gd name="T8" fmla="*/ 4 w 7"/>
                  <a:gd name="T9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1">
                    <a:moveTo>
                      <a:pt x="4" y="19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2" y="0"/>
                      <a:pt x="1" y="6"/>
                    </a:cubicBezTo>
                    <a:cubicBezTo>
                      <a:pt x="0" y="13"/>
                      <a:pt x="4" y="19"/>
                      <a:pt x="4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22" name="Freeform 660">
                <a:extLst>
                  <a:ext uri="{FF2B5EF4-FFF2-40B4-BE49-F238E27FC236}">
                    <a16:creationId xmlns:a16="http://schemas.microsoft.com/office/drawing/2014/main" id="{1464997F-39DD-4923-8BA1-23A1FC6FB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26988" cy="84138"/>
              </a:xfrm>
              <a:custGeom>
                <a:avLst/>
                <a:gdLst>
                  <a:gd name="T0" fmla="*/ 4 w 7"/>
                  <a:gd name="T1" fmla="*/ 19 h 21"/>
                  <a:gd name="T2" fmla="*/ 5 w 7"/>
                  <a:gd name="T3" fmla="*/ 21 h 21"/>
                  <a:gd name="T4" fmla="*/ 7 w 7"/>
                  <a:gd name="T5" fmla="*/ 8 h 21"/>
                  <a:gd name="T6" fmla="*/ 1 w 7"/>
                  <a:gd name="T7" fmla="*/ 6 h 21"/>
                  <a:gd name="T8" fmla="*/ 4 w 7"/>
                  <a:gd name="T9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1">
                    <a:moveTo>
                      <a:pt x="4" y="19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2" y="0"/>
                      <a:pt x="1" y="6"/>
                    </a:cubicBezTo>
                    <a:cubicBezTo>
                      <a:pt x="0" y="13"/>
                      <a:pt x="4" y="19"/>
                      <a:pt x="4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23" name="Freeform 661">
                <a:extLst>
                  <a:ext uri="{FF2B5EF4-FFF2-40B4-BE49-F238E27FC236}">
                    <a16:creationId xmlns:a16="http://schemas.microsoft.com/office/drawing/2014/main" id="{71E8E9FE-650B-467C-946A-AE2A702B3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372100"/>
                <a:ext cx="39688" cy="84138"/>
              </a:xfrm>
              <a:custGeom>
                <a:avLst/>
                <a:gdLst>
                  <a:gd name="T0" fmla="*/ 10 w 10"/>
                  <a:gd name="T1" fmla="*/ 14 h 21"/>
                  <a:gd name="T2" fmla="*/ 8 w 10"/>
                  <a:gd name="T3" fmla="*/ 21 h 21"/>
                  <a:gd name="T4" fmla="*/ 3 w 10"/>
                  <a:gd name="T5" fmla="*/ 21 h 21"/>
                  <a:gd name="T6" fmla="*/ 0 w 10"/>
                  <a:gd name="T7" fmla="*/ 10 h 21"/>
                  <a:gd name="T8" fmla="*/ 1 w 10"/>
                  <a:gd name="T9" fmla="*/ 0 h 21"/>
                  <a:gd name="T10" fmla="*/ 3 w 10"/>
                  <a:gd name="T11" fmla="*/ 0 h 21"/>
                  <a:gd name="T12" fmla="*/ 7 w 10"/>
                  <a:gd name="T13" fmla="*/ 10 h 21"/>
                  <a:gd name="T14" fmla="*/ 10 w 10"/>
                  <a:gd name="T15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1">
                    <a:moveTo>
                      <a:pt x="10" y="14"/>
                    </a:moveTo>
                    <a:cubicBezTo>
                      <a:pt x="10" y="15"/>
                      <a:pt x="9" y="19"/>
                      <a:pt x="8" y="21"/>
                    </a:cubicBezTo>
                    <a:cubicBezTo>
                      <a:pt x="7" y="21"/>
                      <a:pt x="3" y="21"/>
                      <a:pt x="3" y="21"/>
                    </a:cubicBezTo>
                    <a:cubicBezTo>
                      <a:pt x="3" y="21"/>
                      <a:pt x="0" y="15"/>
                      <a:pt x="0" y="10"/>
                    </a:cubicBezTo>
                    <a:cubicBezTo>
                      <a:pt x="0" y="6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7"/>
                      <a:pt x="7" y="10"/>
                    </a:cubicBezTo>
                    <a:cubicBezTo>
                      <a:pt x="8" y="14"/>
                      <a:pt x="10" y="14"/>
                      <a:pt x="10" y="1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24" name="Freeform 662">
                <a:extLst>
                  <a:ext uri="{FF2B5EF4-FFF2-40B4-BE49-F238E27FC236}">
                    <a16:creationId xmlns:a16="http://schemas.microsoft.com/office/drawing/2014/main" id="{A2770112-C1F1-4E2C-9969-B2E1C3420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372100"/>
                <a:ext cx="39688" cy="84138"/>
              </a:xfrm>
              <a:custGeom>
                <a:avLst/>
                <a:gdLst>
                  <a:gd name="T0" fmla="*/ 10 w 10"/>
                  <a:gd name="T1" fmla="*/ 14 h 21"/>
                  <a:gd name="T2" fmla="*/ 8 w 10"/>
                  <a:gd name="T3" fmla="*/ 21 h 21"/>
                  <a:gd name="T4" fmla="*/ 3 w 10"/>
                  <a:gd name="T5" fmla="*/ 21 h 21"/>
                  <a:gd name="T6" fmla="*/ 0 w 10"/>
                  <a:gd name="T7" fmla="*/ 10 h 21"/>
                  <a:gd name="T8" fmla="*/ 1 w 10"/>
                  <a:gd name="T9" fmla="*/ 0 h 21"/>
                  <a:gd name="T10" fmla="*/ 3 w 10"/>
                  <a:gd name="T11" fmla="*/ 0 h 21"/>
                  <a:gd name="T12" fmla="*/ 7 w 10"/>
                  <a:gd name="T13" fmla="*/ 10 h 21"/>
                  <a:gd name="T14" fmla="*/ 10 w 10"/>
                  <a:gd name="T15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1">
                    <a:moveTo>
                      <a:pt x="10" y="14"/>
                    </a:moveTo>
                    <a:cubicBezTo>
                      <a:pt x="10" y="15"/>
                      <a:pt x="9" y="19"/>
                      <a:pt x="8" y="21"/>
                    </a:cubicBezTo>
                    <a:cubicBezTo>
                      <a:pt x="7" y="21"/>
                      <a:pt x="3" y="21"/>
                      <a:pt x="3" y="21"/>
                    </a:cubicBezTo>
                    <a:cubicBezTo>
                      <a:pt x="3" y="21"/>
                      <a:pt x="0" y="15"/>
                      <a:pt x="0" y="10"/>
                    </a:cubicBezTo>
                    <a:cubicBezTo>
                      <a:pt x="0" y="6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7"/>
                      <a:pt x="7" y="10"/>
                    </a:cubicBezTo>
                    <a:cubicBezTo>
                      <a:pt x="8" y="14"/>
                      <a:pt x="10" y="14"/>
                      <a:pt x="10" y="1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25" name="Freeform 663">
                <a:extLst>
                  <a:ext uri="{FF2B5EF4-FFF2-40B4-BE49-F238E27FC236}">
                    <a16:creationId xmlns:a16="http://schemas.microsoft.com/office/drawing/2014/main" id="{CB71C438-6024-474B-A395-26874FCBE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72100"/>
                <a:ext cx="39688" cy="84138"/>
              </a:xfrm>
              <a:custGeom>
                <a:avLst/>
                <a:gdLst>
                  <a:gd name="T0" fmla="*/ 10 w 10"/>
                  <a:gd name="T1" fmla="*/ 10 h 21"/>
                  <a:gd name="T2" fmla="*/ 6 w 10"/>
                  <a:gd name="T3" fmla="*/ 21 h 21"/>
                  <a:gd name="T4" fmla="*/ 1 w 10"/>
                  <a:gd name="T5" fmla="*/ 11 h 21"/>
                  <a:gd name="T6" fmla="*/ 4 w 10"/>
                  <a:gd name="T7" fmla="*/ 0 h 21"/>
                  <a:gd name="T8" fmla="*/ 10 w 10"/>
                  <a:gd name="T9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1">
                    <a:moveTo>
                      <a:pt x="10" y="10"/>
                    </a:moveTo>
                    <a:cubicBezTo>
                      <a:pt x="10" y="16"/>
                      <a:pt x="8" y="21"/>
                      <a:pt x="6" y="21"/>
                    </a:cubicBezTo>
                    <a:cubicBezTo>
                      <a:pt x="4" y="21"/>
                      <a:pt x="1" y="17"/>
                      <a:pt x="1" y="11"/>
                    </a:cubicBezTo>
                    <a:cubicBezTo>
                      <a:pt x="0" y="5"/>
                      <a:pt x="2" y="0"/>
                      <a:pt x="4" y="0"/>
                    </a:cubicBezTo>
                    <a:cubicBezTo>
                      <a:pt x="7" y="0"/>
                      <a:pt x="9" y="5"/>
                      <a:pt x="10" y="1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26" name="Freeform 664">
                <a:extLst>
                  <a:ext uri="{FF2B5EF4-FFF2-40B4-BE49-F238E27FC236}">
                    <a16:creationId xmlns:a16="http://schemas.microsoft.com/office/drawing/2014/main" id="{99705A58-37DF-4DAF-B0E4-208D75985C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72100"/>
                <a:ext cx="39688" cy="84138"/>
              </a:xfrm>
              <a:custGeom>
                <a:avLst/>
                <a:gdLst>
                  <a:gd name="T0" fmla="*/ 10 w 10"/>
                  <a:gd name="T1" fmla="*/ 10 h 21"/>
                  <a:gd name="T2" fmla="*/ 6 w 10"/>
                  <a:gd name="T3" fmla="*/ 21 h 21"/>
                  <a:gd name="T4" fmla="*/ 1 w 10"/>
                  <a:gd name="T5" fmla="*/ 11 h 21"/>
                  <a:gd name="T6" fmla="*/ 4 w 10"/>
                  <a:gd name="T7" fmla="*/ 0 h 21"/>
                  <a:gd name="T8" fmla="*/ 10 w 10"/>
                  <a:gd name="T9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1">
                    <a:moveTo>
                      <a:pt x="10" y="10"/>
                    </a:moveTo>
                    <a:cubicBezTo>
                      <a:pt x="10" y="16"/>
                      <a:pt x="8" y="21"/>
                      <a:pt x="6" y="21"/>
                    </a:cubicBezTo>
                    <a:cubicBezTo>
                      <a:pt x="4" y="21"/>
                      <a:pt x="1" y="17"/>
                      <a:pt x="1" y="11"/>
                    </a:cubicBezTo>
                    <a:cubicBezTo>
                      <a:pt x="0" y="5"/>
                      <a:pt x="2" y="0"/>
                      <a:pt x="4" y="0"/>
                    </a:cubicBezTo>
                    <a:cubicBezTo>
                      <a:pt x="7" y="0"/>
                      <a:pt x="9" y="5"/>
                      <a:pt x="10" y="1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27" name="Freeform 665">
                <a:extLst>
                  <a:ext uri="{FF2B5EF4-FFF2-40B4-BE49-F238E27FC236}">
                    <a16:creationId xmlns:a16="http://schemas.microsoft.com/office/drawing/2014/main" id="{71DAD67F-A806-40E8-ABF7-1565BBADCF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7051" y="5384800"/>
                <a:ext cx="28575" cy="63500"/>
              </a:xfrm>
              <a:custGeom>
                <a:avLst/>
                <a:gdLst>
                  <a:gd name="T0" fmla="*/ 4 w 7"/>
                  <a:gd name="T1" fmla="*/ 15 h 16"/>
                  <a:gd name="T2" fmla="*/ 4 w 7"/>
                  <a:gd name="T3" fmla="*/ 15 h 16"/>
                  <a:gd name="T4" fmla="*/ 3 w 7"/>
                  <a:gd name="T5" fmla="*/ 14 h 16"/>
                  <a:gd name="T6" fmla="*/ 2 w 7"/>
                  <a:gd name="T7" fmla="*/ 12 h 16"/>
                  <a:gd name="T8" fmla="*/ 3 w 7"/>
                  <a:gd name="T9" fmla="*/ 10 h 16"/>
                  <a:gd name="T10" fmla="*/ 4 w 7"/>
                  <a:gd name="T11" fmla="*/ 15 h 16"/>
                  <a:gd name="T12" fmla="*/ 4 w 7"/>
                  <a:gd name="T13" fmla="*/ 15 h 16"/>
                  <a:gd name="T14" fmla="*/ 6 w 7"/>
                  <a:gd name="T15" fmla="*/ 11 h 16"/>
                  <a:gd name="T16" fmla="*/ 5 w 7"/>
                  <a:gd name="T17" fmla="*/ 15 h 16"/>
                  <a:gd name="T18" fmla="*/ 4 w 7"/>
                  <a:gd name="T19" fmla="*/ 9 h 16"/>
                  <a:gd name="T20" fmla="*/ 6 w 7"/>
                  <a:gd name="T21" fmla="*/ 9 h 16"/>
                  <a:gd name="T22" fmla="*/ 6 w 7"/>
                  <a:gd name="T23" fmla="*/ 11 h 16"/>
                  <a:gd name="T24" fmla="*/ 2 w 7"/>
                  <a:gd name="T25" fmla="*/ 11 h 16"/>
                  <a:gd name="T26" fmla="*/ 1 w 7"/>
                  <a:gd name="T27" fmla="*/ 10 h 16"/>
                  <a:gd name="T28" fmla="*/ 1 w 7"/>
                  <a:gd name="T29" fmla="*/ 5 h 16"/>
                  <a:gd name="T30" fmla="*/ 1 w 7"/>
                  <a:gd name="T31" fmla="*/ 4 h 16"/>
                  <a:gd name="T32" fmla="*/ 3 w 7"/>
                  <a:gd name="T33" fmla="*/ 8 h 16"/>
                  <a:gd name="T34" fmla="*/ 2 w 7"/>
                  <a:gd name="T35" fmla="*/ 11 h 16"/>
                  <a:gd name="T36" fmla="*/ 6 w 7"/>
                  <a:gd name="T37" fmla="*/ 6 h 16"/>
                  <a:gd name="T38" fmla="*/ 6 w 7"/>
                  <a:gd name="T39" fmla="*/ 9 h 16"/>
                  <a:gd name="T40" fmla="*/ 4 w 7"/>
                  <a:gd name="T41" fmla="*/ 7 h 16"/>
                  <a:gd name="T42" fmla="*/ 4 w 7"/>
                  <a:gd name="T43" fmla="*/ 2 h 16"/>
                  <a:gd name="T44" fmla="*/ 6 w 7"/>
                  <a:gd name="T45" fmla="*/ 6 h 16"/>
                  <a:gd name="T46" fmla="*/ 3 w 7"/>
                  <a:gd name="T47" fmla="*/ 7 h 16"/>
                  <a:gd name="T48" fmla="*/ 2 w 7"/>
                  <a:gd name="T49" fmla="*/ 3 h 16"/>
                  <a:gd name="T50" fmla="*/ 3 w 7"/>
                  <a:gd name="T51" fmla="*/ 1 h 16"/>
                  <a:gd name="T52" fmla="*/ 4 w 7"/>
                  <a:gd name="T53" fmla="*/ 1 h 16"/>
                  <a:gd name="T54" fmla="*/ 3 w 7"/>
                  <a:gd name="T55" fmla="*/ 7 h 16"/>
                  <a:gd name="T56" fmla="*/ 4 w 7"/>
                  <a:gd name="T57" fmla="*/ 0 h 16"/>
                  <a:gd name="T58" fmla="*/ 3 w 7"/>
                  <a:gd name="T59" fmla="*/ 0 h 16"/>
                  <a:gd name="T60" fmla="*/ 3 w 7"/>
                  <a:gd name="T61" fmla="*/ 0 h 16"/>
                  <a:gd name="T62" fmla="*/ 1 w 7"/>
                  <a:gd name="T63" fmla="*/ 4 h 16"/>
                  <a:gd name="T64" fmla="*/ 3 w 7"/>
                  <a:gd name="T65" fmla="*/ 16 h 16"/>
                  <a:gd name="T66" fmla="*/ 4 w 7"/>
                  <a:gd name="T67" fmla="*/ 16 h 16"/>
                  <a:gd name="T68" fmla="*/ 7 w 7"/>
                  <a:gd name="T69" fmla="*/ 12 h 16"/>
                  <a:gd name="T70" fmla="*/ 4 w 7"/>
                  <a:gd name="T7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" h="16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3" y="15"/>
                      <a:pt x="3" y="14"/>
                    </a:cubicBezTo>
                    <a:cubicBezTo>
                      <a:pt x="2" y="14"/>
                      <a:pt x="2" y="13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moveTo>
                      <a:pt x="6" y="11"/>
                    </a:moveTo>
                    <a:cubicBezTo>
                      <a:pt x="6" y="13"/>
                      <a:pt x="5" y="14"/>
                      <a:pt x="5" y="15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1"/>
                    </a:cubicBezTo>
                    <a:moveTo>
                      <a:pt x="2" y="11"/>
                    </a:moveTo>
                    <a:cubicBezTo>
                      <a:pt x="2" y="11"/>
                      <a:pt x="1" y="11"/>
                      <a:pt x="1" y="10"/>
                    </a:cubicBezTo>
                    <a:cubicBezTo>
                      <a:pt x="1" y="9"/>
                      <a:pt x="1" y="7"/>
                      <a:pt x="1" y="5"/>
                    </a:cubicBezTo>
                    <a:cubicBezTo>
                      <a:pt x="1" y="5"/>
                      <a:pt x="1" y="4"/>
                      <a:pt x="1" y="4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2" y="11"/>
                    </a:lnTo>
                    <a:close/>
                    <a:moveTo>
                      <a:pt x="6" y="6"/>
                    </a:moveTo>
                    <a:cubicBezTo>
                      <a:pt x="6" y="7"/>
                      <a:pt x="6" y="8"/>
                      <a:pt x="6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6" y="4"/>
                      <a:pt x="6" y="6"/>
                    </a:cubicBezTo>
                    <a:moveTo>
                      <a:pt x="3" y="7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1"/>
                      <a:pt x="3" y="1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3" y="7"/>
                    </a:lnTo>
                    <a:close/>
                    <a:moveTo>
                      <a:pt x="4" y="0"/>
                    </a:move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1" y="4"/>
                    </a:cubicBezTo>
                    <a:cubicBezTo>
                      <a:pt x="0" y="9"/>
                      <a:pt x="1" y="14"/>
                      <a:pt x="3" y="16"/>
                    </a:cubicBezTo>
                    <a:cubicBezTo>
                      <a:pt x="3" y="16"/>
                      <a:pt x="4" y="16"/>
                      <a:pt x="4" y="16"/>
                    </a:cubicBezTo>
                    <a:cubicBezTo>
                      <a:pt x="5" y="16"/>
                      <a:pt x="6" y="15"/>
                      <a:pt x="7" y="12"/>
                    </a:cubicBezTo>
                    <a:cubicBezTo>
                      <a:pt x="7" y="7"/>
                      <a:pt x="6" y="2"/>
                      <a:pt x="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28" name="Freeform 666">
                <a:extLst>
                  <a:ext uri="{FF2B5EF4-FFF2-40B4-BE49-F238E27FC236}">
                    <a16:creationId xmlns:a16="http://schemas.microsoft.com/office/drawing/2014/main" id="{3E8A000B-3475-42F0-AA40-0E65A96691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7051" y="5384800"/>
                <a:ext cx="28575" cy="63500"/>
              </a:xfrm>
              <a:custGeom>
                <a:avLst/>
                <a:gdLst>
                  <a:gd name="T0" fmla="*/ 4 w 7"/>
                  <a:gd name="T1" fmla="*/ 15 h 16"/>
                  <a:gd name="T2" fmla="*/ 4 w 7"/>
                  <a:gd name="T3" fmla="*/ 15 h 16"/>
                  <a:gd name="T4" fmla="*/ 3 w 7"/>
                  <a:gd name="T5" fmla="*/ 14 h 16"/>
                  <a:gd name="T6" fmla="*/ 2 w 7"/>
                  <a:gd name="T7" fmla="*/ 12 h 16"/>
                  <a:gd name="T8" fmla="*/ 3 w 7"/>
                  <a:gd name="T9" fmla="*/ 10 h 16"/>
                  <a:gd name="T10" fmla="*/ 4 w 7"/>
                  <a:gd name="T11" fmla="*/ 15 h 16"/>
                  <a:gd name="T12" fmla="*/ 4 w 7"/>
                  <a:gd name="T13" fmla="*/ 15 h 16"/>
                  <a:gd name="T14" fmla="*/ 6 w 7"/>
                  <a:gd name="T15" fmla="*/ 11 h 16"/>
                  <a:gd name="T16" fmla="*/ 5 w 7"/>
                  <a:gd name="T17" fmla="*/ 15 h 16"/>
                  <a:gd name="T18" fmla="*/ 4 w 7"/>
                  <a:gd name="T19" fmla="*/ 9 h 16"/>
                  <a:gd name="T20" fmla="*/ 6 w 7"/>
                  <a:gd name="T21" fmla="*/ 9 h 16"/>
                  <a:gd name="T22" fmla="*/ 6 w 7"/>
                  <a:gd name="T23" fmla="*/ 11 h 16"/>
                  <a:gd name="T24" fmla="*/ 2 w 7"/>
                  <a:gd name="T25" fmla="*/ 11 h 16"/>
                  <a:gd name="T26" fmla="*/ 1 w 7"/>
                  <a:gd name="T27" fmla="*/ 10 h 16"/>
                  <a:gd name="T28" fmla="*/ 1 w 7"/>
                  <a:gd name="T29" fmla="*/ 5 h 16"/>
                  <a:gd name="T30" fmla="*/ 1 w 7"/>
                  <a:gd name="T31" fmla="*/ 4 h 16"/>
                  <a:gd name="T32" fmla="*/ 3 w 7"/>
                  <a:gd name="T33" fmla="*/ 8 h 16"/>
                  <a:gd name="T34" fmla="*/ 2 w 7"/>
                  <a:gd name="T35" fmla="*/ 11 h 16"/>
                  <a:gd name="T36" fmla="*/ 6 w 7"/>
                  <a:gd name="T37" fmla="*/ 6 h 16"/>
                  <a:gd name="T38" fmla="*/ 6 w 7"/>
                  <a:gd name="T39" fmla="*/ 9 h 16"/>
                  <a:gd name="T40" fmla="*/ 4 w 7"/>
                  <a:gd name="T41" fmla="*/ 7 h 16"/>
                  <a:gd name="T42" fmla="*/ 4 w 7"/>
                  <a:gd name="T43" fmla="*/ 2 h 16"/>
                  <a:gd name="T44" fmla="*/ 6 w 7"/>
                  <a:gd name="T45" fmla="*/ 6 h 16"/>
                  <a:gd name="T46" fmla="*/ 3 w 7"/>
                  <a:gd name="T47" fmla="*/ 7 h 16"/>
                  <a:gd name="T48" fmla="*/ 2 w 7"/>
                  <a:gd name="T49" fmla="*/ 3 h 16"/>
                  <a:gd name="T50" fmla="*/ 3 w 7"/>
                  <a:gd name="T51" fmla="*/ 1 h 16"/>
                  <a:gd name="T52" fmla="*/ 4 w 7"/>
                  <a:gd name="T53" fmla="*/ 1 h 16"/>
                  <a:gd name="T54" fmla="*/ 3 w 7"/>
                  <a:gd name="T55" fmla="*/ 7 h 16"/>
                  <a:gd name="T56" fmla="*/ 4 w 7"/>
                  <a:gd name="T57" fmla="*/ 0 h 16"/>
                  <a:gd name="T58" fmla="*/ 3 w 7"/>
                  <a:gd name="T59" fmla="*/ 0 h 16"/>
                  <a:gd name="T60" fmla="*/ 3 w 7"/>
                  <a:gd name="T61" fmla="*/ 0 h 16"/>
                  <a:gd name="T62" fmla="*/ 1 w 7"/>
                  <a:gd name="T63" fmla="*/ 4 h 16"/>
                  <a:gd name="T64" fmla="*/ 3 w 7"/>
                  <a:gd name="T65" fmla="*/ 16 h 16"/>
                  <a:gd name="T66" fmla="*/ 4 w 7"/>
                  <a:gd name="T67" fmla="*/ 16 h 16"/>
                  <a:gd name="T68" fmla="*/ 7 w 7"/>
                  <a:gd name="T69" fmla="*/ 12 h 16"/>
                  <a:gd name="T70" fmla="*/ 4 w 7"/>
                  <a:gd name="T7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" h="16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3" y="15"/>
                      <a:pt x="3" y="14"/>
                    </a:cubicBezTo>
                    <a:cubicBezTo>
                      <a:pt x="2" y="14"/>
                      <a:pt x="2" y="13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moveTo>
                      <a:pt x="6" y="11"/>
                    </a:moveTo>
                    <a:cubicBezTo>
                      <a:pt x="6" y="13"/>
                      <a:pt x="5" y="14"/>
                      <a:pt x="5" y="15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1"/>
                    </a:cubicBezTo>
                    <a:moveTo>
                      <a:pt x="2" y="11"/>
                    </a:moveTo>
                    <a:cubicBezTo>
                      <a:pt x="2" y="11"/>
                      <a:pt x="1" y="11"/>
                      <a:pt x="1" y="10"/>
                    </a:cubicBezTo>
                    <a:cubicBezTo>
                      <a:pt x="1" y="9"/>
                      <a:pt x="1" y="7"/>
                      <a:pt x="1" y="5"/>
                    </a:cubicBezTo>
                    <a:cubicBezTo>
                      <a:pt x="1" y="5"/>
                      <a:pt x="1" y="4"/>
                      <a:pt x="1" y="4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2" y="11"/>
                    </a:lnTo>
                    <a:close/>
                    <a:moveTo>
                      <a:pt x="6" y="6"/>
                    </a:moveTo>
                    <a:cubicBezTo>
                      <a:pt x="6" y="7"/>
                      <a:pt x="6" y="8"/>
                      <a:pt x="6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6" y="4"/>
                      <a:pt x="6" y="6"/>
                    </a:cubicBezTo>
                    <a:moveTo>
                      <a:pt x="3" y="7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1"/>
                      <a:pt x="3" y="1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3" y="7"/>
                    </a:lnTo>
                    <a:close/>
                    <a:moveTo>
                      <a:pt x="4" y="0"/>
                    </a:move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1" y="4"/>
                    </a:cubicBezTo>
                    <a:cubicBezTo>
                      <a:pt x="0" y="9"/>
                      <a:pt x="1" y="14"/>
                      <a:pt x="3" y="16"/>
                    </a:cubicBezTo>
                    <a:cubicBezTo>
                      <a:pt x="3" y="16"/>
                      <a:pt x="4" y="16"/>
                      <a:pt x="4" y="16"/>
                    </a:cubicBezTo>
                    <a:cubicBezTo>
                      <a:pt x="5" y="16"/>
                      <a:pt x="6" y="15"/>
                      <a:pt x="7" y="12"/>
                    </a:cubicBezTo>
                    <a:cubicBezTo>
                      <a:pt x="7" y="7"/>
                      <a:pt x="6" y="2"/>
                      <a:pt x="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29" name="Freeform 667">
                <a:extLst>
                  <a:ext uri="{FF2B5EF4-FFF2-40B4-BE49-F238E27FC236}">
                    <a16:creationId xmlns:a16="http://schemas.microsoft.com/office/drawing/2014/main" id="{C8CFA09D-9B82-4B69-B5E0-CF6E333FF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47625" cy="95250"/>
              </a:xfrm>
              <a:custGeom>
                <a:avLst/>
                <a:gdLst>
                  <a:gd name="T0" fmla="*/ 12 w 12"/>
                  <a:gd name="T1" fmla="*/ 24 h 24"/>
                  <a:gd name="T2" fmla="*/ 7 w 12"/>
                  <a:gd name="T3" fmla="*/ 4 h 24"/>
                  <a:gd name="T4" fmla="*/ 2 w 12"/>
                  <a:gd name="T5" fmla="*/ 2 h 24"/>
                  <a:gd name="T6" fmla="*/ 1 w 12"/>
                  <a:gd name="T7" fmla="*/ 13 h 24"/>
                  <a:gd name="T8" fmla="*/ 3 w 12"/>
                  <a:gd name="T9" fmla="*/ 6 h 24"/>
                  <a:gd name="T10" fmla="*/ 8 w 12"/>
                  <a:gd name="T11" fmla="*/ 22 h 24"/>
                  <a:gd name="T12" fmla="*/ 10 w 12"/>
                  <a:gd name="T13" fmla="*/ 24 h 24"/>
                  <a:gd name="T14" fmla="*/ 12 w 12"/>
                  <a:gd name="T1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24">
                    <a:moveTo>
                      <a:pt x="12" y="24"/>
                    </a:moveTo>
                    <a:cubicBezTo>
                      <a:pt x="12" y="24"/>
                      <a:pt x="10" y="7"/>
                      <a:pt x="7" y="4"/>
                    </a:cubicBezTo>
                    <a:cubicBezTo>
                      <a:pt x="4" y="0"/>
                      <a:pt x="3" y="2"/>
                      <a:pt x="2" y="2"/>
                    </a:cubicBezTo>
                    <a:cubicBezTo>
                      <a:pt x="1" y="3"/>
                      <a:pt x="0" y="9"/>
                      <a:pt x="1" y="13"/>
                    </a:cubicBezTo>
                    <a:cubicBezTo>
                      <a:pt x="1" y="13"/>
                      <a:pt x="0" y="4"/>
                      <a:pt x="3" y="6"/>
                    </a:cubicBezTo>
                    <a:cubicBezTo>
                      <a:pt x="6" y="7"/>
                      <a:pt x="8" y="22"/>
                      <a:pt x="8" y="22"/>
                    </a:cubicBezTo>
                    <a:cubicBezTo>
                      <a:pt x="8" y="22"/>
                      <a:pt x="8" y="23"/>
                      <a:pt x="10" y="24"/>
                    </a:cubicBezTo>
                    <a:cubicBezTo>
                      <a:pt x="11" y="24"/>
                      <a:pt x="11" y="24"/>
                      <a:pt x="12" y="2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30" name="Freeform 668">
                <a:extLst>
                  <a:ext uri="{FF2B5EF4-FFF2-40B4-BE49-F238E27FC236}">
                    <a16:creationId xmlns:a16="http://schemas.microsoft.com/office/drawing/2014/main" id="{28F19B2D-F67F-436B-81FD-7A17F3EA1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47625" cy="95250"/>
              </a:xfrm>
              <a:custGeom>
                <a:avLst/>
                <a:gdLst>
                  <a:gd name="T0" fmla="*/ 12 w 12"/>
                  <a:gd name="T1" fmla="*/ 24 h 24"/>
                  <a:gd name="T2" fmla="*/ 7 w 12"/>
                  <a:gd name="T3" fmla="*/ 4 h 24"/>
                  <a:gd name="T4" fmla="*/ 2 w 12"/>
                  <a:gd name="T5" fmla="*/ 2 h 24"/>
                  <a:gd name="T6" fmla="*/ 1 w 12"/>
                  <a:gd name="T7" fmla="*/ 13 h 24"/>
                  <a:gd name="T8" fmla="*/ 3 w 12"/>
                  <a:gd name="T9" fmla="*/ 6 h 24"/>
                  <a:gd name="T10" fmla="*/ 8 w 12"/>
                  <a:gd name="T11" fmla="*/ 22 h 24"/>
                  <a:gd name="T12" fmla="*/ 10 w 12"/>
                  <a:gd name="T13" fmla="*/ 24 h 24"/>
                  <a:gd name="T14" fmla="*/ 12 w 12"/>
                  <a:gd name="T1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24">
                    <a:moveTo>
                      <a:pt x="12" y="24"/>
                    </a:moveTo>
                    <a:cubicBezTo>
                      <a:pt x="12" y="24"/>
                      <a:pt x="10" y="7"/>
                      <a:pt x="7" y="4"/>
                    </a:cubicBezTo>
                    <a:cubicBezTo>
                      <a:pt x="4" y="0"/>
                      <a:pt x="3" y="2"/>
                      <a:pt x="2" y="2"/>
                    </a:cubicBezTo>
                    <a:cubicBezTo>
                      <a:pt x="1" y="3"/>
                      <a:pt x="0" y="9"/>
                      <a:pt x="1" y="13"/>
                    </a:cubicBezTo>
                    <a:cubicBezTo>
                      <a:pt x="1" y="13"/>
                      <a:pt x="0" y="4"/>
                      <a:pt x="3" y="6"/>
                    </a:cubicBezTo>
                    <a:cubicBezTo>
                      <a:pt x="6" y="7"/>
                      <a:pt x="8" y="22"/>
                      <a:pt x="8" y="22"/>
                    </a:cubicBezTo>
                    <a:cubicBezTo>
                      <a:pt x="8" y="22"/>
                      <a:pt x="8" y="23"/>
                      <a:pt x="10" y="24"/>
                    </a:cubicBezTo>
                    <a:cubicBezTo>
                      <a:pt x="11" y="24"/>
                      <a:pt x="11" y="24"/>
                      <a:pt x="12" y="2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31" name="Freeform 669">
                <a:extLst>
                  <a:ext uri="{FF2B5EF4-FFF2-40B4-BE49-F238E27FC236}">
                    <a16:creationId xmlns:a16="http://schemas.microsoft.com/office/drawing/2014/main" id="{208F68E2-E6A9-4457-A99C-C7932FDA0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419725"/>
                <a:ext cx="52388" cy="36513"/>
              </a:xfrm>
              <a:custGeom>
                <a:avLst/>
                <a:gdLst>
                  <a:gd name="T0" fmla="*/ 33 w 33"/>
                  <a:gd name="T1" fmla="*/ 13 h 23"/>
                  <a:gd name="T2" fmla="*/ 33 w 33"/>
                  <a:gd name="T3" fmla="*/ 23 h 23"/>
                  <a:gd name="T4" fmla="*/ 0 w 33"/>
                  <a:gd name="T5" fmla="*/ 8 h 23"/>
                  <a:gd name="T6" fmla="*/ 0 w 33"/>
                  <a:gd name="T7" fmla="*/ 0 h 23"/>
                  <a:gd name="T8" fmla="*/ 33 w 33"/>
                  <a:gd name="T9" fmla="*/ 1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3">
                    <a:moveTo>
                      <a:pt x="33" y="13"/>
                    </a:moveTo>
                    <a:lnTo>
                      <a:pt x="33" y="23"/>
                    </a:lnTo>
                    <a:lnTo>
                      <a:pt x="0" y="8"/>
                    </a:lnTo>
                    <a:lnTo>
                      <a:pt x="0" y="0"/>
                    </a:lnTo>
                    <a:lnTo>
                      <a:pt x="33" y="1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32" name="Freeform 670">
                <a:extLst>
                  <a:ext uri="{FF2B5EF4-FFF2-40B4-BE49-F238E27FC236}">
                    <a16:creationId xmlns:a16="http://schemas.microsoft.com/office/drawing/2014/main" id="{A6176641-8812-4235-8344-20BD5382D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300663"/>
                <a:ext cx="23813" cy="15875"/>
              </a:xfrm>
              <a:custGeom>
                <a:avLst/>
                <a:gdLst>
                  <a:gd name="T0" fmla="*/ 6 w 6"/>
                  <a:gd name="T1" fmla="*/ 3 h 4"/>
                  <a:gd name="T2" fmla="*/ 6 w 6"/>
                  <a:gd name="T3" fmla="*/ 4 h 4"/>
                  <a:gd name="T4" fmla="*/ 1 w 6"/>
                  <a:gd name="T5" fmla="*/ 1 h 4"/>
                  <a:gd name="T6" fmla="*/ 0 w 6"/>
                  <a:gd name="T7" fmla="*/ 1 h 4"/>
                  <a:gd name="T8" fmla="*/ 1 w 6"/>
                  <a:gd name="T9" fmla="*/ 0 h 4"/>
                  <a:gd name="T10" fmla="*/ 5 w 6"/>
                  <a:gd name="T11" fmla="*/ 3 h 4"/>
                  <a:gd name="T12" fmla="*/ 6 w 6"/>
                  <a:gd name="T1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3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3"/>
                      <a:pt x="6" y="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33" name="Freeform 671">
                <a:extLst>
                  <a:ext uri="{FF2B5EF4-FFF2-40B4-BE49-F238E27FC236}">
                    <a16:creationId xmlns:a16="http://schemas.microsoft.com/office/drawing/2014/main" id="{20B70ECB-A70C-4022-A0A1-B8EEB0A3B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300663"/>
                <a:ext cx="23813" cy="15875"/>
              </a:xfrm>
              <a:custGeom>
                <a:avLst/>
                <a:gdLst>
                  <a:gd name="T0" fmla="*/ 6 w 6"/>
                  <a:gd name="T1" fmla="*/ 3 h 4"/>
                  <a:gd name="T2" fmla="*/ 6 w 6"/>
                  <a:gd name="T3" fmla="*/ 4 h 4"/>
                  <a:gd name="T4" fmla="*/ 1 w 6"/>
                  <a:gd name="T5" fmla="*/ 1 h 4"/>
                  <a:gd name="T6" fmla="*/ 0 w 6"/>
                  <a:gd name="T7" fmla="*/ 1 h 4"/>
                  <a:gd name="T8" fmla="*/ 1 w 6"/>
                  <a:gd name="T9" fmla="*/ 0 h 4"/>
                  <a:gd name="T10" fmla="*/ 5 w 6"/>
                  <a:gd name="T11" fmla="*/ 3 h 4"/>
                  <a:gd name="T12" fmla="*/ 6 w 6"/>
                  <a:gd name="T1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3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3"/>
                      <a:pt x="6" y="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34" name="Freeform 672">
                <a:extLst>
                  <a:ext uri="{FF2B5EF4-FFF2-40B4-BE49-F238E27FC236}">
                    <a16:creationId xmlns:a16="http://schemas.microsoft.com/office/drawing/2014/main" id="{3C9B9F29-69DF-4D92-B850-0CA5DD48A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013" y="5424488"/>
                <a:ext cx="82550" cy="23813"/>
              </a:xfrm>
              <a:custGeom>
                <a:avLst/>
                <a:gdLst>
                  <a:gd name="T0" fmla="*/ 52 w 52"/>
                  <a:gd name="T1" fmla="*/ 0 h 15"/>
                  <a:gd name="T2" fmla="*/ 52 w 52"/>
                  <a:gd name="T3" fmla="*/ 12 h 15"/>
                  <a:gd name="T4" fmla="*/ 0 w 52"/>
                  <a:gd name="T5" fmla="*/ 15 h 15"/>
                  <a:gd name="T6" fmla="*/ 0 w 52"/>
                  <a:gd name="T7" fmla="*/ 2 h 15"/>
                  <a:gd name="T8" fmla="*/ 52 w 52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15">
                    <a:moveTo>
                      <a:pt x="52" y="0"/>
                    </a:moveTo>
                    <a:lnTo>
                      <a:pt x="52" y="12"/>
                    </a:lnTo>
                    <a:lnTo>
                      <a:pt x="0" y="15"/>
                    </a:lnTo>
                    <a:lnTo>
                      <a:pt x="0" y="2"/>
                    </a:lnTo>
                    <a:lnTo>
                      <a:pt x="52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35" name="Freeform 673">
                <a:extLst>
                  <a:ext uri="{FF2B5EF4-FFF2-40B4-BE49-F238E27FC236}">
                    <a16:creationId xmlns:a16="http://schemas.microsoft.com/office/drawing/2014/main" id="{D517894D-8EC7-4FF3-93CE-7580EEF0F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0563" y="5387975"/>
                <a:ext cx="155575" cy="31750"/>
              </a:xfrm>
              <a:custGeom>
                <a:avLst/>
                <a:gdLst>
                  <a:gd name="T0" fmla="*/ 39 w 39"/>
                  <a:gd name="T1" fmla="*/ 1 h 8"/>
                  <a:gd name="T2" fmla="*/ 33 w 39"/>
                  <a:gd name="T3" fmla="*/ 6 h 8"/>
                  <a:gd name="T4" fmla="*/ 7 w 39"/>
                  <a:gd name="T5" fmla="*/ 7 h 8"/>
                  <a:gd name="T6" fmla="*/ 1 w 39"/>
                  <a:gd name="T7" fmla="*/ 3 h 8"/>
                  <a:gd name="T8" fmla="*/ 3 w 39"/>
                  <a:gd name="T9" fmla="*/ 2 h 8"/>
                  <a:gd name="T10" fmla="*/ 37 w 39"/>
                  <a:gd name="T11" fmla="*/ 0 h 8"/>
                  <a:gd name="T12" fmla="*/ 39 w 3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8">
                    <a:moveTo>
                      <a:pt x="39" y="1"/>
                    </a:moveTo>
                    <a:cubicBezTo>
                      <a:pt x="39" y="1"/>
                      <a:pt x="39" y="5"/>
                      <a:pt x="33" y="6"/>
                    </a:cubicBezTo>
                    <a:cubicBezTo>
                      <a:pt x="33" y="6"/>
                      <a:pt x="15" y="8"/>
                      <a:pt x="7" y="7"/>
                    </a:cubicBezTo>
                    <a:cubicBezTo>
                      <a:pt x="7" y="7"/>
                      <a:pt x="2" y="6"/>
                      <a:pt x="1" y="3"/>
                    </a:cubicBezTo>
                    <a:cubicBezTo>
                      <a:pt x="1" y="3"/>
                      <a:pt x="0" y="2"/>
                      <a:pt x="3" y="2"/>
                    </a:cubicBezTo>
                    <a:cubicBezTo>
                      <a:pt x="3" y="2"/>
                      <a:pt x="30" y="1"/>
                      <a:pt x="37" y="0"/>
                    </a:cubicBezTo>
                    <a:cubicBezTo>
                      <a:pt x="37" y="0"/>
                      <a:pt x="38" y="0"/>
                      <a:pt x="39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36" name="Freeform 674">
                <a:extLst>
                  <a:ext uri="{FF2B5EF4-FFF2-40B4-BE49-F238E27FC236}">
                    <a16:creationId xmlns:a16="http://schemas.microsoft.com/office/drawing/2014/main" id="{A44BEEC0-8414-4902-BB6E-4169A230C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0563" y="5387975"/>
                <a:ext cx="155575" cy="31750"/>
              </a:xfrm>
              <a:custGeom>
                <a:avLst/>
                <a:gdLst>
                  <a:gd name="T0" fmla="*/ 39 w 39"/>
                  <a:gd name="T1" fmla="*/ 1 h 8"/>
                  <a:gd name="T2" fmla="*/ 33 w 39"/>
                  <a:gd name="T3" fmla="*/ 6 h 8"/>
                  <a:gd name="T4" fmla="*/ 7 w 39"/>
                  <a:gd name="T5" fmla="*/ 7 h 8"/>
                  <a:gd name="T6" fmla="*/ 1 w 39"/>
                  <a:gd name="T7" fmla="*/ 3 h 8"/>
                  <a:gd name="T8" fmla="*/ 3 w 39"/>
                  <a:gd name="T9" fmla="*/ 2 h 8"/>
                  <a:gd name="T10" fmla="*/ 37 w 39"/>
                  <a:gd name="T11" fmla="*/ 0 h 8"/>
                  <a:gd name="T12" fmla="*/ 39 w 3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8">
                    <a:moveTo>
                      <a:pt x="39" y="1"/>
                    </a:moveTo>
                    <a:cubicBezTo>
                      <a:pt x="39" y="1"/>
                      <a:pt x="39" y="5"/>
                      <a:pt x="33" y="6"/>
                    </a:cubicBezTo>
                    <a:cubicBezTo>
                      <a:pt x="33" y="6"/>
                      <a:pt x="15" y="8"/>
                      <a:pt x="7" y="7"/>
                    </a:cubicBezTo>
                    <a:cubicBezTo>
                      <a:pt x="7" y="7"/>
                      <a:pt x="2" y="6"/>
                      <a:pt x="1" y="3"/>
                    </a:cubicBezTo>
                    <a:cubicBezTo>
                      <a:pt x="1" y="3"/>
                      <a:pt x="0" y="2"/>
                      <a:pt x="3" y="2"/>
                    </a:cubicBezTo>
                    <a:cubicBezTo>
                      <a:pt x="3" y="2"/>
                      <a:pt x="30" y="1"/>
                      <a:pt x="37" y="0"/>
                    </a:cubicBezTo>
                    <a:cubicBezTo>
                      <a:pt x="37" y="0"/>
                      <a:pt x="38" y="0"/>
                      <a:pt x="39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37" name="Freeform 675">
                <a:extLst>
                  <a:ext uri="{FF2B5EF4-FFF2-40B4-BE49-F238E27FC236}">
                    <a16:creationId xmlns:a16="http://schemas.microsoft.com/office/drawing/2014/main" id="{A9062204-170E-4D67-8306-0A008FF10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1676" y="5392738"/>
                <a:ext cx="139700" cy="7938"/>
              </a:xfrm>
              <a:custGeom>
                <a:avLst/>
                <a:gdLst>
                  <a:gd name="T0" fmla="*/ 34 w 35"/>
                  <a:gd name="T1" fmla="*/ 0 h 2"/>
                  <a:gd name="T2" fmla="*/ 0 w 35"/>
                  <a:gd name="T3" fmla="*/ 1 h 2"/>
                  <a:gd name="T4" fmla="*/ 2 w 35"/>
                  <a:gd name="T5" fmla="*/ 2 h 2"/>
                  <a:gd name="T6" fmla="*/ 33 w 35"/>
                  <a:gd name="T7" fmla="*/ 1 h 2"/>
                  <a:gd name="T8" fmla="*/ 34 w 35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">
                    <a:moveTo>
                      <a:pt x="34" y="0"/>
                    </a:moveTo>
                    <a:cubicBezTo>
                      <a:pt x="34" y="0"/>
                      <a:pt x="8" y="2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8" y="2"/>
                      <a:pt x="24" y="2"/>
                      <a:pt x="33" y="1"/>
                    </a:cubicBezTo>
                    <a:cubicBezTo>
                      <a:pt x="33" y="1"/>
                      <a:pt x="35" y="0"/>
                      <a:pt x="3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38" name="Freeform 676">
                <a:extLst>
                  <a:ext uri="{FF2B5EF4-FFF2-40B4-BE49-F238E27FC236}">
                    <a16:creationId xmlns:a16="http://schemas.microsoft.com/office/drawing/2014/main" id="{A81D33E5-A364-4277-AC49-343D720382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1676" y="5392738"/>
                <a:ext cx="139700" cy="7938"/>
              </a:xfrm>
              <a:custGeom>
                <a:avLst/>
                <a:gdLst>
                  <a:gd name="T0" fmla="*/ 34 w 35"/>
                  <a:gd name="T1" fmla="*/ 0 h 2"/>
                  <a:gd name="T2" fmla="*/ 0 w 35"/>
                  <a:gd name="T3" fmla="*/ 1 h 2"/>
                  <a:gd name="T4" fmla="*/ 2 w 35"/>
                  <a:gd name="T5" fmla="*/ 2 h 2"/>
                  <a:gd name="T6" fmla="*/ 33 w 35"/>
                  <a:gd name="T7" fmla="*/ 1 h 2"/>
                  <a:gd name="T8" fmla="*/ 34 w 35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">
                    <a:moveTo>
                      <a:pt x="34" y="0"/>
                    </a:moveTo>
                    <a:cubicBezTo>
                      <a:pt x="34" y="0"/>
                      <a:pt x="8" y="2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8" y="2"/>
                      <a:pt x="24" y="2"/>
                      <a:pt x="33" y="1"/>
                    </a:cubicBezTo>
                    <a:cubicBezTo>
                      <a:pt x="33" y="1"/>
                      <a:pt x="35" y="0"/>
                      <a:pt x="3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39" name="Freeform 677">
                <a:extLst>
                  <a:ext uri="{FF2B5EF4-FFF2-40B4-BE49-F238E27FC236}">
                    <a16:creationId xmlns:a16="http://schemas.microsoft.com/office/drawing/2014/main" id="{F39F2B12-D1CA-436F-8DBD-54F64D6FE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7551" y="5400675"/>
                <a:ext cx="115888" cy="7938"/>
              </a:xfrm>
              <a:custGeom>
                <a:avLst/>
                <a:gdLst>
                  <a:gd name="T0" fmla="*/ 28 w 29"/>
                  <a:gd name="T1" fmla="*/ 0 h 2"/>
                  <a:gd name="T2" fmla="*/ 0 w 29"/>
                  <a:gd name="T3" fmla="*/ 1 h 2"/>
                  <a:gd name="T4" fmla="*/ 2 w 29"/>
                  <a:gd name="T5" fmla="*/ 2 h 2"/>
                  <a:gd name="T6" fmla="*/ 27 w 29"/>
                  <a:gd name="T7" fmla="*/ 1 h 2"/>
                  <a:gd name="T8" fmla="*/ 28 w 29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">
                    <a:moveTo>
                      <a:pt x="28" y="0"/>
                    </a:moveTo>
                    <a:cubicBezTo>
                      <a:pt x="28" y="0"/>
                      <a:pt x="7" y="1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7" y="2"/>
                      <a:pt x="19" y="2"/>
                      <a:pt x="27" y="1"/>
                    </a:cubicBezTo>
                    <a:cubicBezTo>
                      <a:pt x="27" y="1"/>
                      <a:pt x="29" y="0"/>
                      <a:pt x="28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40" name="Freeform 678">
                <a:extLst>
                  <a:ext uri="{FF2B5EF4-FFF2-40B4-BE49-F238E27FC236}">
                    <a16:creationId xmlns:a16="http://schemas.microsoft.com/office/drawing/2014/main" id="{B495F5DC-3A2F-4E6D-8EE3-B91644090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7551" y="5400675"/>
                <a:ext cx="115888" cy="7938"/>
              </a:xfrm>
              <a:custGeom>
                <a:avLst/>
                <a:gdLst>
                  <a:gd name="T0" fmla="*/ 28 w 29"/>
                  <a:gd name="T1" fmla="*/ 0 h 2"/>
                  <a:gd name="T2" fmla="*/ 0 w 29"/>
                  <a:gd name="T3" fmla="*/ 1 h 2"/>
                  <a:gd name="T4" fmla="*/ 2 w 29"/>
                  <a:gd name="T5" fmla="*/ 2 h 2"/>
                  <a:gd name="T6" fmla="*/ 27 w 29"/>
                  <a:gd name="T7" fmla="*/ 1 h 2"/>
                  <a:gd name="T8" fmla="*/ 28 w 29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">
                    <a:moveTo>
                      <a:pt x="28" y="0"/>
                    </a:moveTo>
                    <a:cubicBezTo>
                      <a:pt x="28" y="0"/>
                      <a:pt x="7" y="1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7" y="2"/>
                      <a:pt x="19" y="2"/>
                      <a:pt x="27" y="1"/>
                    </a:cubicBezTo>
                    <a:cubicBezTo>
                      <a:pt x="27" y="1"/>
                      <a:pt x="29" y="0"/>
                      <a:pt x="28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41" name="Freeform 679">
                <a:extLst>
                  <a:ext uri="{FF2B5EF4-FFF2-40B4-BE49-F238E27FC236}">
                    <a16:creationId xmlns:a16="http://schemas.microsoft.com/office/drawing/2014/main" id="{67253AE4-2675-4EFA-9BCA-D92846FC8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013" y="5408613"/>
                <a:ext cx="87313" cy="3175"/>
              </a:xfrm>
              <a:custGeom>
                <a:avLst/>
                <a:gdLst>
                  <a:gd name="T0" fmla="*/ 21 w 22"/>
                  <a:gd name="T1" fmla="*/ 0 h 1"/>
                  <a:gd name="T2" fmla="*/ 0 w 22"/>
                  <a:gd name="T3" fmla="*/ 1 h 1"/>
                  <a:gd name="T4" fmla="*/ 1 w 22"/>
                  <a:gd name="T5" fmla="*/ 1 h 1"/>
                  <a:gd name="T6" fmla="*/ 20 w 22"/>
                  <a:gd name="T7" fmla="*/ 0 h 1"/>
                  <a:gd name="T8" fmla="*/ 21 w 2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">
                    <a:moveTo>
                      <a:pt x="21" y="0"/>
                    </a:moveTo>
                    <a:cubicBezTo>
                      <a:pt x="21" y="0"/>
                      <a:pt x="5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5" y="1"/>
                      <a:pt x="15" y="1"/>
                      <a:pt x="20" y="0"/>
                    </a:cubicBezTo>
                    <a:cubicBezTo>
                      <a:pt x="20" y="0"/>
                      <a:pt x="22" y="0"/>
                      <a:pt x="21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42" name="Freeform 680">
                <a:extLst>
                  <a:ext uri="{FF2B5EF4-FFF2-40B4-BE49-F238E27FC236}">
                    <a16:creationId xmlns:a16="http://schemas.microsoft.com/office/drawing/2014/main" id="{5AAFF9B3-917E-468C-9DB8-8BEF0C01E9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013" y="5408613"/>
                <a:ext cx="87313" cy="3175"/>
              </a:xfrm>
              <a:custGeom>
                <a:avLst/>
                <a:gdLst>
                  <a:gd name="T0" fmla="*/ 21 w 22"/>
                  <a:gd name="T1" fmla="*/ 0 h 1"/>
                  <a:gd name="T2" fmla="*/ 0 w 22"/>
                  <a:gd name="T3" fmla="*/ 1 h 1"/>
                  <a:gd name="T4" fmla="*/ 1 w 22"/>
                  <a:gd name="T5" fmla="*/ 1 h 1"/>
                  <a:gd name="T6" fmla="*/ 20 w 22"/>
                  <a:gd name="T7" fmla="*/ 0 h 1"/>
                  <a:gd name="T8" fmla="*/ 21 w 2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">
                    <a:moveTo>
                      <a:pt x="21" y="0"/>
                    </a:moveTo>
                    <a:cubicBezTo>
                      <a:pt x="21" y="0"/>
                      <a:pt x="5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5" y="1"/>
                      <a:pt x="15" y="1"/>
                      <a:pt x="20" y="0"/>
                    </a:cubicBezTo>
                    <a:cubicBezTo>
                      <a:pt x="20" y="0"/>
                      <a:pt x="22" y="0"/>
                      <a:pt x="21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43" name="Freeform 681">
                <a:extLst>
                  <a:ext uri="{FF2B5EF4-FFF2-40B4-BE49-F238E27FC236}">
                    <a16:creationId xmlns:a16="http://schemas.microsoft.com/office/drawing/2014/main" id="{8457C0D6-FECC-4A59-86F2-C024F03AB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563" y="5329238"/>
                <a:ext cx="47625" cy="55563"/>
              </a:xfrm>
              <a:custGeom>
                <a:avLst/>
                <a:gdLst>
                  <a:gd name="T0" fmla="*/ 4 w 12"/>
                  <a:gd name="T1" fmla="*/ 7 h 14"/>
                  <a:gd name="T2" fmla="*/ 9 w 12"/>
                  <a:gd name="T3" fmla="*/ 3 h 14"/>
                  <a:gd name="T4" fmla="*/ 9 w 12"/>
                  <a:gd name="T5" fmla="*/ 10 h 14"/>
                  <a:gd name="T6" fmla="*/ 1 w 12"/>
                  <a:gd name="T7" fmla="*/ 11 h 14"/>
                  <a:gd name="T8" fmla="*/ 3 w 12"/>
                  <a:gd name="T9" fmla="*/ 7 h 14"/>
                  <a:gd name="T10" fmla="*/ 4 w 12"/>
                  <a:gd name="T11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4">
                    <a:moveTo>
                      <a:pt x="4" y="7"/>
                    </a:moveTo>
                    <a:cubicBezTo>
                      <a:pt x="4" y="7"/>
                      <a:pt x="6" y="0"/>
                      <a:pt x="9" y="3"/>
                    </a:cubicBezTo>
                    <a:cubicBezTo>
                      <a:pt x="9" y="3"/>
                      <a:pt x="12" y="9"/>
                      <a:pt x="9" y="10"/>
                    </a:cubicBezTo>
                    <a:cubicBezTo>
                      <a:pt x="9" y="10"/>
                      <a:pt x="2" y="14"/>
                      <a:pt x="1" y="11"/>
                    </a:cubicBezTo>
                    <a:cubicBezTo>
                      <a:pt x="1" y="11"/>
                      <a:pt x="0" y="8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44" name="Freeform 682">
                <a:extLst>
                  <a:ext uri="{FF2B5EF4-FFF2-40B4-BE49-F238E27FC236}">
                    <a16:creationId xmlns:a16="http://schemas.microsoft.com/office/drawing/2014/main" id="{3886A82D-B32A-490E-8D00-35510963CA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563" y="5329238"/>
                <a:ext cx="47625" cy="55563"/>
              </a:xfrm>
              <a:custGeom>
                <a:avLst/>
                <a:gdLst>
                  <a:gd name="T0" fmla="*/ 4 w 12"/>
                  <a:gd name="T1" fmla="*/ 7 h 14"/>
                  <a:gd name="T2" fmla="*/ 9 w 12"/>
                  <a:gd name="T3" fmla="*/ 3 h 14"/>
                  <a:gd name="T4" fmla="*/ 9 w 12"/>
                  <a:gd name="T5" fmla="*/ 10 h 14"/>
                  <a:gd name="T6" fmla="*/ 1 w 12"/>
                  <a:gd name="T7" fmla="*/ 11 h 14"/>
                  <a:gd name="T8" fmla="*/ 3 w 12"/>
                  <a:gd name="T9" fmla="*/ 7 h 14"/>
                  <a:gd name="T10" fmla="*/ 4 w 12"/>
                  <a:gd name="T11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4">
                    <a:moveTo>
                      <a:pt x="4" y="7"/>
                    </a:moveTo>
                    <a:cubicBezTo>
                      <a:pt x="4" y="7"/>
                      <a:pt x="6" y="0"/>
                      <a:pt x="9" y="3"/>
                    </a:cubicBezTo>
                    <a:cubicBezTo>
                      <a:pt x="9" y="3"/>
                      <a:pt x="12" y="9"/>
                      <a:pt x="9" y="10"/>
                    </a:cubicBezTo>
                    <a:cubicBezTo>
                      <a:pt x="9" y="10"/>
                      <a:pt x="2" y="14"/>
                      <a:pt x="1" y="11"/>
                    </a:cubicBezTo>
                    <a:cubicBezTo>
                      <a:pt x="1" y="11"/>
                      <a:pt x="0" y="8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45" name="Freeform 683">
                <a:extLst>
                  <a:ext uri="{FF2B5EF4-FFF2-40B4-BE49-F238E27FC236}">
                    <a16:creationId xmlns:a16="http://schemas.microsoft.com/office/drawing/2014/main" id="{5D20A845-9F8E-46AD-852A-95F06BDA4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938" y="5337175"/>
                <a:ext cx="74613" cy="47625"/>
              </a:xfrm>
              <a:custGeom>
                <a:avLst/>
                <a:gdLst>
                  <a:gd name="T0" fmla="*/ 11 w 19"/>
                  <a:gd name="T1" fmla="*/ 6 h 12"/>
                  <a:gd name="T2" fmla="*/ 0 w 19"/>
                  <a:gd name="T3" fmla="*/ 4 h 12"/>
                  <a:gd name="T4" fmla="*/ 4 w 19"/>
                  <a:gd name="T5" fmla="*/ 10 h 12"/>
                  <a:gd name="T6" fmla="*/ 17 w 19"/>
                  <a:gd name="T7" fmla="*/ 12 h 12"/>
                  <a:gd name="T8" fmla="*/ 17 w 19"/>
                  <a:gd name="T9" fmla="*/ 9 h 12"/>
                  <a:gd name="T10" fmla="*/ 14 w 19"/>
                  <a:gd name="T11" fmla="*/ 7 h 12"/>
                  <a:gd name="T12" fmla="*/ 11 w 19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2">
                    <a:moveTo>
                      <a:pt x="11" y="6"/>
                    </a:moveTo>
                    <a:cubicBezTo>
                      <a:pt x="11" y="6"/>
                      <a:pt x="0" y="0"/>
                      <a:pt x="0" y="4"/>
                    </a:cubicBezTo>
                    <a:cubicBezTo>
                      <a:pt x="0" y="4"/>
                      <a:pt x="1" y="9"/>
                      <a:pt x="4" y="10"/>
                    </a:cubicBezTo>
                    <a:cubicBezTo>
                      <a:pt x="8" y="11"/>
                      <a:pt x="11" y="12"/>
                      <a:pt x="17" y="12"/>
                    </a:cubicBezTo>
                    <a:cubicBezTo>
                      <a:pt x="17" y="12"/>
                      <a:pt x="19" y="11"/>
                      <a:pt x="17" y="9"/>
                    </a:cubicBezTo>
                    <a:cubicBezTo>
                      <a:pt x="17" y="9"/>
                      <a:pt x="17" y="8"/>
                      <a:pt x="14" y="7"/>
                    </a:cubicBezTo>
                    <a:cubicBezTo>
                      <a:pt x="12" y="7"/>
                      <a:pt x="11" y="6"/>
                      <a:pt x="11" y="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46" name="Freeform 684">
                <a:extLst>
                  <a:ext uri="{FF2B5EF4-FFF2-40B4-BE49-F238E27FC236}">
                    <a16:creationId xmlns:a16="http://schemas.microsoft.com/office/drawing/2014/main" id="{CD53283B-6B0D-4B91-B4D5-9FC36A516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938" y="5337175"/>
                <a:ext cx="74613" cy="47625"/>
              </a:xfrm>
              <a:custGeom>
                <a:avLst/>
                <a:gdLst>
                  <a:gd name="T0" fmla="*/ 11 w 19"/>
                  <a:gd name="T1" fmla="*/ 6 h 12"/>
                  <a:gd name="T2" fmla="*/ 0 w 19"/>
                  <a:gd name="T3" fmla="*/ 4 h 12"/>
                  <a:gd name="T4" fmla="*/ 4 w 19"/>
                  <a:gd name="T5" fmla="*/ 10 h 12"/>
                  <a:gd name="T6" fmla="*/ 17 w 19"/>
                  <a:gd name="T7" fmla="*/ 12 h 12"/>
                  <a:gd name="T8" fmla="*/ 17 w 19"/>
                  <a:gd name="T9" fmla="*/ 9 h 12"/>
                  <a:gd name="T10" fmla="*/ 14 w 19"/>
                  <a:gd name="T11" fmla="*/ 7 h 12"/>
                  <a:gd name="T12" fmla="*/ 11 w 19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2">
                    <a:moveTo>
                      <a:pt x="11" y="6"/>
                    </a:moveTo>
                    <a:cubicBezTo>
                      <a:pt x="11" y="6"/>
                      <a:pt x="0" y="0"/>
                      <a:pt x="0" y="4"/>
                    </a:cubicBezTo>
                    <a:cubicBezTo>
                      <a:pt x="0" y="4"/>
                      <a:pt x="1" y="9"/>
                      <a:pt x="4" y="10"/>
                    </a:cubicBezTo>
                    <a:cubicBezTo>
                      <a:pt x="8" y="11"/>
                      <a:pt x="11" y="12"/>
                      <a:pt x="17" y="12"/>
                    </a:cubicBezTo>
                    <a:cubicBezTo>
                      <a:pt x="17" y="12"/>
                      <a:pt x="19" y="11"/>
                      <a:pt x="17" y="9"/>
                    </a:cubicBezTo>
                    <a:cubicBezTo>
                      <a:pt x="17" y="9"/>
                      <a:pt x="17" y="8"/>
                      <a:pt x="14" y="7"/>
                    </a:cubicBezTo>
                    <a:cubicBezTo>
                      <a:pt x="12" y="7"/>
                      <a:pt x="11" y="6"/>
                      <a:pt x="11" y="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sp>
            <p:nvSpPr>
              <p:cNvPr id="647" name="Freeform 685">
                <a:extLst>
                  <a:ext uri="{FF2B5EF4-FFF2-40B4-BE49-F238E27FC236}">
                    <a16:creationId xmlns:a16="http://schemas.microsoft.com/office/drawing/2014/main" id="{9E89DD3E-0C64-4031-867B-EA59313F4D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626" y="5451475"/>
                <a:ext cx="182563" cy="28575"/>
              </a:xfrm>
              <a:custGeom>
                <a:avLst/>
                <a:gdLst>
                  <a:gd name="T0" fmla="*/ 115 w 115"/>
                  <a:gd name="T1" fmla="*/ 0 h 18"/>
                  <a:gd name="T2" fmla="*/ 108 w 115"/>
                  <a:gd name="T3" fmla="*/ 3 h 18"/>
                  <a:gd name="T4" fmla="*/ 0 w 115"/>
                  <a:gd name="T5" fmla="*/ 8 h 18"/>
                  <a:gd name="T6" fmla="*/ 0 w 115"/>
                  <a:gd name="T7" fmla="*/ 18 h 18"/>
                  <a:gd name="T8" fmla="*/ 108 w 115"/>
                  <a:gd name="T9" fmla="*/ 15 h 18"/>
                  <a:gd name="T10" fmla="*/ 115 w 115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5" h="18">
                    <a:moveTo>
                      <a:pt x="115" y="0"/>
                    </a:moveTo>
                    <a:lnTo>
                      <a:pt x="108" y="3"/>
                    </a:lnTo>
                    <a:lnTo>
                      <a:pt x="0" y="8"/>
                    </a:lnTo>
                    <a:lnTo>
                      <a:pt x="0" y="18"/>
                    </a:lnTo>
                    <a:lnTo>
                      <a:pt x="108" y="15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</p:grpSp>
        <p:cxnSp>
          <p:nvCxnSpPr>
            <p:cNvPr id="589" name="Straight Arrow Connector 588">
              <a:extLst>
                <a:ext uri="{FF2B5EF4-FFF2-40B4-BE49-F238E27FC236}">
                  <a16:creationId xmlns:a16="http://schemas.microsoft.com/office/drawing/2014/main" id="{572D5D85-85EF-427E-95F7-7A6A964FB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4815" y="2560029"/>
              <a:ext cx="551252" cy="545387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6" name="TextBox 545">
            <a:extLst>
              <a:ext uri="{FF2B5EF4-FFF2-40B4-BE49-F238E27FC236}">
                <a16:creationId xmlns:a16="http://schemas.microsoft.com/office/drawing/2014/main" id="{AD1079C8-60BE-4339-8F8B-4DB55D86D574}"/>
              </a:ext>
            </a:extLst>
          </p:cNvPr>
          <p:cNvSpPr txBox="1"/>
          <p:nvPr/>
        </p:nvSpPr>
        <p:spPr>
          <a:xfrm>
            <a:off x="8911920" y="2485397"/>
            <a:ext cx="1323494" cy="199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200" dirty="0"/>
              <a:t>Storage</a:t>
            </a:r>
          </a:p>
        </p:txBody>
      </p:sp>
      <p:grpSp>
        <p:nvGrpSpPr>
          <p:cNvPr id="547" name="Gruppieren 48">
            <a:extLst>
              <a:ext uri="{FF2B5EF4-FFF2-40B4-BE49-F238E27FC236}">
                <a16:creationId xmlns:a16="http://schemas.microsoft.com/office/drawing/2014/main" id="{93730863-563C-4933-8BA7-E451B5FE9D0D}"/>
              </a:ext>
            </a:extLst>
          </p:cNvPr>
          <p:cNvGrpSpPr/>
          <p:nvPr/>
        </p:nvGrpSpPr>
        <p:grpSpPr>
          <a:xfrm>
            <a:off x="8923723" y="2318803"/>
            <a:ext cx="558764" cy="140540"/>
            <a:chOff x="1619672" y="3068960"/>
            <a:chExt cx="5184576" cy="1778249"/>
          </a:xfrm>
          <a:solidFill>
            <a:schemeClr val="accent1"/>
          </a:solidFill>
        </p:grpSpPr>
        <p:sp>
          <p:nvSpPr>
            <p:cNvPr id="549" name="Rectangle 67">
              <a:extLst>
                <a:ext uri="{FF2B5EF4-FFF2-40B4-BE49-F238E27FC236}">
                  <a16:creationId xmlns:a16="http://schemas.microsoft.com/office/drawing/2014/main" id="{EFFCAE2F-772F-4E12-9AEF-4E73B8FE2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479" y="3424612"/>
              <a:ext cx="2236641" cy="1066950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50" name="Freeform 68">
              <a:extLst>
                <a:ext uri="{FF2B5EF4-FFF2-40B4-BE49-F238E27FC236}">
                  <a16:creationId xmlns:a16="http://schemas.microsoft.com/office/drawing/2014/main" id="{699C3006-C2C6-4B22-AB58-D75E44C29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860" y="3132187"/>
              <a:ext cx="276619" cy="1359371"/>
            </a:xfrm>
            <a:custGeom>
              <a:avLst/>
              <a:gdLst>
                <a:gd name="T0" fmla="*/ 35 w 35"/>
                <a:gd name="T1" fmla="*/ 172 h 172"/>
                <a:gd name="T2" fmla="*/ 0 w 35"/>
                <a:gd name="T3" fmla="*/ 127 h 172"/>
                <a:gd name="T4" fmla="*/ 0 w 35"/>
                <a:gd name="T5" fmla="*/ 0 h 172"/>
                <a:gd name="T6" fmla="*/ 35 w 35"/>
                <a:gd name="T7" fmla="*/ 37 h 172"/>
                <a:gd name="T8" fmla="*/ 35 w 35"/>
                <a:gd name="T9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2">
                  <a:moveTo>
                    <a:pt x="35" y="172"/>
                  </a:moveTo>
                  <a:lnTo>
                    <a:pt x="0" y="127"/>
                  </a:lnTo>
                  <a:lnTo>
                    <a:pt x="0" y="0"/>
                  </a:lnTo>
                  <a:lnTo>
                    <a:pt x="35" y="37"/>
                  </a:lnTo>
                  <a:lnTo>
                    <a:pt x="35" y="17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51" name="Freeform 69">
              <a:extLst>
                <a:ext uri="{FF2B5EF4-FFF2-40B4-BE49-F238E27FC236}">
                  <a16:creationId xmlns:a16="http://schemas.microsoft.com/office/drawing/2014/main" id="{813F2E78-C647-4527-B726-AD0A9D509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860" y="3132187"/>
              <a:ext cx="2513255" cy="292425"/>
            </a:xfrm>
            <a:custGeom>
              <a:avLst/>
              <a:gdLst>
                <a:gd name="T0" fmla="*/ 318 w 318"/>
                <a:gd name="T1" fmla="*/ 37 h 37"/>
                <a:gd name="T2" fmla="*/ 283 w 318"/>
                <a:gd name="T3" fmla="*/ 0 h 37"/>
                <a:gd name="T4" fmla="*/ 0 w 318"/>
                <a:gd name="T5" fmla="*/ 0 h 37"/>
                <a:gd name="T6" fmla="*/ 35 w 318"/>
                <a:gd name="T7" fmla="*/ 37 h 37"/>
                <a:gd name="T8" fmla="*/ 318 w 318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7">
                  <a:moveTo>
                    <a:pt x="318" y="37"/>
                  </a:moveTo>
                  <a:lnTo>
                    <a:pt x="283" y="0"/>
                  </a:lnTo>
                  <a:lnTo>
                    <a:pt x="0" y="0"/>
                  </a:lnTo>
                  <a:lnTo>
                    <a:pt x="35" y="37"/>
                  </a:lnTo>
                  <a:lnTo>
                    <a:pt x="318" y="3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52" name="Freeform 70">
              <a:extLst>
                <a:ext uri="{FF2B5EF4-FFF2-40B4-BE49-F238E27FC236}">
                  <a16:creationId xmlns:a16="http://schemas.microsoft.com/office/drawing/2014/main" id="{7BF74451-5558-47B8-9F5D-8EDD5AAAC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512" y="3092672"/>
              <a:ext cx="276619" cy="213392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10 h 11"/>
                <a:gd name="T4" fmla="*/ 0 w 14"/>
                <a:gd name="T5" fmla="*/ 10 h 11"/>
                <a:gd name="T6" fmla="*/ 7 w 14"/>
                <a:gd name="T7" fmla="*/ 11 h 11"/>
                <a:gd name="T8" fmla="*/ 14 w 14"/>
                <a:gd name="T9" fmla="*/ 10 h 11"/>
                <a:gd name="T10" fmla="*/ 14 w 14"/>
                <a:gd name="T11" fmla="*/ 10 h 11"/>
                <a:gd name="T12" fmla="*/ 14 w 14"/>
                <a:gd name="T13" fmla="*/ 0 h 11"/>
                <a:gd name="T14" fmla="*/ 0 w 1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1"/>
                    <a:pt x="3" y="11"/>
                    <a:pt x="7" y="11"/>
                  </a:cubicBezTo>
                  <a:cubicBezTo>
                    <a:pt x="10" y="11"/>
                    <a:pt x="13" y="11"/>
                    <a:pt x="14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53" name="Oval 71">
              <a:extLst>
                <a:ext uri="{FF2B5EF4-FFF2-40B4-BE49-F238E27FC236}">
                  <a16:creationId xmlns:a16="http://schemas.microsoft.com/office/drawing/2014/main" id="{4C044037-0246-4A7B-9655-F82B21581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512" y="3068960"/>
              <a:ext cx="276619" cy="39519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54" name="Freeform 72">
              <a:extLst>
                <a:ext uri="{FF2B5EF4-FFF2-40B4-BE49-F238E27FC236}">
                  <a16:creationId xmlns:a16="http://schemas.microsoft.com/office/drawing/2014/main" id="{AAD4302D-2848-4032-A1D7-5943E8ED2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6817" y="3108479"/>
              <a:ext cx="300326" cy="221293"/>
            </a:xfrm>
            <a:custGeom>
              <a:avLst/>
              <a:gdLst>
                <a:gd name="T0" fmla="*/ 0 w 15"/>
                <a:gd name="T1" fmla="*/ 0 h 11"/>
                <a:gd name="T2" fmla="*/ 0 w 15"/>
                <a:gd name="T3" fmla="*/ 10 h 11"/>
                <a:gd name="T4" fmla="*/ 0 w 15"/>
                <a:gd name="T5" fmla="*/ 10 h 11"/>
                <a:gd name="T6" fmla="*/ 7 w 15"/>
                <a:gd name="T7" fmla="*/ 11 h 11"/>
                <a:gd name="T8" fmla="*/ 15 w 15"/>
                <a:gd name="T9" fmla="*/ 10 h 11"/>
                <a:gd name="T10" fmla="*/ 15 w 15"/>
                <a:gd name="T11" fmla="*/ 10 h 11"/>
                <a:gd name="T12" fmla="*/ 15 w 15"/>
                <a:gd name="T13" fmla="*/ 0 h 11"/>
                <a:gd name="T14" fmla="*/ 0 w 1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1"/>
                    <a:pt x="4" y="11"/>
                    <a:pt x="7" y="11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55" name="Oval 73">
              <a:extLst>
                <a:ext uri="{FF2B5EF4-FFF2-40B4-BE49-F238E27FC236}">
                  <a16:creationId xmlns:a16="http://schemas.microsoft.com/office/drawing/2014/main" id="{A4F13A04-69B3-4F73-8961-083D5E675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817" y="3068960"/>
              <a:ext cx="300326" cy="63227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56" name="Rectangle 76">
              <a:extLst>
                <a:ext uri="{FF2B5EF4-FFF2-40B4-BE49-F238E27FC236}">
                  <a16:creationId xmlns:a16="http://schemas.microsoft.com/office/drawing/2014/main" id="{EF787820-B308-4FE6-8022-1D21DD416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998" y="3424612"/>
              <a:ext cx="2212929" cy="1066950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57" name="Freeform 77">
              <a:extLst>
                <a:ext uri="{FF2B5EF4-FFF2-40B4-BE49-F238E27FC236}">
                  <a16:creationId xmlns:a16="http://schemas.microsoft.com/office/drawing/2014/main" id="{F7B6E399-9514-49D4-B847-A42BD4AB8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672" y="3132187"/>
              <a:ext cx="300326" cy="1359371"/>
            </a:xfrm>
            <a:custGeom>
              <a:avLst/>
              <a:gdLst>
                <a:gd name="T0" fmla="*/ 38 w 38"/>
                <a:gd name="T1" fmla="*/ 172 h 172"/>
                <a:gd name="T2" fmla="*/ 0 w 38"/>
                <a:gd name="T3" fmla="*/ 127 h 172"/>
                <a:gd name="T4" fmla="*/ 0 w 38"/>
                <a:gd name="T5" fmla="*/ 0 h 172"/>
                <a:gd name="T6" fmla="*/ 38 w 38"/>
                <a:gd name="T7" fmla="*/ 37 h 172"/>
                <a:gd name="T8" fmla="*/ 38 w 38"/>
                <a:gd name="T9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72">
                  <a:moveTo>
                    <a:pt x="38" y="172"/>
                  </a:moveTo>
                  <a:lnTo>
                    <a:pt x="0" y="127"/>
                  </a:lnTo>
                  <a:lnTo>
                    <a:pt x="0" y="0"/>
                  </a:lnTo>
                  <a:lnTo>
                    <a:pt x="38" y="37"/>
                  </a:lnTo>
                  <a:lnTo>
                    <a:pt x="38" y="17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58" name="Freeform 78">
              <a:extLst>
                <a:ext uri="{FF2B5EF4-FFF2-40B4-BE49-F238E27FC236}">
                  <a16:creationId xmlns:a16="http://schemas.microsoft.com/office/drawing/2014/main" id="{DDDFD56C-4BEF-4C52-A747-9B1F08517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672" y="3132187"/>
              <a:ext cx="2513255" cy="292425"/>
            </a:xfrm>
            <a:custGeom>
              <a:avLst/>
              <a:gdLst>
                <a:gd name="T0" fmla="*/ 318 w 318"/>
                <a:gd name="T1" fmla="*/ 37 h 37"/>
                <a:gd name="T2" fmla="*/ 286 w 318"/>
                <a:gd name="T3" fmla="*/ 0 h 37"/>
                <a:gd name="T4" fmla="*/ 0 w 318"/>
                <a:gd name="T5" fmla="*/ 0 h 37"/>
                <a:gd name="T6" fmla="*/ 38 w 318"/>
                <a:gd name="T7" fmla="*/ 37 h 37"/>
                <a:gd name="T8" fmla="*/ 318 w 318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7">
                  <a:moveTo>
                    <a:pt x="318" y="37"/>
                  </a:moveTo>
                  <a:lnTo>
                    <a:pt x="286" y="0"/>
                  </a:lnTo>
                  <a:lnTo>
                    <a:pt x="0" y="0"/>
                  </a:lnTo>
                  <a:lnTo>
                    <a:pt x="38" y="37"/>
                  </a:lnTo>
                  <a:lnTo>
                    <a:pt x="318" y="3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59" name="Freeform 79">
              <a:extLst>
                <a:ext uri="{FF2B5EF4-FFF2-40B4-BE49-F238E27FC236}">
                  <a16:creationId xmlns:a16="http://schemas.microsoft.com/office/drawing/2014/main" id="{0887A62C-6011-42EF-9FE8-EB3290A8D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5324" y="3092672"/>
              <a:ext cx="300326" cy="213392"/>
            </a:xfrm>
            <a:custGeom>
              <a:avLst/>
              <a:gdLst>
                <a:gd name="T0" fmla="*/ 0 w 15"/>
                <a:gd name="T1" fmla="*/ 0 h 11"/>
                <a:gd name="T2" fmla="*/ 0 w 15"/>
                <a:gd name="T3" fmla="*/ 10 h 11"/>
                <a:gd name="T4" fmla="*/ 0 w 15"/>
                <a:gd name="T5" fmla="*/ 10 h 11"/>
                <a:gd name="T6" fmla="*/ 7 w 15"/>
                <a:gd name="T7" fmla="*/ 11 h 11"/>
                <a:gd name="T8" fmla="*/ 14 w 15"/>
                <a:gd name="T9" fmla="*/ 10 h 11"/>
                <a:gd name="T10" fmla="*/ 15 w 15"/>
                <a:gd name="T11" fmla="*/ 10 h 11"/>
                <a:gd name="T12" fmla="*/ 15 w 15"/>
                <a:gd name="T13" fmla="*/ 0 h 11"/>
                <a:gd name="T14" fmla="*/ 0 w 1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1"/>
                    <a:pt x="4" y="11"/>
                    <a:pt x="7" y="11"/>
                  </a:cubicBezTo>
                  <a:cubicBezTo>
                    <a:pt x="11" y="11"/>
                    <a:pt x="14" y="11"/>
                    <a:pt x="14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60" name="Oval 80">
              <a:extLst>
                <a:ext uri="{FF2B5EF4-FFF2-40B4-BE49-F238E27FC236}">
                  <a16:creationId xmlns:a16="http://schemas.microsoft.com/office/drawing/2014/main" id="{D4880A60-FE91-46B3-AD3D-A58194ADA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324" y="3068960"/>
              <a:ext cx="300326" cy="39519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61" name="Freeform 81">
              <a:extLst>
                <a:ext uri="{FF2B5EF4-FFF2-40B4-BE49-F238E27FC236}">
                  <a16:creationId xmlns:a16="http://schemas.microsoft.com/office/drawing/2014/main" id="{29CF9C75-4F1F-434C-9175-6DC329956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628" y="3108479"/>
              <a:ext cx="300326" cy="221293"/>
            </a:xfrm>
            <a:custGeom>
              <a:avLst/>
              <a:gdLst>
                <a:gd name="T0" fmla="*/ 0 w 15"/>
                <a:gd name="T1" fmla="*/ 0 h 11"/>
                <a:gd name="T2" fmla="*/ 0 w 15"/>
                <a:gd name="T3" fmla="*/ 10 h 11"/>
                <a:gd name="T4" fmla="*/ 1 w 15"/>
                <a:gd name="T5" fmla="*/ 10 h 11"/>
                <a:gd name="T6" fmla="*/ 8 w 15"/>
                <a:gd name="T7" fmla="*/ 11 h 11"/>
                <a:gd name="T8" fmla="*/ 15 w 15"/>
                <a:gd name="T9" fmla="*/ 10 h 11"/>
                <a:gd name="T10" fmla="*/ 15 w 15"/>
                <a:gd name="T11" fmla="*/ 10 h 11"/>
                <a:gd name="T12" fmla="*/ 15 w 15"/>
                <a:gd name="T13" fmla="*/ 0 h 11"/>
                <a:gd name="T14" fmla="*/ 0 w 1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4" y="11"/>
                    <a:pt x="8" y="11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62" name="Oval 82">
              <a:extLst>
                <a:ext uri="{FF2B5EF4-FFF2-40B4-BE49-F238E27FC236}">
                  <a16:creationId xmlns:a16="http://schemas.microsoft.com/office/drawing/2014/main" id="{1B56707E-7324-4AE1-9902-DA7E105FF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628" y="3068960"/>
              <a:ext cx="300326" cy="63227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63" name="Rectangle 85">
              <a:extLst>
                <a:ext uri="{FF2B5EF4-FFF2-40B4-BE49-F238E27FC236}">
                  <a16:creationId xmlns:a16="http://schemas.microsoft.com/office/drawing/2014/main" id="{A738D5A2-C9E1-446F-AD60-DE3062C2C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1319" y="3780259"/>
              <a:ext cx="2212929" cy="1066950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64" name="Freeform 86">
              <a:extLst>
                <a:ext uri="{FF2B5EF4-FFF2-40B4-BE49-F238E27FC236}">
                  <a16:creationId xmlns:a16="http://schemas.microsoft.com/office/drawing/2014/main" id="{53A4B5E6-BE64-4920-8479-9D1B095A4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993" y="3503645"/>
              <a:ext cx="300326" cy="1343564"/>
            </a:xfrm>
            <a:custGeom>
              <a:avLst/>
              <a:gdLst>
                <a:gd name="T0" fmla="*/ 38 w 38"/>
                <a:gd name="T1" fmla="*/ 170 h 170"/>
                <a:gd name="T2" fmla="*/ 0 w 38"/>
                <a:gd name="T3" fmla="*/ 128 h 170"/>
                <a:gd name="T4" fmla="*/ 0 w 38"/>
                <a:gd name="T5" fmla="*/ 0 h 170"/>
                <a:gd name="T6" fmla="*/ 38 w 38"/>
                <a:gd name="T7" fmla="*/ 35 h 170"/>
                <a:gd name="T8" fmla="*/ 38 w 38"/>
                <a:gd name="T9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70">
                  <a:moveTo>
                    <a:pt x="38" y="170"/>
                  </a:moveTo>
                  <a:lnTo>
                    <a:pt x="0" y="128"/>
                  </a:lnTo>
                  <a:lnTo>
                    <a:pt x="0" y="0"/>
                  </a:lnTo>
                  <a:lnTo>
                    <a:pt x="38" y="35"/>
                  </a:lnTo>
                  <a:lnTo>
                    <a:pt x="38" y="17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65" name="Freeform 87">
              <a:extLst>
                <a:ext uri="{FF2B5EF4-FFF2-40B4-BE49-F238E27FC236}">
                  <a16:creationId xmlns:a16="http://schemas.microsoft.com/office/drawing/2014/main" id="{AFEEBE1F-AB2E-47F4-B5C9-3D503F631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993" y="3503645"/>
              <a:ext cx="2513255" cy="276619"/>
            </a:xfrm>
            <a:custGeom>
              <a:avLst/>
              <a:gdLst>
                <a:gd name="T0" fmla="*/ 318 w 318"/>
                <a:gd name="T1" fmla="*/ 35 h 35"/>
                <a:gd name="T2" fmla="*/ 286 w 318"/>
                <a:gd name="T3" fmla="*/ 0 h 35"/>
                <a:gd name="T4" fmla="*/ 0 w 318"/>
                <a:gd name="T5" fmla="*/ 0 h 35"/>
                <a:gd name="T6" fmla="*/ 38 w 318"/>
                <a:gd name="T7" fmla="*/ 35 h 35"/>
                <a:gd name="T8" fmla="*/ 318 w 318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5">
                  <a:moveTo>
                    <a:pt x="318" y="35"/>
                  </a:moveTo>
                  <a:lnTo>
                    <a:pt x="286" y="0"/>
                  </a:lnTo>
                  <a:lnTo>
                    <a:pt x="0" y="0"/>
                  </a:lnTo>
                  <a:lnTo>
                    <a:pt x="38" y="35"/>
                  </a:lnTo>
                  <a:lnTo>
                    <a:pt x="318" y="3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66" name="Freeform 88">
              <a:extLst>
                <a:ext uri="{FF2B5EF4-FFF2-40B4-BE49-F238E27FC236}">
                  <a16:creationId xmlns:a16="http://schemas.microsoft.com/office/drawing/2014/main" id="{94DE9B82-20D4-4E7F-971C-2EA46D09A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645" y="3464126"/>
              <a:ext cx="300326" cy="221293"/>
            </a:xfrm>
            <a:custGeom>
              <a:avLst/>
              <a:gdLst>
                <a:gd name="T0" fmla="*/ 0 w 15"/>
                <a:gd name="T1" fmla="*/ 0 h 11"/>
                <a:gd name="T2" fmla="*/ 0 w 15"/>
                <a:gd name="T3" fmla="*/ 10 h 11"/>
                <a:gd name="T4" fmla="*/ 0 w 15"/>
                <a:gd name="T5" fmla="*/ 10 h 11"/>
                <a:gd name="T6" fmla="*/ 7 w 15"/>
                <a:gd name="T7" fmla="*/ 11 h 11"/>
                <a:gd name="T8" fmla="*/ 15 w 15"/>
                <a:gd name="T9" fmla="*/ 10 h 11"/>
                <a:gd name="T10" fmla="*/ 15 w 15"/>
                <a:gd name="T11" fmla="*/ 10 h 11"/>
                <a:gd name="T12" fmla="*/ 15 w 15"/>
                <a:gd name="T13" fmla="*/ 0 h 11"/>
                <a:gd name="T14" fmla="*/ 0 w 1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1"/>
                    <a:pt x="4" y="11"/>
                    <a:pt x="7" y="11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67" name="Oval 89">
              <a:extLst>
                <a:ext uri="{FF2B5EF4-FFF2-40B4-BE49-F238E27FC236}">
                  <a16:creationId xmlns:a16="http://schemas.microsoft.com/office/drawing/2014/main" id="{A3A82262-9BE5-47C9-89EF-0F293F1A0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645" y="3424612"/>
              <a:ext cx="300326" cy="63227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68" name="Freeform 90">
              <a:extLst>
                <a:ext uri="{FF2B5EF4-FFF2-40B4-BE49-F238E27FC236}">
                  <a16:creationId xmlns:a16="http://schemas.microsoft.com/office/drawing/2014/main" id="{83F29A26-6759-45BA-AF76-64D8ACF39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6662" y="3464126"/>
              <a:ext cx="276619" cy="237100"/>
            </a:xfrm>
            <a:custGeom>
              <a:avLst/>
              <a:gdLst>
                <a:gd name="T0" fmla="*/ 0 w 14"/>
                <a:gd name="T1" fmla="*/ 0 h 12"/>
                <a:gd name="T2" fmla="*/ 0 w 14"/>
                <a:gd name="T3" fmla="*/ 11 h 12"/>
                <a:gd name="T4" fmla="*/ 0 w 14"/>
                <a:gd name="T5" fmla="*/ 11 h 12"/>
                <a:gd name="T6" fmla="*/ 7 w 14"/>
                <a:gd name="T7" fmla="*/ 12 h 12"/>
                <a:gd name="T8" fmla="*/ 14 w 14"/>
                <a:gd name="T9" fmla="*/ 11 h 12"/>
                <a:gd name="T10" fmla="*/ 14 w 14"/>
                <a:gd name="T11" fmla="*/ 11 h 12"/>
                <a:gd name="T12" fmla="*/ 14 w 14"/>
                <a:gd name="T13" fmla="*/ 0 h 12"/>
                <a:gd name="T14" fmla="*/ 0 w 14"/>
                <a:gd name="T1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2">
                  <a:moveTo>
                    <a:pt x="0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3" y="12"/>
                    <a:pt x="7" y="12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69" name="Oval 91">
              <a:extLst>
                <a:ext uri="{FF2B5EF4-FFF2-40B4-BE49-F238E27FC236}">
                  <a16:creationId xmlns:a16="http://schemas.microsoft.com/office/drawing/2014/main" id="{97137723-5FD6-4F20-8332-930B280A5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6662" y="3448319"/>
              <a:ext cx="276619" cy="39519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70" name="Rectangle 94">
              <a:extLst>
                <a:ext uri="{FF2B5EF4-FFF2-40B4-BE49-F238E27FC236}">
                  <a16:creationId xmlns:a16="http://schemas.microsoft.com/office/drawing/2014/main" id="{DD7B8A4E-E144-435A-8E07-F6DA7A273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131" y="3780259"/>
              <a:ext cx="2236641" cy="1066950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71" name="Freeform 95">
              <a:extLst>
                <a:ext uri="{FF2B5EF4-FFF2-40B4-BE49-F238E27FC236}">
                  <a16:creationId xmlns:a16="http://schemas.microsoft.com/office/drawing/2014/main" id="{0E52E353-BAE6-4D51-A5AF-D64666FCF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517" y="3487838"/>
              <a:ext cx="276619" cy="1359371"/>
            </a:xfrm>
            <a:custGeom>
              <a:avLst/>
              <a:gdLst>
                <a:gd name="T0" fmla="*/ 35 w 35"/>
                <a:gd name="T1" fmla="*/ 172 h 172"/>
                <a:gd name="T2" fmla="*/ 0 w 35"/>
                <a:gd name="T3" fmla="*/ 127 h 172"/>
                <a:gd name="T4" fmla="*/ 0 w 35"/>
                <a:gd name="T5" fmla="*/ 0 h 172"/>
                <a:gd name="T6" fmla="*/ 35 w 35"/>
                <a:gd name="T7" fmla="*/ 37 h 172"/>
                <a:gd name="T8" fmla="*/ 35 w 35"/>
                <a:gd name="T9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2">
                  <a:moveTo>
                    <a:pt x="35" y="172"/>
                  </a:moveTo>
                  <a:lnTo>
                    <a:pt x="0" y="127"/>
                  </a:lnTo>
                  <a:lnTo>
                    <a:pt x="0" y="0"/>
                  </a:lnTo>
                  <a:lnTo>
                    <a:pt x="35" y="37"/>
                  </a:lnTo>
                  <a:lnTo>
                    <a:pt x="35" y="17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72" name="Freeform 96">
              <a:extLst>
                <a:ext uri="{FF2B5EF4-FFF2-40B4-BE49-F238E27FC236}">
                  <a16:creationId xmlns:a16="http://schemas.microsoft.com/office/drawing/2014/main" id="{E9AD701E-E317-465F-842C-651BC6421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517" y="3487838"/>
              <a:ext cx="2513255" cy="292425"/>
            </a:xfrm>
            <a:custGeom>
              <a:avLst/>
              <a:gdLst>
                <a:gd name="T0" fmla="*/ 318 w 318"/>
                <a:gd name="T1" fmla="*/ 37 h 37"/>
                <a:gd name="T2" fmla="*/ 283 w 318"/>
                <a:gd name="T3" fmla="*/ 0 h 37"/>
                <a:gd name="T4" fmla="*/ 0 w 318"/>
                <a:gd name="T5" fmla="*/ 0 h 37"/>
                <a:gd name="T6" fmla="*/ 35 w 318"/>
                <a:gd name="T7" fmla="*/ 37 h 37"/>
                <a:gd name="T8" fmla="*/ 318 w 318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7">
                  <a:moveTo>
                    <a:pt x="318" y="37"/>
                  </a:moveTo>
                  <a:lnTo>
                    <a:pt x="283" y="0"/>
                  </a:lnTo>
                  <a:lnTo>
                    <a:pt x="0" y="0"/>
                  </a:lnTo>
                  <a:lnTo>
                    <a:pt x="35" y="37"/>
                  </a:lnTo>
                  <a:lnTo>
                    <a:pt x="318" y="3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73" name="Freeform 97">
              <a:extLst>
                <a:ext uri="{FF2B5EF4-FFF2-40B4-BE49-F238E27FC236}">
                  <a16:creationId xmlns:a16="http://schemas.microsoft.com/office/drawing/2014/main" id="{467D67C0-5C4B-4AF7-9518-FBC9A9043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357" y="3448319"/>
              <a:ext cx="292425" cy="213392"/>
            </a:xfrm>
            <a:custGeom>
              <a:avLst/>
              <a:gdLst>
                <a:gd name="T0" fmla="*/ 0 w 15"/>
                <a:gd name="T1" fmla="*/ 0 h 11"/>
                <a:gd name="T2" fmla="*/ 0 w 15"/>
                <a:gd name="T3" fmla="*/ 10 h 11"/>
                <a:gd name="T4" fmla="*/ 1 w 15"/>
                <a:gd name="T5" fmla="*/ 10 h 11"/>
                <a:gd name="T6" fmla="*/ 8 w 15"/>
                <a:gd name="T7" fmla="*/ 11 h 11"/>
                <a:gd name="T8" fmla="*/ 15 w 15"/>
                <a:gd name="T9" fmla="*/ 10 h 11"/>
                <a:gd name="T10" fmla="*/ 15 w 15"/>
                <a:gd name="T11" fmla="*/ 10 h 11"/>
                <a:gd name="T12" fmla="*/ 15 w 15"/>
                <a:gd name="T13" fmla="*/ 0 h 11"/>
                <a:gd name="T14" fmla="*/ 0 w 1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4" y="11"/>
                    <a:pt x="8" y="11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74" name="Oval 98">
              <a:extLst>
                <a:ext uri="{FF2B5EF4-FFF2-40B4-BE49-F238E27FC236}">
                  <a16:creationId xmlns:a16="http://schemas.microsoft.com/office/drawing/2014/main" id="{C3DC2B4C-E6D1-44A9-B2F4-9EB31A4AA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357" y="3424612"/>
              <a:ext cx="292425" cy="39519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75" name="Freeform 99">
              <a:extLst>
                <a:ext uri="{FF2B5EF4-FFF2-40B4-BE49-F238E27FC236}">
                  <a16:creationId xmlns:a16="http://schemas.microsoft.com/office/drawing/2014/main" id="{C34A4927-937B-4FB2-A611-30834772A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1473" y="3464126"/>
              <a:ext cx="292425" cy="221293"/>
            </a:xfrm>
            <a:custGeom>
              <a:avLst/>
              <a:gdLst>
                <a:gd name="T0" fmla="*/ 0 w 15"/>
                <a:gd name="T1" fmla="*/ 0 h 11"/>
                <a:gd name="T2" fmla="*/ 0 w 15"/>
                <a:gd name="T3" fmla="*/ 10 h 11"/>
                <a:gd name="T4" fmla="*/ 0 w 15"/>
                <a:gd name="T5" fmla="*/ 10 h 11"/>
                <a:gd name="T6" fmla="*/ 7 w 15"/>
                <a:gd name="T7" fmla="*/ 11 h 11"/>
                <a:gd name="T8" fmla="*/ 15 w 15"/>
                <a:gd name="T9" fmla="*/ 10 h 11"/>
                <a:gd name="T10" fmla="*/ 15 w 15"/>
                <a:gd name="T11" fmla="*/ 10 h 11"/>
                <a:gd name="T12" fmla="*/ 15 w 15"/>
                <a:gd name="T13" fmla="*/ 0 h 11"/>
                <a:gd name="T14" fmla="*/ 0 w 1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1"/>
                    <a:pt x="4" y="11"/>
                    <a:pt x="7" y="11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76" name="Oval 100">
              <a:extLst>
                <a:ext uri="{FF2B5EF4-FFF2-40B4-BE49-F238E27FC236}">
                  <a16:creationId xmlns:a16="http://schemas.microsoft.com/office/drawing/2014/main" id="{9EF5E6D0-F1A8-4991-8353-F652403B7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473" y="3424612"/>
              <a:ext cx="292425" cy="63227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77" name="Freeform 101">
              <a:extLst>
                <a:ext uri="{FF2B5EF4-FFF2-40B4-BE49-F238E27FC236}">
                  <a16:creationId xmlns:a16="http://schemas.microsoft.com/office/drawing/2014/main" id="{C9E61E8D-FB67-4749-B96E-F3617C30C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390" y="3487838"/>
              <a:ext cx="134359" cy="134359"/>
            </a:xfrm>
            <a:custGeom>
              <a:avLst/>
              <a:gdLst>
                <a:gd name="T0" fmla="*/ 10 w 17"/>
                <a:gd name="T1" fmla="*/ 17 h 17"/>
                <a:gd name="T2" fmla="*/ 10 w 17"/>
                <a:gd name="T3" fmla="*/ 10 h 17"/>
                <a:gd name="T4" fmla="*/ 17 w 17"/>
                <a:gd name="T5" fmla="*/ 10 h 17"/>
                <a:gd name="T6" fmla="*/ 17 w 17"/>
                <a:gd name="T7" fmla="*/ 7 h 17"/>
                <a:gd name="T8" fmla="*/ 10 w 17"/>
                <a:gd name="T9" fmla="*/ 7 h 17"/>
                <a:gd name="T10" fmla="*/ 10 w 17"/>
                <a:gd name="T11" fmla="*/ 0 h 17"/>
                <a:gd name="T12" fmla="*/ 7 w 17"/>
                <a:gd name="T13" fmla="*/ 0 h 17"/>
                <a:gd name="T14" fmla="*/ 7 w 17"/>
                <a:gd name="T15" fmla="*/ 7 h 17"/>
                <a:gd name="T16" fmla="*/ 0 w 17"/>
                <a:gd name="T17" fmla="*/ 7 h 17"/>
                <a:gd name="T18" fmla="*/ 0 w 17"/>
                <a:gd name="T19" fmla="*/ 10 h 17"/>
                <a:gd name="T20" fmla="*/ 7 w 17"/>
                <a:gd name="T21" fmla="*/ 10 h 17"/>
                <a:gd name="T22" fmla="*/ 7 w 17"/>
                <a:gd name="T23" fmla="*/ 17 h 17"/>
                <a:gd name="T24" fmla="*/ 10 w 17"/>
                <a:gd name="T25" fmla="*/ 17 h 17"/>
                <a:gd name="T26" fmla="*/ 10 w 17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17">
                  <a:moveTo>
                    <a:pt x="10" y="17"/>
                  </a:moveTo>
                  <a:lnTo>
                    <a:pt x="10" y="10"/>
                  </a:lnTo>
                  <a:lnTo>
                    <a:pt x="17" y="10"/>
                  </a:lnTo>
                  <a:lnTo>
                    <a:pt x="17" y="7"/>
                  </a:lnTo>
                  <a:lnTo>
                    <a:pt x="10" y="7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7" y="10"/>
                  </a:lnTo>
                  <a:lnTo>
                    <a:pt x="7" y="17"/>
                  </a:lnTo>
                  <a:lnTo>
                    <a:pt x="10" y="17"/>
                  </a:lnTo>
                  <a:lnTo>
                    <a:pt x="10" y="1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78" name="Freeform 102">
              <a:extLst>
                <a:ext uri="{FF2B5EF4-FFF2-40B4-BE49-F238E27FC236}">
                  <a16:creationId xmlns:a16="http://schemas.microsoft.com/office/drawing/2014/main" id="{27D342D5-039B-4FD6-ABBB-31817ADE2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071" y="3569696"/>
              <a:ext cx="63227" cy="23712"/>
            </a:xfrm>
            <a:custGeom>
              <a:avLst/>
              <a:gdLst>
                <a:gd name="T0" fmla="*/ 0 w 8"/>
                <a:gd name="T1" fmla="*/ 3 h 3"/>
                <a:gd name="T2" fmla="*/ 8 w 8"/>
                <a:gd name="T3" fmla="*/ 3 h 3"/>
                <a:gd name="T4" fmla="*/ 8 w 8"/>
                <a:gd name="T5" fmla="*/ 0 h 3"/>
                <a:gd name="T6" fmla="*/ 0 w 8"/>
                <a:gd name="T7" fmla="*/ 0 h 3"/>
                <a:gd name="T8" fmla="*/ 0 w 8"/>
                <a:gd name="T9" fmla="*/ 3 h 3"/>
                <a:gd name="T10" fmla="*/ 0 w 8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3">
                  <a:moveTo>
                    <a:pt x="0" y="3"/>
                  </a:moveTo>
                  <a:lnTo>
                    <a:pt x="8" y="3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79" name="Freeform 101">
              <a:extLst>
                <a:ext uri="{FF2B5EF4-FFF2-40B4-BE49-F238E27FC236}">
                  <a16:creationId xmlns:a16="http://schemas.microsoft.com/office/drawing/2014/main" id="{8D0055C9-0270-4078-AED8-B4DD720A9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1667" y="3130517"/>
              <a:ext cx="134359" cy="134359"/>
            </a:xfrm>
            <a:custGeom>
              <a:avLst/>
              <a:gdLst>
                <a:gd name="T0" fmla="*/ 10 w 17"/>
                <a:gd name="T1" fmla="*/ 17 h 17"/>
                <a:gd name="T2" fmla="*/ 10 w 17"/>
                <a:gd name="T3" fmla="*/ 10 h 17"/>
                <a:gd name="T4" fmla="*/ 17 w 17"/>
                <a:gd name="T5" fmla="*/ 10 h 17"/>
                <a:gd name="T6" fmla="*/ 17 w 17"/>
                <a:gd name="T7" fmla="*/ 7 h 17"/>
                <a:gd name="T8" fmla="*/ 10 w 17"/>
                <a:gd name="T9" fmla="*/ 7 h 17"/>
                <a:gd name="T10" fmla="*/ 10 w 17"/>
                <a:gd name="T11" fmla="*/ 0 h 17"/>
                <a:gd name="T12" fmla="*/ 7 w 17"/>
                <a:gd name="T13" fmla="*/ 0 h 17"/>
                <a:gd name="T14" fmla="*/ 7 w 17"/>
                <a:gd name="T15" fmla="*/ 7 h 17"/>
                <a:gd name="T16" fmla="*/ 0 w 17"/>
                <a:gd name="T17" fmla="*/ 7 h 17"/>
                <a:gd name="T18" fmla="*/ 0 w 17"/>
                <a:gd name="T19" fmla="*/ 10 h 17"/>
                <a:gd name="T20" fmla="*/ 7 w 17"/>
                <a:gd name="T21" fmla="*/ 10 h 17"/>
                <a:gd name="T22" fmla="*/ 7 w 17"/>
                <a:gd name="T23" fmla="*/ 17 h 17"/>
                <a:gd name="T24" fmla="*/ 10 w 17"/>
                <a:gd name="T25" fmla="*/ 17 h 17"/>
                <a:gd name="T26" fmla="*/ 10 w 17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17">
                  <a:moveTo>
                    <a:pt x="10" y="17"/>
                  </a:moveTo>
                  <a:lnTo>
                    <a:pt x="10" y="10"/>
                  </a:lnTo>
                  <a:lnTo>
                    <a:pt x="17" y="10"/>
                  </a:lnTo>
                  <a:lnTo>
                    <a:pt x="17" y="7"/>
                  </a:lnTo>
                  <a:lnTo>
                    <a:pt x="10" y="7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7" y="10"/>
                  </a:lnTo>
                  <a:lnTo>
                    <a:pt x="7" y="17"/>
                  </a:lnTo>
                  <a:lnTo>
                    <a:pt x="10" y="17"/>
                  </a:lnTo>
                  <a:lnTo>
                    <a:pt x="10" y="1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80" name="Freeform 101">
              <a:extLst>
                <a:ext uri="{FF2B5EF4-FFF2-40B4-BE49-F238E27FC236}">
                  <a16:creationId xmlns:a16="http://schemas.microsoft.com/office/drawing/2014/main" id="{7D5A9CD0-4B89-4508-87AC-091443FBC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579" y="3520163"/>
              <a:ext cx="134359" cy="134359"/>
            </a:xfrm>
            <a:custGeom>
              <a:avLst/>
              <a:gdLst>
                <a:gd name="T0" fmla="*/ 10 w 17"/>
                <a:gd name="T1" fmla="*/ 17 h 17"/>
                <a:gd name="T2" fmla="*/ 10 w 17"/>
                <a:gd name="T3" fmla="*/ 10 h 17"/>
                <a:gd name="T4" fmla="*/ 17 w 17"/>
                <a:gd name="T5" fmla="*/ 10 h 17"/>
                <a:gd name="T6" fmla="*/ 17 w 17"/>
                <a:gd name="T7" fmla="*/ 7 h 17"/>
                <a:gd name="T8" fmla="*/ 10 w 17"/>
                <a:gd name="T9" fmla="*/ 7 h 17"/>
                <a:gd name="T10" fmla="*/ 10 w 17"/>
                <a:gd name="T11" fmla="*/ 0 h 17"/>
                <a:gd name="T12" fmla="*/ 7 w 17"/>
                <a:gd name="T13" fmla="*/ 0 h 17"/>
                <a:gd name="T14" fmla="*/ 7 w 17"/>
                <a:gd name="T15" fmla="*/ 7 h 17"/>
                <a:gd name="T16" fmla="*/ 0 w 17"/>
                <a:gd name="T17" fmla="*/ 7 h 17"/>
                <a:gd name="T18" fmla="*/ 0 w 17"/>
                <a:gd name="T19" fmla="*/ 10 h 17"/>
                <a:gd name="T20" fmla="*/ 7 w 17"/>
                <a:gd name="T21" fmla="*/ 10 h 17"/>
                <a:gd name="T22" fmla="*/ 7 w 17"/>
                <a:gd name="T23" fmla="*/ 17 h 17"/>
                <a:gd name="T24" fmla="*/ 10 w 17"/>
                <a:gd name="T25" fmla="*/ 17 h 17"/>
                <a:gd name="T26" fmla="*/ 10 w 17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17">
                  <a:moveTo>
                    <a:pt x="10" y="17"/>
                  </a:moveTo>
                  <a:lnTo>
                    <a:pt x="10" y="10"/>
                  </a:lnTo>
                  <a:lnTo>
                    <a:pt x="17" y="10"/>
                  </a:lnTo>
                  <a:lnTo>
                    <a:pt x="17" y="7"/>
                  </a:lnTo>
                  <a:lnTo>
                    <a:pt x="10" y="7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7" y="10"/>
                  </a:lnTo>
                  <a:lnTo>
                    <a:pt x="7" y="17"/>
                  </a:lnTo>
                  <a:lnTo>
                    <a:pt x="10" y="17"/>
                  </a:lnTo>
                  <a:lnTo>
                    <a:pt x="10" y="1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81" name="Freeform 101">
              <a:extLst>
                <a:ext uri="{FF2B5EF4-FFF2-40B4-BE49-F238E27FC236}">
                  <a16:creationId xmlns:a16="http://schemas.microsoft.com/office/drawing/2014/main" id="{E3366133-6AC3-45B2-906C-2FE2B302D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443" y="3136139"/>
              <a:ext cx="134359" cy="134359"/>
            </a:xfrm>
            <a:custGeom>
              <a:avLst/>
              <a:gdLst>
                <a:gd name="T0" fmla="*/ 10 w 17"/>
                <a:gd name="T1" fmla="*/ 17 h 17"/>
                <a:gd name="T2" fmla="*/ 10 w 17"/>
                <a:gd name="T3" fmla="*/ 10 h 17"/>
                <a:gd name="T4" fmla="*/ 17 w 17"/>
                <a:gd name="T5" fmla="*/ 10 h 17"/>
                <a:gd name="T6" fmla="*/ 17 w 17"/>
                <a:gd name="T7" fmla="*/ 7 h 17"/>
                <a:gd name="T8" fmla="*/ 10 w 17"/>
                <a:gd name="T9" fmla="*/ 7 h 17"/>
                <a:gd name="T10" fmla="*/ 10 w 17"/>
                <a:gd name="T11" fmla="*/ 0 h 17"/>
                <a:gd name="T12" fmla="*/ 7 w 17"/>
                <a:gd name="T13" fmla="*/ 0 h 17"/>
                <a:gd name="T14" fmla="*/ 7 w 17"/>
                <a:gd name="T15" fmla="*/ 7 h 17"/>
                <a:gd name="T16" fmla="*/ 0 w 17"/>
                <a:gd name="T17" fmla="*/ 7 h 17"/>
                <a:gd name="T18" fmla="*/ 0 w 17"/>
                <a:gd name="T19" fmla="*/ 10 h 17"/>
                <a:gd name="T20" fmla="*/ 7 w 17"/>
                <a:gd name="T21" fmla="*/ 10 h 17"/>
                <a:gd name="T22" fmla="*/ 7 w 17"/>
                <a:gd name="T23" fmla="*/ 17 h 17"/>
                <a:gd name="T24" fmla="*/ 10 w 17"/>
                <a:gd name="T25" fmla="*/ 17 h 17"/>
                <a:gd name="T26" fmla="*/ 10 w 17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17">
                  <a:moveTo>
                    <a:pt x="10" y="17"/>
                  </a:moveTo>
                  <a:lnTo>
                    <a:pt x="10" y="10"/>
                  </a:lnTo>
                  <a:lnTo>
                    <a:pt x="17" y="10"/>
                  </a:lnTo>
                  <a:lnTo>
                    <a:pt x="17" y="7"/>
                  </a:lnTo>
                  <a:lnTo>
                    <a:pt x="10" y="7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7" y="10"/>
                  </a:lnTo>
                  <a:lnTo>
                    <a:pt x="7" y="17"/>
                  </a:lnTo>
                  <a:lnTo>
                    <a:pt x="10" y="17"/>
                  </a:lnTo>
                  <a:lnTo>
                    <a:pt x="10" y="1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82" name="Freeform 102">
              <a:extLst>
                <a:ext uri="{FF2B5EF4-FFF2-40B4-BE49-F238E27FC236}">
                  <a16:creationId xmlns:a16="http://schemas.microsoft.com/office/drawing/2014/main" id="{C3F4CA19-064E-499A-87BA-7237C65B3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6230" y="3219123"/>
              <a:ext cx="63227" cy="23712"/>
            </a:xfrm>
            <a:custGeom>
              <a:avLst/>
              <a:gdLst>
                <a:gd name="T0" fmla="*/ 0 w 8"/>
                <a:gd name="T1" fmla="*/ 3 h 3"/>
                <a:gd name="T2" fmla="*/ 8 w 8"/>
                <a:gd name="T3" fmla="*/ 3 h 3"/>
                <a:gd name="T4" fmla="*/ 8 w 8"/>
                <a:gd name="T5" fmla="*/ 0 h 3"/>
                <a:gd name="T6" fmla="*/ 0 w 8"/>
                <a:gd name="T7" fmla="*/ 0 h 3"/>
                <a:gd name="T8" fmla="*/ 0 w 8"/>
                <a:gd name="T9" fmla="*/ 3 h 3"/>
                <a:gd name="T10" fmla="*/ 0 w 8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3">
                  <a:moveTo>
                    <a:pt x="0" y="3"/>
                  </a:moveTo>
                  <a:lnTo>
                    <a:pt x="8" y="3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83" name="Freeform 102">
              <a:extLst>
                <a:ext uri="{FF2B5EF4-FFF2-40B4-BE49-F238E27FC236}">
                  <a16:creationId xmlns:a16="http://schemas.microsoft.com/office/drawing/2014/main" id="{A52DAB51-CC75-45ED-A2DA-160E00068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3357" y="3586871"/>
              <a:ext cx="63227" cy="23712"/>
            </a:xfrm>
            <a:custGeom>
              <a:avLst/>
              <a:gdLst>
                <a:gd name="T0" fmla="*/ 0 w 8"/>
                <a:gd name="T1" fmla="*/ 3 h 3"/>
                <a:gd name="T2" fmla="*/ 8 w 8"/>
                <a:gd name="T3" fmla="*/ 3 h 3"/>
                <a:gd name="T4" fmla="*/ 8 w 8"/>
                <a:gd name="T5" fmla="*/ 0 h 3"/>
                <a:gd name="T6" fmla="*/ 0 w 8"/>
                <a:gd name="T7" fmla="*/ 0 h 3"/>
                <a:gd name="T8" fmla="*/ 0 w 8"/>
                <a:gd name="T9" fmla="*/ 3 h 3"/>
                <a:gd name="T10" fmla="*/ 0 w 8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3">
                  <a:moveTo>
                    <a:pt x="0" y="3"/>
                  </a:moveTo>
                  <a:lnTo>
                    <a:pt x="8" y="3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84" name="Freeform 102">
              <a:extLst>
                <a:ext uri="{FF2B5EF4-FFF2-40B4-BE49-F238E27FC236}">
                  <a16:creationId xmlns:a16="http://schemas.microsoft.com/office/drawing/2014/main" id="{8E13E86B-ACB4-4354-94DA-0456B0347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3266" y="3211220"/>
              <a:ext cx="63227" cy="23712"/>
            </a:xfrm>
            <a:custGeom>
              <a:avLst/>
              <a:gdLst>
                <a:gd name="T0" fmla="*/ 0 w 8"/>
                <a:gd name="T1" fmla="*/ 3 h 3"/>
                <a:gd name="T2" fmla="*/ 8 w 8"/>
                <a:gd name="T3" fmla="*/ 3 h 3"/>
                <a:gd name="T4" fmla="*/ 8 w 8"/>
                <a:gd name="T5" fmla="*/ 0 h 3"/>
                <a:gd name="T6" fmla="*/ 0 w 8"/>
                <a:gd name="T7" fmla="*/ 0 h 3"/>
                <a:gd name="T8" fmla="*/ 0 w 8"/>
                <a:gd name="T9" fmla="*/ 3 h 3"/>
                <a:gd name="T10" fmla="*/ 0 w 8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3">
                  <a:moveTo>
                    <a:pt x="0" y="3"/>
                  </a:moveTo>
                  <a:lnTo>
                    <a:pt x="8" y="3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</p:grp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2F72C0E6-FE47-4332-835A-1E58C73A4F9D}"/>
              </a:ext>
            </a:extLst>
          </p:cNvPr>
          <p:cNvCxnSpPr>
            <a:cxnSpLocks/>
          </p:cNvCxnSpPr>
          <p:nvPr/>
        </p:nvCxnSpPr>
        <p:spPr>
          <a:xfrm>
            <a:off x="8515907" y="2410480"/>
            <a:ext cx="339409" cy="1167"/>
          </a:xfrm>
          <a:prstGeom prst="straightConnector1">
            <a:avLst/>
          </a:prstGeom>
          <a:ln w="127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Arrow Connector 539">
            <a:extLst>
              <a:ext uri="{FF2B5EF4-FFF2-40B4-BE49-F238E27FC236}">
                <a16:creationId xmlns:a16="http://schemas.microsoft.com/office/drawing/2014/main" id="{D01875F7-E25D-47BA-B6DA-6EEEE091E4B1}"/>
              </a:ext>
            </a:extLst>
          </p:cNvPr>
          <p:cNvCxnSpPr>
            <a:cxnSpLocks/>
          </p:cNvCxnSpPr>
          <p:nvPr/>
        </p:nvCxnSpPr>
        <p:spPr>
          <a:xfrm>
            <a:off x="6911282" y="2463013"/>
            <a:ext cx="336365" cy="0"/>
          </a:xfrm>
          <a:prstGeom prst="straightConnector1">
            <a:avLst/>
          </a:prstGeom>
          <a:ln w="127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1" name="TextBox 540">
            <a:extLst>
              <a:ext uri="{FF2B5EF4-FFF2-40B4-BE49-F238E27FC236}">
                <a16:creationId xmlns:a16="http://schemas.microsoft.com/office/drawing/2014/main" id="{BEB529D3-B6AC-4FD5-ACDA-4DBE195E72A5}"/>
              </a:ext>
            </a:extLst>
          </p:cNvPr>
          <p:cNvSpPr txBox="1"/>
          <p:nvPr/>
        </p:nvSpPr>
        <p:spPr>
          <a:xfrm>
            <a:off x="6086633" y="2576699"/>
            <a:ext cx="1616181" cy="199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200" dirty="0"/>
              <a:t>Transmission</a:t>
            </a:r>
          </a:p>
        </p:txBody>
      </p:sp>
      <p:grpSp>
        <p:nvGrpSpPr>
          <p:cNvPr id="542" name="Gruppieren 1">
            <a:extLst>
              <a:ext uri="{FF2B5EF4-FFF2-40B4-BE49-F238E27FC236}">
                <a16:creationId xmlns:a16="http://schemas.microsoft.com/office/drawing/2014/main" id="{4FA59782-7FA8-4BF5-9001-E8A3F0210052}"/>
              </a:ext>
            </a:extLst>
          </p:cNvPr>
          <p:cNvGrpSpPr/>
          <p:nvPr/>
        </p:nvGrpSpPr>
        <p:grpSpPr>
          <a:xfrm>
            <a:off x="6467467" y="2293704"/>
            <a:ext cx="408788" cy="281493"/>
            <a:chOff x="2275255" y="2493720"/>
            <a:chExt cx="4395679" cy="3312436"/>
          </a:xfrm>
          <a:solidFill>
            <a:schemeClr val="accent1"/>
          </a:solidFill>
        </p:grpSpPr>
        <p:sp>
          <p:nvSpPr>
            <p:cNvPr id="543" name="Freeform 5">
              <a:extLst>
                <a:ext uri="{FF2B5EF4-FFF2-40B4-BE49-F238E27FC236}">
                  <a16:creationId xmlns:a16="http://schemas.microsoft.com/office/drawing/2014/main" id="{E982BF3E-870E-4CC4-9522-BB4CFC2EA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6794" y="2497344"/>
              <a:ext cx="2294140" cy="3308812"/>
            </a:xfrm>
            <a:custGeom>
              <a:avLst/>
              <a:gdLst>
                <a:gd name="T0" fmla="*/ 683 w 1031"/>
                <a:gd name="T1" fmla="*/ 519 h 1487"/>
                <a:gd name="T2" fmla="*/ 573 w 1031"/>
                <a:gd name="T3" fmla="*/ 255 h 1487"/>
                <a:gd name="T4" fmla="*/ 448 w 1031"/>
                <a:gd name="T5" fmla="*/ 350 h 1487"/>
                <a:gd name="T6" fmla="*/ 425 w 1031"/>
                <a:gd name="T7" fmla="*/ 801 h 1487"/>
                <a:gd name="T8" fmla="*/ 342 w 1031"/>
                <a:gd name="T9" fmla="*/ 1477 h 1487"/>
                <a:gd name="T10" fmla="*/ 1031 w 1031"/>
                <a:gd name="T11" fmla="*/ 940 h 1487"/>
                <a:gd name="T12" fmla="*/ 505 w 1031"/>
                <a:gd name="T13" fmla="*/ 981 h 1487"/>
                <a:gd name="T14" fmla="*/ 284 w 1031"/>
                <a:gd name="T15" fmla="*/ 839 h 1487"/>
                <a:gd name="T16" fmla="*/ 416 w 1031"/>
                <a:gd name="T17" fmla="*/ 828 h 1487"/>
                <a:gd name="T18" fmla="*/ 456 w 1031"/>
                <a:gd name="T19" fmla="*/ 832 h 1487"/>
                <a:gd name="T20" fmla="*/ 493 w 1031"/>
                <a:gd name="T21" fmla="*/ 801 h 1487"/>
                <a:gd name="T22" fmla="*/ 699 w 1031"/>
                <a:gd name="T23" fmla="*/ 913 h 1487"/>
                <a:gd name="T24" fmla="*/ 690 w 1031"/>
                <a:gd name="T25" fmla="*/ 909 h 1487"/>
                <a:gd name="T26" fmla="*/ 593 w 1031"/>
                <a:gd name="T27" fmla="*/ 942 h 1487"/>
                <a:gd name="T28" fmla="*/ 483 w 1031"/>
                <a:gd name="T29" fmla="*/ 913 h 1487"/>
                <a:gd name="T30" fmla="*/ 518 w 1031"/>
                <a:gd name="T31" fmla="*/ 1086 h 1487"/>
                <a:gd name="T32" fmla="*/ 509 w 1031"/>
                <a:gd name="T33" fmla="*/ 1092 h 1487"/>
                <a:gd name="T34" fmla="*/ 507 w 1031"/>
                <a:gd name="T35" fmla="*/ 1258 h 1487"/>
                <a:gd name="T36" fmla="*/ 517 w 1031"/>
                <a:gd name="T37" fmla="*/ 1406 h 1487"/>
                <a:gd name="T38" fmla="*/ 528 w 1031"/>
                <a:gd name="T39" fmla="*/ 1258 h 1487"/>
                <a:gd name="T40" fmla="*/ 528 w 1031"/>
                <a:gd name="T41" fmla="*/ 882 h 1487"/>
                <a:gd name="T42" fmla="*/ 629 w 1031"/>
                <a:gd name="T43" fmla="*/ 913 h 1487"/>
                <a:gd name="T44" fmla="*/ 559 w 1031"/>
                <a:gd name="T45" fmla="*/ 801 h 1487"/>
                <a:gd name="T46" fmla="*/ 535 w 1031"/>
                <a:gd name="T47" fmla="*/ 193 h 1487"/>
                <a:gd name="T48" fmla="*/ 528 w 1031"/>
                <a:gd name="T49" fmla="*/ 172 h 1487"/>
                <a:gd name="T50" fmla="*/ 525 w 1031"/>
                <a:gd name="T51" fmla="*/ 216 h 1487"/>
                <a:gd name="T52" fmla="*/ 509 w 1031"/>
                <a:gd name="T53" fmla="*/ 216 h 1487"/>
                <a:gd name="T54" fmla="*/ 546 w 1031"/>
                <a:gd name="T55" fmla="*/ 255 h 1487"/>
                <a:gd name="T56" fmla="*/ 527 w 1031"/>
                <a:gd name="T57" fmla="*/ 466 h 1487"/>
                <a:gd name="T58" fmla="*/ 584 w 1031"/>
                <a:gd name="T59" fmla="*/ 636 h 1487"/>
                <a:gd name="T60" fmla="*/ 584 w 1031"/>
                <a:gd name="T61" fmla="*/ 546 h 1487"/>
                <a:gd name="T62" fmla="*/ 562 w 1031"/>
                <a:gd name="T63" fmla="*/ 607 h 1487"/>
                <a:gd name="T64" fmla="*/ 518 w 1031"/>
                <a:gd name="T65" fmla="*/ 474 h 1487"/>
                <a:gd name="T66" fmla="*/ 518 w 1031"/>
                <a:gd name="T67" fmla="*/ 377 h 1487"/>
                <a:gd name="T68" fmla="*/ 569 w 1031"/>
                <a:gd name="T69" fmla="*/ 394 h 1487"/>
                <a:gd name="T70" fmla="*/ 518 w 1031"/>
                <a:gd name="T71" fmla="*/ 298 h 1487"/>
                <a:gd name="T72" fmla="*/ 529 w 1031"/>
                <a:gd name="T73" fmla="*/ 305 h 1487"/>
                <a:gd name="T74" fmla="*/ 518 w 1031"/>
                <a:gd name="T75" fmla="*/ 311 h 1487"/>
                <a:gd name="T76" fmla="*/ 475 w 1031"/>
                <a:gd name="T77" fmla="*/ 350 h 1487"/>
                <a:gd name="T78" fmla="*/ 463 w 1031"/>
                <a:gd name="T79" fmla="*/ 427 h 1487"/>
                <a:gd name="T80" fmla="*/ 452 w 1031"/>
                <a:gd name="T81" fmla="*/ 703 h 1487"/>
                <a:gd name="T82" fmla="*/ 454 w 1031"/>
                <a:gd name="T83" fmla="*/ 714 h 1487"/>
                <a:gd name="T84" fmla="*/ 684 w 1031"/>
                <a:gd name="T85" fmla="*/ 549 h 1487"/>
                <a:gd name="T86" fmla="*/ 714 w 1031"/>
                <a:gd name="T87" fmla="*/ 562 h 1487"/>
                <a:gd name="T88" fmla="*/ 611 w 1031"/>
                <a:gd name="T89" fmla="*/ 553 h 1487"/>
                <a:gd name="T90" fmla="*/ 578 w 1031"/>
                <a:gd name="T91" fmla="*/ 289 h 1487"/>
                <a:gd name="T92" fmla="*/ 624 w 1031"/>
                <a:gd name="T93" fmla="*/ 323 h 1487"/>
                <a:gd name="T94" fmla="*/ 518 w 1031"/>
                <a:gd name="T95" fmla="*/ 87 h 1487"/>
                <a:gd name="T96" fmla="*/ 395 w 1031"/>
                <a:gd name="T97" fmla="*/ 283 h 1487"/>
                <a:gd name="T98" fmla="*/ 452 w 1031"/>
                <a:gd name="T99" fmla="*/ 323 h 1487"/>
                <a:gd name="T100" fmla="*/ 425 w 1031"/>
                <a:gd name="T101" fmla="*/ 546 h 1487"/>
                <a:gd name="T102" fmla="*/ 350 w 1031"/>
                <a:gd name="T103" fmla="*/ 546 h 1487"/>
                <a:gd name="T104" fmla="*/ 425 w 1031"/>
                <a:gd name="T105" fmla="*/ 569 h 1487"/>
                <a:gd name="T106" fmla="*/ 452 w 1031"/>
                <a:gd name="T107" fmla="*/ 801 h 1487"/>
                <a:gd name="T108" fmla="*/ 355 w 1031"/>
                <a:gd name="T109" fmla="*/ 913 h 1487"/>
                <a:gd name="T110" fmla="*/ 501 w 1031"/>
                <a:gd name="T111" fmla="*/ 1412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31" h="1487">
                  <a:moveTo>
                    <a:pt x="1031" y="940"/>
                  </a:moveTo>
                  <a:lnTo>
                    <a:pt x="752" y="801"/>
                  </a:lnTo>
                  <a:lnTo>
                    <a:pt x="611" y="801"/>
                  </a:lnTo>
                  <a:lnTo>
                    <a:pt x="611" y="634"/>
                  </a:lnTo>
                  <a:lnTo>
                    <a:pt x="939" y="634"/>
                  </a:lnTo>
                  <a:lnTo>
                    <a:pt x="683" y="519"/>
                  </a:lnTo>
                  <a:lnTo>
                    <a:pt x="611" y="519"/>
                  </a:lnTo>
                  <a:lnTo>
                    <a:pt x="611" y="488"/>
                  </a:lnTo>
                  <a:lnTo>
                    <a:pt x="588" y="350"/>
                  </a:lnTo>
                  <a:lnTo>
                    <a:pt x="854" y="350"/>
                  </a:lnTo>
                  <a:lnTo>
                    <a:pt x="642" y="255"/>
                  </a:lnTo>
                  <a:lnTo>
                    <a:pt x="573" y="255"/>
                  </a:lnTo>
                  <a:lnTo>
                    <a:pt x="531" y="0"/>
                  </a:lnTo>
                  <a:lnTo>
                    <a:pt x="505" y="0"/>
                  </a:lnTo>
                  <a:lnTo>
                    <a:pt x="463" y="255"/>
                  </a:lnTo>
                  <a:lnTo>
                    <a:pt x="389" y="255"/>
                  </a:lnTo>
                  <a:lnTo>
                    <a:pt x="177" y="350"/>
                  </a:lnTo>
                  <a:lnTo>
                    <a:pt x="448" y="350"/>
                  </a:lnTo>
                  <a:lnTo>
                    <a:pt x="425" y="487"/>
                  </a:lnTo>
                  <a:lnTo>
                    <a:pt x="425" y="519"/>
                  </a:lnTo>
                  <a:lnTo>
                    <a:pt x="344" y="519"/>
                  </a:lnTo>
                  <a:lnTo>
                    <a:pt x="94" y="634"/>
                  </a:lnTo>
                  <a:lnTo>
                    <a:pt x="425" y="634"/>
                  </a:lnTo>
                  <a:lnTo>
                    <a:pt x="425" y="801"/>
                  </a:lnTo>
                  <a:lnTo>
                    <a:pt x="280" y="801"/>
                  </a:lnTo>
                  <a:lnTo>
                    <a:pt x="0" y="940"/>
                  </a:lnTo>
                  <a:lnTo>
                    <a:pt x="403" y="940"/>
                  </a:lnTo>
                  <a:lnTo>
                    <a:pt x="313" y="1483"/>
                  </a:lnTo>
                  <a:lnTo>
                    <a:pt x="339" y="1487"/>
                  </a:lnTo>
                  <a:lnTo>
                    <a:pt x="342" y="1477"/>
                  </a:lnTo>
                  <a:lnTo>
                    <a:pt x="517" y="1418"/>
                  </a:lnTo>
                  <a:lnTo>
                    <a:pt x="695" y="1478"/>
                  </a:lnTo>
                  <a:lnTo>
                    <a:pt x="696" y="1487"/>
                  </a:lnTo>
                  <a:lnTo>
                    <a:pt x="724" y="1483"/>
                  </a:lnTo>
                  <a:lnTo>
                    <a:pt x="633" y="940"/>
                  </a:lnTo>
                  <a:lnTo>
                    <a:pt x="1031" y="940"/>
                  </a:lnTo>
                  <a:close/>
                  <a:moveTo>
                    <a:pt x="618" y="1017"/>
                  </a:moveTo>
                  <a:lnTo>
                    <a:pt x="532" y="981"/>
                  </a:lnTo>
                  <a:lnTo>
                    <a:pt x="607" y="948"/>
                  </a:lnTo>
                  <a:lnTo>
                    <a:pt x="618" y="1017"/>
                  </a:lnTo>
                  <a:close/>
                  <a:moveTo>
                    <a:pt x="429" y="948"/>
                  </a:moveTo>
                  <a:lnTo>
                    <a:pt x="505" y="981"/>
                  </a:lnTo>
                  <a:lnTo>
                    <a:pt x="418" y="1019"/>
                  </a:lnTo>
                  <a:lnTo>
                    <a:pt x="429" y="948"/>
                  </a:lnTo>
                  <a:close/>
                  <a:moveTo>
                    <a:pt x="284" y="839"/>
                  </a:moveTo>
                  <a:lnTo>
                    <a:pt x="335" y="913"/>
                  </a:lnTo>
                  <a:lnTo>
                    <a:pt x="237" y="913"/>
                  </a:lnTo>
                  <a:lnTo>
                    <a:pt x="284" y="839"/>
                  </a:lnTo>
                  <a:close/>
                  <a:moveTo>
                    <a:pt x="227" y="909"/>
                  </a:moveTo>
                  <a:lnTo>
                    <a:pt x="195" y="874"/>
                  </a:lnTo>
                  <a:lnTo>
                    <a:pt x="275" y="835"/>
                  </a:lnTo>
                  <a:lnTo>
                    <a:pt x="227" y="909"/>
                  </a:lnTo>
                  <a:close/>
                  <a:moveTo>
                    <a:pt x="290" y="828"/>
                  </a:moveTo>
                  <a:lnTo>
                    <a:pt x="416" y="828"/>
                  </a:lnTo>
                  <a:lnTo>
                    <a:pt x="344" y="909"/>
                  </a:lnTo>
                  <a:lnTo>
                    <a:pt x="290" y="828"/>
                  </a:lnTo>
                  <a:close/>
                  <a:moveTo>
                    <a:pt x="575" y="828"/>
                  </a:moveTo>
                  <a:lnTo>
                    <a:pt x="580" y="832"/>
                  </a:lnTo>
                  <a:lnTo>
                    <a:pt x="518" y="875"/>
                  </a:lnTo>
                  <a:lnTo>
                    <a:pt x="456" y="832"/>
                  </a:lnTo>
                  <a:lnTo>
                    <a:pt x="460" y="828"/>
                  </a:lnTo>
                  <a:lnTo>
                    <a:pt x="575" y="828"/>
                  </a:lnTo>
                  <a:close/>
                  <a:moveTo>
                    <a:pt x="493" y="801"/>
                  </a:moveTo>
                  <a:lnTo>
                    <a:pt x="518" y="780"/>
                  </a:lnTo>
                  <a:lnTo>
                    <a:pt x="543" y="801"/>
                  </a:lnTo>
                  <a:lnTo>
                    <a:pt x="493" y="801"/>
                  </a:lnTo>
                  <a:close/>
                  <a:moveTo>
                    <a:pt x="760" y="836"/>
                  </a:moveTo>
                  <a:lnTo>
                    <a:pt x="839" y="875"/>
                  </a:lnTo>
                  <a:lnTo>
                    <a:pt x="807" y="909"/>
                  </a:lnTo>
                  <a:lnTo>
                    <a:pt x="760" y="836"/>
                  </a:lnTo>
                  <a:close/>
                  <a:moveTo>
                    <a:pt x="797" y="913"/>
                  </a:moveTo>
                  <a:lnTo>
                    <a:pt x="699" y="913"/>
                  </a:lnTo>
                  <a:lnTo>
                    <a:pt x="750" y="839"/>
                  </a:lnTo>
                  <a:lnTo>
                    <a:pt x="797" y="913"/>
                  </a:lnTo>
                  <a:close/>
                  <a:moveTo>
                    <a:pt x="690" y="909"/>
                  </a:moveTo>
                  <a:lnTo>
                    <a:pt x="618" y="828"/>
                  </a:lnTo>
                  <a:lnTo>
                    <a:pt x="744" y="828"/>
                  </a:lnTo>
                  <a:lnTo>
                    <a:pt x="690" y="909"/>
                  </a:lnTo>
                  <a:close/>
                  <a:moveTo>
                    <a:pt x="448" y="840"/>
                  </a:moveTo>
                  <a:lnTo>
                    <a:pt x="509" y="882"/>
                  </a:lnTo>
                  <a:lnTo>
                    <a:pt x="464" y="913"/>
                  </a:lnTo>
                  <a:lnTo>
                    <a:pt x="434" y="913"/>
                  </a:lnTo>
                  <a:lnTo>
                    <a:pt x="448" y="840"/>
                  </a:lnTo>
                  <a:close/>
                  <a:moveTo>
                    <a:pt x="593" y="942"/>
                  </a:moveTo>
                  <a:lnTo>
                    <a:pt x="518" y="974"/>
                  </a:lnTo>
                  <a:lnTo>
                    <a:pt x="442" y="942"/>
                  </a:lnTo>
                  <a:lnTo>
                    <a:pt x="444" y="940"/>
                  </a:lnTo>
                  <a:lnTo>
                    <a:pt x="592" y="940"/>
                  </a:lnTo>
                  <a:lnTo>
                    <a:pt x="593" y="942"/>
                  </a:lnTo>
                  <a:close/>
                  <a:moveTo>
                    <a:pt x="483" y="913"/>
                  </a:moveTo>
                  <a:lnTo>
                    <a:pt x="518" y="889"/>
                  </a:lnTo>
                  <a:lnTo>
                    <a:pt x="552" y="913"/>
                  </a:lnTo>
                  <a:lnTo>
                    <a:pt x="483" y="913"/>
                  </a:lnTo>
                  <a:close/>
                  <a:moveTo>
                    <a:pt x="518" y="986"/>
                  </a:moveTo>
                  <a:lnTo>
                    <a:pt x="612" y="1027"/>
                  </a:lnTo>
                  <a:lnTo>
                    <a:pt x="518" y="1086"/>
                  </a:lnTo>
                  <a:lnTo>
                    <a:pt x="426" y="1027"/>
                  </a:lnTo>
                  <a:lnTo>
                    <a:pt x="518" y="986"/>
                  </a:lnTo>
                  <a:close/>
                  <a:moveTo>
                    <a:pt x="509" y="1092"/>
                  </a:moveTo>
                  <a:lnTo>
                    <a:pt x="393" y="1165"/>
                  </a:lnTo>
                  <a:lnTo>
                    <a:pt x="415" y="1032"/>
                  </a:lnTo>
                  <a:lnTo>
                    <a:pt x="509" y="1092"/>
                  </a:lnTo>
                  <a:close/>
                  <a:moveTo>
                    <a:pt x="518" y="1099"/>
                  </a:moveTo>
                  <a:lnTo>
                    <a:pt x="637" y="1175"/>
                  </a:lnTo>
                  <a:lnTo>
                    <a:pt x="518" y="1252"/>
                  </a:lnTo>
                  <a:lnTo>
                    <a:pt x="400" y="1175"/>
                  </a:lnTo>
                  <a:lnTo>
                    <a:pt x="518" y="1099"/>
                  </a:lnTo>
                  <a:close/>
                  <a:moveTo>
                    <a:pt x="507" y="1258"/>
                  </a:moveTo>
                  <a:lnTo>
                    <a:pt x="362" y="1355"/>
                  </a:lnTo>
                  <a:lnTo>
                    <a:pt x="391" y="1181"/>
                  </a:lnTo>
                  <a:lnTo>
                    <a:pt x="507" y="1258"/>
                  </a:lnTo>
                  <a:close/>
                  <a:moveTo>
                    <a:pt x="518" y="1265"/>
                  </a:moveTo>
                  <a:lnTo>
                    <a:pt x="660" y="1359"/>
                  </a:lnTo>
                  <a:lnTo>
                    <a:pt x="517" y="1406"/>
                  </a:lnTo>
                  <a:lnTo>
                    <a:pt x="376" y="1359"/>
                  </a:lnTo>
                  <a:lnTo>
                    <a:pt x="518" y="1265"/>
                  </a:lnTo>
                  <a:close/>
                  <a:moveTo>
                    <a:pt x="528" y="1258"/>
                  </a:moveTo>
                  <a:lnTo>
                    <a:pt x="645" y="1181"/>
                  </a:lnTo>
                  <a:lnTo>
                    <a:pt x="675" y="1355"/>
                  </a:lnTo>
                  <a:lnTo>
                    <a:pt x="528" y="1258"/>
                  </a:lnTo>
                  <a:close/>
                  <a:moveTo>
                    <a:pt x="528" y="1092"/>
                  </a:moveTo>
                  <a:lnTo>
                    <a:pt x="620" y="1034"/>
                  </a:lnTo>
                  <a:lnTo>
                    <a:pt x="642" y="1165"/>
                  </a:lnTo>
                  <a:lnTo>
                    <a:pt x="528" y="1092"/>
                  </a:lnTo>
                  <a:close/>
                  <a:moveTo>
                    <a:pt x="571" y="913"/>
                  </a:moveTo>
                  <a:lnTo>
                    <a:pt x="528" y="882"/>
                  </a:lnTo>
                  <a:lnTo>
                    <a:pt x="589" y="840"/>
                  </a:lnTo>
                  <a:lnTo>
                    <a:pt x="601" y="913"/>
                  </a:lnTo>
                  <a:lnTo>
                    <a:pt x="571" y="913"/>
                  </a:lnTo>
                  <a:close/>
                  <a:moveTo>
                    <a:pt x="616" y="844"/>
                  </a:moveTo>
                  <a:lnTo>
                    <a:pt x="679" y="913"/>
                  </a:lnTo>
                  <a:lnTo>
                    <a:pt x="629" y="913"/>
                  </a:lnTo>
                  <a:lnTo>
                    <a:pt x="616" y="844"/>
                  </a:lnTo>
                  <a:close/>
                  <a:moveTo>
                    <a:pt x="818" y="913"/>
                  </a:moveTo>
                  <a:lnTo>
                    <a:pt x="850" y="881"/>
                  </a:lnTo>
                  <a:lnTo>
                    <a:pt x="917" y="913"/>
                  </a:lnTo>
                  <a:lnTo>
                    <a:pt x="818" y="913"/>
                  </a:lnTo>
                  <a:close/>
                  <a:moveTo>
                    <a:pt x="559" y="801"/>
                  </a:moveTo>
                  <a:lnTo>
                    <a:pt x="527" y="774"/>
                  </a:lnTo>
                  <a:lnTo>
                    <a:pt x="584" y="726"/>
                  </a:lnTo>
                  <a:lnTo>
                    <a:pt x="584" y="801"/>
                  </a:lnTo>
                  <a:lnTo>
                    <a:pt x="559" y="801"/>
                  </a:lnTo>
                  <a:close/>
                  <a:moveTo>
                    <a:pt x="535" y="189"/>
                  </a:moveTo>
                  <a:lnTo>
                    <a:pt x="535" y="193"/>
                  </a:lnTo>
                  <a:lnTo>
                    <a:pt x="517" y="209"/>
                  </a:lnTo>
                  <a:lnTo>
                    <a:pt x="501" y="193"/>
                  </a:lnTo>
                  <a:lnTo>
                    <a:pt x="502" y="187"/>
                  </a:lnTo>
                  <a:lnTo>
                    <a:pt x="517" y="179"/>
                  </a:lnTo>
                  <a:lnTo>
                    <a:pt x="535" y="189"/>
                  </a:lnTo>
                  <a:close/>
                  <a:moveTo>
                    <a:pt x="528" y="172"/>
                  </a:moveTo>
                  <a:lnTo>
                    <a:pt x="532" y="171"/>
                  </a:lnTo>
                  <a:lnTo>
                    <a:pt x="532" y="175"/>
                  </a:lnTo>
                  <a:lnTo>
                    <a:pt x="528" y="172"/>
                  </a:lnTo>
                  <a:close/>
                  <a:moveTo>
                    <a:pt x="537" y="205"/>
                  </a:moveTo>
                  <a:lnTo>
                    <a:pt x="541" y="231"/>
                  </a:lnTo>
                  <a:lnTo>
                    <a:pt x="525" y="216"/>
                  </a:lnTo>
                  <a:lnTo>
                    <a:pt x="537" y="205"/>
                  </a:lnTo>
                  <a:close/>
                  <a:moveTo>
                    <a:pt x="503" y="174"/>
                  </a:moveTo>
                  <a:lnTo>
                    <a:pt x="503" y="171"/>
                  </a:lnTo>
                  <a:lnTo>
                    <a:pt x="506" y="172"/>
                  </a:lnTo>
                  <a:lnTo>
                    <a:pt x="503" y="174"/>
                  </a:lnTo>
                  <a:close/>
                  <a:moveTo>
                    <a:pt x="509" y="216"/>
                  </a:moveTo>
                  <a:lnTo>
                    <a:pt x="494" y="229"/>
                  </a:lnTo>
                  <a:lnTo>
                    <a:pt x="498" y="206"/>
                  </a:lnTo>
                  <a:lnTo>
                    <a:pt x="509" y="216"/>
                  </a:lnTo>
                  <a:close/>
                  <a:moveTo>
                    <a:pt x="517" y="224"/>
                  </a:moveTo>
                  <a:lnTo>
                    <a:pt x="544" y="248"/>
                  </a:lnTo>
                  <a:lnTo>
                    <a:pt x="546" y="255"/>
                  </a:lnTo>
                  <a:lnTo>
                    <a:pt x="490" y="255"/>
                  </a:lnTo>
                  <a:lnTo>
                    <a:pt x="491" y="247"/>
                  </a:lnTo>
                  <a:lnTo>
                    <a:pt x="517" y="224"/>
                  </a:lnTo>
                  <a:close/>
                  <a:moveTo>
                    <a:pt x="584" y="489"/>
                  </a:moveTo>
                  <a:lnTo>
                    <a:pt x="584" y="514"/>
                  </a:lnTo>
                  <a:lnTo>
                    <a:pt x="527" y="466"/>
                  </a:lnTo>
                  <a:lnTo>
                    <a:pt x="574" y="428"/>
                  </a:lnTo>
                  <a:lnTo>
                    <a:pt x="584" y="489"/>
                  </a:lnTo>
                  <a:close/>
                  <a:moveTo>
                    <a:pt x="584" y="636"/>
                  </a:moveTo>
                  <a:lnTo>
                    <a:pt x="584" y="703"/>
                  </a:lnTo>
                  <a:lnTo>
                    <a:pt x="528" y="669"/>
                  </a:lnTo>
                  <a:lnTo>
                    <a:pt x="584" y="636"/>
                  </a:lnTo>
                  <a:close/>
                  <a:moveTo>
                    <a:pt x="518" y="663"/>
                  </a:moveTo>
                  <a:lnTo>
                    <a:pt x="471" y="634"/>
                  </a:lnTo>
                  <a:lnTo>
                    <a:pt x="565" y="634"/>
                  </a:lnTo>
                  <a:lnTo>
                    <a:pt x="518" y="663"/>
                  </a:lnTo>
                  <a:close/>
                  <a:moveTo>
                    <a:pt x="529" y="576"/>
                  </a:moveTo>
                  <a:lnTo>
                    <a:pt x="584" y="546"/>
                  </a:lnTo>
                  <a:lnTo>
                    <a:pt x="584" y="607"/>
                  </a:lnTo>
                  <a:lnTo>
                    <a:pt x="529" y="576"/>
                  </a:lnTo>
                  <a:close/>
                  <a:moveTo>
                    <a:pt x="562" y="607"/>
                  </a:moveTo>
                  <a:lnTo>
                    <a:pt x="475" y="607"/>
                  </a:lnTo>
                  <a:lnTo>
                    <a:pt x="518" y="583"/>
                  </a:lnTo>
                  <a:lnTo>
                    <a:pt x="562" y="607"/>
                  </a:lnTo>
                  <a:close/>
                  <a:moveTo>
                    <a:pt x="562" y="546"/>
                  </a:moveTo>
                  <a:lnTo>
                    <a:pt x="518" y="571"/>
                  </a:lnTo>
                  <a:lnTo>
                    <a:pt x="473" y="546"/>
                  </a:lnTo>
                  <a:lnTo>
                    <a:pt x="562" y="546"/>
                  </a:lnTo>
                  <a:close/>
                  <a:moveTo>
                    <a:pt x="464" y="519"/>
                  </a:moveTo>
                  <a:lnTo>
                    <a:pt x="518" y="474"/>
                  </a:lnTo>
                  <a:lnTo>
                    <a:pt x="573" y="519"/>
                  </a:lnTo>
                  <a:lnTo>
                    <a:pt x="464" y="519"/>
                  </a:lnTo>
                  <a:close/>
                  <a:moveTo>
                    <a:pt x="518" y="459"/>
                  </a:moveTo>
                  <a:lnTo>
                    <a:pt x="464" y="415"/>
                  </a:lnTo>
                  <a:lnTo>
                    <a:pt x="465" y="409"/>
                  </a:lnTo>
                  <a:lnTo>
                    <a:pt x="518" y="377"/>
                  </a:lnTo>
                  <a:lnTo>
                    <a:pt x="570" y="409"/>
                  </a:lnTo>
                  <a:lnTo>
                    <a:pt x="571" y="415"/>
                  </a:lnTo>
                  <a:lnTo>
                    <a:pt x="518" y="459"/>
                  </a:lnTo>
                  <a:close/>
                  <a:moveTo>
                    <a:pt x="528" y="370"/>
                  </a:moveTo>
                  <a:lnTo>
                    <a:pt x="561" y="350"/>
                  </a:lnTo>
                  <a:lnTo>
                    <a:pt x="569" y="394"/>
                  </a:lnTo>
                  <a:lnTo>
                    <a:pt x="528" y="370"/>
                  </a:lnTo>
                  <a:close/>
                  <a:moveTo>
                    <a:pt x="518" y="363"/>
                  </a:moveTo>
                  <a:lnTo>
                    <a:pt x="495" y="350"/>
                  </a:lnTo>
                  <a:lnTo>
                    <a:pt x="540" y="350"/>
                  </a:lnTo>
                  <a:lnTo>
                    <a:pt x="518" y="363"/>
                  </a:lnTo>
                  <a:close/>
                  <a:moveTo>
                    <a:pt x="518" y="298"/>
                  </a:moveTo>
                  <a:lnTo>
                    <a:pt x="490" y="282"/>
                  </a:lnTo>
                  <a:lnTo>
                    <a:pt x="547" y="282"/>
                  </a:lnTo>
                  <a:lnTo>
                    <a:pt x="518" y="298"/>
                  </a:lnTo>
                  <a:close/>
                  <a:moveTo>
                    <a:pt x="551" y="292"/>
                  </a:moveTo>
                  <a:lnTo>
                    <a:pt x="556" y="320"/>
                  </a:lnTo>
                  <a:lnTo>
                    <a:pt x="529" y="305"/>
                  </a:lnTo>
                  <a:lnTo>
                    <a:pt x="551" y="292"/>
                  </a:lnTo>
                  <a:close/>
                  <a:moveTo>
                    <a:pt x="507" y="305"/>
                  </a:moveTo>
                  <a:lnTo>
                    <a:pt x="479" y="320"/>
                  </a:lnTo>
                  <a:lnTo>
                    <a:pt x="484" y="292"/>
                  </a:lnTo>
                  <a:lnTo>
                    <a:pt x="507" y="305"/>
                  </a:lnTo>
                  <a:close/>
                  <a:moveTo>
                    <a:pt x="518" y="311"/>
                  </a:moveTo>
                  <a:lnTo>
                    <a:pt x="537" y="323"/>
                  </a:lnTo>
                  <a:lnTo>
                    <a:pt x="498" y="323"/>
                  </a:lnTo>
                  <a:lnTo>
                    <a:pt x="518" y="311"/>
                  </a:lnTo>
                  <a:close/>
                  <a:moveTo>
                    <a:pt x="507" y="370"/>
                  </a:moveTo>
                  <a:lnTo>
                    <a:pt x="467" y="396"/>
                  </a:lnTo>
                  <a:lnTo>
                    <a:pt x="475" y="350"/>
                  </a:lnTo>
                  <a:lnTo>
                    <a:pt x="507" y="370"/>
                  </a:lnTo>
                  <a:close/>
                  <a:moveTo>
                    <a:pt x="463" y="427"/>
                  </a:moveTo>
                  <a:lnTo>
                    <a:pt x="509" y="466"/>
                  </a:lnTo>
                  <a:lnTo>
                    <a:pt x="452" y="514"/>
                  </a:lnTo>
                  <a:lnTo>
                    <a:pt x="452" y="489"/>
                  </a:lnTo>
                  <a:lnTo>
                    <a:pt x="463" y="427"/>
                  </a:lnTo>
                  <a:close/>
                  <a:moveTo>
                    <a:pt x="506" y="576"/>
                  </a:moveTo>
                  <a:lnTo>
                    <a:pt x="452" y="607"/>
                  </a:lnTo>
                  <a:lnTo>
                    <a:pt x="452" y="546"/>
                  </a:lnTo>
                  <a:lnTo>
                    <a:pt x="506" y="576"/>
                  </a:lnTo>
                  <a:close/>
                  <a:moveTo>
                    <a:pt x="507" y="669"/>
                  </a:moveTo>
                  <a:lnTo>
                    <a:pt x="452" y="703"/>
                  </a:lnTo>
                  <a:lnTo>
                    <a:pt x="452" y="636"/>
                  </a:lnTo>
                  <a:lnTo>
                    <a:pt x="507" y="669"/>
                  </a:lnTo>
                  <a:close/>
                  <a:moveTo>
                    <a:pt x="518" y="676"/>
                  </a:moveTo>
                  <a:lnTo>
                    <a:pt x="581" y="714"/>
                  </a:lnTo>
                  <a:lnTo>
                    <a:pt x="518" y="767"/>
                  </a:lnTo>
                  <a:lnTo>
                    <a:pt x="454" y="714"/>
                  </a:lnTo>
                  <a:lnTo>
                    <a:pt x="518" y="676"/>
                  </a:lnTo>
                  <a:close/>
                  <a:moveTo>
                    <a:pt x="611" y="571"/>
                  </a:moveTo>
                  <a:lnTo>
                    <a:pt x="639" y="607"/>
                  </a:lnTo>
                  <a:lnTo>
                    <a:pt x="611" y="607"/>
                  </a:lnTo>
                  <a:lnTo>
                    <a:pt x="611" y="571"/>
                  </a:lnTo>
                  <a:close/>
                  <a:moveTo>
                    <a:pt x="684" y="549"/>
                  </a:moveTo>
                  <a:lnTo>
                    <a:pt x="692" y="553"/>
                  </a:lnTo>
                  <a:lnTo>
                    <a:pt x="735" y="607"/>
                  </a:lnTo>
                  <a:lnTo>
                    <a:pt x="667" y="607"/>
                  </a:lnTo>
                  <a:lnTo>
                    <a:pt x="684" y="549"/>
                  </a:lnTo>
                  <a:close/>
                  <a:moveTo>
                    <a:pt x="748" y="607"/>
                  </a:moveTo>
                  <a:lnTo>
                    <a:pt x="714" y="562"/>
                  </a:lnTo>
                  <a:lnTo>
                    <a:pt x="812" y="607"/>
                  </a:lnTo>
                  <a:lnTo>
                    <a:pt x="748" y="607"/>
                  </a:lnTo>
                  <a:close/>
                  <a:moveTo>
                    <a:pt x="673" y="546"/>
                  </a:moveTo>
                  <a:lnTo>
                    <a:pt x="654" y="607"/>
                  </a:lnTo>
                  <a:lnTo>
                    <a:pt x="653" y="607"/>
                  </a:lnTo>
                  <a:lnTo>
                    <a:pt x="611" y="553"/>
                  </a:lnTo>
                  <a:lnTo>
                    <a:pt x="611" y="546"/>
                  </a:lnTo>
                  <a:lnTo>
                    <a:pt x="673" y="546"/>
                  </a:lnTo>
                  <a:close/>
                  <a:moveTo>
                    <a:pt x="578" y="289"/>
                  </a:moveTo>
                  <a:lnTo>
                    <a:pt x="608" y="323"/>
                  </a:lnTo>
                  <a:lnTo>
                    <a:pt x="584" y="323"/>
                  </a:lnTo>
                  <a:lnTo>
                    <a:pt x="578" y="289"/>
                  </a:lnTo>
                  <a:close/>
                  <a:moveTo>
                    <a:pt x="588" y="282"/>
                  </a:moveTo>
                  <a:lnTo>
                    <a:pt x="629" y="282"/>
                  </a:lnTo>
                  <a:lnTo>
                    <a:pt x="616" y="316"/>
                  </a:lnTo>
                  <a:lnTo>
                    <a:pt x="588" y="282"/>
                  </a:lnTo>
                  <a:close/>
                  <a:moveTo>
                    <a:pt x="726" y="323"/>
                  </a:moveTo>
                  <a:lnTo>
                    <a:pt x="624" y="323"/>
                  </a:lnTo>
                  <a:lnTo>
                    <a:pt x="639" y="283"/>
                  </a:lnTo>
                  <a:lnTo>
                    <a:pt x="726" y="323"/>
                  </a:lnTo>
                  <a:close/>
                  <a:moveTo>
                    <a:pt x="529" y="159"/>
                  </a:moveTo>
                  <a:lnTo>
                    <a:pt x="517" y="166"/>
                  </a:lnTo>
                  <a:lnTo>
                    <a:pt x="506" y="160"/>
                  </a:lnTo>
                  <a:lnTo>
                    <a:pt x="518" y="87"/>
                  </a:lnTo>
                  <a:lnTo>
                    <a:pt x="529" y="159"/>
                  </a:lnTo>
                  <a:close/>
                  <a:moveTo>
                    <a:pt x="448" y="282"/>
                  </a:moveTo>
                  <a:lnTo>
                    <a:pt x="418" y="315"/>
                  </a:lnTo>
                  <a:lnTo>
                    <a:pt x="406" y="282"/>
                  </a:lnTo>
                  <a:lnTo>
                    <a:pt x="448" y="282"/>
                  </a:lnTo>
                  <a:close/>
                  <a:moveTo>
                    <a:pt x="395" y="283"/>
                  </a:moveTo>
                  <a:lnTo>
                    <a:pt x="410" y="323"/>
                  </a:lnTo>
                  <a:lnTo>
                    <a:pt x="305" y="323"/>
                  </a:lnTo>
                  <a:lnTo>
                    <a:pt x="395" y="283"/>
                  </a:lnTo>
                  <a:close/>
                  <a:moveTo>
                    <a:pt x="426" y="323"/>
                  </a:moveTo>
                  <a:lnTo>
                    <a:pt x="457" y="288"/>
                  </a:lnTo>
                  <a:lnTo>
                    <a:pt x="452" y="323"/>
                  </a:lnTo>
                  <a:lnTo>
                    <a:pt x="426" y="323"/>
                  </a:lnTo>
                  <a:close/>
                  <a:moveTo>
                    <a:pt x="425" y="552"/>
                  </a:moveTo>
                  <a:lnTo>
                    <a:pt x="382" y="607"/>
                  </a:lnTo>
                  <a:lnTo>
                    <a:pt x="380" y="607"/>
                  </a:lnTo>
                  <a:lnTo>
                    <a:pt x="361" y="546"/>
                  </a:lnTo>
                  <a:lnTo>
                    <a:pt x="425" y="546"/>
                  </a:lnTo>
                  <a:lnTo>
                    <a:pt x="425" y="552"/>
                  </a:lnTo>
                  <a:close/>
                  <a:moveTo>
                    <a:pt x="350" y="546"/>
                  </a:moveTo>
                  <a:lnTo>
                    <a:pt x="369" y="607"/>
                  </a:lnTo>
                  <a:lnTo>
                    <a:pt x="299" y="607"/>
                  </a:lnTo>
                  <a:lnTo>
                    <a:pt x="346" y="548"/>
                  </a:lnTo>
                  <a:lnTo>
                    <a:pt x="350" y="546"/>
                  </a:lnTo>
                  <a:close/>
                  <a:moveTo>
                    <a:pt x="324" y="558"/>
                  </a:moveTo>
                  <a:lnTo>
                    <a:pt x="286" y="607"/>
                  </a:lnTo>
                  <a:lnTo>
                    <a:pt x="218" y="607"/>
                  </a:lnTo>
                  <a:lnTo>
                    <a:pt x="324" y="558"/>
                  </a:lnTo>
                  <a:close/>
                  <a:moveTo>
                    <a:pt x="396" y="607"/>
                  </a:moveTo>
                  <a:lnTo>
                    <a:pt x="425" y="569"/>
                  </a:lnTo>
                  <a:lnTo>
                    <a:pt x="425" y="607"/>
                  </a:lnTo>
                  <a:lnTo>
                    <a:pt x="396" y="607"/>
                  </a:lnTo>
                  <a:close/>
                  <a:moveTo>
                    <a:pt x="452" y="726"/>
                  </a:moveTo>
                  <a:lnTo>
                    <a:pt x="509" y="774"/>
                  </a:lnTo>
                  <a:lnTo>
                    <a:pt x="476" y="801"/>
                  </a:lnTo>
                  <a:lnTo>
                    <a:pt x="452" y="801"/>
                  </a:lnTo>
                  <a:lnTo>
                    <a:pt x="452" y="726"/>
                  </a:lnTo>
                  <a:close/>
                  <a:moveTo>
                    <a:pt x="184" y="879"/>
                  </a:moveTo>
                  <a:lnTo>
                    <a:pt x="218" y="913"/>
                  </a:lnTo>
                  <a:lnTo>
                    <a:pt x="116" y="913"/>
                  </a:lnTo>
                  <a:lnTo>
                    <a:pt x="184" y="879"/>
                  </a:lnTo>
                  <a:close/>
                  <a:moveTo>
                    <a:pt x="355" y="913"/>
                  </a:moveTo>
                  <a:lnTo>
                    <a:pt x="419" y="841"/>
                  </a:lnTo>
                  <a:lnTo>
                    <a:pt x="407" y="913"/>
                  </a:lnTo>
                  <a:lnTo>
                    <a:pt x="355" y="913"/>
                  </a:lnTo>
                  <a:close/>
                  <a:moveTo>
                    <a:pt x="343" y="1464"/>
                  </a:moveTo>
                  <a:lnTo>
                    <a:pt x="359" y="1364"/>
                  </a:lnTo>
                  <a:lnTo>
                    <a:pt x="501" y="1412"/>
                  </a:lnTo>
                  <a:lnTo>
                    <a:pt x="343" y="1464"/>
                  </a:lnTo>
                  <a:close/>
                  <a:moveTo>
                    <a:pt x="535" y="1412"/>
                  </a:moveTo>
                  <a:lnTo>
                    <a:pt x="676" y="1364"/>
                  </a:lnTo>
                  <a:lnTo>
                    <a:pt x="692" y="1466"/>
                  </a:lnTo>
                  <a:lnTo>
                    <a:pt x="535" y="14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44" name="Freeform 5">
              <a:extLst>
                <a:ext uri="{FF2B5EF4-FFF2-40B4-BE49-F238E27FC236}">
                  <a16:creationId xmlns:a16="http://schemas.microsoft.com/office/drawing/2014/main" id="{BC8A15D6-E184-48B3-BB18-FD5B14B78B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2789" y="2494184"/>
              <a:ext cx="1328734" cy="1916417"/>
            </a:xfrm>
            <a:custGeom>
              <a:avLst/>
              <a:gdLst>
                <a:gd name="T0" fmla="*/ 683 w 1031"/>
                <a:gd name="T1" fmla="*/ 519 h 1487"/>
                <a:gd name="T2" fmla="*/ 573 w 1031"/>
                <a:gd name="T3" fmla="*/ 255 h 1487"/>
                <a:gd name="T4" fmla="*/ 448 w 1031"/>
                <a:gd name="T5" fmla="*/ 350 h 1487"/>
                <a:gd name="T6" fmla="*/ 425 w 1031"/>
                <a:gd name="T7" fmla="*/ 801 h 1487"/>
                <a:gd name="T8" fmla="*/ 342 w 1031"/>
                <a:gd name="T9" fmla="*/ 1477 h 1487"/>
                <a:gd name="T10" fmla="*/ 1031 w 1031"/>
                <a:gd name="T11" fmla="*/ 940 h 1487"/>
                <a:gd name="T12" fmla="*/ 505 w 1031"/>
                <a:gd name="T13" fmla="*/ 981 h 1487"/>
                <a:gd name="T14" fmla="*/ 284 w 1031"/>
                <a:gd name="T15" fmla="*/ 839 h 1487"/>
                <a:gd name="T16" fmla="*/ 416 w 1031"/>
                <a:gd name="T17" fmla="*/ 828 h 1487"/>
                <a:gd name="T18" fmla="*/ 456 w 1031"/>
                <a:gd name="T19" fmla="*/ 832 h 1487"/>
                <a:gd name="T20" fmla="*/ 493 w 1031"/>
                <a:gd name="T21" fmla="*/ 801 h 1487"/>
                <a:gd name="T22" fmla="*/ 699 w 1031"/>
                <a:gd name="T23" fmla="*/ 913 h 1487"/>
                <a:gd name="T24" fmla="*/ 690 w 1031"/>
                <a:gd name="T25" fmla="*/ 909 h 1487"/>
                <a:gd name="T26" fmla="*/ 593 w 1031"/>
                <a:gd name="T27" fmla="*/ 942 h 1487"/>
                <a:gd name="T28" fmla="*/ 483 w 1031"/>
                <a:gd name="T29" fmla="*/ 913 h 1487"/>
                <a:gd name="T30" fmla="*/ 518 w 1031"/>
                <a:gd name="T31" fmla="*/ 1086 h 1487"/>
                <a:gd name="T32" fmla="*/ 509 w 1031"/>
                <a:gd name="T33" fmla="*/ 1092 h 1487"/>
                <a:gd name="T34" fmla="*/ 507 w 1031"/>
                <a:gd name="T35" fmla="*/ 1258 h 1487"/>
                <a:gd name="T36" fmla="*/ 517 w 1031"/>
                <a:gd name="T37" fmla="*/ 1406 h 1487"/>
                <a:gd name="T38" fmla="*/ 528 w 1031"/>
                <a:gd name="T39" fmla="*/ 1258 h 1487"/>
                <a:gd name="T40" fmla="*/ 528 w 1031"/>
                <a:gd name="T41" fmla="*/ 882 h 1487"/>
                <a:gd name="T42" fmla="*/ 629 w 1031"/>
                <a:gd name="T43" fmla="*/ 913 h 1487"/>
                <a:gd name="T44" fmla="*/ 559 w 1031"/>
                <a:gd name="T45" fmla="*/ 801 h 1487"/>
                <a:gd name="T46" fmla="*/ 535 w 1031"/>
                <a:gd name="T47" fmla="*/ 193 h 1487"/>
                <a:gd name="T48" fmla="*/ 528 w 1031"/>
                <a:gd name="T49" fmla="*/ 172 h 1487"/>
                <a:gd name="T50" fmla="*/ 525 w 1031"/>
                <a:gd name="T51" fmla="*/ 216 h 1487"/>
                <a:gd name="T52" fmla="*/ 509 w 1031"/>
                <a:gd name="T53" fmla="*/ 216 h 1487"/>
                <a:gd name="T54" fmla="*/ 546 w 1031"/>
                <a:gd name="T55" fmla="*/ 255 h 1487"/>
                <a:gd name="T56" fmla="*/ 527 w 1031"/>
                <a:gd name="T57" fmla="*/ 466 h 1487"/>
                <a:gd name="T58" fmla="*/ 584 w 1031"/>
                <a:gd name="T59" fmla="*/ 636 h 1487"/>
                <a:gd name="T60" fmla="*/ 584 w 1031"/>
                <a:gd name="T61" fmla="*/ 546 h 1487"/>
                <a:gd name="T62" fmla="*/ 562 w 1031"/>
                <a:gd name="T63" fmla="*/ 607 h 1487"/>
                <a:gd name="T64" fmla="*/ 518 w 1031"/>
                <a:gd name="T65" fmla="*/ 474 h 1487"/>
                <a:gd name="T66" fmla="*/ 518 w 1031"/>
                <a:gd name="T67" fmla="*/ 377 h 1487"/>
                <a:gd name="T68" fmla="*/ 569 w 1031"/>
                <a:gd name="T69" fmla="*/ 394 h 1487"/>
                <a:gd name="T70" fmla="*/ 518 w 1031"/>
                <a:gd name="T71" fmla="*/ 298 h 1487"/>
                <a:gd name="T72" fmla="*/ 529 w 1031"/>
                <a:gd name="T73" fmla="*/ 305 h 1487"/>
                <a:gd name="T74" fmla="*/ 518 w 1031"/>
                <a:gd name="T75" fmla="*/ 311 h 1487"/>
                <a:gd name="T76" fmla="*/ 475 w 1031"/>
                <a:gd name="T77" fmla="*/ 350 h 1487"/>
                <a:gd name="T78" fmla="*/ 463 w 1031"/>
                <a:gd name="T79" fmla="*/ 427 h 1487"/>
                <a:gd name="T80" fmla="*/ 452 w 1031"/>
                <a:gd name="T81" fmla="*/ 703 h 1487"/>
                <a:gd name="T82" fmla="*/ 454 w 1031"/>
                <a:gd name="T83" fmla="*/ 714 h 1487"/>
                <a:gd name="T84" fmla="*/ 684 w 1031"/>
                <a:gd name="T85" fmla="*/ 549 h 1487"/>
                <a:gd name="T86" fmla="*/ 714 w 1031"/>
                <a:gd name="T87" fmla="*/ 562 h 1487"/>
                <a:gd name="T88" fmla="*/ 611 w 1031"/>
                <a:gd name="T89" fmla="*/ 553 h 1487"/>
                <a:gd name="T90" fmla="*/ 578 w 1031"/>
                <a:gd name="T91" fmla="*/ 289 h 1487"/>
                <a:gd name="T92" fmla="*/ 624 w 1031"/>
                <a:gd name="T93" fmla="*/ 323 h 1487"/>
                <a:gd name="T94" fmla="*/ 518 w 1031"/>
                <a:gd name="T95" fmla="*/ 87 h 1487"/>
                <a:gd name="T96" fmla="*/ 395 w 1031"/>
                <a:gd name="T97" fmla="*/ 283 h 1487"/>
                <a:gd name="T98" fmla="*/ 452 w 1031"/>
                <a:gd name="T99" fmla="*/ 323 h 1487"/>
                <a:gd name="T100" fmla="*/ 425 w 1031"/>
                <a:gd name="T101" fmla="*/ 546 h 1487"/>
                <a:gd name="T102" fmla="*/ 350 w 1031"/>
                <a:gd name="T103" fmla="*/ 546 h 1487"/>
                <a:gd name="T104" fmla="*/ 425 w 1031"/>
                <a:gd name="T105" fmla="*/ 569 h 1487"/>
                <a:gd name="T106" fmla="*/ 452 w 1031"/>
                <a:gd name="T107" fmla="*/ 801 h 1487"/>
                <a:gd name="T108" fmla="*/ 355 w 1031"/>
                <a:gd name="T109" fmla="*/ 913 h 1487"/>
                <a:gd name="T110" fmla="*/ 501 w 1031"/>
                <a:gd name="T111" fmla="*/ 1412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31" h="1487">
                  <a:moveTo>
                    <a:pt x="1031" y="940"/>
                  </a:moveTo>
                  <a:lnTo>
                    <a:pt x="752" y="801"/>
                  </a:lnTo>
                  <a:lnTo>
                    <a:pt x="611" y="801"/>
                  </a:lnTo>
                  <a:lnTo>
                    <a:pt x="611" y="634"/>
                  </a:lnTo>
                  <a:lnTo>
                    <a:pt x="939" y="634"/>
                  </a:lnTo>
                  <a:lnTo>
                    <a:pt x="683" y="519"/>
                  </a:lnTo>
                  <a:lnTo>
                    <a:pt x="611" y="519"/>
                  </a:lnTo>
                  <a:lnTo>
                    <a:pt x="611" y="488"/>
                  </a:lnTo>
                  <a:lnTo>
                    <a:pt x="588" y="350"/>
                  </a:lnTo>
                  <a:lnTo>
                    <a:pt x="854" y="350"/>
                  </a:lnTo>
                  <a:lnTo>
                    <a:pt x="642" y="255"/>
                  </a:lnTo>
                  <a:lnTo>
                    <a:pt x="573" y="255"/>
                  </a:lnTo>
                  <a:lnTo>
                    <a:pt x="531" y="0"/>
                  </a:lnTo>
                  <a:lnTo>
                    <a:pt x="505" y="0"/>
                  </a:lnTo>
                  <a:lnTo>
                    <a:pt x="463" y="255"/>
                  </a:lnTo>
                  <a:lnTo>
                    <a:pt x="389" y="255"/>
                  </a:lnTo>
                  <a:lnTo>
                    <a:pt x="177" y="350"/>
                  </a:lnTo>
                  <a:lnTo>
                    <a:pt x="448" y="350"/>
                  </a:lnTo>
                  <a:lnTo>
                    <a:pt x="425" y="487"/>
                  </a:lnTo>
                  <a:lnTo>
                    <a:pt x="425" y="519"/>
                  </a:lnTo>
                  <a:lnTo>
                    <a:pt x="344" y="519"/>
                  </a:lnTo>
                  <a:lnTo>
                    <a:pt x="94" y="634"/>
                  </a:lnTo>
                  <a:lnTo>
                    <a:pt x="425" y="634"/>
                  </a:lnTo>
                  <a:lnTo>
                    <a:pt x="425" y="801"/>
                  </a:lnTo>
                  <a:lnTo>
                    <a:pt x="280" y="801"/>
                  </a:lnTo>
                  <a:lnTo>
                    <a:pt x="0" y="940"/>
                  </a:lnTo>
                  <a:lnTo>
                    <a:pt x="403" y="940"/>
                  </a:lnTo>
                  <a:lnTo>
                    <a:pt x="313" y="1483"/>
                  </a:lnTo>
                  <a:lnTo>
                    <a:pt x="339" y="1487"/>
                  </a:lnTo>
                  <a:lnTo>
                    <a:pt x="342" y="1477"/>
                  </a:lnTo>
                  <a:lnTo>
                    <a:pt x="517" y="1418"/>
                  </a:lnTo>
                  <a:lnTo>
                    <a:pt x="695" y="1478"/>
                  </a:lnTo>
                  <a:lnTo>
                    <a:pt x="696" y="1487"/>
                  </a:lnTo>
                  <a:lnTo>
                    <a:pt x="724" y="1483"/>
                  </a:lnTo>
                  <a:lnTo>
                    <a:pt x="633" y="940"/>
                  </a:lnTo>
                  <a:lnTo>
                    <a:pt x="1031" y="940"/>
                  </a:lnTo>
                  <a:close/>
                  <a:moveTo>
                    <a:pt x="618" y="1017"/>
                  </a:moveTo>
                  <a:lnTo>
                    <a:pt x="532" y="981"/>
                  </a:lnTo>
                  <a:lnTo>
                    <a:pt x="607" y="948"/>
                  </a:lnTo>
                  <a:lnTo>
                    <a:pt x="618" y="1017"/>
                  </a:lnTo>
                  <a:close/>
                  <a:moveTo>
                    <a:pt x="429" y="948"/>
                  </a:moveTo>
                  <a:lnTo>
                    <a:pt x="505" y="981"/>
                  </a:lnTo>
                  <a:lnTo>
                    <a:pt x="418" y="1019"/>
                  </a:lnTo>
                  <a:lnTo>
                    <a:pt x="429" y="948"/>
                  </a:lnTo>
                  <a:close/>
                  <a:moveTo>
                    <a:pt x="284" y="839"/>
                  </a:moveTo>
                  <a:lnTo>
                    <a:pt x="335" y="913"/>
                  </a:lnTo>
                  <a:lnTo>
                    <a:pt x="237" y="913"/>
                  </a:lnTo>
                  <a:lnTo>
                    <a:pt x="284" y="839"/>
                  </a:lnTo>
                  <a:close/>
                  <a:moveTo>
                    <a:pt x="227" y="909"/>
                  </a:moveTo>
                  <a:lnTo>
                    <a:pt x="195" y="874"/>
                  </a:lnTo>
                  <a:lnTo>
                    <a:pt x="275" y="835"/>
                  </a:lnTo>
                  <a:lnTo>
                    <a:pt x="227" y="909"/>
                  </a:lnTo>
                  <a:close/>
                  <a:moveTo>
                    <a:pt x="290" y="828"/>
                  </a:moveTo>
                  <a:lnTo>
                    <a:pt x="416" y="828"/>
                  </a:lnTo>
                  <a:lnTo>
                    <a:pt x="344" y="909"/>
                  </a:lnTo>
                  <a:lnTo>
                    <a:pt x="290" y="828"/>
                  </a:lnTo>
                  <a:close/>
                  <a:moveTo>
                    <a:pt x="575" y="828"/>
                  </a:moveTo>
                  <a:lnTo>
                    <a:pt x="580" y="832"/>
                  </a:lnTo>
                  <a:lnTo>
                    <a:pt x="518" y="875"/>
                  </a:lnTo>
                  <a:lnTo>
                    <a:pt x="456" y="832"/>
                  </a:lnTo>
                  <a:lnTo>
                    <a:pt x="460" y="828"/>
                  </a:lnTo>
                  <a:lnTo>
                    <a:pt x="575" y="828"/>
                  </a:lnTo>
                  <a:close/>
                  <a:moveTo>
                    <a:pt x="493" y="801"/>
                  </a:moveTo>
                  <a:lnTo>
                    <a:pt x="518" y="780"/>
                  </a:lnTo>
                  <a:lnTo>
                    <a:pt x="543" y="801"/>
                  </a:lnTo>
                  <a:lnTo>
                    <a:pt x="493" y="801"/>
                  </a:lnTo>
                  <a:close/>
                  <a:moveTo>
                    <a:pt x="760" y="836"/>
                  </a:moveTo>
                  <a:lnTo>
                    <a:pt x="839" y="875"/>
                  </a:lnTo>
                  <a:lnTo>
                    <a:pt x="807" y="909"/>
                  </a:lnTo>
                  <a:lnTo>
                    <a:pt x="760" y="836"/>
                  </a:lnTo>
                  <a:close/>
                  <a:moveTo>
                    <a:pt x="797" y="913"/>
                  </a:moveTo>
                  <a:lnTo>
                    <a:pt x="699" y="913"/>
                  </a:lnTo>
                  <a:lnTo>
                    <a:pt x="750" y="839"/>
                  </a:lnTo>
                  <a:lnTo>
                    <a:pt x="797" y="913"/>
                  </a:lnTo>
                  <a:close/>
                  <a:moveTo>
                    <a:pt x="690" y="909"/>
                  </a:moveTo>
                  <a:lnTo>
                    <a:pt x="618" y="828"/>
                  </a:lnTo>
                  <a:lnTo>
                    <a:pt x="744" y="828"/>
                  </a:lnTo>
                  <a:lnTo>
                    <a:pt x="690" y="909"/>
                  </a:lnTo>
                  <a:close/>
                  <a:moveTo>
                    <a:pt x="448" y="840"/>
                  </a:moveTo>
                  <a:lnTo>
                    <a:pt x="509" y="882"/>
                  </a:lnTo>
                  <a:lnTo>
                    <a:pt x="464" y="913"/>
                  </a:lnTo>
                  <a:lnTo>
                    <a:pt x="434" y="913"/>
                  </a:lnTo>
                  <a:lnTo>
                    <a:pt x="448" y="840"/>
                  </a:lnTo>
                  <a:close/>
                  <a:moveTo>
                    <a:pt x="593" y="942"/>
                  </a:moveTo>
                  <a:lnTo>
                    <a:pt x="518" y="974"/>
                  </a:lnTo>
                  <a:lnTo>
                    <a:pt x="442" y="942"/>
                  </a:lnTo>
                  <a:lnTo>
                    <a:pt x="444" y="940"/>
                  </a:lnTo>
                  <a:lnTo>
                    <a:pt x="592" y="940"/>
                  </a:lnTo>
                  <a:lnTo>
                    <a:pt x="593" y="942"/>
                  </a:lnTo>
                  <a:close/>
                  <a:moveTo>
                    <a:pt x="483" y="913"/>
                  </a:moveTo>
                  <a:lnTo>
                    <a:pt x="518" y="889"/>
                  </a:lnTo>
                  <a:lnTo>
                    <a:pt x="552" y="913"/>
                  </a:lnTo>
                  <a:lnTo>
                    <a:pt x="483" y="913"/>
                  </a:lnTo>
                  <a:close/>
                  <a:moveTo>
                    <a:pt x="518" y="986"/>
                  </a:moveTo>
                  <a:lnTo>
                    <a:pt x="612" y="1027"/>
                  </a:lnTo>
                  <a:lnTo>
                    <a:pt x="518" y="1086"/>
                  </a:lnTo>
                  <a:lnTo>
                    <a:pt x="426" y="1027"/>
                  </a:lnTo>
                  <a:lnTo>
                    <a:pt x="518" y="986"/>
                  </a:lnTo>
                  <a:close/>
                  <a:moveTo>
                    <a:pt x="509" y="1092"/>
                  </a:moveTo>
                  <a:lnTo>
                    <a:pt x="393" y="1165"/>
                  </a:lnTo>
                  <a:lnTo>
                    <a:pt x="415" y="1032"/>
                  </a:lnTo>
                  <a:lnTo>
                    <a:pt x="509" y="1092"/>
                  </a:lnTo>
                  <a:close/>
                  <a:moveTo>
                    <a:pt x="518" y="1099"/>
                  </a:moveTo>
                  <a:lnTo>
                    <a:pt x="637" y="1175"/>
                  </a:lnTo>
                  <a:lnTo>
                    <a:pt x="518" y="1252"/>
                  </a:lnTo>
                  <a:lnTo>
                    <a:pt x="400" y="1175"/>
                  </a:lnTo>
                  <a:lnTo>
                    <a:pt x="518" y="1099"/>
                  </a:lnTo>
                  <a:close/>
                  <a:moveTo>
                    <a:pt x="507" y="1258"/>
                  </a:moveTo>
                  <a:lnTo>
                    <a:pt x="362" y="1355"/>
                  </a:lnTo>
                  <a:lnTo>
                    <a:pt x="391" y="1181"/>
                  </a:lnTo>
                  <a:lnTo>
                    <a:pt x="507" y="1258"/>
                  </a:lnTo>
                  <a:close/>
                  <a:moveTo>
                    <a:pt x="518" y="1265"/>
                  </a:moveTo>
                  <a:lnTo>
                    <a:pt x="660" y="1359"/>
                  </a:lnTo>
                  <a:lnTo>
                    <a:pt x="517" y="1406"/>
                  </a:lnTo>
                  <a:lnTo>
                    <a:pt x="376" y="1359"/>
                  </a:lnTo>
                  <a:lnTo>
                    <a:pt x="518" y="1265"/>
                  </a:lnTo>
                  <a:close/>
                  <a:moveTo>
                    <a:pt x="528" y="1258"/>
                  </a:moveTo>
                  <a:lnTo>
                    <a:pt x="645" y="1181"/>
                  </a:lnTo>
                  <a:lnTo>
                    <a:pt x="675" y="1355"/>
                  </a:lnTo>
                  <a:lnTo>
                    <a:pt x="528" y="1258"/>
                  </a:lnTo>
                  <a:close/>
                  <a:moveTo>
                    <a:pt x="528" y="1092"/>
                  </a:moveTo>
                  <a:lnTo>
                    <a:pt x="620" y="1034"/>
                  </a:lnTo>
                  <a:lnTo>
                    <a:pt x="642" y="1165"/>
                  </a:lnTo>
                  <a:lnTo>
                    <a:pt x="528" y="1092"/>
                  </a:lnTo>
                  <a:close/>
                  <a:moveTo>
                    <a:pt x="571" y="913"/>
                  </a:moveTo>
                  <a:lnTo>
                    <a:pt x="528" y="882"/>
                  </a:lnTo>
                  <a:lnTo>
                    <a:pt x="589" y="840"/>
                  </a:lnTo>
                  <a:lnTo>
                    <a:pt x="601" y="913"/>
                  </a:lnTo>
                  <a:lnTo>
                    <a:pt x="571" y="913"/>
                  </a:lnTo>
                  <a:close/>
                  <a:moveTo>
                    <a:pt x="616" y="844"/>
                  </a:moveTo>
                  <a:lnTo>
                    <a:pt x="679" y="913"/>
                  </a:lnTo>
                  <a:lnTo>
                    <a:pt x="629" y="913"/>
                  </a:lnTo>
                  <a:lnTo>
                    <a:pt x="616" y="844"/>
                  </a:lnTo>
                  <a:close/>
                  <a:moveTo>
                    <a:pt x="818" y="913"/>
                  </a:moveTo>
                  <a:lnTo>
                    <a:pt x="850" y="881"/>
                  </a:lnTo>
                  <a:lnTo>
                    <a:pt x="917" y="913"/>
                  </a:lnTo>
                  <a:lnTo>
                    <a:pt x="818" y="913"/>
                  </a:lnTo>
                  <a:close/>
                  <a:moveTo>
                    <a:pt x="559" y="801"/>
                  </a:moveTo>
                  <a:lnTo>
                    <a:pt x="527" y="774"/>
                  </a:lnTo>
                  <a:lnTo>
                    <a:pt x="584" y="726"/>
                  </a:lnTo>
                  <a:lnTo>
                    <a:pt x="584" y="801"/>
                  </a:lnTo>
                  <a:lnTo>
                    <a:pt x="559" y="801"/>
                  </a:lnTo>
                  <a:close/>
                  <a:moveTo>
                    <a:pt x="535" y="189"/>
                  </a:moveTo>
                  <a:lnTo>
                    <a:pt x="535" y="193"/>
                  </a:lnTo>
                  <a:lnTo>
                    <a:pt x="517" y="209"/>
                  </a:lnTo>
                  <a:lnTo>
                    <a:pt x="501" y="193"/>
                  </a:lnTo>
                  <a:lnTo>
                    <a:pt x="502" y="187"/>
                  </a:lnTo>
                  <a:lnTo>
                    <a:pt x="517" y="179"/>
                  </a:lnTo>
                  <a:lnTo>
                    <a:pt x="535" y="189"/>
                  </a:lnTo>
                  <a:close/>
                  <a:moveTo>
                    <a:pt x="528" y="172"/>
                  </a:moveTo>
                  <a:lnTo>
                    <a:pt x="532" y="171"/>
                  </a:lnTo>
                  <a:lnTo>
                    <a:pt x="532" y="175"/>
                  </a:lnTo>
                  <a:lnTo>
                    <a:pt x="528" y="172"/>
                  </a:lnTo>
                  <a:close/>
                  <a:moveTo>
                    <a:pt x="537" y="205"/>
                  </a:moveTo>
                  <a:lnTo>
                    <a:pt x="541" y="231"/>
                  </a:lnTo>
                  <a:lnTo>
                    <a:pt x="525" y="216"/>
                  </a:lnTo>
                  <a:lnTo>
                    <a:pt x="537" y="205"/>
                  </a:lnTo>
                  <a:close/>
                  <a:moveTo>
                    <a:pt x="503" y="174"/>
                  </a:moveTo>
                  <a:lnTo>
                    <a:pt x="503" y="171"/>
                  </a:lnTo>
                  <a:lnTo>
                    <a:pt x="506" y="172"/>
                  </a:lnTo>
                  <a:lnTo>
                    <a:pt x="503" y="174"/>
                  </a:lnTo>
                  <a:close/>
                  <a:moveTo>
                    <a:pt x="509" y="216"/>
                  </a:moveTo>
                  <a:lnTo>
                    <a:pt x="494" y="229"/>
                  </a:lnTo>
                  <a:lnTo>
                    <a:pt x="498" y="206"/>
                  </a:lnTo>
                  <a:lnTo>
                    <a:pt x="509" y="216"/>
                  </a:lnTo>
                  <a:close/>
                  <a:moveTo>
                    <a:pt x="517" y="224"/>
                  </a:moveTo>
                  <a:lnTo>
                    <a:pt x="544" y="248"/>
                  </a:lnTo>
                  <a:lnTo>
                    <a:pt x="546" y="255"/>
                  </a:lnTo>
                  <a:lnTo>
                    <a:pt x="490" y="255"/>
                  </a:lnTo>
                  <a:lnTo>
                    <a:pt x="491" y="247"/>
                  </a:lnTo>
                  <a:lnTo>
                    <a:pt x="517" y="224"/>
                  </a:lnTo>
                  <a:close/>
                  <a:moveTo>
                    <a:pt x="584" y="489"/>
                  </a:moveTo>
                  <a:lnTo>
                    <a:pt x="584" y="514"/>
                  </a:lnTo>
                  <a:lnTo>
                    <a:pt x="527" y="466"/>
                  </a:lnTo>
                  <a:lnTo>
                    <a:pt x="574" y="428"/>
                  </a:lnTo>
                  <a:lnTo>
                    <a:pt x="584" y="489"/>
                  </a:lnTo>
                  <a:close/>
                  <a:moveTo>
                    <a:pt x="584" y="636"/>
                  </a:moveTo>
                  <a:lnTo>
                    <a:pt x="584" y="703"/>
                  </a:lnTo>
                  <a:lnTo>
                    <a:pt x="528" y="669"/>
                  </a:lnTo>
                  <a:lnTo>
                    <a:pt x="584" y="636"/>
                  </a:lnTo>
                  <a:close/>
                  <a:moveTo>
                    <a:pt x="518" y="663"/>
                  </a:moveTo>
                  <a:lnTo>
                    <a:pt x="471" y="634"/>
                  </a:lnTo>
                  <a:lnTo>
                    <a:pt x="565" y="634"/>
                  </a:lnTo>
                  <a:lnTo>
                    <a:pt x="518" y="663"/>
                  </a:lnTo>
                  <a:close/>
                  <a:moveTo>
                    <a:pt x="529" y="576"/>
                  </a:moveTo>
                  <a:lnTo>
                    <a:pt x="584" y="546"/>
                  </a:lnTo>
                  <a:lnTo>
                    <a:pt x="584" y="607"/>
                  </a:lnTo>
                  <a:lnTo>
                    <a:pt x="529" y="576"/>
                  </a:lnTo>
                  <a:close/>
                  <a:moveTo>
                    <a:pt x="562" y="607"/>
                  </a:moveTo>
                  <a:lnTo>
                    <a:pt x="475" y="607"/>
                  </a:lnTo>
                  <a:lnTo>
                    <a:pt x="518" y="583"/>
                  </a:lnTo>
                  <a:lnTo>
                    <a:pt x="562" y="607"/>
                  </a:lnTo>
                  <a:close/>
                  <a:moveTo>
                    <a:pt x="562" y="546"/>
                  </a:moveTo>
                  <a:lnTo>
                    <a:pt x="518" y="571"/>
                  </a:lnTo>
                  <a:lnTo>
                    <a:pt x="473" y="546"/>
                  </a:lnTo>
                  <a:lnTo>
                    <a:pt x="562" y="546"/>
                  </a:lnTo>
                  <a:close/>
                  <a:moveTo>
                    <a:pt x="464" y="519"/>
                  </a:moveTo>
                  <a:lnTo>
                    <a:pt x="518" y="474"/>
                  </a:lnTo>
                  <a:lnTo>
                    <a:pt x="573" y="519"/>
                  </a:lnTo>
                  <a:lnTo>
                    <a:pt x="464" y="519"/>
                  </a:lnTo>
                  <a:close/>
                  <a:moveTo>
                    <a:pt x="518" y="459"/>
                  </a:moveTo>
                  <a:lnTo>
                    <a:pt x="464" y="415"/>
                  </a:lnTo>
                  <a:lnTo>
                    <a:pt x="465" y="409"/>
                  </a:lnTo>
                  <a:lnTo>
                    <a:pt x="518" y="377"/>
                  </a:lnTo>
                  <a:lnTo>
                    <a:pt x="570" y="409"/>
                  </a:lnTo>
                  <a:lnTo>
                    <a:pt x="571" y="415"/>
                  </a:lnTo>
                  <a:lnTo>
                    <a:pt x="518" y="459"/>
                  </a:lnTo>
                  <a:close/>
                  <a:moveTo>
                    <a:pt x="528" y="370"/>
                  </a:moveTo>
                  <a:lnTo>
                    <a:pt x="561" y="350"/>
                  </a:lnTo>
                  <a:lnTo>
                    <a:pt x="569" y="394"/>
                  </a:lnTo>
                  <a:lnTo>
                    <a:pt x="528" y="370"/>
                  </a:lnTo>
                  <a:close/>
                  <a:moveTo>
                    <a:pt x="518" y="363"/>
                  </a:moveTo>
                  <a:lnTo>
                    <a:pt x="495" y="350"/>
                  </a:lnTo>
                  <a:lnTo>
                    <a:pt x="540" y="350"/>
                  </a:lnTo>
                  <a:lnTo>
                    <a:pt x="518" y="363"/>
                  </a:lnTo>
                  <a:close/>
                  <a:moveTo>
                    <a:pt x="518" y="298"/>
                  </a:moveTo>
                  <a:lnTo>
                    <a:pt x="490" y="282"/>
                  </a:lnTo>
                  <a:lnTo>
                    <a:pt x="547" y="282"/>
                  </a:lnTo>
                  <a:lnTo>
                    <a:pt x="518" y="298"/>
                  </a:lnTo>
                  <a:close/>
                  <a:moveTo>
                    <a:pt x="551" y="292"/>
                  </a:moveTo>
                  <a:lnTo>
                    <a:pt x="556" y="320"/>
                  </a:lnTo>
                  <a:lnTo>
                    <a:pt x="529" y="305"/>
                  </a:lnTo>
                  <a:lnTo>
                    <a:pt x="551" y="292"/>
                  </a:lnTo>
                  <a:close/>
                  <a:moveTo>
                    <a:pt x="507" y="305"/>
                  </a:moveTo>
                  <a:lnTo>
                    <a:pt x="479" y="320"/>
                  </a:lnTo>
                  <a:lnTo>
                    <a:pt x="484" y="292"/>
                  </a:lnTo>
                  <a:lnTo>
                    <a:pt x="507" y="305"/>
                  </a:lnTo>
                  <a:close/>
                  <a:moveTo>
                    <a:pt x="518" y="311"/>
                  </a:moveTo>
                  <a:lnTo>
                    <a:pt x="537" y="323"/>
                  </a:lnTo>
                  <a:lnTo>
                    <a:pt x="498" y="323"/>
                  </a:lnTo>
                  <a:lnTo>
                    <a:pt x="518" y="311"/>
                  </a:lnTo>
                  <a:close/>
                  <a:moveTo>
                    <a:pt x="507" y="370"/>
                  </a:moveTo>
                  <a:lnTo>
                    <a:pt x="467" y="396"/>
                  </a:lnTo>
                  <a:lnTo>
                    <a:pt x="475" y="350"/>
                  </a:lnTo>
                  <a:lnTo>
                    <a:pt x="507" y="370"/>
                  </a:lnTo>
                  <a:close/>
                  <a:moveTo>
                    <a:pt x="463" y="427"/>
                  </a:moveTo>
                  <a:lnTo>
                    <a:pt x="509" y="466"/>
                  </a:lnTo>
                  <a:lnTo>
                    <a:pt x="452" y="514"/>
                  </a:lnTo>
                  <a:lnTo>
                    <a:pt x="452" y="489"/>
                  </a:lnTo>
                  <a:lnTo>
                    <a:pt x="463" y="427"/>
                  </a:lnTo>
                  <a:close/>
                  <a:moveTo>
                    <a:pt x="506" y="576"/>
                  </a:moveTo>
                  <a:lnTo>
                    <a:pt x="452" y="607"/>
                  </a:lnTo>
                  <a:lnTo>
                    <a:pt x="452" y="546"/>
                  </a:lnTo>
                  <a:lnTo>
                    <a:pt x="506" y="576"/>
                  </a:lnTo>
                  <a:close/>
                  <a:moveTo>
                    <a:pt x="507" y="669"/>
                  </a:moveTo>
                  <a:lnTo>
                    <a:pt x="452" y="703"/>
                  </a:lnTo>
                  <a:lnTo>
                    <a:pt x="452" y="636"/>
                  </a:lnTo>
                  <a:lnTo>
                    <a:pt x="507" y="669"/>
                  </a:lnTo>
                  <a:close/>
                  <a:moveTo>
                    <a:pt x="518" y="676"/>
                  </a:moveTo>
                  <a:lnTo>
                    <a:pt x="581" y="714"/>
                  </a:lnTo>
                  <a:lnTo>
                    <a:pt x="518" y="767"/>
                  </a:lnTo>
                  <a:lnTo>
                    <a:pt x="454" y="714"/>
                  </a:lnTo>
                  <a:lnTo>
                    <a:pt x="518" y="676"/>
                  </a:lnTo>
                  <a:close/>
                  <a:moveTo>
                    <a:pt x="611" y="571"/>
                  </a:moveTo>
                  <a:lnTo>
                    <a:pt x="639" y="607"/>
                  </a:lnTo>
                  <a:lnTo>
                    <a:pt x="611" y="607"/>
                  </a:lnTo>
                  <a:lnTo>
                    <a:pt x="611" y="571"/>
                  </a:lnTo>
                  <a:close/>
                  <a:moveTo>
                    <a:pt x="684" y="549"/>
                  </a:moveTo>
                  <a:lnTo>
                    <a:pt x="692" y="553"/>
                  </a:lnTo>
                  <a:lnTo>
                    <a:pt x="735" y="607"/>
                  </a:lnTo>
                  <a:lnTo>
                    <a:pt x="667" y="607"/>
                  </a:lnTo>
                  <a:lnTo>
                    <a:pt x="684" y="549"/>
                  </a:lnTo>
                  <a:close/>
                  <a:moveTo>
                    <a:pt x="748" y="607"/>
                  </a:moveTo>
                  <a:lnTo>
                    <a:pt x="714" y="562"/>
                  </a:lnTo>
                  <a:lnTo>
                    <a:pt x="812" y="607"/>
                  </a:lnTo>
                  <a:lnTo>
                    <a:pt x="748" y="607"/>
                  </a:lnTo>
                  <a:close/>
                  <a:moveTo>
                    <a:pt x="673" y="546"/>
                  </a:moveTo>
                  <a:lnTo>
                    <a:pt x="654" y="607"/>
                  </a:lnTo>
                  <a:lnTo>
                    <a:pt x="653" y="607"/>
                  </a:lnTo>
                  <a:lnTo>
                    <a:pt x="611" y="553"/>
                  </a:lnTo>
                  <a:lnTo>
                    <a:pt x="611" y="546"/>
                  </a:lnTo>
                  <a:lnTo>
                    <a:pt x="673" y="546"/>
                  </a:lnTo>
                  <a:close/>
                  <a:moveTo>
                    <a:pt x="578" y="289"/>
                  </a:moveTo>
                  <a:lnTo>
                    <a:pt x="608" y="323"/>
                  </a:lnTo>
                  <a:lnTo>
                    <a:pt x="584" y="323"/>
                  </a:lnTo>
                  <a:lnTo>
                    <a:pt x="578" y="289"/>
                  </a:lnTo>
                  <a:close/>
                  <a:moveTo>
                    <a:pt x="588" y="282"/>
                  </a:moveTo>
                  <a:lnTo>
                    <a:pt x="629" y="282"/>
                  </a:lnTo>
                  <a:lnTo>
                    <a:pt x="616" y="316"/>
                  </a:lnTo>
                  <a:lnTo>
                    <a:pt x="588" y="282"/>
                  </a:lnTo>
                  <a:close/>
                  <a:moveTo>
                    <a:pt x="726" y="323"/>
                  </a:moveTo>
                  <a:lnTo>
                    <a:pt x="624" y="323"/>
                  </a:lnTo>
                  <a:lnTo>
                    <a:pt x="639" y="283"/>
                  </a:lnTo>
                  <a:lnTo>
                    <a:pt x="726" y="323"/>
                  </a:lnTo>
                  <a:close/>
                  <a:moveTo>
                    <a:pt x="529" y="159"/>
                  </a:moveTo>
                  <a:lnTo>
                    <a:pt x="517" y="166"/>
                  </a:lnTo>
                  <a:lnTo>
                    <a:pt x="506" y="160"/>
                  </a:lnTo>
                  <a:lnTo>
                    <a:pt x="518" y="87"/>
                  </a:lnTo>
                  <a:lnTo>
                    <a:pt x="529" y="159"/>
                  </a:lnTo>
                  <a:close/>
                  <a:moveTo>
                    <a:pt x="448" y="282"/>
                  </a:moveTo>
                  <a:lnTo>
                    <a:pt x="418" y="315"/>
                  </a:lnTo>
                  <a:lnTo>
                    <a:pt x="406" y="282"/>
                  </a:lnTo>
                  <a:lnTo>
                    <a:pt x="448" y="282"/>
                  </a:lnTo>
                  <a:close/>
                  <a:moveTo>
                    <a:pt x="395" y="283"/>
                  </a:moveTo>
                  <a:lnTo>
                    <a:pt x="410" y="323"/>
                  </a:lnTo>
                  <a:lnTo>
                    <a:pt x="305" y="323"/>
                  </a:lnTo>
                  <a:lnTo>
                    <a:pt x="395" y="283"/>
                  </a:lnTo>
                  <a:close/>
                  <a:moveTo>
                    <a:pt x="426" y="323"/>
                  </a:moveTo>
                  <a:lnTo>
                    <a:pt x="457" y="288"/>
                  </a:lnTo>
                  <a:lnTo>
                    <a:pt x="452" y="323"/>
                  </a:lnTo>
                  <a:lnTo>
                    <a:pt x="426" y="323"/>
                  </a:lnTo>
                  <a:close/>
                  <a:moveTo>
                    <a:pt x="425" y="552"/>
                  </a:moveTo>
                  <a:lnTo>
                    <a:pt x="382" y="607"/>
                  </a:lnTo>
                  <a:lnTo>
                    <a:pt x="380" y="607"/>
                  </a:lnTo>
                  <a:lnTo>
                    <a:pt x="361" y="546"/>
                  </a:lnTo>
                  <a:lnTo>
                    <a:pt x="425" y="546"/>
                  </a:lnTo>
                  <a:lnTo>
                    <a:pt x="425" y="552"/>
                  </a:lnTo>
                  <a:close/>
                  <a:moveTo>
                    <a:pt x="350" y="546"/>
                  </a:moveTo>
                  <a:lnTo>
                    <a:pt x="369" y="607"/>
                  </a:lnTo>
                  <a:lnTo>
                    <a:pt x="299" y="607"/>
                  </a:lnTo>
                  <a:lnTo>
                    <a:pt x="346" y="548"/>
                  </a:lnTo>
                  <a:lnTo>
                    <a:pt x="350" y="546"/>
                  </a:lnTo>
                  <a:close/>
                  <a:moveTo>
                    <a:pt x="324" y="558"/>
                  </a:moveTo>
                  <a:lnTo>
                    <a:pt x="286" y="607"/>
                  </a:lnTo>
                  <a:lnTo>
                    <a:pt x="218" y="607"/>
                  </a:lnTo>
                  <a:lnTo>
                    <a:pt x="324" y="558"/>
                  </a:lnTo>
                  <a:close/>
                  <a:moveTo>
                    <a:pt x="396" y="607"/>
                  </a:moveTo>
                  <a:lnTo>
                    <a:pt x="425" y="569"/>
                  </a:lnTo>
                  <a:lnTo>
                    <a:pt x="425" y="607"/>
                  </a:lnTo>
                  <a:lnTo>
                    <a:pt x="396" y="607"/>
                  </a:lnTo>
                  <a:close/>
                  <a:moveTo>
                    <a:pt x="452" y="726"/>
                  </a:moveTo>
                  <a:lnTo>
                    <a:pt x="509" y="774"/>
                  </a:lnTo>
                  <a:lnTo>
                    <a:pt x="476" y="801"/>
                  </a:lnTo>
                  <a:lnTo>
                    <a:pt x="452" y="801"/>
                  </a:lnTo>
                  <a:lnTo>
                    <a:pt x="452" y="726"/>
                  </a:lnTo>
                  <a:close/>
                  <a:moveTo>
                    <a:pt x="184" y="879"/>
                  </a:moveTo>
                  <a:lnTo>
                    <a:pt x="218" y="913"/>
                  </a:lnTo>
                  <a:lnTo>
                    <a:pt x="116" y="913"/>
                  </a:lnTo>
                  <a:lnTo>
                    <a:pt x="184" y="879"/>
                  </a:lnTo>
                  <a:close/>
                  <a:moveTo>
                    <a:pt x="355" y="913"/>
                  </a:moveTo>
                  <a:lnTo>
                    <a:pt x="419" y="841"/>
                  </a:lnTo>
                  <a:lnTo>
                    <a:pt x="407" y="913"/>
                  </a:lnTo>
                  <a:lnTo>
                    <a:pt x="355" y="913"/>
                  </a:lnTo>
                  <a:close/>
                  <a:moveTo>
                    <a:pt x="343" y="1464"/>
                  </a:moveTo>
                  <a:lnTo>
                    <a:pt x="359" y="1364"/>
                  </a:lnTo>
                  <a:lnTo>
                    <a:pt x="501" y="1412"/>
                  </a:lnTo>
                  <a:lnTo>
                    <a:pt x="343" y="1464"/>
                  </a:lnTo>
                  <a:close/>
                  <a:moveTo>
                    <a:pt x="535" y="1412"/>
                  </a:moveTo>
                  <a:lnTo>
                    <a:pt x="676" y="1364"/>
                  </a:lnTo>
                  <a:lnTo>
                    <a:pt x="692" y="1466"/>
                  </a:lnTo>
                  <a:lnTo>
                    <a:pt x="535" y="14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sp>
          <p:nvSpPr>
            <p:cNvPr id="545" name="Freeform 5">
              <a:extLst>
                <a:ext uri="{FF2B5EF4-FFF2-40B4-BE49-F238E27FC236}">
                  <a16:creationId xmlns:a16="http://schemas.microsoft.com/office/drawing/2014/main" id="{95861DC8-2808-4CAF-AFD8-6FA933C27E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5255" y="2493720"/>
              <a:ext cx="850002" cy="1225946"/>
            </a:xfrm>
            <a:custGeom>
              <a:avLst/>
              <a:gdLst>
                <a:gd name="T0" fmla="*/ 683 w 1031"/>
                <a:gd name="T1" fmla="*/ 519 h 1487"/>
                <a:gd name="T2" fmla="*/ 573 w 1031"/>
                <a:gd name="T3" fmla="*/ 255 h 1487"/>
                <a:gd name="T4" fmla="*/ 448 w 1031"/>
                <a:gd name="T5" fmla="*/ 350 h 1487"/>
                <a:gd name="T6" fmla="*/ 425 w 1031"/>
                <a:gd name="T7" fmla="*/ 801 h 1487"/>
                <a:gd name="T8" fmla="*/ 342 w 1031"/>
                <a:gd name="T9" fmla="*/ 1477 h 1487"/>
                <a:gd name="T10" fmla="*/ 1031 w 1031"/>
                <a:gd name="T11" fmla="*/ 940 h 1487"/>
                <a:gd name="T12" fmla="*/ 505 w 1031"/>
                <a:gd name="T13" fmla="*/ 981 h 1487"/>
                <a:gd name="T14" fmla="*/ 284 w 1031"/>
                <a:gd name="T15" fmla="*/ 839 h 1487"/>
                <a:gd name="T16" fmla="*/ 416 w 1031"/>
                <a:gd name="T17" fmla="*/ 828 h 1487"/>
                <a:gd name="T18" fmla="*/ 456 w 1031"/>
                <a:gd name="T19" fmla="*/ 832 h 1487"/>
                <a:gd name="T20" fmla="*/ 493 w 1031"/>
                <a:gd name="T21" fmla="*/ 801 h 1487"/>
                <a:gd name="T22" fmla="*/ 699 w 1031"/>
                <a:gd name="T23" fmla="*/ 913 h 1487"/>
                <a:gd name="T24" fmla="*/ 690 w 1031"/>
                <a:gd name="T25" fmla="*/ 909 h 1487"/>
                <a:gd name="T26" fmla="*/ 593 w 1031"/>
                <a:gd name="T27" fmla="*/ 942 h 1487"/>
                <a:gd name="T28" fmla="*/ 483 w 1031"/>
                <a:gd name="T29" fmla="*/ 913 h 1487"/>
                <a:gd name="T30" fmla="*/ 518 w 1031"/>
                <a:gd name="T31" fmla="*/ 1086 h 1487"/>
                <a:gd name="T32" fmla="*/ 509 w 1031"/>
                <a:gd name="T33" fmla="*/ 1092 h 1487"/>
                <a:gd name="T34" fmla="*/ 507 w 1031"/>
                <a:gd name="T35" fmla="*/ 1258 h 1487"/>
                <a:gd name="T36" fmla="*/ 517 w 1031"/>
                <a:gd name="T37" fmla="*/ 1406 h 1487"/>
                <a:gd name="T38" fmla="*/ 528 w 1031"/>
                <a:gd name="T39" fmla="*/ 1258 h 1487"/>
                <a:gd name="T40" fmla="*/ 528 w 1031"/>
                <a:gd name="T41" fmla="*/ 882 h 1487"/>
                <a:gd name="T42" fmla="*/ 629 w 1031"/>
                <a:gd name="T43" fmla="*/ 913 h 1487"/>
                <a:gd name="T44" fmla="*/ 559 w 1031"/>
                <a:gd name="T45" fmla="*/ 801 h 1487"/>
                <a:gd name="T46" fmla="*/ 535 w 1031"/>
                <a:gd name="T47" fmla="*/ 193 h 1487"/>
                <a:gd name="T48" fmla="*/ 528 w 1031"/>
                <a:gd name="T49" fmla="*/ 172 h 1487"/>
                <a:gd name="T50" fmla="*/ 525 w 1031"/>
                <a:gd name="T51" fmla="*/ 216 h 1487"/>
                <a:gd name="T52" fmla="*/ 509 w 1031"/>
                <a:gd name="T53" fmla="*/ 216 h 1487"/>
                <a:gd name="T54" fmla="*/ 546 w 1031"/>
                <a:gd name="T55" fmla="*/ 255 h 1487"/>
                <a:gd name="T56" fmla="*/ 527 w 1031"/>
                <a:gd name="T57" fmla="*/ 466 h 1487"/>
                <a:gd name="T58" fmla="*/ 584 w 1031"/>
                <a:gd name="T59" fmla="*/ 636 h 1487"/>
                <a:gd name="T60" fmla="*/ 584 w 1031"/>
                <a:gd name="T61" fmla="*/ 546 h 1487"/>
                <a:gd name="T62" fmla="*/ 562 w 1031"/>
                <a:gd name="T63" fmla="*/ 607 h 1487"/>
                <a:gd name="T64" fmla="*/ 518 w 1031"/>
                <a:gd name="T65" fmla="*/ 474 h 1487"/>
                <a:gd name="T66" fmla="*/ 518 w 1031"/>
                <a:gd name="T67" fmla="*/ 377 h 1487"/>
                <a:gd name="T68" fmla="*/ 569 w 1031"/>
                <a:gd name="T69" fmla="*/ 394 h 1487"/>
                <a:gd name="T70" fmla="*/ 518 w 1031"/>
                <a:gd name="T71" fmla="*/ 298 h 1487"/>
                <a:gd name="T72" fmla="*/ 529 w 1031"/>
                <a:gd name="T73" fmla="*/ 305 h 1487"/>
                <a:gd name="T74" fmla="*/ 518 w 1031"/>
                <a:gd name="T75" fmla="*/ 311 h 1487"/>
                <a:gd name="T76" fmla="*/ 475 w 1031"/>
                <a:gd name="T77" fmla="*/ 350 h 1487"/>
                <a:gd name="T78" fmla="*/ 463 w 1031"/>
                <a:gd name="T79" fmla="*/ 427 h 1487"/>
                <a:gd name="T80" fmla="*/ 452 w 1031"/>
                <a:gd name="T81" fmla="*/ 703 h 1487"/>
                <a:gd name="T82" fmla="*/ 454 w 1031"/>
                <a:gd name="T83" fmla="*/ 714 h 1487"/>
                <a:gd name="T84" fmla="*/ 684 w 1031"/>
                <a:gd name="T85" fmla="*/ 549 h 1487"/>
                <a:gd name="T86" fmla="*/ 714 w 1031"/>
                <a:gd name="T87" fmla="*/ 562 h 1487"/>
                <a:gd name="T88" fmla="*/ 611 w 1031"/>
                <a:gd name="T89" fmla="*/ 553 h 1487"/>
                <a:gd name="T90" fmla="*/ 578 w 1031"/>
                <a:gd name="T91" fmla="*/ 289 h 1487"/>
                <a:gd name="T92" fmla="*/ 624 w 1031"/>
                <a:gd name="T93" fmla="*/ 323 h 1487"/>
                <a:gd name="T94" fmla="*/ 518 w 1031"/>
                <a:gd name="T95" fmla="*/ 87 h 1487"/>
                <a:gd name="T96" fmla="*/ 395 w 1031"/>
                <a:gd name="T97" fmla="*/ 283 h 1487"/>
                <a:gd name="T98" fmla="*/ 452 w 1031"/>
                <a:gd name="T99" fmla="*/ 323 h 1487"/>
                <a:gd name="T100" fmla="*/ 425 w 1031"/>
                <a:gd name="T101" fmla="*/ 546 h 1487"/>
                <a:gd name="T102" fmla="*/ 350 w 1031"/>
                <a:gd name="T103" fmla="*/ 546 h 1487"/>
                <a:gd name="T104" fmla="*/ 425 w 1031"/>
                <a:gd name="T105" fmla="*/ 569 h 1487"/>
                <a:gd name="T106" fmla="*/ 452 w 1031"/>
                <a:gd name="T107" fmla="*/ 801 h 1487"/>
                <a:gd name="T108" fmla="*/ 355 w 1031"/>
                <a:gd name="T109" fmla="*/ 913 h 1487"/>
                <a:gd name="T110" fmla="*/ 501 w 1031"/>
                <a:gd name="T111" fmla="*/ 1412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31" h="1487">
                  <a:moveTo>
                    <a:pt x="1031" y="940"/>
                  </a:moveTo>
                  <a:lnTo>
                    <a:pt x="752" y="801"/>
                  </a:lnTo>
                  <a:lnTo>
                    <a:pt x="611" y="801"/>
                  </a:lnTo>
                  <a:lnTo>
                    <a:pt x="611" y="634"/>
                  </a:lnTo>
                  <a:lnTo>
                    <a:pt x="939" y="634"/>
                  </a:lnTo>
                  <a:lnTo>
                    <a:pt x="683" y="519"/>
                  </a:lnTo>
                  <a:lnTo>
                    <a:pt x="611" y="519"/>
                  </a:lnTo>
                  <a:lnTo>
                    <a:pt x="611" y="488"/>
                  </a:lnTo>
                  <a:lnTo>
                    <a:pt x="588" y="350"/>
                  </a:lnTo>
                  <a:lnTo>
                    <a:pt x="854" y="350"/>
                  </a:lnTo>
                  <a:lnTo>
                    <a:pt x="642" y="255"/>
                  </a:lnTo>
                  <a:lnTo>
                    <a:pt x="573" y="255"/>
                  </a:lnTo>
                  <a:lnTo>
                    <a:pt x="531" y="0"/>
                  </a:lnTo>
                  <a:lnTo>
                    <a:pt x="505" y="0"/>
                  </a:lnTo>
                  <a:lnTo>
                    <a:pt x="463" y="255"/>
                  </a:lnTo>
                  <a:lnTo>
                    <a:pt x="389" y="255"/>
                  </a:lnTo>
                  <a:lnTo>
                    <a:pt x="177" y="350"/>
                  </a:lnTo>
                  <a:lnTo>
                    <a:pt x="448" y="350"/>
                  </a:lnTo>
                  <a:lnTo>
                    <a:pt x="425" y="487"/>
                  </a:lnTo>
                  <a:lnTo>
                    <a:pt x="425" y="519"/>
                  </a:lnTo>
                  <a:lnTo>
                    <a:pt x="344" y="519"/>
                  </a:lnTo>
                  <a:lnTo>
                    <a:pt x="94" y="634"/>
                  </a:lnTo>
                  <a:lnTo>
                    <a:pt x="425" y="634"/>
                  </a:lnTo>
                  <a:lnTo>
                    <a:pt x="425" y="801"/>
                  </a:lnTo>
                  <a:lnTo>
                    <a:pt x="280" y="801"/>
                  </a:lnTo>
                  <a:lnTo>
                    <a:pt x="0" y="940"/>
                  </a:lnTo>
                  <a:lnTo>
                    <a:pt x="403" y="940"/>
                  </a:lnTo>
                  <a:lnTo>
                    <a:pt x="313" y="1483"/>
                  </a:lnTo>
                  <a:lnTo>
                    <a:pt x="339" y="1487"/>
                  </a:lnTo>
                  <a:lnTo>
                    <a:pt x="342" y="1477"/>
                  </a:lnTo>
                  <a:lnTo>
                    <a:pt x="517" y="1418"/>
                  </a:lnTo>
                  <a:lnTo>
                    <a:pt x="695" y="1478"/>
                  </a:lnTo>
                  <a:lnTo>
                    <a:pt x="696" y="1487"/>
                  </a:lnTo>
                  <a:lnTo>
                    <a:pt x="724" y="1483"/>
                  </a:lnTo>
                  <a:lnTo>
                    <a:pt x="633" y="940"/>
                  </a:lnTo>
                  <a:lnTo>
                    <a:pt x="1031" y="940"/>
                  </a:lnTo>
                  <a:close/>
                  <a:moveTo>
                    <a:pt x="618" y="1017"/>
                  </a:moveTo>
                  <a:lnTo>
                    <a:pt x="532" y="981"/>
                  </a:lnTo>
                  <a:lnTo>
                    <a:pt x="607" y="948"/>
                  </a:lnTo>
                  <a:lnTo>
                    <a:pt x="618" y="1017"/>
                  </a:lnTo>
                  <a:close/>
                  <a:moveTo>
                    <a:pt x="429" y="948"/>
                  </a:moveTo>
                  <a:lnTo>
                    <a:pt x="505" y="981"/>
                  </a:lnTo>
                  <a:lnTo>
                    <a:pt x="418" y="1019"/>
                  </a:lnTo>
                  <a:lnTo>
                    <a:pt x="429" y="948"/>
                  </a:lnTo>
                  <a:close/>
                  <a:moveTo>
                    <a:pt x="284" y="839"/>
                  </a:moveTo>
                  <a:lnTo>
                    <a:pt x="335" y="913"/>
                  </a:lnTo>
                  <a:lnTo>
                    <a:pt x="237" y="913"/>
                  </a:lnTo>
                  <a:lnTo>
                    <a:pt x="284" y="839"/>
                  </a:lnTo>
                  <a:close/>
                  <a:moveTo>
                    <a:pt x="227" y="909"/>
                  </a:moveTo>
                  <a:lnTo>
                    <a:pt x="195" y="874"/>
                  </a:lnTo>
                  <a:lnTo>
                    <a:pt x="275" y="835"/>
                  </a:lnTo>
                  <a:lnTo>
                    <a:pt x="227" y="909"/>
                  </a:lnTo>
                  <a:close/>
                  <a:moveTo>
                    <a:pt x="290" y="828"/>
                  </a:moveTo>
                  <a:lnTo>
                    <a:pt x="416" y="828"/>
                  </a:lnTo>
                  <a:lnTo>
                    <a:pt x="344" y="909"/>
                  </a:lnTo>
                  <a:lnTo>
                    <a:pt x="290" y="828"/>
                  </a:lnTo>
                  <a:close/>
                  <a:moveTo>
                    <a:pt x="575" y="828"/>
                  </a:moveTo>
                  <a:lnTo>
                    <a:pt x="580" y="832"/>
                  </a:lnTo>
                  <a:lnTo>
                    <a:pt x="518" y="875"/>
                  </a:lnTo>
                  <a:lnTo>
                    <a:pt x="456" y="832"/>
                  </a:lnTo>
                  <a:lnTo>
                    <a:pt x="460" y="828"/>
                  </a:lnTo>
                  <a:lnTo>
                    <a:pt x="575" y="828"/>
                  </a:lnTo>
                  <a:close/>
                  <a:moveTo>
                    <a:pt x="493" y="801"/>
                  </a:moveTo>
                  <a:lnTo>
                    <a:pt x="518" y="780"/>
                  </a:lnTo>
                  <a:lnTo>
                    <a:pt x="543" y="801"/>
                  </a:lnTo>
                  <a:lnTo>
                    <a:pt x="493" y="801"/>
                  </a:lnTo>
                  <a:close/>
                  <a:moveTo>
                    <a:pt x="760" y="836"/>
                  </a:moveTo>
                  <a:lnTo>
                    <a:pt x="839" y="875"/>
                  </a:lnTo>
                  <a:lnTo>
                    <a:pt x="807" y="909"/>
                  </a:lnTo>
                  <a:lnTo>
                    <a:pt x="760" y="836"/>
                  </a:lnTo>
                  <a:close/>
                  <a:moveTo>
                    <a:pt x="797" y="913"/>
                  </a:moveTo>
                  <a:lnTo>
                    <a:pt x="699" y="913"/>
                  </a:lnTo>
                  <a:lnTo>
                    <a:pt x="750" y="839"/>
                  </a:lnTo>
                  <a:lnTo>
                    <a:pt x="797" y="913"/>
                  </a:lnTo>
                  <a:close/>
                  <a:moveTo>
                    <a:pt x="690" y="909"/>
                  </a:moveTo>
                  <a:lnTo>
                    <a:pt x="618" y="828"/>
                  </a:lnTo>
                  <a:lnTo>
                    <a:pt x="744" y="828"/>
                  </a:lnTo>
                  <a:lnTo>
                    <a:pt x="690" y="909"/>
                  </a:lnTo>
                  <a:close/>
                  <a:moveTo>
                    <a:pt x="448" y="840"/>
                  </a:moveTo>
                  <a:lnTo>
                    <a:pt x="509" y="882"/>
                  </a:lnTo>
                  <a:lnTo>
                    <a:pt x="464" y="913"/>
                  </a:lnTo>
                  <a:lnTo>
                    <a:pt x="434" y="913"/>
                  </a:lnTo>
                  <a:lnTo>
                    <a:pt x="448" y="840"/>
                  </a:lnTo>
                  <a:close/>
                  <a:moveTo>
                    <a:pt x="593" y="942"/>
                  </a:moveTo>
                  <a:lnTo>
                    <a:pt x="518" y="974"/>
                  </a:lnTo>
                  <a:lnTo>
                    <a:pt x="442" y="942"/>
                  </a:lnTo>
                  <a:lnTo>
                    <a:pt x="444" y="940"/>
                  </a:lnTo>
                  <a:lnTo>
                    <a:pt x="592" y="940"/>
                  </a:lnTo>
                  <a:lnTo>
                    <a:pt x="593" y="942"/>
                  </a:lnTo>
                  <a:close/>
                  <a:moveTo>
                    <a:pt x="483" y="913"/>
                  </a:moveTo>
                  <a:lnTo>
                    <a:pt x="518" y="889"/>
                  </a:lnTo>
                  <a:lnTo>
                    <a:pt x="552" y="913"/>
                  </a:lnTo>
                  <a:lnTo>
                    <a:pt x="483" y="913"/>
                  </a:lnTo>
                  <a:close/>
                  <a:moveTo>
                    <a:pt x="518" y="986"/>
                  </a:moveTo>
                  <a:lnTo>
                    <a:pt x="612" y="1027"/>
                  </a:lnTo>
                  <a:lnTo>
                    <a:pt x="518" y="1086"/>
                  </a:lnTo>
                  <a:lnTo>
                    <a:pt x="426" y="1027"/>
                  </a:lnTo>
                  <a:lnTo>
                    <a:pt x="518" y="986"/>
                  </a:lnTo>
                  <a:close/>
                  <a:moveTo>
                    <a:pt x="509" y="1092"/>
                  </a:moveTo>
                  <a:lnTo>
                    <a:pt x="393" y="1165"/>
                  </a:lnTo>
                  <a:lnTo>
                    <a:pt x="415" y="1032"/>
                  </a:lnTo>
                  <a:lnTo>
                    <a:pt x="509" y="1092"/>
                  </a:lnTo>
                  <a:close/>
                  <a:moveTo>
                    <a:pt x="518" y="1099"/>
                  </a:moveTo>
                  <a:lnTo>
                    <a:pt x="637" y="1175"/>
                  </a:lnTo>
                  <a:lnTo>
                    <a:pt x="518" y="1252"/>
                  </a:lnTo>
                  <a:lnTo>
                    <a:pt x="400" y="1175"/>
                  </a:lnTo>
                  <a:lnTo>
                    <a:pt x="518" y="1099"/>
                  </a:lnTo>
                  <a:close/>
                  <a:moveTo>
                    <a:pt x="507" y="1258"/>
                  </a:moveTo>
                  <a:lnTo>
                    <a:pt x="362" y="1355"/>
                  </a:lnTo>
                  <a:lnTo>
                    <a:pt x="391" y="1181"/>
                  </a:lnTo>
                  <a:lnTo>
                    <a:pt x="507" y="1258"/>
                  </a:lnTo>
                  <a:close/>
                  <a:moveTo>
                    <a:pt x="518" y="1265"/>
                  </a:moveTo>
                  <a:lnTo>
                    <a:pt x="660" y="1359"/>
                  </a:lnTo>
                  <a:lnTo>
                    <a:pt x="517" y="1406"/>
                  </a:lnTo>
                  <a:lnTo>
                    <a:pt x="376" y="1359"/>
                  </a:lnTo>
                  <a:lnTo>
                    <a:pt x="518" y="1265"/>
                  </a:lnTo>
                  <a:close/>
                  <a:moveTo>
                    <a:pt x="528" y="1258"/>
                  </a:moveTo>
                  <a:lnTo>
                    <a:pt x="645" y="1181"/>
                  </a:lnTo>
                  <a:lnTo>
                    <a:pt x="675" y="1355"/>
                  </a:lnTo>
                  <a:lnTo>
                    <a:pt x="528" y="1258"/>
                  </a:lnTo>
                  <a:close/>
                  <a:moveTo>
                    <a:pt x="528" y="1092"/>
                  </a:moveTo>
                  <a:lnTo>
                    <a:pt x="620" y="1034"/>
                  </a:lnTo>
                  <a:lnTo>
                    <a:pt x="642" y="1165"/>
                  </a:lnTo>
                  <a:lnTo>
                    <a:pt x="528" y="1092"/>
                  </a:lnTo>
                  <a:close/>
                  <a:moveTo>
                    <a:pt x="571" y="913"/>
                  </a:moveTo>
                  <a:lnTo>
                    <a:pt x="528" y="882"/>
                  </a:lnTo>
                  <a:lnTo>
                    <a:pt x="589" y="840"/>
                  </a:lnTo>
                  <a:lnTo>
                    <a:pt x="601" y="913"/>
                  </a:lnTo>
                  <a:lnTo>
                    <a:pt x="571" y="913"/>
                  </a:lnTo>
                  <a:close/>
                  <a:moveTo>
                    <a:pt x="616" y="844"/>
                  </a:moveTo>
                  <a:lnTo>
                    <a:pt x="679" y="913"/>
                  </a:lnTo>
                  <a:lnTo>
                    <a:pt x="629" y="913"/>
                  </a:lnTo>
                  <a:lnTo>
                    <a:pt x="616" y="844"/>
                  </a:lnTo>
                  <a:close/>
                  <a:moveTo>
                    <a:pt x="818" y="913"/>
                  </a:moveTo>
                  <a:lnTo>
                    <a:pt x="850" y="881"/>
                  </a:lnTo>
                  <a:lnTo>
                    <a:pt x="917" y="913"/>
                  </a:lnTo>
                  <a:lnTo>
                    <a:pt x="818" y="913"/>
                  </a:lnTo>
                  <a:close/>
                  <a:moveTo>
                    <a:pt x="559" y="801"/>
                  </a:moveTo>
                  <a:lnTo>
                    <a:pt x="527" y="774"/>
                  </a:lnTo>
                  <a:lnTo>
                    <a:pt x="584" y="726"/>
                  </a:lnTo>
                  <a:lnTo>
                    <a:pt x="584" y="801"/>
                  </a:lnTo>
                  <a:lnTo>
                    <a:pt x="559" y="801"/>
                  </a:lnTo>
                  <a:close/>
                  <a:moveTo>
                    <a:pt x="535" y="189"/>
                  </a:moveTo>
                  <a:lnTo>
                    <a:pt x="535" y="193"/>
                  </a:lnTo>
                  <a:lnTo>
                    <a:pt x="517" y="209"/>
                  </a:lnTo>
                  <a:lnTo>
                    <a:pt x="501" y="193"/>
                  </a:lnTo>
                  <a:lnTo>
                    <a:pt x="502" y="187"/>
                  </a:lnTo>
                  <a:lnTo>
                    <a:pt x="517" y="179"/>
                  </a:lnTo>
                  <a:lnTo>
                    <a:pt x="535" y="189"/>
                  </a:lnTo>
                  <a:close/>
                  <a:moveTo>
                    <a:pt x="528" y="172"/>
                  </a:moveTo>
                  <a:lnTo>
                    <a:pt x="532" y="171"/>
                  </a:lnTo>
                  <a:lnTo>
                    <a:pt x="532" y="175"/>
                  </a:lnTo>
                  <a:lnTo>
                    <a:pt x="528" y="172"/>
                  </a:lnTo>
                  <a:close/>
                  <a:moveTo>
                    <a:pt x="537" y="205"/>
                  </a:moveTo>
                  <a:lnTo>
                    <a:pt x="541" y="231"/>
                  </a:lnTo>
                  <a:lnTo>
                    <a:pt x="525" y="216"/>
                  </a:lnTo>
                  <a:lnTo>
                    <a:pt x="537" y="205"/>
                  </a:lnTo>
                  <a:close/>
                  <a:moveTo>
                    <a:pt x="503" y="174"/>
                  </a:moveTo>
                  <a:lnTo>
                    <a:pt x="503" y="171"/>
                  </a:lnTo>
                  <a:lnTo>
                    <a:pt x="506" y="172"/>
                  </a:lnTo>
                  <a:lnTo>
                    <a:pt x="503" y="174"/>
                  </a:lnTo>
                  <a:close/>
                  <a:moveTo>
                    <a:pt x="509" y="216"/>
                  </a:moveTo>
                  <a:lnTo>
                    <a:pt x="494" y="229"/>
                  </a:lnTo>
                  <a:lnTo>
                    <a:pt x="498" y="206"/>
                  </a:lnTo>
                  <a:lnTo>
                    <a:pt x="509" y="216"/>
                  </a:lnTo>
                  <a:close/>
                  <a:moveTo>
                    <a:pt x="517" y="224"/>
                  </a:moveTo>
                  <a:lnTo>
                    <a:pt x="544" y="248"/>
                  </a:lnTo>
                  <a:lnTo>
                    <a:pt x="546" y="255"/>
                  </a:lnTo>
                  <a:lnTo>
                    <a:pt x="490" y="255"/>
                  </a:lnTo>
                  <a:lnTo>
                    <a:pt x="491" y="247"/>
                  </a:lnTo>
                  <a:lnTo>
                    <a:pt x="517" y="224"/>
                  </a:lnTo>
                  <a:close/>
                  <a:moveTo>
                    <a:pt x="584" y="489"/>
                  </a:moveTo>
                  <a:lnTo>
                    <a:pt x="584" y="514"/>
                  </a:lnTo>
                  <a:lnTo>
                    <a:pt x="527" y="466"/>
                  </a:lnTo>
                  <a:lnTo>
                    <a:pt x="574" y="428"/>
                  </a:lnTo>
                  <a:lnTo>
                    <a:pt x="584" y="489"/>
                  </a:lnTo>
                  <a:close/>
                  <a:moveTo>
                    <a:pt x="584" y="636"/>
                  </a:moveTo>
                  <a:lnTo>
                    <a:pt x="584" y="703"/>
                  </a:lnTo>
                  <a:lnTo>
                    <a:pt x="528" y="669"/>
                  </a:lnTo>
                  <a:lnTo>
                    <a:pt x="584" y="636"/>
                  </a:lnTo>
                  <a:close/>
                  <a:moveTo>
                    <a:pt x="518" y="663"/>
                  </a:moveTo>
                  <a:lnTo>
                    <a:pt x="471" y="634"/>
                  </a:lnTo>
                  <a:lnTo>
                    <a:pt x="565" y="634"/>
                  </a:lnTo>
                  <a:lnTo>
                    <a:pt x="518" y="663"/>
                  </a:lnTo>
                  <a:close/>
                  <a:moveTo>
                    <a:pt x="529" y="576"/>
                  </a:moveTo>
                  <a:lnTo>
                    <a:pt x="584" y="546"/>
                  </a:lnTo>
                  <a:lnTo>
                    <a:pt x="584" y="607"/>
                  </a:lnTo>
                  <a:lnTo>
                    <a:pt x="529" y="576"/>
                  </a:lnTo>
                  <a:close/>
                  <a:moveTo>
                    <a:pt x="562" y="607"/>
                  </a:moveTo>
                  <a:lnTo>
                    <a:pt x="475" y="607"/>
                  </a:lnTo>
                  <a:lnTo>
                    <a:pt x="518" y="583"/>
                  </a:lnTo>
                  <a:lnTo>
                    <a:pt x="562" y="607"/>
                  </a:lnTo>
                  <a:close/>
                  <a:moveTo>
                    <a:pt x="562" y="546"/>
                  </a:moveTo>
                  <a:lnTo>
                    <a:pt x="518" y="571"/>
                  </a:lnTo>
                  <a:lnTo>
                    <a:pt x="473" y="546"/>
                  </a:lnTo>
                  <a:lnTo>
                    <a:pt x="562" y="546"/>
                  </a:lnTo>
                  <a:close/>
                  <a:moveTo>
                    <a:pt x="464" y="519"/>
                  </a:moveTo>
                  <a:lnTo>
                    <a:pt x="518" y="474"/>
                  </a:lnTo>
                  <a:lnTo>
                    <a:pt x="573" y="519"/>
                  </a:lnTo>
                  <a:lnTo>
                    <a:pt x="464" y="519"/>
                  </a:lnTo>
                  <a:close/>
                  <a:moveTo>
                    <a:pt x="518" y="459"/>
                  </a:moveTo>
                  <a:lnTo>
                    <a:pt x="464" y="415"/>
                  </a:lnTo>
                  <a:lnTo>
                    <a:pt x="465" y="409"/>
                  </a:lnTo>
                  <a:lnTo>
                    <a:pt x="518" y="377"/>
                  </a:lnTo>
                  <a:lnTo>
                    <a:pt x="570" y="409"/>
                  </a:lnTo>
                  <a:lnTo>
                    <a:pt x="571" y="415"/>
                  </a:lnTo>
                  <a:lnTo>
                    <a:pt x="518" y="459"/>
                  </a:lnTo>
                  <a:close/>
                  <a:moveTo>
                    <a:pt x="528" y="370"/>
                  </a:moveTo>
                  <a:lnTo>
                    <a:pt x="561" y="350"/>
                  </a:lnTo>
                  <a:lnTo>
                    <a:pt x="569" y="394"/>
                  </a:lnTo>
                  <a:lnTo>
                    <a:pt x="528" y="370"/>
                  </a:lnTo>
                  <a:close/>
                  <a:moveTo>
                    <a:pt x="518" y="363"/>
                  </a:moveTo>
                  <a:lnTo>
                    <a:pt x="495" y="350"/>
                  </a:lnTo>
                  <a:lnTo>
                    <a:pt x="540" y="350"/>
                  </a:lnTo>
                  <a:lnTo>
                    <a:pt x="518" y="363"/>
                  </a:lnTo>
                  <a:close/>
                  <a:moveTo>
                    <a:pt x="518" y="298"/>
                  </a:moveTo>
                  <a:lnTo>
                    <a:pt x="490" y="282"/>
                  </a:lnTo>
                  <a:lnTo>
                    <a:pt x="547" y="282"/>
                  </a:lnTo>
                  <a:lnTo>
                    <a:pt x="518" y="298"/>
                  </a:lnTo>
                  <a:close/>
                  <a:moveTo>
                    <a:pt x="551" y="292"/>
                  </a:moveTo>
                  <a:lnTo>
                    <a:pt x="556" y="320"/>
                  </a:lnTo>
                  <a:lnTo>
                    <a:pt x="529" y="305"/>
                  </a:lnTo>
                  <a:lnTo>
                    <a:pt x="551" y="292"/>
                  </a:lnTo>
                  <a:close/>
                  <a:moveTo>
                    <a:pt x="507" y="305"/>
                  </a:moveTo>
                  <a:lnTo>
                    <a:pt x="479" y="320"/>
                  </a:lnTo>
                  <a:lnTo>
                    <a:pt x="484" y="292"/>
                  </a:lnTo>
                  <a:lnTo>
                    <a:pt x="507" y="305"/>
                  </a:lnTo>
                  <a:close/>
                  <a:moveTo>
                    <a:pt x="518" y="311"/>
                  </a:moveTo>
                  <a:lnTo>
                    <a:pt x="537" y="323"/>
                  </a:lnTo>
                  <a:lnTo>
                    <a:pt x="498" y="323"/>
                  </a:lnTo>
                  <a:lnTo>
                    <a:pt x="518" y="311"/>
                  </a:lnTo>
                  <a:close/>
                  <a:moveTo>
                    <a:pt x="507" y="370"/>
                  </a:moveTo>
                  <a:lnTo>
                    <a:pt x="467" y="396"/>
                  </a:lnTo>
                  <a:lnTo>
                    <a:pt x="475" y="350"/>
                  </a:lnTo>
                  <a:lnTo>
                    <a:pt x="507" y="370"/>
                  </a:lnTo>
                  <a:close/>
                  <a:moveTo>
                    <a:pt x="463" y="427"/>
                  </a:moveTo>
                  <a:lnTo>
                    <a:pt x="509" y="466"/>
                  </a:lnTo>
                  <a:lnTo>
                    <a:pt x="452" y="514"/>
                  </a:lnTo>
                  <a:lnTo>
                    <a:pt x="452" y="489"/>
                  </a:lnTo>
                  <a:lnTo>
                    <a:pt x="463" y="427"/>
                  </a:lnTo>
                  <a:close/>
                  <a:moveTo>
                    <a:pt x="506" y="576"/>
                  </a:moveTo>
                  <a:lnTo>
                    <a:pt x="452" y="607"/>
                  </a:lnTo>
                  <a:lnTo>
                    <a:pt x="452" y="546"/>
                  </a:lnTo>
                  <a:lnTo>
                    <a:pt x="506" y="576"/>
                  </a:lnTo>
                  <a:close/>
                  <a:moveTo>
                    <a:pt x="507" y="669"/>
                  </a:moveTo>
                  <a:lnTo>
                    <a:pt x="452" y="703"/>
                  </a:lnTo>
                  <a:lnTo>
                    <a:pt x="452" y="636"/>
                  </a:lnTo>
                  <a:lnTo>
                    <a:pt x="507" y="669"/>
                  </a:lnTo>
                  <a:close/>
                  <a:moveTo>
                    <a:pt x="518" y="676"/>
                  </a:moveTo>
                  <a:lnTo>
                    <a:pt x="581" y="714"/>
                  </a:lnTo>
                  <a:lnTo>
                    <a:pt x="518" y="767"/>
                  </a:lnTo>
                  <a:lnTo>
                    <a:pt x="454" y="714"/>
                  </a:lnTo>
                  <a:lnTo>
                    <a:pt x="518" y="676"/>
                  </a:lnTo>
                  <a:close/>
                  <a:moveTo>
                    <a:pt x="611" y="571"/>
                  </a:moveTo>
                  <a:lnTo>
                    <a:pt x="639" y="607"/>
                  </a:lnTo>
                  <a:lnTo>
                    <a:pt x="611" y="607"/>
                  </a:lnTo>
                  <a:lnTo>
                    <a:pt x="611" y="571"/>
                  </a:lnTo>
                  <a:close/>
                  <a:moveTo>
                    <a:pt x="684" y="549"/>
                  </a:moveTo>
                  <a:lnTo>
                    <a:pt x="692" y="553"/>
                  </a:lnTo>
                  <a:lnTo>
                    <a:pt x="735" y="607"/>
                  </a:lnTo>
                  <a:lnTo>
                    <a:pt x="667" y="607"/>
                  </a:lnTo>
                  <a:lnTo>
                    <a:pt x="684" y="549"/>
                  </a:lnTo>
                  <a:close/>
                  <a:moveTo>
                    <a:pt x="748" y="607"/>
                  </a:moveTo>
                  <a:lnTo>
                    <a:pt x="714" y="562"/>
                  </a:lnTo>
                  <a:lnTo>
                    <a:pt x="812" y="607"/>
                  </a:lnTo>
                  <a:lnTo>
                    <a:pt x="748" y="607"/>
                  </a:lnTo>
                  <a:close/>
                  <a:moveTo>
                    <a:pt x="673" y="546"/>
                  </a:moveTo>
                  <a:lnTo>
                    <a:pt x="654" y="607"/>
                  </a:lnTo>
                  <a:lnTo>
                    <a:pt x="653" y="607"/>
                  </a:lnTo>
                  <a:lnTo>
                    <a:pt x="611" y="553"/>
                  </a:lnTo>
                  <a:lnTo>
                    <a:pt x="611" y="546"/>
                  </a:lnTo>
                  <a:lnTo>
                    <a:pt x="673" y="546"/>
                  </a:lnTo>
                  <a:close/>
                  <a:moveTo>
                    <a:pt x="578" y="289"/>
                  </a:moveTo>
                  <a:lnTo>
                    <a:pt x="608" y="323"/>
                  </a:lnTo>
                  <a:lnTo>
                    <a:pt x="584" y="323"/>
                  </a:lnTo>
                  <a:lnTo>
                    <a:pt x="578" y="289"/>
                  </a:lnTo>
                  <a:close/>
                  <a:moveTo>
                    <a:pt x="588" y="282"/>
                  </a:moveTo>
                  <a:lnTo>
                    <a:pt x="629" y="282"/>
                  </a:lnTo>
                  <a:lnTo>
                    <a:pt x="616" y="316"/>
                  </a:lnTo>
                  <a:lnTo>
                    <a:pt x="588" y="282"/>
                  </a:lnTo>
                  <a:close/>
                  <a:moveTo>
                    <a:pt x="726" y="323"/>
                  </a:moveTo>
                  <a:lnTo>
                    <a:pt x="624" y="323"/>
                  </a:lnTo>
                  <a:lnTo>
                    <a:pt x="639" y="283"/>
                  </a:lnTo>
                  <a:lnTo>
                    <a:pt x="726" y="323"/>
                  </a:lnTo>
                  <a:close/>
                  <a:moveTo>
                    <a:pt x="529" y="159"/>
                  </a:moveTo>
                  <a:lnTo>
                    <a:pt x="517" y="166"/>
                  </a:lnTo>
                  <a:lnTo>
                    <a:pt x="506" y="160"/>
                  </a:lnTo>
                  <a:lnTo>
                    <a:pt x="518" y="87"/>
                  </a:lnTo>
                  <a:lnTo>
                    <a:pt x="529" y="159"/>
                  </a:lnTo>
                  <a:close/>
                  <a:moveTo>
                    <a:pt x="448" y="282"/>
                  </a:moveTo>
                  <a:lnTo>
                    <a:pt x="418" y="315"/>
                  </a:lnTo>
                  <a:lnTo>
                    <a:pt x="406" y="282"/>
                  </a:lnTo>
                  <a:lnTo>
                    <a:pt x="448" y="282"/>
                  </a:lnTo>
                  <a:close/>
                  <a:moveTo>
                    <a:pt x="395" y="283"/>
                  </a:moveTo>
                  <a:lnTo>
                    <a:pt x="410" y="323"/>
                  </a:lnTo>
                  <a:lnTo>
                    <a:pt x="305" y="323"/>
                  </a:lnTo>
                  <a:lnTo>
                    <a:pt x="395" y="283"/>
                  </a:lnTo>
                  <a:close/>
                  <a:moveTo>
                    <a:pt x="426" y="323"/>
                  </a:moveTo>
                  <a:lnTo>
                    <a:pt x="457" y="288"/>
                  </a:lnTo>
                  <a:lnTo>
                    <a:pt x="452" y="323"/>
                  </a:lnTo>
                  <a:lnTo>
                    <a:pt x="426" y="323"/>
                  </a:lnTo>
                  <a:close/>
                  <a:moveTo>
                    <a:pt x="425" y="552"/>
                  </a:moveTo>
                  <a:lnTo>
                    <a:pt x="382" y="607"/>
                  </a:lnTo>
                  <a:lnTo>
                    <a:pt x="380" y="607"/>
                  </a:lnTo>
                  <a:lnTo>
                    <a:pt x="361" y="546"/>
                  </a:lnTo>
                  <a:lnTo>
                    <a:pt x="425" y="546"/>
                  </a:lnTo>
                  <a:lnTo>
                    <a:pt x="425" y="552"/>
                  </a:lnTo>
                  <a:close/>
                  <a:moveTo>
                    <a:pt x="350" y="546"/>
                  </a:moveTo>
                  <a:lnTo>
                    <a:pt x="369" y="607"/>
                  </a:lnTo>
                  <a:lnTo>
                    <a:pt x="299" y="607"/>
                  </a:lnTo>
                  <a:lnTo>
                    <a:pt x="346" y="548"/>
                  </a:lnTo>
                  <a:lnTo>
                    <a:pt x="350" y="546"/>
                  </a:lnTo>
                  <a:close/>
                  <a:moveTo>
                    <a:pt x="324" y="558"/>
                  </a:moveTo>
                  <a:lnTo>
                    <a:pt x="286" y="607"/>
                  </a:lnTo>
                  <a:lnTo>
                    <a:pt x="218" y="607"/>
                  </a:lnTo>
                  <a:lnTo>
                    <a:pt x="324" y="558"/>
                  </a:lnTo>
                  <a:close/>
                  <a:moveTo>
                    <a:pt x="396" y="607"/>
                  </a:moveTo>
                  <a:lnTo>
                    <a:pt x="425" y="569"/>
                  </a:lnTo>
                  <a:lnTo>
                    <a:pt x="425" y="607"/>
                  </a:lnTo>
                  <a:lnTo>
                    <a:pt x="396" y="607"/>
                  </a:lnTo>
                  <a:close/>
                  <a:moveTo>
                    <a:pt x="452" y="726"/>
                  </a:moveTo>
                  <a:lnTo>
                    <a:pt x="509" y="774"/>
                  </a:lnTo>
                  <a:lnTo>
                    <a:pt x="476" y="801"/>
                  </a:lnTo>
                  <a:lnTo>
                    <a:pt x="452" y="801"/>
                  </a:lnTo>
                  <a:lnTo>
                    <a:pt x="452" y="726"/>
                  </a:lnTo>
                  <a:close/>
                  <a:moveTo>
                    <a:pt x="184" y="879"/>
                  </a:moveTo>
                  <a:lnTo>
                    <a:pt x="218" y="913"/>
                  </a:lnTo>
                  <a:lnTo>
                    <a:pt x="116" y="913"/>
                  </a:lnTo>
                  <a:lnTo>
                    <a:pt x="184" y="879"/>
                  </a:lnTo>
                  <a:close/>
                  <a:moveTo>
                    <a:pt x="355" y="913"/>
                  </a:moveTo>
                  <a:lnTo>
                    <a:pt x="419" y="841"/>
                  </a:lnTo>
                  <a:lnTo>
                    <a:pt x="407" y="913"/>
                  </a:lnTo>
                  <a:lnTo>
                    <a:pt x="355" y="913"/>
                  </a:lnTo>
                  <a:close/>
                  <a:moveTo>
                    <a:pt x="343" y="1464"/>
                  </a:moveTo>
                  <a:lnTo>
                    <a:pt x="359" y="1364"/>
                  </a:lnTo>
                  <a:lnTo>
                    <a:pt x="501" y="1412"/>
                  </a:lnTo>
                  <a:lnTo>
                    <a:pt x="343" y="1464"/>
                  </a:lnTo>
                  <a:close/>
                  <a:moveTo>
                    <a:pt x="535" y="1412"/>
                  </a:moveTo>
                  <a:lnTo>
                    <a:pt x="676" y="1364"/>
                  </a:lnTo>
                  <a:lnTo>
                    <a:pt x="692" y="1466"/>
                  </a:lnTo>
                  <a:lnTo>
                    <a:pt x="535" y="14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D4290566-130C-4404-97E5-0DC085BD95F1}"/>
              </a:ext>
            </a:extLst>
          </p:cNvPr>
          <p:cNvGrpSpPr/>
          <p:nvPr/>
        </p:nvGrpSpPr>
        <p:grpSpPr>
          <a:xfrm>
            <a:off x="7455132" y="2568184"/>
            <a:ext cx="1695162" cy="1095184"/>
            <a:chOff x="6165735" y="3556265"/>
            <a:chExt cx="2336998" cy="1798904"/>
          </a:xfrm>
        </p:grpSpPr>
        <p:cxnSp>
          <p:nvCxnSpPr>
            <p:cNvPr id="486" name="Straight Arrow Connector 485">
              <a:extLst>
                <a:ext uri="{FF2B5EF4-FFF2-40B4-BE49-F238E27FC236}">
                  <a16:creationId xmlns:a16="http://schemas.microsoft.com/office/drawing/2014/main" id="{BAFFEE7E-661C-41F9-A777-F14D60B8D217}"/>
                </a:ext>
              </a:extLst>
            </p:cNvPr>
            <p:cNvCxnSpPr>
              <a:cxnSpLocks/>
            </p:cNvCxnSpPr>
            <p:nvPr/>
          </p:nvCxnSpPr>
          <p:spPr>
            <a:xfrm>
              <a:off x="6989800" y="3556265"/>
              <a:ext cx="0" cy="379391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7" name="Group 486">
              <a:extLst>
                <a:ext uri="{FF2B5EF4-FFF2-40B4-BE49-F238E27FC236}">
                  <a16:creationId xmlns:a16="http://schemas.microsoft.com/office/drawing/2014/main" id="{60F5EE7B-780D-4021-9CAE-AF9845D2C207}"/>
                </a:ext>
              </a:extLst>
            </p:cNvPr>
            <p:cNvGrpSpPr/>
            <p:nvPr/>
          </p:nvGrpSpPr>
          <p:grpSpPr>
            <a:xfrm>
              <a:off x="6165735" y="3981829"/>
              <a:ext cx="2336998" cy="1373340"/>
              <a:chOff x="6165735" y="3981829"/>
              <a:chExt cx="2336998" cy="1373340"/>
            </a:xfrm>
          </p:grpSpPr>
          <p:sp>
            <p:nvSpPr>
              <p:cNvPr id="488" name="TextBox 487">
                <a:extLst>
                  <a:ext uri="{FF2B5EF4-FFF2-40B4-BE49-F238E27FC236}">
                    <a16:creationId xmlns:a16="http://schemas.microsoft.com/office/drawing/2014/main" id="{AA9C52F5-C19D-4EEC-AB3D-EB679AEA207F}"/>
                  </a:ext>
                </a:extLst>
              </p:cNvPr>
              <p:cNvSpPr txBox="1"/>
              <p:nvPr/>
            </p:nvSpPr>
            <p:spPr>
              <a:xfrm>
                <a:off x="6445451" y="4482782"/>
                <a:ext cx="1824605" cy="327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95000"/>
                  </a:lnSpc>
                </a:pPr>
                <a:r>
                  <a:rPr lang="en-US" sz="1200" dirty="0"/>
                  <a:t>Conversion </a:t>
                </a:r>
              </a:p>
            </p:txBody>
          </p:sp>
          <p:grpSp>
            <p:nvGrpSpPr>
              <p:cNvPr id="489" name="Gruppieren 5">
                <a:extLst>
                  <a:ext uri="{FF2B5EF4-FFF2-40B4-BE49-F238E27FC236}">
                    <a16:creationId xmlns:a16="http://schemas.microsoft.com/office/drawing/2014/main" id="{219F5D6B-36C7-489E-80E6-AD248DA71D7F}"/>
                  </a:ext>
                </a:extLst>
              </p:cNvPr>
              <p:cNvGrpSpPr/>
              <p:nvPr/>
            </p:nvGrpSpPr>
            <p:grpSpPr>
              <a:xfrm>
                <a:off x="7137301" y="3994153"/>
                <a:ext cx="528449" cy="476437"/>
                <a:chOff x="7845426" y="4757738"/>
                <a:chExt cx="1179513" cy="1154113"/>
              </a:xfrm>
              <a:solidFill>
                <a:schemeClr val="accent1"/>
              </a:solidFill>
            </p:grpSpPr>
            <p:sp>
              <p:nvSpPr>
                <p:cNvPr id="529" name="Freeform 544">
                  <a:extLst>
                    <a:ext uri="{FF2B5EF4-FFF2-40B4-BE49-F238E27FC236}">
                      <a16:creationId xmlns:a16="http://schemas.microsoft.com/office/drawing/2014/main" id="{5E739FB1-E803-4267-9B0A-74E2229ADC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20114" y="5459413"/>
                  <a:ext cx="92075" cy="452438"/>
                </a:xfrm>
                <a:custGeom>
                  <a:avLst/>
                  <a:gdLst>
                    <a:gd name="T0" fmla="*/ 0 w 58"/>
                    <a:gd name="T1" fmla="*/ 230 h 285"/>
                    <a:gd name="T2" fmla="*/ 58 w 58"/>
                    <a:gd name="T3" fmla="*/ 285 h 285"/>
                    <a:gd name="T4" fmla="*/ 58 w 58"/>
                    <a:gd name="T5" fmla="*/ 33 h 285"/>
                    <a:gd name="T6" fmla="*/ 0 w 58"/>
                    <a:gd name="T7" fmla="*/ 0 h 285"/>
                    <a:gd name="T8" fmla="*/ 0 w 58"/>
                    <a:gd name="T9" fmla="*/ 230 h 2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8" h="285">
                      <a:moveTo>
                        <a:pt x="0" y="230"/>
                      </a:moveTo>
                      <a:lnTo>
                        <a:pt x="58" y="285"/>
                      </a:lnTo>
                      <a:lnTo>
                        <a:pt x="58" y="33"/>
                      </a:lnTo>
                      <a:lnTo>
                        <a:pt x="0" y="0"/>
                      </a:lnTo>
                      <a:lnTo>
                        <a:pt x="0" y="23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530" name="Freeform 545">
                  <a:extLst>
                    <a:ext uri="{FF2B5EF4-FFF2-40B4-BE49-F238E27FC236}">
                      <a16:creationId xmlns:a16="http://schemas.microsoft.com/office/drawing/2014/main" id="{8852AC61-F89A-42AE-BAB1-5C0053BE5F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20114" y="5332413"/>
                  <a:ext cx="501650" cy="179388"/>
                </a:xfrm>
                <a:custGeom>
                  <a:avLst/>
                  <a:gdLst>
                    <a:gd name="T0" fmla="*/ 316 w 316"/>
                    <a:gd name="T1" fmla="*/ 33 h 113"/>
                    <a:gd name="T2" fmla="*/ 258 w 316"/>
                    <a:gd name="T3" fmla="*/ 0 h 113"/>
                    <a:gd name="T4" fmla="*/ 0 w 316"/>
                    <a:gd name="T5" fmla="*/ 80 h 113"/>
                    <a:gd name="T6" fmla="*/ 58 w 316"/>
                    <a:gd name="T7" fmla="*/ 113 h 113"/>
                    <a:gd name="T8" fmla="*/ 316 w 316"/>
                    <a:gd name="T9" fmla="*/ 33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6" h="113">
                      <a:moveTo>
                        <a:pt x="316" y="33"/>
                      </a:moveTo>
                      <a:lnTo>
                        <a:pt x="258" y="0"/>
                      </a:lnTo>
                      <a:lnTo>
                        <a:pt x="0" y="80"/>
                      </a:lnTo>
                      <a:lnTo>
                        <a:pt x="58" y="113"/>
                      </a:lnTo>
                      <a:lnTo>
                        <a:pt x="316" y="33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531" name="Freeform 546">
                  <a:extLst>
                    <a:ext uri="{FF2B5EF4-FFF2-40B4-BE49-F238E27FC236}">
                      <a16:creationId xmlns:a16="http://schemas.microsoft.com/office/drawing/2014/main" id="{BCEDAECE-0D5C-4CFF-99F2-1A659181A6A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612189" y="5384800"/>
                  <a:ext cx="412750" cy="527050"/>
                </a:xfrm>
                <a:custGeom>
                  <a:avLst/>
                  <a:gdLst>
                    <a:gd name="T0" fmla="*/ 258 w 260"/>
                    <a:gd name="T1" fmla="*/ 0 h 332"/>
                    <a:gd name="T2" fmla="*/ 0 w 260"/>
                    <a:gd name="T3" fmla="*/ 80 h 332"/>
                    <a:gd name="T4" fmla="*/ 0 w 260"/>
                    <a:gd name="T5" fmla="*/ 80 h 332"/>
                    <a:gd name="T6" fmla="*/ 0 w 260"/>
                    <a:gd name="T7" fmla="*/ 332 h 332"/>
                    <a:gd name="T8" fmla="*/ 110 w 260"/>
                    <a:gd name="T9" fmla="*/ 332 h 332"/>
                    <a:gd name="T10" fmla="*/ 260 w 260"/>
                    <a:gd name="T11" fmla="*/ 332 h 332"/>
                    <a:gd name="T12" fmla="*/ 260 w 260"/>
                    <a:gd name="T13" fmla="*/ 80 h 332"/>
                    <a:gd name="T14" fmla="*/ 258 w 260"/>
                    <a:gd name="T15" fmla="*/ 0 h 332"/>
                    <a:gd name="T16" fmla="*/ 55 w 260"/>
                    <a:gd name="T17" fmla="*/ 115 h 332"/>
                    <a:gd name="T18" fmla="*/ 15 w 260"/>
                    <a:gd name="T19" fmla="*/ 115 h 332"/>
                    <a:gd name="T20" fmla="*/ 15 w 260"/>
                    <a:gd name="T21" fmla="*/ 90 h 332"/>
                    <a:gd name="T22" fmla="*/ 55 w 260"/>
                    <a:gd name="T23" fmla="*/ 90 h 332"/>
                    <a:gd name="T24" fmla="*/ 55 w 260"/>
                    <a:gd name="T25" fmla="*/ 115 h 332"/>
                    <a:gd name="T26" fmla="*/ 103 w 260"/>
                    <a:gd name="T27" fmla="*/ 115 h 332"/>
                    <a:gd name="T28" fmla="*/ 62 w 260"/>
                    <a:gd name="T29" fmla="*/ 115 h 332"/>
                    <a:gd name="T30" fmla="*/ 62 w 260"/>
                    <a:gd name="T31" fmla="*/ 90 h 332"/>
                    <a:gd name="T32" fmla="*/ 103 w 260"/>
                    <a:gd name="T33" fmla="*/ 90 h 332"/>
                    <a:gd name="T34" fmla="*/ 103 w 260"/>
                    <a:gd name="T35" fmla="*/ 115 h 332"/>
                    <a:gd name="T36" fmla="*/ 150 w 260"/>
                    <a:gd name="T37" fmla="*/ 115 h 332"/>
                    <a:gd name="T38" fmla="*/ 110 w 260"/>
                    <a:gd name="T39" fmla="*/ 115 h 332"/>
                    <a:gd name="T40" fmla="*/ 110 w 260"/>
                    <a:gd name="T41" fmla="*/ 90 h 332"/>
                    <a:gd name="T42" fmla="*/ 150 w 260"/>
                    <a:gd name="T43" fmla="*/ 90 h 332"/>
                    <a:gd name="T44" fmla="*/ 150 w 260"/>
                    <a:gd name="T45" fmla="*/ 115 h 332"/>
                    <a:gd name="T46" fmla="*/ 198 w 260"/>
                    <a:gd name="T47" fmla="*/ 115 h 332"/>
                    <a:gd name="T48" fmla="*/ 158 w 260"/>
                    <a:gd name="T49" fmla="*/ 115 h 332"/>
                    <a:gd name="T50" fmla="*/ 158 w 260"/>
                    <a:gd name="T51" fmla="*/ 90 h 332"/>
                    <a:gd name="T52" fmla="*/ 198 w 260"/>
                    <a:gd name="T53" fmla="*/ 90 h 332"/>
                    <a:gd name="T54" fmla="*/ 198 w 260"/>
                    <a:gd name="T55" fmla="*/ 115 h 332"/>
                    <a:gd name="T56" fmla="*/ 245 w 260"/>
                    <a:gd name="T57" fmla="*/ 115 h 332"/>
                    <a:gd name="T58" fmla="*/ 205 w 260"/>
                    <a:gd name="T59" fmla="*/ 115 h 332"/>
                    <a:gd name="T60" fmla="*/ 205 w 260"/>
                    <a:gd name="T61" fmla="*/ 90 h 332"/>
                    <a:gd name="T62" fmla="*/ 245 w 260"/>
                    <a:gd name="T63" fmla="*/ 90 h 332"/>
                    <a:gd name="T64" fmla="*/ 245 w 260"/>
                    <a:gd name="T65" fmla="*/ 115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60" h="332">
                      <a:moveTo>
                        <a:pt x="258" y="0"/>
                      </a:moveTo>
                      <a:lnTo>
                        <a:pt x="0" y="80"/>
                      </a:lnTo>
                      <a:lnTo>
                        <a:pt x="0" y="80"/>
                      </a:lnTo>
                      <a:lnTo>
                        <a:pt x="0" y="332"/>
                      </a:lnTo>
                      <a:lnTo>
                        <a:pt x="110" y="332"/>
                      </a:lnTo>
                      <a:lnTo>
                        <a:pt x="260" y="332"/>
                      </a:lnTo>
                      <a:lnTo>
                        <a:pt x="260" y="80"/>
                      </a:lnTo>
                      <a:lnTo>
                        <a:pt x="258" y="0"/>
                      </a:lnTo>
                      <a:close/>
                      <a:moveTo>
                        <a:pt x="55" y="115"/>
                      </a:moveTo>
                      <a:lnTo>
                        <a:pt x="15" y="115"/>
                      </a:lnTo>
                      <a:lnTo>
                        <a:pt x="15" y="90"/>
                      </a:lnTo>
                      <a:lnTo>
                        <a:pt x="55" y="90"/>
                      </a:lnTo>
                      <a:lnTo>
                        <a:pt x="55" y="115"/>
                      </a:lnTo>
                      <a:close/>
                      <a:moveTo>
                        <a:pt x="103" y="115"/>
                      </a:moveTo>
                      <a:lnTo>
                        <a:pt x="62" y="115"/>
                      </a:lnTo>
                      <a:lnTo>
                        <a:pt x="62" y="90"/>
                      </a:lnTo>
                      <a:lnTo>
                        <a:pt x="103" y="90"/>
                      </a:lnTo>
                      <a:lnTo>
                        <a:pt x="103" y="115"/>
                      </a:lnTo>
                      <a:close/>
                      <a:moveTo>
                        <a:pt x="150" y="115"/>
                      </a:moveTo>
                      <a:lnTo>
                        <a:pt x="110" y="115"/>
                      </a:lnTo>
                      <a:lnTo>
                        <a:pt x="110" y="90"/>
                      </a:lnTo>
                      <a:lnTo>
                        <a:pt x="150" y="90"/>
                      </a:lnTo>
                      <a:lnTo>
                        <a:pt x="150" y="115"/>
                      </a:lnTo>
                      <a:close/>
                      <a:moveTo>
                        <a:pt x="198" y="115"/>
                      </a:moveTo>
                      <a:lnTo>
                        <a:pt x="158" y="115"/>
                      </a:lnTo>
                      <a:lnTo>
                        <a:pt x="158" y="90"/>
                      </a:lnTo>
                      <a:lnTo>
                        <a:pt x="198" y="90"/>
                      </a:lnTo>
                      <a:lnTo>
                        <a:pt x="198" y="115"/>
                      </a:lnTo>
                      <a:close/>
                      <a:moveTo>
                        <a:pt x="245" y="115"/>
                      </a:moveTo>
                      <a:lnTo>
                        <a:pt x="205" y="115"/>
                      </a:lnTo>
                      <a:lnTo>
                        <a:pt x="205" y="90"/>
                      </a:lnTo>
                      <a:lnTo>
                        <a:pt x="245" y="90"/>
                      </a:lnTo>
                      <a:lnTo>
                        <a:pt x="245" y="115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532" name="Freeform 547">
                  <a:extLst>
                    <a:ext uri="{FF2B5EF4-FFF2-40B4-BE49-F238E27FC236}">
                      <a16:creationId xmlns:a16="http://schemas.microsoft.com/office/drawing/2014/main" id="{0D3B6EFA-5023-4917-9FF8-5935AF4784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39101" y="5459413"/>
                  <a:ext cx="92075" cy="452438"/>
                </a:xfrm>
                <a:custGeom>
                  <a:avLst/>
                  <a:gdLst>
                    <a:gd name="T0" fmla="*/ 0 w 58"/>
                    <a:gd name="T1" fmla="*/ 230 h 285"/>
                    <a:gd name="T2" fmla="*/ 58 w 58"/>
                    <a:gd name="T3" fmla="*/ 285 h 285"/>
                    <a:gd name="T4" fmla="*/ 58 w 58"/>
                    <a:gd name="T5" fmla="*/ 33 h 285"/>
                    <a:gd name="T6" fmla="*/ 0 w 58"/>
                    <a:gd name="T7" fmla="*/ 0 h 285"/>
                    <a:gd name="T8" fmla="*/ 0 w 58"/>
                    <a:gd name="T9" fmla="*/ 230 h 2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8" h="285">
                      <a:moveTo>
                        <a:pt x="0" y="230"/>
                      </a:moveTo>
                      <a:lnTo>
                        <a:pt x="58" y="285"/>
                      </a:lnTo>
                      <a:lnTo>
                        <a:pt x="58" y="33"/>
                      </a:lnTo>
                      <a:lnTo>
                        <a:pt x="0" y="0"/>
                      </a:lnTo>
                      <a:lnTo>
                        <a:pt x="0" y="23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533" name="Freeform 548">
                  <a:extLst>
                    <a:ext uri="{FF2B5EF4-FFF2-40B4-BE49-F238E27FC236}">
                      <a16:creationId xmlns:a16="http://schemas.microsoft.com/office/drawing/2014/main" id="{DE942BCC-A5CD-45C1-9091-A11458C553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39101" y="5332413"/>
                  <a:ext cx="501650" cy="179388"/>
                </a:xfrm>
                <a:custGeom>
                  <a:avLst/>
                  <a:gdLst>
                    <a:gd name="T0" fmla="*/ 316 w 316"/>
                    <a:gd name="T1" fmla="*/ 33 h 113"/>
                    <a:gd name="T2" fmla="*/ 258 w 316"/>
                    <a:gd name="T3" fmla="*/ 0 h 113"/>
                    <a:gd name="T4" fmla="*/ 0 w 316"/>
                    <a:gd name="T5" fmla="*/ 80 h 113"/>
                    <a:gd name="T6" fmla="*/ 58 w 316"/>
                    <a:gd name="T7" fmla="*/ 113 h 113"/>
                    <a:gd name="T8" fmla="*/ 316 w 316"/>
                    <a:gd name="T9" fmla="*/ 33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6" h="113">
                      <a:moveTo>
                        <a:pt x="316" y="33"/>
                      </a:moveTo>
                      <a:lnTo>
                        <a:pt x="258" y="0"/>
                      </a:lnTo>
                      <a:lnTo>
                        <a:pt x="0" y="80"/>
                      </a:lnTo>
                      <a:lnTo>
                        <a:pt x="58" y="113"/>
                      </a:lnTo>
                      <a:lnTo>
                        <a:pt x="316" y="33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534" name="Freeform 549">
                  <a:extLst>
                    <a:ext uri="{FF2B5EF4-FFF2-40B4-BE49-F238E27FC236}">
                      <a16:creationId xmlns:a16="http://schemas.microsoft.com/office/drawing/2014/main" id="{2F246DA1-78F3-421E-B831-7261EF041C7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31176" y="5384800"/>
                  <a:ext cx="409575" cy="527050"/>
                </a:xfrm>
                <a:custGeom>
                  <a:avLst/>
                  <a:gdLst>
                    <a:gd name="T0" fmla="*/ 258 w 258"/>
                    <a:gd name="T1" fmla="*/ 0 h 332"/>
                    <a:gd name="T2" fmla="*/ 0 w 258"/>
                    <a:gd name="T3" fmla="*/ 80 h 332"/>
                    <a:gd name="T4" fmla="*/ 0 w 258"/>
                    <a:gd name="T5" fmla="*/ 80 h 332"/>
                    <a:gd name="T6" fmla="*/ 0 w 258"/>
                    <a:gd name="T7" fmla="*/ 332 h 332"/>
                    <a:gd name="T8" fmla="*/ 110 w 258"/>
                    <a:gd name="T9" fmla="*/ 332 h 332"/>
                    <a:gd name="T10" fmla="*/ 258 w 258"/>
                    <a:gd name="T11" fmla="*/ 332 h 332"/>
                    <a:gd name="T12" fmla="*/ 258 w 258"/>
                    <a:gd name="T13" fmla="*/ 80 h 332"/>
                    <a:gd name="T14" fmla="*/ 258 w 258"/>
                    <a:gd name="T15" fmla="*/ 0 h 332"/>
                    <a:gd name="T16" fmla="*/ 53 w 258"/>
                    <a:gd name="T17" fmla="*/ 115 h 332"/>
                    <a:gd name="T18" fmla="*/ 15 w 258"/>
                    <a:gd name="T19" fmla="*/ 115 h 332"/>
                    <a:gd name="T20" fmla="*/ 15 w 258"/>
                    <a:gd name="T21" fmla="*/ 90 h 332"/>
                    <a:gd name="T22" fmla="*/ 53 w 258"/>
                    <a:gd name="T23" fmla="*/ 90 h 332"/>
                    <a:gd name="T24" fmla="*/ 53 w 258"/>
                    <a:gd name="T25" fmla="*/ 115 h 332"/>
                    <a:gd name="T26" fmla="*/ 100 w 258"/>
                    <a:gd name="T27" fmla="*/ 115 h 332"/>
                    <a:gd name="T28" fmla="*/ 63 w 258"/>
                    <a:gd name="T29" fmla="*/ 115 h 332"/>
                    <a:gd name="T30" fmla="*/ 63 w 258"/>
                    <a:gd name="T31" fmla="*/ 90 h 332"/>
                    <a:gd name="T32" fmla="*/ 100 w 258"/>
                    <a:gd name="T33" fmla="*/ 90 h 332"/>
                    <a:gd name="T34" fmla="*/ 100 w 258"/>
                    <a:gd name="T35" fmla="*/ 115 h 332"/>
                    <a:gd name="T36" fmla="*/ 148 w 258"/>
                    <a:gd name="T37" fmla="*/ 115 h 332"/>
                    <a:gd name="T38" fmla="*/ 110 w 258"/>
                    <a:gd name="T39" fmla="*/ 115 h 332"/>
                    <a:gd name="T40" fmla="*/ 110 w 258"/>
                    <a:gd name="T41" fmla="*/ 90 h 332"/>
                    <a:gd name="T42" fmla="*/ 148 w 258"/>
                    <a:gd name="T43" fmla="*/ 90 h 332"/>
                    <a:gd name="T44" fmla="*/ 148 w 258"/>
                    <a:gd name="T45" fmla="*/ 115 h 332"/>
                    <a:gd name="T46" fmla="*/ 195 w 258"/>
                    <a:gd name="T47" fmla="*/ 115 h 332"/>
                    <a:gd name="T48" fmla="*/ 158 w 258"/>
                    <a:gd name="T49" fmla="*/ 115 h 332"/>
                    <a:gd name="T50" fmla="*/ 158 w 258"/>
                    <a:gd name="T51" fmla="*/ 90 h 332"/>
                    <a:gd name="T52" fmla="*/ 195 w 258"/>
                    <a:gd name="T53" fmla="*/ 90 h 332"/>
                    <a:gd name="T54" fmla="*/ 195 w 258"/>
                    <a:gd name="T55" fmla="*/ 115 h 332"/>
                    <a:gd name="T56" fmla="*/ 243 w 258"/>
                    <a:gd name="T57" fmla="*/ 115 h 332"/>
                    <a:gd name="T58" fmla="*/ 205 w 258"/>
                    <a:gd name="T59" fmla="*/ 115 h 332"/>
                    <a:gd name="T60" fmla="*/ 205 w 258"/>
                    <a:gd name="T61" fmla="*/ 90 h 332"/>
                    <a:gd name="T62" fmla="*/ 243 w 258"/>
                    <a:gd name="T63" fmla="*/ 90 h 332"/>
                    <a:gd name="T64" fmla="*/ 243 w 258"/>
                    <a:gd name="T65" fmla="*/ 115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58" h="332">
                      <a:moveTo>
                        <a:pt x="258" y="0"/>
                      </a:moveTo>
                      <a:lnTo>
                        <a:pt x="0" y="80"/>
                      </a:lnTo>
                      <a:lnTo>
                        <a:pt x="0" y="80"/>
                      </a:lnTo>
                      <a:lnTo>
                        <a:pt x="0" y="332"/>
                      </a:lnTo>
                      <a:lnTo>
                        <a:pt x="110" y="332"/>
                      </a:lnTo>
                      <a:lnTo>
                        <a:pt x="258" y="332"/>
                      </a:lnTo>
                      <a:lnTo>
                        <a:pt x="258" y="80"/>
                      </a:lnTo>
                      <a:lnTo>
                        <a:pt x="258" y="0"/>
                      </a:lnTo>
                      <a:close/>
                      <a:moveTo>
                        <a:pt x="53" y="115"/>
                      </a:moveTo>
                      <a:lnTo>
                        <a:pt x="15" y="115"/>
                      </a:lnTo>
                      <a:lnTo>
                        <a:pt x="15" y="90"/>
                      </a:lnTo>
                      <a:lnTo>
                        <a:pt x="53" y="90"/>
                      </a:lnTo>
                      <a:lnTo>
                        <a:pt x="53" y="115"/>
                      </a:lnTo>
                      <a:close/>
                      <a:moveTo>
                        <a:pt x="100" y="115"/>
                      </a:moveTo>
                      <a:lnTo>
                        <a:pt x="63" y="115"/>
                      </a:lnTo>
                      <a:lnTo>
                        <a:pt x="63" y="90"/>
                      </a:lnTo>
                      <a:lnTo>
                        <a:pt x="100" y="90"/>
                      </a:lnTo>
                      <a:lnTo>
                        <a:pt x="100" y="115"/>
                      </a:lnTo>
                      <a:close/>
                      <a:moveTo>
                        <a:pt x="148" y="115"/>
                      </a:moveTo>
                      <a:lnTo>
                        <a:pt x="110" y="115"/>
                      </a:lnTo>
                      <a:lnTo>
                        <a:pt x="110" y="90"/>
                      </a:lnTo>
                      <a:lnTo>
                        <a:pt x="148" y="90"/>
                      </a:lnTo>
                      <a:lnTo>
                        <a:pt x="148" y="115"/>
                      </a:lnTo>
                      <a:close/>
                      <a:moveTo>
                        <a:pt x="195" y="115"/>
                      </a:moveTo>
                      <a:lnTo>
                        <a:pt x="158" y="115"/>
                      </a:lnTo>
                      <a:lnTo>
                        <a:pt x="158" y="90"/>
                      </a:lnTo>
                      <a:lnTo>
                        <a:pt x="195" y="90"/>
                      </a:lnTo>
                      <a:lnTo>
                        <a:pt x="195" y="115"/>
                      </a:lnTo>
                      <a:close/>
                      <a:moveTo>
                        <a:pt x="243" y="115"/>
                      </a:moveTo>
                      <a:lnTo>
                        <a:pt x="205" y="115"/>
                      </a:lnTo>
                      <a:lnTo>
                        <a:pt x="205" y="90"/>
                      </a:lnTo>
                      <a:lnTo>
                        <a:pt x="243" y="90"/>
                      </a:lnTo>
                      <a:lnTo>
                        <a:pt x="243" y="115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535" name="Freeform 550">
                  <a:extLst>
                    <a:ext uri="{FF2B5EF4-FFF2-40B4-BE49-F238E27FC236}">
                      <a16:creationId xmlns:a16="http://schemas.microsoft.com/office/drawing/2014/main" id="{B4477077-C2AC-4850-BB5B-4AC1A15FAD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45426" y="5281613"/>
                  <a:ext cx="217488" cy="627063"/>
                </a:xfrm>
                <a:custGeom>
                  <a:avLst/>
                  <a:gdLst>
                    <a:gd name="T0" fmla="*/ 45 w 55"/>
                    <a:gd name="T1" fmla="*/ 0 h 158"/>
                    <a:gd name="T2" fmla="*/ 10 w 55"/>
                    <a:gd name="T3" fmla="*/ 0 h 158"/>
                    <a:gd name="T4" fmla="*/ 0 w 55"/>
                    <a:gd name="T5" fmla="*/ 150 h 158"/>
                    <a:gd name="T6" fmla="*/ 27 w 55"/>
                    <a:gd name="T7" fmla="*/ 158 h 158"/>
                    <a:gd name="T8" fmla="*/ 55 w 55"/>
                    <a:gd name="T9" fmla="*/ 150 h 158"/>
                    <a:gd name="T10" fmla="*/ 45 w 55"/>
                    <a:gd name="T11" fmla="*/ 0 h 1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5" h="158">
                      <a:moveTo>
                        <a:pt x="45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0" y="150"/>
                        <a:pt x="0" y="150"/>
                        <a:pt x="0" y="150"/>
                      </a:cubicBezTo>
                      <a:cubicBezTo>
                        <a:pt x="0" y="154"/>
                        <a:pt x="12" y="158"/>
                        <a:pt x="27" y="158"/>
                      </a:cubicBezTo>
                      <a:cubicBezTo>
                        <a:pt x="43" y="158"/>
                        <a:pt x="55" y="154"/>
                        <a:pt x="55" y="150"/>
                      </a:cubicBezTo>
                      <a:lnTo>
                        <a:pt x="45" y="0"/>
                      </a:ln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536" name="Oval 551">
                  <a:extLst>
                    <a:ext uri="{FF2B5EF4-FFF2-40B4-BE49-F238E27FC236}">
                      <a16:creationId xmlns:a16="http://schemas.microsoft.com/office/drawing/2014/main" id="{5FD8B156-0967-4F41-BCF2-0A622F7275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85114" y="5260975"/>
                  <a:ext cx="138113" cy="39688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537" name="Freeform 552">
                  <a:extLst>
                    <a:ext uri="{FF2B5EF4-FFF2-40B4-BE49-F238E27FC236}">
                      <a16:creationId xmlns:a16="http://schemas.microsoft.com/office/drawing/2014/main" id="{6045C823-69A0-448C-955E-BB114A58A5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08926" y="4816475"/>
                  <a:ext cx="603250" cy="420688"/>
                </a:xfrm>
                <a:custGeom>
                  <a:avLst/>
                  <a:gdLst>
                    <a:gd name="T0" fmla="*/ 121 w 152"/>
                    <a:gd name="T1" fmla="*/ 0 h 106"/>
                    <a:gd name="T2" fmla="*/ 100 w 152"/>
                    <a:gd name="T3" fmla="*/ 6 h 106"/>
                    <a:gd name="T4" fmla="*/ 84 w 152"/>
                    <a:gd name="T5" fmla="*/ 4 h 106"/>
                    <a:gd name="T6" fmla="*/ 39 w 152"/>
                    <a:gd name="T7" fmla="*/ 36 h 106"/>
                    <a:gd name="T8" fmla="*/ 40 w 152"/>
                    <a:gd name="T9" fmla="*/ 42 h 106"/>
                    <a:gd name="T10" fmla="*/ 22 w 152"/>
                    <a:gd name="T11" fmla="*/ 55 h 106"/>
                    <a:gd name="T12" fmla="*/ 0 w 152"/>
                    <a:gd name="T13" fmla="*/ 76 h 106"/>
                    <a:gd name="T14" fmla="*/ 10 w 152"/>
                    <a:gd name="T15" fmla="*/ 92 h 106"/>
                    <a:gd name="T16" fmla="*/ 9 w 152"/>
                    <a:gd name="T17" fmla="*/ 95 h 106"/>
                    <a:gd name="T18" fmla="*/ 28 w 152"/>
                    <a:gd name="T19" fmla="*/ 106 h 106"/>
                    <a:gd name="T20" fmla="*/ 36 w 152"/>
                    <a:gd name="T21" fmla="*/ 105 h 106"/>
                    <a:gd name="T22" fmla="*/ 46 w 152"/>
                    <a:gd name="T23" fmla="*/ 106 h 106"/>
                    <a:gd name="T24" fmla="*/ 74 w 152"/>
                    <a:gd name="T25" fmla="*/ 87 h 106"/>
                    <a:gd name="T26" fmla="*/ 73 w 152"/>
                    <a:gd name="T27" fmla="*/ 84 h 106"/>
                    <a:gd name="T28" fmla="*/ 99 w 152"/>
                    <a:gd name="T29" fmla="*/ 69 h 106"/>
                    <a:gd name="T30" fmla="*/ 99 w 152"/>
                    <a:gd name="T31" fmla="*/ 67 h 106"/>
                    <a:gd name="T32" fmla="*/ 129 w 152"/>
                    <a:gd name="T33" fmla="*/ 40 h 106"/>
                    <a:gd name="T34" fmla="*/ 152 w 152"/>
                    <a:gd name="T35" fmla="*/ 20 h 106"/>
                    <a:gd name="T36" fmla="*/ 121 w 152"/>
                    <a:gd name="T37" fmla="*/ 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52" h="106">
                      <a:moveTo>
                        <a:pt x="121" y="0"/>
                      </a:moveTo>
                      <a:cubicBezTo>
                        <a:pt x="113" y="0"/>
                        <a:pt x="105" y="2"/>
                        <a:pt x="100" y="6"/>
                      </a:cubicBezTo>
                      <a:cubicBezTo>
                        <a:pt x="95" y="4"/>
                        <a:pt x="90" y="4"/>
                        <a:pt x="84" y="4"/>
                      </a:cubicBezTo>
                      <a:cubicBezTo>
                        <a:pt x="59" y="4"/>
                        <a:pt x="39" y="18"/>
                        <a:pt x="39" y="36"/>
                      </a:cubicBezTo>
                      <a:cubicBezTo>
                        <a:pt x="39" y="38"/>
                        <a:pt x="39" y="40"/>
                        <a:pt x="40" y="42"/>
                      </a:cubicBezTo>
                      <a:cubicBezTo>
                        <a:pt x="30" y="44"/>
                        <a:pt x="22" y="49"/>
                        <a:pt x="22" y="55"/>
                      </a:cubicBezTo>
                      <a:cubicBezTo>
                        <a:pt x="10" y="56"/>
                        <a:pt x="0" y="65"/>
                        <a:pt x="0" y="76"/>
                      </a:cubicBezTo>
                      <a:cubicBezTo>
                        <a:pt x="0" y="82"/>
                        <a:pt x="4" y="88"/>
                        <a:pt x="10" y="92"/>
                      </a:cubicBezTo>
                      <a:cubicBezTo>
                        <a:pt x="9" y="93"/>
                        <a:pt x="9" y="94"/>
                        <a:pt x="9" y="95"/>
                      </a:cubicBezTo>
                      <a:cubicBezTo>
                        <a:pt x="9" y="101"/>
                        <a:pt x="17" y="106"/>
                        <a:pt x="28" y="106"/>
                      </a:cubicBezTo>
                      <a:cubicBezTo>
                        <a:pt x="31" y="106"/>
                        <a:pt x="34" y="106"/>
                        <a:pt x="36" y="105"/>
                      </a:cubicBezTo>
                      <a:cubicBezTo>
                        <a:pt x="39" y="106"/>
                        <a:pt x="43" y="106"/>
                        <a:pt x="46" y="106"/>
                      </a:cubicBezTo>
                      <a:cubicBezTo>
                        <a:pt x="61" y="106"/>
                        <a:pt x="74" y="98"/>
                        <a:pt x="74" y="87"/>
                      </a:cubicBezTo>
                      <a:cubicBezTo>
                        <a:pt x="74" y="86"/>
                        <a:pt x="74" y="85"/>
                        <a:pt x="73" y="84"/>
                      </a:cubicBezTo>
                      <a:cubicBezTo>
                        <a:pt x="88" y="84"/>
                        <a:pt x="99" y="77"/>
                        <a:pt x="99" y="69"/>
                      </a:cubicBezTo>
                      <a:cubicBezTo>
                        <a:pt x="99" y="69"/>
                        <a:pt x="99" y="68"/>
                        <a:pt x="99" y="67"/>
                      </a:cubicBezTo>
                      <a:cubicBezTo>
                        <a:pt x="115" y="63"/>
                        <a:pt x="127" y="53"/>
                        <a:pt x="129" y="40"/>
                      </a:cubicBezTo>
                      <a:cubicBezTo>
                        <a:pt x="143" y="37"/>
                        <a:pt x="152" y="30"/>
                        <a:pt x="152" y="20"/>
                      </a:cubicBezTo>
                      <a:cubicBezTo>
                        <a:pt x="152" y="9"/>
                        <a:pt x="138" y="0"/>
                        <a:pt x="121" y="0"/>
                      </a:cubicBezTo>
                      <a:close/>
                    </a:path>
                  </a:pathLst>
                </a:cu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538" name="Oval 553">
                  <a:extLst>
                    <a:ext uri="{FF2B5EF4-FFF2-40B4-BE49-F238E27FC236}">
                      <a16:creationId xmlns:a16="http://schemas.microsoft.com/office/drawing/2014/main" id="{8249707A-D3CF-4847-B21C-66F8AD39F5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12176" y="4757738"/>
                  <a:ext cx="131763" cy="74613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539" name="Oval 554">
                  <a:extLst>
                    <a:ext uri="{FF2B5EF4-FFF2-40B4-BE49-F238E27FC236}">
                      <a16:creationId xmlns:a16="http://schemas.microsoft.com/office/drawing/2014/main" id="{1ECCFC76-CA80-40E8-8E0B-57D9F04336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43951" y="4792663"/>
                  <a:ext cx="87313" cy="63500"/>
                </a:xfrm>
                <a:prstGeom prst="ellipse">
                  <a:avLst/>
                </a:prstGeom>
                <a:grpFill/>
                <a:ln w="4763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</p:grpSp>
          <p:grpSp>
            <p:nvGrpSpPr>
              <p:cNvPr id="490" name="Group 489">
                <a:extLst>
                  <a:ext uri="{FF2B5EF4-FFF2-40B4-BE49-F238E27FC236}">
                    <a16:creationId xmlns:a16="http://schemas.microsoft.com/office/drawing/2014/main" id="{1CE4745C-DE90-4DCE-854B-DD0F233E5692}"/>
                  </a:ext>
                </a:extLst>
              </p:cNvPr>
              <p:cNvGrpSpPr/>
              <p:nvPr/>
            </p:nvGrpSpPr>
            <p:grpSpPr>
              <a:xfrm>
                <a:off x="6535102" y="3981829"/>
                <a:ext cx="527877" cy="494779"/>
                <a:chOff x="2856572" y="1268760"/>
                <a:chExt cx="4416422" cy="4829178"/>
              </a:xfrm>
            </p:grpSpPr>
            <p:sp>
              <p:nvSpPr>
                <p:cNvPr id="495" name="Freeform 10">
                  <a:extLst>
                    <a:ext uri="{FF2B5EF4-FFF2-40B4-BE49-F238E27FC236}">
                      <a16:creationId xmlns:a16="http://schemas.microsoft.com/office/drawing/2014/main" id="{2D6E41C8-2906-4C6C-A3F0-ED6885C36F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72121" y="3545236"/>
                  <a:ext cx="1088627" cy="763588"/>
                </a:xfrm>
                <a:custGeom>
                  <a:avLst/>
                  <a:gdLst>
                    <a:gd name="T0" fmla="*/ 0 w 633"/>
                    <a:gd name="T1" fmla="*/ 36 h 481"/>
                    <a:gd name="T2" fmla="*/ 608 w 633"/>
                    <a:gd name="T3" fmla="*/ 481 h 481"/>
                    <a:gd name="T4" fmla="*/ 633 w 633"/>
                    <a:gd name="T5" fmla="*/ 445 h 481"/>
                    <a:gd name="T6" fmla="*/ 28 w 633"/>
                    <a:gd name="T7" fmla="*/ 0 h 481"/>
                    <a:gd name="T8" fmla="*/ 0 w 633"/>
                    <a:gd name="T9" fmla="*/ 36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3" h="481">
                      <a:moveTo>
                        <a:pt x="0" y="36"/>
                      </a:moveTo>
                      <a:lnTo>
                        <a:pt x="608" y="481"/>
                      </a:lnTo>
                      <a:lnTo>
                        <a:pt x="633" y="445"/>
                      </a:lnTo>
                      <a:lnTo>
                        <a:pt x="28" y="0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grpSp>
              <p:nvGrpSpPr>
                <p:cNvPr id="496" name="Group 495">
                  <a:extLst>
                    <a:ext uri="{FF2B5EF4-FFF2-40B4-BE49-F238E27FC236}">
                      <a16:creationId xmlns:a16="http://schemas.microsoft.com/office/drawing/2014/main" id="{115711F9-3C54-4D6B-9837-3014BBD0BB5F}"/>
                    </a:ext>
                  </a:extLst>
                </p:cNvPr>
                <p:cNvGrpSpPr/>
                <p:nvPr/>
              </p:nvGrpSpPr>
              <p:grpSpPr>
                <a:xfrm>
                  <a:off x="2856572" y="1268760"/>
                  <a:ext cx="4416422" cy="4829178"/>
                  <a:chOff x="2856572" y="1268760"/>
                  <a:chExt cx="4416422" cy="4829178"/>
                </a:xfrm>
              </p:grpSpPr>
              <p:sp>
                <p:nvSpPr>
                  <p:cNvPr id="497" name="Freeform 13">
                    <a:extLst>
                      <a:ext uri="{FF2B5EF4-FFF2-40B4-BE49-F238E27FC236}">
                        <a16:creationId xmlns:a16="http://schemas.microsoft.com/office/drawing/2014/main" id="{80A3AF96-255A-462D-B2A5-81003904F5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05140" y="4608862"/>
                    <a:ext cx="1123023" cy="787400"/>
                  </a:xfrm>
                  <a:custGeom>
                    <a:avLst/>
                    <a:gdLst>
                      <a:gd name="T0" fmla="*/ 0 w 653"/>
                      <a:gd name="T1" fmla="*/ 34 h 496"/>
                      <a:gd name="T2" fmla="*/ 627 w 653"/>
                      <a:gd name="T3" fmla="*/ 496 h 496"/>
                      <a:gd name="T4" fmla="*/ 653 w 653"/>
                      <a:gd name="T5" fmla="*/ 459 h 496"/>
                      <a:gd name="T6" fmla="*/ 25 w 653"/>
                      <a:gd name="T7" fmla="*/ 0 h 496"/>
                      <a:gd name="T8" fmla="*/ 0 w 653"/>
                      <a:gd name="T9" fmla="*/ 34 h 4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3" h="496">
                        <a:moveTo>
                          <a:pt x="0" y="34"/>
                        </a:moveTo>
                        <a:lnTo>
                          <a:pt x="627" y="496"/>
                        </a:lnTo>
                        <a:lnTo>
                          <a:pt x="653" y="459"/>
                        </a:lnTo>
                        <a:lnTo>
                          <a:pt x="25" y="0"/>
                        </a:lnTo>
                        <a:lnTo>
                          <a:pt x="0" y="3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 sz="1400"/>
                  </a:p>
                </p:txBody>
              </p:sp>
              <p:grpSp>
                <p:nvGrpSpPr>
                  <p:cNvPr id="498" name="Group 497">
                    <a:extLst>
                      <a:ext uri="{FF2B5EF4-FFF2-40B4-BE49-F238E27FC236}">
                        <a16:creationId xmlns:a16="http://schemas.microsoft.com/office/drawing/2014/main" id="{BD361D9E-912C-473A-A762-545693D6E9D9}"/>
                      </a:ext>
                    </a:extLst>
                  </p:cNvPr>
                  <p:cNvGrpSpPr/>
                  <p:nvPr/>
                </p:nvGrpSpPr>
                <p:grpSpPr>
                  <a:xfrm>
                    <a:off x="2856572" y="1268760"/>
                    <a:ext cx="4416422" cy="4829178"/>
                    <a:chOff x="2856572" y="1268760"/>
                    <a:chExt cx="4416422" cy="4829178"/>
                  </a:xfrm>
                </p:grpSpPr>
                <p:sp>
                  <p:nvSpPr>
                    <p:cNvPr id="499" name="Freeform 12">
                      <a:extLst>
                        <a:ext uri="{FF2B5EF4-FFF2-40B4-BE49-F238E27FC236}">
                          <a16:creationId xmlns:a16="http://schemas.microsoft.com/office/drawing/2014/main" id="{3068B436-1DE3-41C1-89FB-B6B1D8B0CB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211767" y="3754787"/>
                      <a:ext cx="1102386" cy="769938"/>
                    </a:xfrm>
                    <a:custGeom>
                      <a:avLst/>
                      <a:gdLst>
                        <a:gd name="T0" fmla="*/ 0 w 641"/>
                        <a:gd name="T1" fmla="*/ 34 h 485"/>
                        <a:gd name="T2" fmla="*/ 616 w 641"/>
                        <a:gd name="T3" fmla="*/ 485 h 485"/>
                        <a:gd name="T4" fmla="*/ 641 w 641"/>
                        <a:gd name="T5" fmla="*/ 451 h 485"/>
                        <a:gd name="T6" fmla="*/ 25 w 641"/>
                        <a:gd name="T7" fmla="*/ 0 h 485"/>
                        <a:gd name="T8" fmla="*/ 0 w 641"/>
                        <a:gd name="T9" fmla="*/ 34 h 48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41" h="485">
                          <a:moveTo>
                            <a:pt x="0" y="34"/>
                          </a:moveTo>
                          <a:lnTo>
                            <a:pt x="616" y="485"/>
                          </a:lnTo>
                          <a:lnTo>
                            <a:pt x="641" y="451"/>
                          </a:lnTo>
                          <a:lnTo>
                            <a:pt x="25" y="0"/>
                          </a:lnTo>
                          <a:lnTo>
                            <a:pt x="0" y="3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500" name="Freeform 15">
                      <a:extLst>
                        <a:ext uri="{FF2B5EF4-FFF2-40B4-BE49-F238E27FC236}">
                          <a16:creationId xmlns:a16="http://schemas.microsoft.com/office/drawing/2014/main" id="{CE17B2CE-1244-41B6-8A46-3D13EF78DA7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930639" y="3388074"/>
                      <a:ext cx="1104106" cy="773113"/>
                    </a:xfrm>
                    <a:custGeom>
                      <a:avLst/>
                      <a:gdLst>
                        <a:gd name="T0" fmla="*/ 0 w 642"/>
                        <a:gd name="T1" fmla="*/ 37 h 487"/>
                        <a:gd name="T2" fmla="*/ 616 w 642"/>
                        <a:gd name="T3" fmla="*/ 487 h 487"/>
                        <a:gd name="T4" fmla="*/ 642 w 642"/>
                        <a:gd name="T5" fmla="*/ 451 h 487"/>
                        <a:gd name="T6" fmla="*/ 26 w 642"/>
                        <a:gd name="T7" fmla="*/ 0 h 487"/>
                        <a:gd name="T8" fmla="*/ 0 w 642"/>
                        <a:gd name="T9" fmla="*/ 37 h 48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42" h="487">
                          <a:moveTo>
                            <a:pt x="0" y="37"/>
                          </a:moveTo>
                          <a:lnTo>
                            <a:pt x="616" y="487"/>
                          </a:lnTo>
                          <a:lnTo>
                            <a:pt x="642" y="451"/>
                          </a:lnTo>
                          <a:lnTo>
                            <a:pt x="26" y="0"/>
                          </a:lnTo>
                          <a:lnTo>
                            <a:pt x="0" y="37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501" name="Freeform 21">
                      <a:extLst>
                        <a:ext uri="{FF2B5EF4-FFF2-40B4-BE49-F238E27FC236}">
                          <a16:creationId xmlns:a16="http://schemas.microsoft.com/office/drawing/2014/main" id="{FF34DE5B-F170-425E-8803-5BF13950784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619357" y="3818287"/>
                      <a:ext cx="1623482" cy="1644651"/>
                    </a:xfrm>
                    <a:custGeom>
                      <a:avLst/>
                      <a:gdLst>
                        <a:gd name="T0" fmla="*/ 332 w 334"/>
                        <a:gd name="T1" fmla="*/ 44 h 368"/>
                        <a:gd name="T2" fmla="*/ 295 w 334"/>
                        <a:gd name="T3" fmla="*/ 24 h 368"/>
                        <a:gd name="T4" fmla="*/ 145 w 334"/>
                        <a:gd name="T5" fmla="*/ 24 h 368"/>
                        <a:gd name="T6" fmla="*/ 39 w 334"/>
                        <a:gd name="T7" fmla="*/ 130 h 368"/>
                        <a:gd name="T8" fmla="*/ 108 w 334"/>
                        <a:gd name="T9" fmla="*/ 365 h 368"/>
                        <a:gd name="T10" fmla="*/ 105 w 334"/>
                        <a:gd name="T11" fmla="*/ 368 h 368"/>
                        <a:gd name="T12" fmla="*/ 36 w 334"/>
                        <a:gd name="T13" fmla="*/ 128 h 368"/>
                        <a:gd name="T14" fmla="*/ 144 w 334"/>
                        <a:gd name="T15" fmla="*/ 20 h 368"/>
                        <a:gd name="T16" fmla="*/ 297 w 334"/>
                        <a:gd name="T17" fmla="*/ 20 h 368"/>
                        <a:gd name="T18" fmla="*/ 334 w 334"/>
                        <a:gd name="T19" fmla="*/ 41 h 368"/>
                        <a:gd name="T20" fmla="*/ 332 w 334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8">
                          <a:moveTo>
                            <a:pt x="332" y="44"/>
                          </a:moveTo>
                          <a:cubicBezTo>
                            <a:pt x="321" y="36"/>
                            <a:pt x="308" y="30"/>
                            <a:pt x="295" y="24"/>
                          </a:cubicBezTo>
                          <a:cubicBezTo>
                            <a:pt x="247" y="4"/>
                            <a:pt x="194" y="4"/>
                            <a:pt x="145" y="24"/>
                          </a:cubicBezTo>
                          <a:cubicBezTo>
                            <a:pt x="97" y="44"/>
                            <a:pt x="59" y="81"/>
                            <a:pt x="39" y="130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5" y="368"/>
                            <a:pt x="105" y="368"/>
                            <a:pt x="105" y="368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0"/>
                            <a:pt x="144" y="20"/>
                          </a:cubicBezTo>
                          <a:cubicBezTo>
                            <a:pt x="193" y="0"/>
                            <a:pt x="247" y="0"/>
                            <a:pt x="297" y="20"/>
                          </a:cubicBezTo>
                          <a:cubicBezTo>
                            <a:pt x="310" y="26"/>
                            <a:pt x="323" y="33"/>
                            <a:pt x="334" y="41"/>
                          </a:cubicBezTo>
                          <a:lnTo>
                            <a:pt x="332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grpSp>
                  <p:nvGrpSpPr>
                    <p:cNvPr id="502" name="Group 501">
                      <a:extLst>
                        <a:ext uri="{FF2B5EF4-FFF2-40B4-BE49-F238E27FC236}">
                          <a16:creationId xmlns:a16="http://schemas.microsoft.com/office/drawing/2014/main" id="{FF5F64AC-F605-4686-BA16-7B4C442083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56572" y="1268760"/>
                      <a:ext cx="4416422" cy="4829178"/>
                      <a:chOff x="2856572" y="1268760"/>
                      <a:chExt cx="4416422" cy="4829178"/>
                    </a:xfrm>
                  </p:grpSpPr>
                  <p:sp>
                    <p:nvSpPr>
                      <p:cNvPr id="503" name="Freeform 9">
                        <a:extLst>
                          <a:ext uri="{FF2B5EF4-FFF2-40B4-BE49-F238E27FC236}">
                            <a16:creationId xmlns:a16="http://schemas.microsoft.com/office/drawing/2014/main" id="{19FB8E2F-91B2-4E9F-A76E-C031FC549D9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975354" y="4045299"/>
                        <a:ext cx="1621763" cy="1646239"/>
                      </a:xfrm>
                      <a:custGeom>
                        <a:avLst/>
                        <a:gdLst>
                          <a:gd name="T0" fmla="*/ 332 w 334"/>
                          <a:gd name="T1" fmla="*/ 44 h 368"/>
                          <a:gd name="T2" fmla="*/ 295 w 334"/>
                          <a:gd name="T3" fmla="*/ 24 h 368"/>
                          <a:gd name="T4" fmla="*/ 146 w 334"/>
                          <a:gd name="T5" fmla="*/ 24 h 368"/>
                          <a:gd name="T6" fmla="*/ 39 w 334"/>
                          <a:gd name="T7" fmla="*/ 130 h 368"/>
                          <a:gd name="T8" fmla="*/ 108 w 334"/>
                          <a:gd name="T9" fmla="*/ 365 h 368"/>
                          <a:gd name="T10" fmla="*/ 106 w 334"/>
                          <a:gd name="T11" fmla="*/ 368 h 368"/>
                          <a:gd name="T12" fmla="*/ 36 w 334"/>
                          <a:gd name="T13" fmla="*/ 128 h 368"/>
                          <a:gd name="T14" fmla="*/ 144 w 334"/>
                          <a:gd name="T15" fmla="*/ 20 h 368"/>
                          <a:gd name="T16" fmla="*/ 297 w 334"/>
                          <a:gd name="T17" fmla="*/ 20 h 368"/>
                          <a:gd name="T18" fmla="*/ 334 w 334"/>
                          <a:gd name="T19" fmla="*/ 41 h 36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</a:cxnLst>
                        <a:rect l="0" t="0" r="r" b="b"/>
                        <a:pathLst>
                          <a:path w="334" h="368">
                            <a:moveTo>
                              <a:pt x="332" y="44"/>
                            </a:moveTo>
                            <a:cubicBezTo>
                              <a:pt x="321" y="36"/>
                              <a:pt x="308" y="30"/>
                              <a:pt x="295" y="24"/>
                            </a:cubicBezTo>
                            <a:cubicBezTo>
                              <a:pt x="247" y="4"/>
                              <a:pt x="194" y="4"/>
                              <a:pt x="146" y="24"/>
                            </a:cubicBezTo>
                            <a:cubicBezTo>
                              <a:pt x="97" y="44"/>
                              <a:pt x="60" y="81"/>
                              <a:pt x="39" y="130"/>
                            </a:cubicBezTo>
                            <a:cubicBezTo>
                              <a:pt x="4" y="214"/>
                              <a:pt x="33" y="313"/>
                              <a:pt x="108" y="365"/>
                            </a:cubicBezTo>
                            <a:cubicBezTo>
                              <a:pt x="106" y="368"/>
                              <a:pt x="106" y="368"/>
                              <a:pt x="106" y="368"/>
                            </a:cubicBezTo>
                            <a:cubicBezTo>
                              <a:pt x="29" y="315"/>
                              <a:pt x="0" y="214"/>
                              <a:pt x="36" y="128"/>
                            </a:cubicBezTo>
                            <a:cubicBezTo>
                              <a:pt x="56" y="79"/>
                              <a:pt x="95" y="41"/>
                              <a:pt x="144" y="20"/>
                            </a:cubicBezTo>
                            <a:cubicBezTo>
                              <a:pt x="193" y="0"/>
                              <a:pt x="248" y="0"/>
                              <a:pt x="297" y="20"/>
                            </a:cubicBezTo>
                            <a:cubicBezTo>
                              <a:pt x="310" y="26"/>
                              <a:pt x="323" y="33"/>
                              <a:pt x="334" y="41"/>
                            </a:cubicBezTo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de-DE" sz="1400"/>
                      </a:p>
                    </p:txBody>
                  </p:sp>
                  <p:sp>
                    <p:nvSpPr>
                      <p:cNvPr id="504" name="Freeform 22">
                        <a:extLst>
                          <a:ext uri="{FF2B5EF4-FFF2-40B4-BE49-F238E27FC236}">
                            <a16:creationId xmlns:a16="http://schemas.microsoft.com/office/drawing/2014/main" id="{009E37F5-CA82-4152-BEC1-1C4F5B9949E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669231" y="3848449"/>
                        <a:ext cx="1626922" cy="1651001"/>
                      </a:xfrm>
                      <a:custGeom>
                        <a:avLst/>
                        <a:gdLst>
                          <a:gd name="T0" fmla="*/ 333 w 335"/>
                          <a:gd name="T1" fmla="*/ 45 h 369"/>
                          <a:gd name="T2" fmla="*/ 296 w 335"/>
                          <a:gd name="T3" fmla="*/ 24 h 369"/>
                          <a:gd name="T4" fmla="*/ 146 w 335"/>
                          <a:gd name="T5" fmla="*/ 24 h 369"/>
                          <a:gd name="T6" fmla="*/ 40 w 335"/>
                          <a:gd name="T7" fmla="*/ 130 h 369"/>
                          <a:gd name="T8" fmla="*/ 108 w 335"/>
                          <a:gd name="T9" fmla="*/ 365 h 369"/>
                          <a:gd name="T10" fmla="*/ 106 w 335"/>
                          <a:gd name="T11" fmla="*/ 369 h 369"/>
                          <a:gd name="T12" fmla="*/ 36 w 335"/>
                          <a:gd name="T13" fmla="*/ 128 h 369"/>
                          <a:gd name="T14" fmla="*/ 144 w 335"/>
                          <a:gd name="T15" fmla="*/ 20 h 369"/>
                          <a:gd name="T16" fmla="*/ 297 w 335"/>
                          <a:gd name="T17" fmla="*/ 21 h 369"/>
                          <a:gd name="T18" fmla="*/ 335 w 335"/>
                          <a:gd name="T19" fmla="*/ 41 h 369"/>
                          <a:gd name="T20" fmla="*/ 333 w 335"/>
                          <a:gd name="T21" fmla="*/ 45 h 36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</a:cxnLst>
                        <a:rect l="0" t="0" r="r" b="b"/>
                        <a:pathLst>
                          <a:path w="335" h="369">
                            <a:moveTo>
                              <a:pt x="333" y="45"/>
                            </a:moveTo>
                            <a:cubicBezTo>
                              <a:pt x="321" y="37"/>
                              <a:pt x="309" y="30"/>
                              <a:pt x="296" y="24"/>
                            </a:cubicBezTo>
                            <a:cubicBezTo>
                              <a:pt x="247" y="4"/>
                              <a:pt x="194" y="4"/>
                              <a:pt x="146" y="24"/>
                            </a:cubicBezTo>
                            <a:cubicBezTo>
                              <a:pt x="98" y="44"/>
                              <a:pt x="60" y="82"/>
                              <a:pt x="40" y="130"/>
                            </a:cubicBezTo>
                            <a:cubicBezTo>
                              <a:pt x="5" y="214"/>
                              <a:pt x="33" y="313"/>
                              <a:pt x="108" y="365"/>
                            </a:cubicBezTo>
                            <a:cubicBezTo>
                              <a:pt x="106" y="369"/>
                              <a:pt x="106" y="369"/>
                              <a:pt x="106" y="369"/>
                            </a:cubicBezTo>
                            <a:cubicBezTo>
                              <a:pt x="30" y="315"/>
                              <a:pt x="0" y="214"/>
                              <a:pt x="36" y="128"/>
                            </a:cubicBezTo>
                            <a:cubicBezTo>
                              <a:pt x="57" y="79"/>
                              <a:pt x="95" y="41"/>
                              <a:pt x="144" y="20"/>
                            </a:cubicBezTo>
                            <a:cubicBezTo>
                              <a:pt x="194" y="0"/>
                              <a:pt x="248" y="0"/>
                              <a:pt x="297" y="21"/>
                            </a:cubicBezTo>
                            <a:cubicBezTo>
                              <a:pt x="310" y="26"/>
                              <a:pt x="323" y="33"/>
                              <a:pt x="335" y="41"/>
                            </a:cubicBezTo>
                            <a:lnTo>
                              <a:pt x="333" y="45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de-DE" sz="1400"/>
                      </a:p>
                    </p:txBody>
                  </p:sp>
                  <p:grpSp>
                    <p:nvGrpSpPr>
                      <p:cNvPr id="505" name="Group 504">
                        <a:extLst>
                          <a:ext uri="{FF2B5EF4-FFF2-40B4-BE49-F238E27FC236}">
                            <a16:creationId xmlns:a16="http://schemas.microsoft.com/office/drawing/2014/main" id="{162B9A5E-A1E0-4E86-81FE-6B66C6EB10D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856572" y="1268760"/>
                        <a:ext cx="4416422" cy="4829178"/>
                        <a:chOff x="2856572" y="1268760"/>
                        <a:chExt cx="4416422" cy="4829178"/>
                      </a:xfrm>
                    </p:grpSpPr>
                    <p:sp>
                      <p:nvSpPr>
                        <p:cNvPr id="506" name="Freeform 5">
                          <a:extLst>
                            <a:ext uri="{FF2B5EF4-FFF2-40B4-BE49-F238E27FC236}">
                              <a16:creationId xmlns:a16="http://schemas.microsoft.com/office/drawing/2014/main" id="{BC7F32D1-DA2B-4464-9D43-7836B4EA9639}"/>
                            </a:ext>
                          </a:extLst>
                        </p:cNvPr>
                        <p:cNvSpPr>
                          <a:spLocks noEditPoints="1"/>
                        </p:cNvSpPr>
                        <p:nvPr/>
                      </p:nvSpPr>
                      <p:spPr bwMode="auto">
                        <a:xfrm>
                          <a:off x="2856572" y="1268760"/>
                          <a:ext cx="1147100" cy="4154490"/>
                        </a:xfrm>
                        <a:custGeom>
                          <a:avLst/>
                          <a:gdLst>
                            <a:gd name="T0" fmla="*/ 235 w 236"/>
                            <a:gd name="T1" fmla="*/ 86 h 929"/>
                            <a:gd name="T2" fmla="*/ 0 w 236"/>
                            <a:gd name="T3" fmla="*/ 102 h 929"/>
                            <a:gd name="T4" fmla="*/ 0 w 236"/>
                            <a:gd name="T5" fmla="*/ 873 h 929"/>
                            <a:gd name="T6" fmla="*/ 236 w 236"/>
                            <a:gd name="T7" fmla="*/ 873 h 929"/>
                            <a:gd name="T8" fmla="*/ 235 w 236"/>
                            <a:gd name="T9" fmla="*/ 86 h 929"/>
                            <a:gd name="T10" fmla="*/ 101 w 236"/>
                            <a:gd name="T11" fmla="*/ 292 h 929"/>
                            <a:gd name="T12" fmla="*/ 101 w 236"/>
                            <a:gd name="T13" fmla="*/ 292 h 929"/>
                            <a:gd name="T14" fmla="*/ 65 w 236"/>
                            <a:gd name="T15" fmla="*/ 252 h 929"/>
                            <a:gd name="T16" fmla="*/ 102 w 236"/>
                            <a:gd name="T17" fmla="*/ 211 h 929"/>
                            <a:gd name="T18" fmla="*/ 137 w 236"/>
                            <a:gd name="T19" fmla="*/ 251 h 929"/>
                            <a:gd name="T20" fmla="*/ 101 w 236"/>
                            <a:gd name="T21" fmla="*/ 292 h 929"/>
                            <a:gd name="T22" fmla="*/ 175 w 236"/>
                            <a:gd name="T23" fmla="*/ 307 h 929"/>
                            <a:gd name="T24" fmla="*/ 144 w 236"/>
                            <a:gd name="T25" fmla="*/ 307 h 929"/>
                            <a:gd name="T26" fmla="*/ 144 w 236"/>
                            <a:gd name="T27" fmla="*/ 303 h 929"/>
                            <a:gd name="T28" fmla="*/ 149 w 236"/>
                            <a:gd name="T29" fmla="*/ 298 h 929"/>
                            <a:gd name="T30" fmla="*/ 167 w 236"/>
                            <a:gd name="T31" fmla="*/ 273 h 929"/>
                            <a:gd name="T32" fmla="*/ 158 w 236"/>
                            <a:gd name="T33" fmla="*/ 264 h 929"/>
                            <a:gd name="T34" fmla="*/ 147 w 236"/>
                            <a:gd name="T35" fmla="*/ 268 h 929"/>
                            <a:gd name="T36" fmla="*/ 145 w 236"/>
                            <a:gd name="T37" fmla="*/ 263 h 929"/>
                            <a:gd name="T38" fmla="*/ 159 w 236"/>
                            <a:gd name="T39" fmla="*/ 258 h 929"/>
                            <a:gd name="T40" fmla="*/ 174 w 236"/>
                            <a:gd name="T41" fmla="*/ 272 h 929"/>
                            <a:gd name="T42" fmla="*/ 157 w 236"/>
                            <a:gd name="T43" fmla="*/ 298 h 929"/>
                            <a:gd name="T44" fmla="*/ 153 w 236"/>
                            <a:gd name="T45" fmla="*/ 302 h 929"/>
                            <a:gd name="T46" fmla="*/ 153 w 236"/>
                            <a:gd name="T47" fmla="*/ 302 h 929"/>
                            <a:gd name="T48" fmla="*/ 175 w 236"/>
                            <a:gd name="T49" fmla="*/ 302 h 929"/>
                            <a:gd name="T50" fmla="*/ 175 w 236"/>
                            <a:gd name="T51" fmla="*/ 307 h 92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</a:cxnLst>
                          <a:rect l="0" t="0" r="r" b="b"/>
                          <a:pathLst>
                            <a:path w="236" h="929">
                              <a:moveTo>
                                <a:pt x="235" y="86"/>
                              </a:moveTo>
                              <a:cubicBezTo>
                                <a:pt x="232" y="0"/>
                                <a:pt x="0" y="0"/>
                                <a:pt x="0" y="102"/>
                              </a:cubicBezTo>
                              <a:cubicBezTo>
                                <a:pt x="0" y="873"/>
                                <a:pt x="0" y="873"/>
                                <a:pt x="0" y="873"/>
                              </a:cubicBezTo>
                              <a:cubicBezTo>
                                <a:pt x="49" y="929"/>
                                <a:pt x="229" y="913"/>
                                <a:pt x="236" y="873"/>
                              </a:cubicBezTo>
                              <a:lnTo>
                                <a:pt x="235" y="86"/>
                              </a:lnTo>
                              <a:close/>
                              <a:moveTo>
                                <a:pt x="101" y="292"/>
                              </a:moveTo>
                              <a:cubicBezTo>
                                <a:pt x="101" y="292"/>
                                <a:pt x="101" y="292"/>
                                <a:pt x="101" y="292"/>
                              </a:cubicBezTo>
                              <a:cubicBezTo>
                                <a:pt x="80" y="292"/>
                                <a:pt x="65" y="276"/>
                                <a:pt x="65" y="252"/>
                              </a:cubicBezTo>
                              <a:cubicBezTo>
                                <a:pt x="65" y="227"/>
                                <a:pt x="81" y="211"/>
                                <a:pt x="102" y="211"/>
                              </a:cubicBezTo>
                              <a:cubicBezTo>
                                <a:pt x="123" y="211"/>
                                <a:pt x="137" y="228"/>
                                <a:pt x="137" y="251"/>
                              </a:cubicBezTo>
                              <a:cubicBezTo>
                                <a:pt x="137" y="278"/>
                                <a:pt x="121" y="292"/>
                                <a:pt x="101" y="292"/>
                              </a:cubicBezTo>
                              <a:close/>
                              <a:moveTo>
                                <a:pt x="175" y="307"/>
                              </a:moveTo>
                              <a:cubicBezTo>
                                <a:pt x="144" y="307"/>
                                <a:pt x="144" y="307"/>
                                <a:pt x="144" y="307"/>
                              </a:cubicBezTo>
                              <a:cubicBezTo>
                                <a:pt x="144" y="303"/>
                                <a:pt x="144" y="303"/>
                                <a:pt x="144" y="303"/>
                              </a:cubicBezTo>
                              <a:cubicBezTo>
                                <a:pt x="149" y="298"/>
                                <a:pt x="149" y="298"/>
                                <a:pt x="149" y="298"/>
                              </a:cubicBezTo>
                              <a:cubicBezTo>
                                <a:pt x="162" y="287"/>
                                <a:pt x="167" y="280"/>
                                <a:pt x="167" y="273"/>
                              </a:cubicBezTo>
                              <a:cubicBezTo>
                                <a:pt x="167" y="268"/>
                                <a:pt x="165" y="264"/>
                                <a:pt x="158" y="264"/>
                              </a:cubicBezTo>
                              <a:cubicBezTo>
                                <a:pt x="153" y="264"/>
                                <a:pt x="150" y="266"/>
                                <a:pt x="147" y="268"/>
                              </a:cubicBezTo>
                              <a:cubicBezTo>
                                <a:pt x="145" y="263"/>
                                <a:pt x="145" y="263"/>
                                <a:pt x="145" y="263"/>
                              </a:cubicBezTo>
                              <a:cubicBezTo>
                                <a:pt x="149" y="260"/>
                                <a:pt x="153" y="258"/>
                                <a:pt x="159" y="258"/>
                              </a:cubicBezTo>
                              <a:cubicBezTo>
                                <a:pt x="169" y="258"/>
                                <a:pt x="174" y="265"/>
                                <a:pt x="174" y="272"/>
                              </a:cubicBezTo>
                              <a:cubicBezTo>
                                <a:pt x="174" y="281"/>
                                <a:pt x="167" y="288"/>
                                <a:pt x="157" y="298"/>
                              </a:cubicBezTo>
                              <a:cubicBezTo>
                                <a:pt x="153" y="302"/>
                                <a:pt x="153" y="302"/>
                                <a:pt x="153" y="302"/>
                              </a:cubicBezTo>
                              <a:cubicBezTo>
                                <a:pt x="153" y="302"/>
                                <a:pt x="153" y="302"/>
                                <a:pt x="153" y="302"/>
                              </a:cubicBezTo>
                              <a:cubicBezTo>
                                <a:pt x="175" y="302"/>
                                <a:pt x="175" y="302"/>
                                <a:pt x="175" y="302"/>
                              </a:cubicBezTo>
                              <a:lnTo>
                                <a:pt x="175" y="307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 w="17463" cap="flat">
                          <a:solidFill>
                            <a:srgbClr val="FFFFFF"/>
                          </a:solidFill>
                          <a:prstDash val="solid"/>
                          <a:miter lim="800000"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07" name="Freeform 6">
                          <a:extLst>
                            <a:ext uri="{FF2B5EF4-FFF2-40B4-BE49-F238E27FC236}">
                              <a16:creationId xmlns:a16="http://schemas.microsoft.com/office/drawing/2014/main" id="{AB9CE277-F015-4308-B034-3DAE80ACDC1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224607" y="2248248"/>
                          <a:ext cx="244210" cy="290513"/>
                        </a:xfrm>
                        <a:custGeom>
                          <a:avLst/>
                          <a:gdLst>
                            <a:gd name="T0" fmla="*/ 25 w 50"/>
                            <a:gd name="T1" fmla="*/ 0 h 65"/>
                            <a:gd name="T2" fmla="*/ 0 w 50"/>
                            <a:gd name="T3" fmla="*/ 33 h 65"/>
                            <a:gd name="T4" fmla="*/ 25 w 50"/>
                            <a:gd name="T5" fmla="*/ 65 h 65"/>
                            <a:gd name="T6" fmla="*/ 25 w 50"/>
                            <a:gd name="T7" fmla="*/ 65 h 65"/>
                            <a:gd name="T8" fmla="*/ 50 w 50"/>
                            <a:gd name="T9" fmla="*/ 32 h 65"/>
                            <a:gd name="T10" fmla="*/ 25 w 50"/>
                            <a:gd name="T11" fmla="*/ 0 h 6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50" h="65">
                              <a:moveTo>
                                <a:pt x="25" y="0"/>
                              </a:moveTo>
                              <a:cubicBezTo>
                                <a:pt x="8" y="0"/>
                                <a:pt x="0" y="16"/>
                                <a:pt x="0" y="33"/>
                              </a:cubicBezTo>
                              <a:cubicBezTo>
                                <a:pt x="0" y="50"/>
                                <a:pt x="9" y="65"/>
                                <a:pt x="25" y="65"/>
                              </a:cubicBezTo>
                              <a:cubicBezTo>
                                <a:pt x="25" y="65"/>
                                <a:pt x="25" y="65"/>
                                <a:pt x="25" y="65"/>
                              </a:cubicBezTo>
                              <a:cubicBezTo>
                                <a:pt x="41" y="65"/>
                                <a:pt x="50" y="50"/>
                                <a:pt x="50" y="32"/>
                              </a:cubicBezTo>
                              <a:cubicBezTo>
                                <a:pt x="50" y="17"/>
                                <a:pt x="42" y="0"/>
                                <a:pt x="25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 w="17463" cap="flat">
                          <a:solidFill>
                            <a:srgbClr val="FFFFFF"/>
                          </a:solidFill>
                          <a:prstDash val="solid"/>
                          <a:miter lim="800000"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08" name="Freeform 7">
                          <a:extLst>
                            <a:ext uri="{FF2B5EF4-FFF2-40B4-BE49-F238E27FC236}">
                              <a16:creationId xmlns:a16="http://schemas.microsoft.com/office/drawing/2014/main" id="{76A0480E-9037-46D6-8D71-671C4B0646CF}"/>
                            </a:ext>
                          </a:extLst>
                        </p:cNvPr>
                        <p:cNvSpPr>
                          <a:spLocks noEditPoints="1"/>
                        </p:cNvSpPr>
                        <p:nvPr/>
                      </p:nvSpPr>
                      <p:spPr bwMode="auto">
                        <a:xfrm>
                          <a:off x="3740544" y="1886298"/>
                          <a:ext cx="1147100" cy="4152903"/>
                        </a:xfrm>
                        <a:custGeom>
                          <a:avLst/>
                          <a:gdLst>
                            <a:gd name="T0" fmla="*/ 235 w 236"/>
                            <a:gd name="T1" fmla="*/ 86 h 929"/>
                            <a:gd name="T2" fmla="*/ 0 w 236"/>
                            <a:gd name="T3" fmla="*/ 102 h 929"/>
                            <a:gd name="T4" fmla="*/ 0 w 236"/>
                            <a:gd name="T5" fmla="*/ 872 h 929"/>
                            <a:gd name="T6" fmla="*/ 236 w 236"/>
                            <a:gd name="T7" fmla="*/ 872 h 929"/>
                            <a:gd name="T8" fmla="*/ 235 w 236"/>
                            <a:gd name="T9" fmla="*/ 86 h 929"/>
                            <a:gd name="T10" fmla="*/ 129 w 236"/>
                            <a:gd name="T11" fmla="*/ 296 h 929"/>
                            <a:gd name="T12" fmla="*/ 119 w 236"/>
                            <a:gd name="T13" fmla="*/ 296 h 929"/>
                            <a:gd name="T14" fmla="*/ 119 w 236"/>
                            <a:gd name="T15" fmla="*/ 260 h 929"/>
                            <a:gd name="T16" fmla="*/ 82 w 236"/>
                            <a:gd name="T17" fmla="*/ 260 h 929"/>
                            <a:gd name="T18" fmla="*/ 82 w 236"/>
                            <a:gd name="T19" fmla="*/ 296 h 929"/>
                            <a:gd name="T20" fmla="*/ 72 w 236"/>
                            <a:gd name="T21" fmla="*/ 296 h 929"/>
                            <a:gd name="T22" fmla="*/ 72 w 236"/>
                            <a:gd name="T23" fmla="*/ 219 h 929"/>
                            <a:gd name="T24" fmla="*/ 82 w 236"/>
                            <a:gd name="T25" fmla="*/ 219 h 929"/>
                            <a:gd name="T26" fmla="*/ 82 w 236"/>
                            <a:gd name="T27" fmla="*/ 251 h 929"/>
                            <a:gd name="T28" fmla="*/ 119 w 236"/>
                            <a:gd name="T29" fmla="*/ 251 h 929"/>
                            <a:gd name="T30" fmla="*/ 119 w 236"/>
                            <a:gd name="T31" fmla="*/ 219 h 929"/>
                            <a:gd name="T32" fmla="*/ 129 w 236"/>
                            <a:gd name="T33" fmla="*/ 219 h 929"/>
                            <a:gd name="T34" fmla="*/ 129 w 236"/>
                            <a:gd name="T35" fmla="*/ 296 h 929"/>
                            <a:gd name="T36" fmla="*/ 175 w 236"/>
                            <a:gd name="T37" fmla="*/ 307 h 929"/>
                            <a:gd name="T38" fmla="*/ 144 w 236"/>
                            <a:gd name="T39" fmla="*/ 307 h 929"/>
                            <a:gd name="T40" fmla="*/ 144 w 236"/>
                            <a:gd name="T41" fmla="*/ 303 h 929"/>
                            <a:gd name="T42" fmla="*/ 149 w 236"/>
                            <a:gd name="T43" fmla="*/ 298 h 929"/>
                            <a:gd name="T44" fmla="*/ 167 w 236"/>
                            <a:gd name="T45" fmla="*/ 273 h 929"/>
                            <a:gd name="T46" fmla="*/ 158 w 236"/>
                            <a:gd name="T47" fmla="*/ 263 h 929"/>
                            <a:gd name="T48" fmla="*/ 147 w 236"/>
                            <a:gd name="T49" fmla="*/ 268 h 929"/>
                            <a:gd name="T50" fmla="*/ 145 w 236"/>
                            <a:gd name="T51" fmla="*/ 263 h 929"/>
                            <a:gd name="T52" fmla="*/ 159 w 236"/>
                            <a:gd name="T53" fmla="*/ 258 h 929"/>
                            <a:gd name="T54" fmla="*/ 174 w 236"/>
                            <a:gd name="T55" fmla="*/ 272 h 929"/>
                            <a:gd name="T56" fmla="*/ 157 w 236"/>
                            <a:gd name="T57" fmla="*/ 298 h 929"/>
                            <a:gd name="T58" fmla="*/ 153 w 236"/>
                            <a:gd name="T59" fmla="*/ 302 h 929"/>
                            <a:gd name="T60" fmla="*/ 153 w 236"/>
                            <a:gd name="T61" fmla="*/ 302 h 929"/>
                            <a:gd name="T62" fmla="*/ 175 w 236"/>
                            <a:gd name="T63" fmla="*/ 302 h 929"/>
                            <a:gd name="T64" fmla="*/ 175 w 236"/>
                            <a:gd name="T65" fmla="*/ 307 h 92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  <a:cxn ang="0">
                              <a:pos x="T64" y="T65"/>
                            </a:cxn>
                          </a:cxnLst>
                          <a:rect l="0" t="0" r="r" b="b"/>
                          <a:pathLst>
                            <a:path w="236" h="929">
                              <a:moveTo>
                                <a:pt x="235" y="86"/>
                              </a:moveTo>
                              <a:cubicBezTo>
                                <a:pt x="231" y="0"/>
                                <a:pt x="0" y="0"/>
                                <a:pt x="0" y="102"/>
                              </a:cubicBezTo>
                              <a:cubicBezTo>
                                <a:pt x="0" y="872"/>
                                <a:pt x="0" y="872"/>
                                <a:pt x="0" y="872"/>
                              </a:cubicBezTo>
                              <a:cubicBezTo>
                                <a:pt x="49" y="929"/>
                                <a:pt x="229" y="913"/>
                                <a:pt x="236" y="872"/>
                              </a:cubicBezTo>
                              <a:lnTo>
                                <a:pt x="235" y="86"/>
                              </a:lnTo>
                              <a:close/>
                              <a:moveTo>
                                <a:pt x="129" y="296"/>
                              </a:moveTo>
                              <a:cubicBezTo>
                                <a:pt x="119" y="296"/>
                                <a:pt x="119" y="296"/>
                                <a:pt x="119" y="296"/>
                              </a:cubicBezTo>
                              <a:cubicBezTo>
                                <a:pt x="119" y="260"/>
                                <a:pt x="119" y="260"/>
                                <a:pt x="119" y="260"/>
                              </a:cubicBezTo>
                              <a:cubicBezTo>
                                <a:pt x="82" y="260"/>
                                <a:pt x="82" y="260"/>
                                <a:pt x="82" y="260"/>
                              </a:cubicBezTo>
                              <a:cubicBezTo>
                                <a:pt x="82" y="296"/>
                                <a:pt x="82" y="296"/>
                                <a:pt x="82" y="296"/>
                              </a:cubicBezTo>
                              <a:cubicBezTo>
                                <a:pt x="72" y="296"/>
                                <a:pt x="72" y="296"/>
                                <a:pt x="72" y="296"/>
                              </a:cubicBezTo>
                              <a:cubicBezTo>
                                <a:pt x="72" y="219"/>
                                <a:pt x="72" y="219"/>
                                <a:pt x="72" y="219"/>
                              </a:cubicBezTo>
                              <a:cubicBezTo>
                                <a:pt x="82" y="219"/>
                                <a:pt x="82" y="219"/>
                                <a:pt x="82" y="219"/>
                              </a:cubicBezTo>
                              <a:cubicBezTo>
                                <a:pt x="82" y="251"/>
                                <a:pt x="82" y="251"/>
                                <a:pt x="82" y="251"/>
                              </a:cubicBezTo>
                              <a:cubicBezTo>
                                <a:pt x="119" y="251"/>
                                <a:pt x="119" y="251"/>
                                <a:pt x="119" y="251"/>
                              </a:cubicBezTo>
                              <a:cubicBezTo>
                                <a:pt x="119" y="219"/>
                                <a:pt x="119" y="219"/>
                                <a:pt x="119" y="219"/>
                              </a:cubicBezTo>
                              <a:cubicBezTo>
                                <a:pt x="129" y="219"/>
                                <a:pt x="129" y="219"/>
                                <a:pt x="129" y="219"/>
                              </a:cubicBezTo>
                              <a:lnTo>
                                <a:pt x="129" y="296"/>
                              </a:lnTo>
                              <a:close/>
                              <a:moveTo>
                                <a:pt x="175" y="307"/>
                              </a:moveTo>
                              <a:cubicBezTo>
                                <a:pt x="144" y="307"/>
                                <a:pt x="144" y="307"/>
                                <a:pt x="144" y="307"/>
                              </a:cubicBezTo>
                              <a:cubicBezTo>
                                <a:pt x="144" y="303"/>
                                <a:pt x="144" y="303"/>
                                <a:pt x="144" y="303"/>
                              </a:cubicBezTo>
                              <a:cubicBezTo>
                                <a:pt x="149" y="298"/>
                                <a:pt x="149" y="298"/>
                                <a:pt x="149" y="298"/>
                              </a:cubicBezTo>
                              <a:cubicBezTo>
                                <a:pt x="162" y="286"/>
                                <a:pt x="167" y="280"/>
                                <a:pt x="167" y="273"/>
                              </a:cubicBezTo>
                              <a:cubicBezTo>
                                <a:pt x="167" y="268"/>
                                <a:pt x="165" y="263"/>
                                <a:pt x="158" y="263"/>
                              </a:cubicBezTo>
                              <a:cubicBezTo>
                                <a:pt x="153" y="263"/>
                                <a:pt x="150" y="266"/>
                                <a:pt x="147" y="268"/>
                              </a:cubicBezTo>
                              <a:cubicBezTo>
                                <a:pt x="145" y="263"/>
                                <a:pt x="145" y="263"/>
                                <a:pt x="145" y="263"/>
                              </a:cubicBezTo>
                              <a:cubicBezTo>
                                <a:pt x="149" y="260"/>
                                <a:pt x="153" y="258"/>
                                <a:pt x="159" y="258"/>
                              </a:cubicBezTo>
                              <a:cubicBezTo>
                                <a:pt x="169" y="258"/>
                                <a:pt x="174" y="265"/>
                                <a:pt x="174" y="272"/>
                              </a:cubicBezTo>
                              <a:cubicBezTo>
                                <a:pt x="174" y="281"/>
                                <a:pt x="167" y="288"/>
                                <a:pt x="157" y="298"/>
                              </a:cubicBezTo>
                              <a:cubicBezTo>
                                <a:pt x="153" y="302"/>
                                <a:pt x="153" y="302"/>
                                <a:pt x="153" y="302"/>
                              </a:cubicBezTo>
                              <a:cubicBezTo>
                                <a:pt x="153" y="302"/>
                                <a:pt x="153" y="302"/>
                                <a:pt x="153" y="302"/>
                              </a:cubicBezTo>
                              <a:cubicBezTo>
                                <a:pt x="175" y="302"/>
                                <a:pt x="175" y="302"/>
                                <a:pt x="175" y="302"/>
                              </a:cubicBezTo>
                              <a:lnTo>
                                <a:pt x="175" y="307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 w="9525" cap="flat">
                          <a:solidFill>
                            <a:srgbClr val="FFFFFF"/>
                          </a:solidFill>
                          <a:prstDash val="solid"/>
                          <a:miter lim="800000"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09" name="Freeform 8">
                          <a:extLst>
                            <a:ext uri="{FF2B5EF4-FFF2-40B4-BE49-F238E27FC236}">
                              <a16:creationId xmlns:a16="http://schemas.microsoft.com/office/drawing/2014/main" id="{6DC845A0-882B-4F3B-850C-A86B0B33BF6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876408" y="3205511"/>
                          <a:ext cx="2075787" cy="2025651"/>
                        </a:xfrm>
                        <a:custGeom>
                          <a:avLst/>
                          <a:gdLst>
                            <a:gd name="T0" fmla="*/ 311 w 427"/>
                            <a:gd name="T1" fmla="*/ 44 h 453"/>
                            <a:gd name="T2" fmla="*/ 359 w 427"/>
                            <a:gd name="T3" fmla="*/ 72 h 453"/>
                            <a:gd name="T4" fmla="*/ 427 w 427"/>
                            <a:gd name="T5" fmla="*/ 147 h 453"/>
                            <a:gd name="T6" fmla="*/ 376 w 427"/>
                            <a:gd name="T7" fmla="*/ 100 h 453"/>
                            <a:gd name="T8" fmla="*/ 82 w 427"/>
                            <a:gd name="T9" fmla="*/ 134 h 453"/>
                            <a:gd name="T10" fmla="*/ 151 w 427"/>
                            <a:gd name="T11" fmla="*/ 422 h 453"/>
                            <a:gd name="T12" fmla="*/ 214 w 427"/>
                            <a:gd name="T13" fmla="*/ 453 h 453"/>
                            <a:gd name="T14" fmla="*/ 162 w 427"/>
                            <a:gd name="T15" fmla="*/ 439 h 453"/>
                            <a:gd name="T16" fmla="*/ 124 w 427"/>
                            <a:gd name="T17" fmla="*/ 418 h 453"/>
                            <a:gd name="T18" fmla="*/ 124 w 427"/>
                            <a:gd name="T19" fmla="*/ 418 h 453"/>
                            <a:gd name="T20" fmla="*/ 102 w 427"/>
                            <a:gd name="T21" fmla="*/ 403 h 453"/>
                            <a:gd name="T22" fmla="*/ 102 w 427"/>
                            <a:gd name="T23" fmla="*/ 402 h 453"/>
                            <a:gd name="T24" fmla="*/ 37 w 427"/>
                            <a:gd name="T25" fmla="*/ 157 h 453"/>
                            <a:gd name="T26" fmla="*/ 311 w 427"/>
                            <a:gd name="T27" fmla="*/ 44 h 453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</a:cxnLst>
                          <a:rect l="0" t="0" r="r" b="b"/>
                          <a:pathLst>
                            <a:path w="427" h="453">
                              <a:moveTo>
                                <a:pt x="311" y="44"/>
                              </a:moveTo>
                              <a:cubicBezTo>
                                <a:pt x="328" y="52"/>
                                <a:pt x="344" y="61"/>
                                <a:pt x="359" y="72"/>
                              </a:cubicBezTo>
                              <a:cubicBezTo>
                                <a:pt x="388" y="92"/>
                                <a:pt x="411" y="118"/>
                                <a:pt x="427" y="147"/>
                              </a:cubicBezTo>
                              <a:cubicBezTo>
                                <a:pt x="413" y="130"/>
                                <a:pt x="396" y="114"/>
                                <a:pt x="376" y="100"/>
                              </a:cubicBezTo>
                              <a:cubicBezTo>
                                <a:pt x="276" y="30"/>
                                <a:pt x="144" y="45"/>
                                <a:pt x="82" y="134"/>
                              </a:cubicBezTo>
                              <a:cubicBezTo>
                                <a:pt x="20" y="223"/>
                                <a:pt x="51" y="352"/>
                                <a:pt x="151" y="422"/>
                              </a:cubicBezTo>
                              <a:cubicBezTo>
                                <a:pt x="171" y="436"/>
                                <a:pt x="192" y="446"/>
                                <a:pt x="214" y="453"/>
                              </a:cubicBezTo>
                              <a:cubicBezTo>
                                <a:pt x="197" y="451"/>
                                <a:pt x="179" y="446"/>
                                <a:pt x="162" y="439"/>
                              </a:cubicBezTo>
                              <a:cubicBezTo>
                                <a:pt x="148" y="434"/>
                                <a:pt x="136" y="427"/>
                                <a:pt x="124" y="418"/>
                              </a:cubicBezTo>
                              <a:cubicBezTo>
                                <a:pt x="124" y="418"/>
                                <a:pt x="124" y="418"/>
                                <a:pt x="124" y="418"/>
                              </a:cubicBezTo>
                              <a:cubicBezTo>
                                <a:pt x="102" y="403"/>
                                <a:pt x="102" y="403"/>
                                <a:pt x="102" y="403"/>
                              </a:cubicBezTo>
                              <a:cubicBezTo>
                                <a:pt x="102" y="402"/>
                                <a:pt x="102" y="402"/>
                                <a:pt x="102" y="402"/>
                              </a:cubicBezTo>
                              <a:cubicBezTo>
                                <a:pt x="29" y="346"/>
                                <a:pt x="0" y="246"/>
                                <a:pt x="37" y="157"/>
                              </a:cubicBezTo>
                              <a:cubicBezTo>
                                <a:pt x="82" y="51"/>
                                <a:pt x="204" y="0"/>
                                <a:pt x="311" y="44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10" name="Freeform 11">
                          <a:extLst>
                            <a:ext uri="{FF2B5EF4-FFF2-40B4-BE49-F238E27FC236}">
                              <a16:creationId xmlns:a16="http://schemas.microsoft.com/office/drawing/2014/main" id="{261960FF-EDFC-49A3-AA06-F41304DCA85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547126" y="3508724"/>
                          <a:ext cx="1107545" cy="777875"/>
                        </a:xfrm>
                        <a:custGeom>
                          <a:avLst/>
                          <a:gdLst>
                            <a:gd name="T0" fmla="*/ 0 w 644"/>
                            <a:gd name="T1" fmla="*/ 37 h 490"/>
                            <a:gd name="T2" fmla="*/ 616 w 644"/>
                            <a:gd name="T3" fmla="*/ 490 h 490"/>
                            <a:gd name="T4" fmla="*/ 644 w 644"/>
                            <a:gd name="T5" fmla="*/ 454 h 490"/>
                            <a:gd name="T6" fmla="*/ 25 w 644"/>
                            <a:gd name="T7" fmla="*/ 0 h 490"/>
                            <a:gd name="T8" fmla="*/ 0 w 644"/>
                            <a:gd name="T9" fmla="*/ 37 h 49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644" h="490">
                              <a:moveTo>
                                <a:pt x="0" y="37"/>
                              </a:moveTo>
                              <a:lnTo>
                                <a:pt x="616" y="490"/>
                              </a:lnTo>
                              <a:lnTo>
                                <a:pt x="644" y="454"/>
                              </a:lnTo>
                              <a:lnTo>
                                <a:pt x="25" y="0"/>
                              </a:lnTo>
                              <a:lnTo>
                                <a:pt x="0" y="37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11" name="Freeform 14">
                          <a:extLst>
                            <a:ext uri="{FF2B5EF4-FFF2-40B4-BE49-F238E27FC236}">
                              <a16:creationId xmlns:a16="http://schemas.microsoft.com/office/drawing/2014/main" id="{855BED4E-D8A2-4C32-913C-68F20B43D24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046667" y="4148487"/>
                          <a:ext cx="1117864" cy="787400"/>
                        </a:xfrm>
                        <a:custGeom>
                          <a:avLst/>
                          <a:gdLst>
                            <a:gd name="T0" fmla="*/ 0 w 650"/>
                            <a:gd name="T1" fmla="*/ 37 h 496"/>
                            <a:gd name="T2" fmla="*/ 624 w 650"/>
                            <a:gd name="T3" fmla="*/ 496 h 496"/>
                            <a:gd name="T4" fmla="*/ 650 w 650"/>
                            <a:gd name="T5" fmla="*/ 459 h 496"/>
                            <a:gd name="T6" fmla="*/ 25 w 650"/>
                            <a:gd name="T7" fmla="*/ 0 h 496"/>
                            <a:gd name="T8" fmla="*/ 0 w 650"/>
                            <a:gd name="T9" fmla="*/ 37 h 49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650" h="496">
                              <a:moveTo>
                                <a:pt x="0" y="37"/>
                              </a:moveTo>
                              <a:lnTo>
                                <a:pt x="624" y="496"/>
                              </a:lnTo>
                              <a:lnTo>
                                <a:pt x="650" y="459"/>
                              </a:lnTo>
                              <a:lnTo>
                                <a:pt x="25" y="0"/>
                              </a:lnTo>
                              <a:lnTo>
                                <a:pt x="0" y="37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12" name="Freeform 17">
                          <a:extLst>
                            <a:ext uri="{FF2B5EF4-FFF2-40B4-BE49-F238E27FC236}">
                              <a16:creationId xmlns:a16="http://schemas.microsoft.com/office/drawing/2014/main" id="{25F6988A-022F-4415-9C28-A731FE96C1B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416422" y="3688112"/>
                          <a:ext cx="1626922" cy="1644651"/>
                        </a:xfrm>
                        <a:custGeom>
                          <a:avLst/>
                          <a:gdLst>
                            <a:gd name="T0" fmla="*/ 332 w 335"/>
                            <a:gd name="T1" fmla="*/ 44 h 368"/>
                            <a:gd name="T2" fmla="*/ 295 w 335"/>
                            <a:gd name="T3" fmla="*/ 24 h 368"/>
                            <a:gd name="T4" fmla="*/ 146 w 335"/>
                            <a:gd name="T5" fmla="*/ 24 h 368"/>
                            <a:gd name="T6" fmla="*/ 40 w 335"/>
                            <a:gd name="T7" fmla="*/ 129 h 368"/>
                            <a:gd name="T8" fmla="*/ 108 w 335"/>
                            <a:gd name="T9" fmla="*/ 365 h 368"/>
                            <a:gd name="T10" fmla="*/ 106 w 335"/>
                            <a:gd name="T11" fmla="*/ 368 h 368"/>
                            <a:gd name="T12" fmla="*/ 36 w 335"/>
                            <a:gd name="T13" fmla="*/ 128 h 368"/>
                            <a:gd name="T14" fmla="*/ 144 w 335"/>
                            <a:gd name="T15" fmla="*/ 20 h 368"/>
                            <a:gd name="T16" fmla="*/ 297 w 335"/>
                            <a:gd name="T17" fmla="*/ 20 h 368"/>
                            <a:gd name="T18" fmla="*/ 335 w 335"/>
                            <a:gd name="T19" fmla="*/ 41 h 368"/>
                            <a:gd name="T20" fmla="*/ 332 w 335"/>
                            <a:gd name="T21" fmla="*/ 44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8">
                              <a:moveTo>
                                <a:pt x="332" y="44"/>
                              </a:moveTo>
                              <a:cubicBezTo>
                                <a:pt x="321" y="36"/>
                                <a:pt x="308" y="29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6" y="24"/>
                              </a:cubicBezTo>
                              <a:cubicBezTo>
                                <a:pt x="97" y="44"/>
                                <a:pt x="60" y="81"/>
                                <a:pt x="40" y="129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6" y="368"/>
                                <a:pt x="106" y="368"/>
                                <a:pt x="106" y="368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0"/>
                                <a:pt x="144" y="20"/>
                              </a:cubicBezTo>
                              <a:cubicBezTo>
                                <a:pt x="193" y="0"/>
                                <a:pt x="248" y="0"/>
                                <a:pt x="297" y="20"/>
                              </a:cubicBezTo>
                              <a:cubicBezTo>
                                <a:pt x="310" y="26"/>
                                <a:pt x="323" y="33"/>
                                <a:pt x="335" y="41"/>
                              </a:cubicBezTo>
                              <a:lnTo>
                                <a:pt x="332" y="4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13" name="Freeform 18">
                          <a:extLst>
                            <a:ext uri="{FF2B5EF4-FFF2-40B4-BE49-F238E27FC236}">
                              <a16:creationId xmlns:a16="http://schemas.microsoft.com/office/drawing/2014/main" id="{435CFCA3-57E7-4D85-A3B3-2BD13290FE2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469735" y="3719862"/>
                          <a:ext cx="1621763" cy="1644651"/>
                        </a:xfrm>
                        <a:custGeom>
                          <a:avLst/>
                          <a:gdLst>
                            <a:gd name="T0" fmla="*/ 332 w 334"/>
                            <a:gd name="T1" fmla="*/ 45 h 368"/>
                            <a:gd name="T2" fmla="*/ 295 w 334"/>
                            <a:gd name="T3" fmla="*/ 24 h 368"/>
                            <a:gd name="T4" fmla="*/ 145 w 334"/>
                            <a:gd name="T5" fmla="*/ 24 h 368"/>
                            <a:gd name="T6" fmla="*/ 39 w 334"/>
                            <a:gd name="T7" fmla="*/ 130 h 368"/>
                            <a:gd name="T8" fmla="*/ 107 w 334"/>
                            <a:gd name="T9" fmla="*/ 365 h 368"/>
                            <a:gd name="T10" fmla="*/ 105 w 334"/>
                            <a:gd name="T11" fmla="*/ 368 h 368"/>
                            <a:gd name="T12" fmla="*/ 35 w 334"/>
                            <a:gd name="T13" fmla="*/ 128 h 368"/>
                            <a:gd name="T14" fmla="*/ 144 w 334"/>
                            <a:gd name="T15" fmla="*/ 20 h 368"/>
                            <a:gd name="T16" fmla="*/ 296 w 334"/>
                            <a:gd name="T17" fmla="*/ 21 h 368"/>
                            <a:gd name="T18" fmla="*/ 334 w 334"/>
                            <a:gd name="T19" fmla="*/ 41 h 368"/>
                            <a:gd name="T20" fmla="*/ 332 w 334"/>
                            <a:gd name="T21" fmla="*/ 45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8">
                              <a:moveTo>
                                <a:pt x="332" y="45"/>
                              </a:moveTo>
                              <a:cubicBezTo>
                                <a:pt x="320" y="36"/>
                                <a:pt x="308" y="30"/>
                                <a:pt x="295" y="24"/>
                              </a:cubicBezTo>
                              <a:cubicBezTo>
                                <a:pt x="247" y="4"/>
                                <a:pt x="193" y="4"/>
                                <a:pt x="145" y="24"/>
                              </a:cubicBezTo>
                              <a:cubicBezTo>
                                <a:pt x="97" y="44"/>
                                <a:pt x="59" y="81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7" y="365"/>
                              </a:cubicBezTo>
                              <a:cubicBezTo>
                                <a:pt x="105" y="368"/>
                                <a:pt x="105" y="368"/>
                                <a:pt x="105" y="368"/>
                              </a:cubicBezTo>
                              <a:cubicBezTo>
                                <a:pt x="29" y="315"/>
                                <a:pt x="0" y="214"/>
                                <a:pt x="35" y="128"/>
                              </a:cubicBezTo>
                              <a:cubicBezTo>
                                <a:pt x="56" y="79"/>
                                <a:pt x="94" y="41"/>
                                <a:pt x="144" y="20"/>
                              </a:cubicBezTo>
                              <a:cubicBezTo>
                                <a:pt x="193" y="0"/>
                                <a:pt x="247" y="0"/>
                                <a:pt x="296" y="21"/>
                              </a:cubicBezTo>
                              <a:cubicBezTo>
                                <a:pt x="310" y="26"/>
                                <a:pt x="322" y="33"/>
                                <a:pt x="334" y="41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14" name="Freeform 19">
                          <a:extLst>
                            <a:ext uri="{FF2B5EF4-FFF2-40B4-BE49-F238E27FC236}">
                              <a16:creationId xmlns:a16="http://schemas.microsoft.com/office/drawing/2014/main" id="{1DAA101D-9418-49D8-940F-812DFCD9622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517889" y="3750024"/>
                          <a:ext cx="1623482" cy="1651001"/>
                        </a:xfrm>
                        <a:custGeom>
                          <a:avLst/>
                          <a:gdLst>
                            <a:gd name="T0" fmla="*/ 332 w 334"/>
                            <a:gd name="T1" fmla="*/ 45 h 369"/>
                            <a:gd name="T2" fmla="*/ 295 w 334"/>
                            <a:gd name="T3" fmla="*/ 25 h 369"/>
                            <a:gd name="T4" fmla="*/ 145 w 334"/>
                            <a:gd name="T5" fmla="*/ 24 h 369"/>
                            <a:gd name="T6" fmla="*/ 39 w 334"/>
                            <a:gd name="T7" fmla="*/ 130 h 369"/>
                            <a:gd name="T8" fmla="*/ 108 w 334"/>
                            <a:gd name="T9" fmla="*/ 365 h 369"/>
                            <a:gd name="T10" fmla="*/ 106 w 334"/>
                            <a:gd name="T11" fmla="*/ 369 h 369"/>
                            <a:gd name="T12" fmla="*/ 36 w 334"/>
                            <a:gd name="T13" fmla="*/ 128 h 369"/>
                            <a:gd name="T14" fmla="*/ 144 w 334"/>
                            <a:gd name="T15" fmla="*/ 21 h 369"/>
                            <a:gd name="T16" fmla="*/ 297 w 334"/>
                            <a:gd name="T17" fmla="*/ 21 h 369"/>
                            <a:gd name="T18" fmla="*/ 334 w 334"/>
                            <a:gd name="T19" fmla="*/ 42 h 369"/>
                            <a:gd name="T20" fmla="*/ 332 w 334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9">
                              <a:moveTo>
                                <a:pt x="332" y="45"/>
                              </a:moveTo>
                              <a:cubicBezTo>
                                <a:pt x="321" y="37"/>
                                <a:pt x="308" y="30"/>
                                <a:pt x="295" y="25"/>
                              </a:cubicBezTo>
                              <a:cubicBezTo>
                                <a:pt x="247" y="4"/>
                                <a:pt x="194" y="4"/>
                                <a:pt x="145" y="24"/>
                              </a:cubicBezTo>
                              <a:cubicBezTo>
                                <a:pt x="97" y="44"/>
                                <a:pt x="60" y="82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6" y="369"/>
                                <a:pt x="106" y="369"/>
                                <a:pt x="106" y="369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1"/>
                                <a:pt x="144" y="21"/>
                              </a:cubicBezTo>
                              <a:cubicBezTo>
                                <a:pt x="193" y="0"/>
                                <a:pt x="248" y="0"/>
                                <a:pt x="297" y="21"/>
                              </a:cubicBezTo>
                              <a:cubicBezTo>
                                <a:pt x="310" y="26"/>
                                <a:pt x="323" y="33"/>
                                <a:pt x="334" y="42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15" name="Freeform 20">
                          <a:extLst>
                            <a:ext uri="{FF2B5EF4-FFF2-40B4-BE49-F238E27FC236}">
                              <a16:creationId xmlns:a16="http://schemas.microsoft.com/office/drawing/2014/main" id="{C6F82096-18CE-4C6B-9AD9-9EBEB3F4D37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566044" y="3786537"/>
                          <a:ext cx="1628642" cy="1644651"/>
                        </a:xfrm>
                        <a:custGeom>
                          <a:avLst/>
                          <a:gdLst>
                            <a:gd name="T0" fmla="*/ 333 w 335"/>
                            <a:gd name="T1" fmla="*/ 44 h 368"/>
                            <a:gd name="T2" fmla="*/ 296 w 335"/>
                            <a:gd name="T3" fmla="*/ 24 h 368"/>
                            <a:gd name="T4" fmla="*/ 146 w 335"/>
                            <a:gd name="T5" fmla="*/ 24 h 368"/>
                            <a:gd name="T6" fmla="*/ 40 w 335"/>
                            <a:gd name="T7" fmla="*/ 129 h 368"/>
                            <a:gd name="T8" fmla="*/ 108 w 335"/>
                            <a:gd name="T9" fmla="*/ 365 h 368"/>
                            <a:gd name="T10" fmla="*/ 106 w 335"/>
                            <a:gd name="T11" fmla="*/ 368 h 368"/>
                            <a:gd name="T12" fmla="*/ 36 w 335"/>
                            <a:gd name="T13" fmla="*/ 128 h 368"/>
                            <a:gd name="T14" fmla="*/ 144 w 335"/>
                            <a:gd name="T15" fmla="*/ 20 h 368"/>
                            <a:gd name="T16" fmla="*/ 297 w 335"/>
                            <a:gd name="T17" fmla="*/ 20 h 368"/>
                            <a:gd name="T18" fmla="*/ 335 w 335"/>
                            <a:gd name="T19" fmla="*/ 41 h 368"/>
                            <a:gd name="T20" fmla="*/ 333 w 335"/>
                            <a:gd name="T21" fmla="*/ 44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8">
                              <a:moveTo>
                                <a:pt x="333" y="44"/>
                              </a:moveTo>
                              <a:cubicBezTo>
                                <a:pt x="321" y="36"/>
                                <a:pt x="309" y="29"/>
                                <a:pt x="296" y="24"/>
                              </a:cubicBezTo>
                              <a:cubicBezTo>
                                <a:pt x="247" y="4"/>
                                <a:pt x="194" y="4"/>
                                <a:pt x="146" y="24"/>
                              </a:cubicBezTo>
                              <a:cubicBezTo>
                                <a:pt x="98" y="43"/>
                                <a:pt x="60" y="81"/>
                                <a:pt x="40" y="129"/>
                              </a:cubicBezTo>
                              <a:cubicBezTo>
                                <a:pt x="5" y="214"/>
                                <a:pt x="34" y="313"/>
                                <a:pt x="108" y="365"/>
                              </a:cubicBezTo>
                              <a:cubicBezTo>
                                <a:pt x="106" y="368"/>
                                <a:pt x="106" y="368"/>
                                <a:pt x="106" y="368"/>
                              </a:cubicBezTo>
                              <a:cubicBezTo>
                                <a:pt x="30" y="315"/>
                                <a:pt x="0" y="214"/>
                                <a:pt x="36" y="128"/>
                              </a:cubicBezTo>
                              <a:cubicBezTo>
                                <a:pt x="57" y="78"/>
                                <a:pt x="95" y="40"/>
                                <a:pt x="144" y="20"/>
                              </a:cubicBezTo>
                              <a:cubicBezTo>
                                <a:pt x="194" y="0"/>
                                <a:pt x="248" y="0"/>
                                <a:pt x="297" y="20"/>
                              </a:cubicBezTo>
                              <a:cubicBezTo>
                                <a:pt x="310" y="26"/>
                                <a:pt x="323" y="33"/>
                                <a:pt x="335" y="41"/>
                              </a:cubicBezTo>
                              <a:lnTo>
                                <a:pt x="333" y="4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16" name="Freeform 23">
                          <a:extLst>
                            <a:ext uri="{FF2B5EF4-FFF2-40B4-BE49-F238E27FC236}">
                              <a16:creationId xmlns:a16="http://schemas.microsoft.com/office/drawing/2014/main" id="{9017D9FA-70ED-4E91-A672-2838E8062CB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722545" y="3880199"/>
                          <a:ext cx="1621763" cy="1649414"/>
                        </a:xfrm>
                        <a:custGeom>
                          <a:avLst/>
                          <a:gdLst>
                            <a:gd name="T0" fmla="*/ 332 w 334"/>
                            <a:gd name="T1" fmla="*/ 45 h 369"/>
                            <a:gd name="T2" fmla="*/ 295 w 334"/>
                            <a:gd name="T3" fmla="*/ 25 h 369"/>
                            <a:gd name="T4" fmla="*/ 145 w 334"/>
                            <a:gd name="T5" fmla="*/ 24 h 369"/>
                            <a:gd name="T6" fmla="*/ 39 w 334"/>
                            <a:gd name="T7" fmla="*/ 130 h 369"/>
                            <a:gd name="T8" fmla="*/ 108 w 334"/>
                            <a:gd name="T9" fmla="*/ 366 h 369"/>
                            <a:gd name="T10" fmla="*/ 105 w 334"/>
                            <a:gd name="T11" fmla="*/ 369 h 369"/>
                            <a:gd name="T12" fmla="*/ 36 w 334"/>
                            <a:gd name="T13" fmla="*/ 129 h 369"/>
                            <a:gd name="T14" fmla="*/ 144 w 334"/>
                            <a:gd name="T15" fmla="*/ 21 h 369"/>
                            <a:gd name="T16" fmla="*/ 297 w 334"/>
                            <a:gd name="T17" fmla="*/ 21 h 369"/>
                            <a:gd name="T18" fmla="*/ 334 w 334"/>
                            <a:gd name="T19" fmla="*/ 42 h 369"/>
                            <a:gd name="T20" fmla="*/ 332 w 334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9">
                              <a:moveTo>
                                <a:pt x="332" y="45"/>
                              </a:moveTo>
                              <a:cubicBezTo>
                                <a:pt x="320" y="37"/>
                                <a:pt x="308" y="30"/>
                                <a:pt x="295" y="25"/>
                              </a:cubicBezTo>
                              <a:cubicBezTo>
                                <a:pt x="247" y="5"/>
                                <a:pt x="194" y="5"/>
                                <a:pt x="145" y="24"/>
                              </a:cubicBezTo>
                              <a:cubicBezTo>
                                <a:pt x="97" y="44"/>
                                <a:pt x="59" y="82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8" y="366"/>
                              </a:cubicBezTo>
                              <a:cubicBezTo>
                                <a:pt x="105" y="369"/>
                                <a:pt x="105" y="369"/>
                                <a:pt x="105" y="369"/>
                              </a:cubicBezTo>
                              <a:cubicBezTo>
                                <a:pt x="29" y="316"/>
                                <a:pt x="0" y="215"/>
                                <a:pt x="36" y="129"/>
                              </a:cubicBezTo>
                              <a:cubicBezTo>
                                <a:pt x="56" y="79"/>
                                <a:pt x="94" y="41"/>
                                <a:pt x="144" y="21"/>
                              </a:cubicBezTo>
                              <a:cubicBezTo>
                                <a:pt x="193" y="0"/>
                                <a:pt x="247" y="1"/>
                                <a:pt x="297" y="21"/>
                              </a:cubicBezTo>
                              <a:cubicBezTo>
                                <a:pt x="310" y="27"/>
                                <a:pt x="323" y="34"/>
                                <a:pt x="334" y="42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17" name="Freeform 24">
                          <a:extLst>
                            <a:ext uri="{FF2B5EF4-FFF2-40B4-BE49-F238E27FC236}">
                              <a16:creationId xmlns:a16="http://schemas.microsoft.com/office/drawing/2014/main" id="{EB76BDF0-AD89-40A7-881F-43094A41463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770699" y="3915124"/>
                          <a:ext cx="1626922" cy="1646239"/>
                        </a:xfrm>
                        <a:custGeom>
                          <a:avLst/>
                          <a:gdLst>
                            <a:gd name="T0" fmla="*/ 332 w 335"/>
                            <a:gd name="T1" fmla="*/ 44 h 368"/>
                            <a:gd name="T2" fmla="*/ 295 w 335"/>
                            <a:gd name="T3" fmla="*/ 24 h 368"/>
                            <a:gd name="T4" fmla="*/ 146 w 335"/>
                            <a:gd name="T5" fmla="*/ 24 h 368"/>
                            <a:gd name="T6" fmla="*/ 40 w 335"/>
                            <a:gd name="T7" fmla="*/ 129 h 368"/>
                            <a:gd name="T8" fmla="*/ 108 w 335"/>
                            <a:gd name="T9" fmla="*/ 365 h 368"/>
                            <a:gd name="T10" fmla="*/ 106 w 335"/>
                            <a:gd name="T11" fmla="*/ 368 h 368"/>
                            <a:gd name="T12" fmla="*/ 36 w 335"/>
                            <a:gd name="T13" fmla="*/ 128 h 368"/>
                            <a:gd name="T14" fmla="*/ 144 w 335"/>
                            <a:gd name="T15" fmla="*/ 20 h 368"/>
                            <a:gd name="T16" fmla="*/ 297 w 335"/>
                            <a:gd name="T17" fmla="*/ 20 h 368"/>
                            <a:gd name="T18" fmla="*/ 335 w 335"/>
                            <a:gd name="T19" fmla="*/ 41 h 368"/>
                            <a:gd name="T20" fmla="*/ 332 w 335"/>
                            <a:gd name="T21" fmla="*/ 44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8">
                              <a:moveTo>
                                <a:pt x="332" y="44"/>
                              </a:moveTo>
                              <a:cubicBezTo>
                                <a:pt x="321" y="36"/>
                                <a:pt x="308" y="29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6" y="24"/>
                              </a:cubicBezTo>
                              <a:cubicBezTo>
                                <a:pt x="97" y="44"/>
                                <a:pt x="60" y="81"/>
                                <a:pt x="40" y="129"/>
                              </a:cubicBezTo>
                              <a:cubicBezTo>
                                <a:pt x="5" y="214"/>
                                <a:pt x="33" y="313"/>
                                <a:pt x="108" y="365"/>
                              </a:cubicBezTo>
                              <a:cubicBezTo>
                                <a:pt x="106" y="368"/>
                                <a:pt x="106" y="368"/>
                                <a:pt x="106" y="368"/>
                              </a:cubicBezTo>
                              <a:cubicBezTo>
                                <a:pt x="30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0"/>
                                <a:pt x="144" y="20"/>
                              </a:cubicBezTo>
                              <a:cubicBezTo>
                                <a:pt x="193" y="0"/>
                                <a:pt x="248" y="0"/>
                                <a:pt x="297" y="20"/>
                              </a:cubicBezTo>
                              <a:cubicBezTo>
                                <a:pt x="310" y="26"/>
                                <a:pt x="323" y="33"/>
                                <a:pt x="335" y="41"/>
                              </a:cubicBezTo>
                              <a:lnTo>
                                <a:pt x="332" y="4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18" name="Freeform 25">
                          <a:extLst>
                            <a:ext uri="{FF2B5EF4-FFF2-40B4-BE49-F238E27FC236}">
                              <a16:creationId xmlns:a16="http://schemas.microsoft.com/office/drawing/2014/main" id="{A71770CB-9ADB-486F-AE59-6DCCBB56B8F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824012" y="3946874"/>
                          <a:ext cx="1623482" cy="1646239"/>
                        </a:xfrm>
                        <a:custGeom>
                          <a:avLst/>
                          <a:gdLst>
                            <a:gd name="T0" fmla="*/ 332 w 334"/>
                            <a:gd name="T1" fmla="*/ 45 h 368"/>
                            <a:gd name="T2" fmla="*/ 295 w 334"/>
                            <a:gd name="T3" fmla="*/ 24 h 368"/>
                            <a:gd name="T4" fmla="*/ 145 w 334"/>
                            <a:gd name="T5" fmla="*/ 24 h 368"/>
                            <a:gd name="T6" fmla="*/ 39 w 334"/>
                            <a:gd name="T7" fmla="*/ 130 h 368"/>
                            <a:gd name="T8" fmla="*/ 108 w 334"/>
                            <a:gd name="T9" fmla="*/ 365 h 368"/>
                            <a:gd name="T10" fmla="*/ 105 w 334"/>
                            <a:gd name="T11" fmla="*/ 368 h 368"/>
                            <a:gd name="T12" fmla="*/ 35 w 334"/>
                            <a:gd name="T13" fmla="*/ 128 h 368"/>
                            <a:gd name="T14" fmla="*/ 144 w 334"/>
                            <a:gd name="T15" fmla="*/ 20 h 368"/>
                            <a:gd name="T16" fmla="*/ 296 w 334"/>
                            <a:gd name="T17" fmla="*/ 21 h 368"/>
                            <a:gd name="T18" fmla="*/ 334 w 334"/>
                            <a:gd name="T19" fmla="*/ 41 h 368"/>
                            <a:gd name="T20" fmla="*/ 332 w 334"/>
                            <a:gd name="T21" fmla="*/ 45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8">
                              <a:moveTo>
                                <a:pt x="332" y="45"/>
                              </a:moveTo>
                              <a:cubicBezTo>
                                <a:pt x="320" y="37"/>
                                <a:pt x="308" y="30"/>
                                <a:pt x="295" y="24"/>
                              </a:cubicBezTo>
                              <a:cubicBezTo>
                                <a:pt x="247" y="4"/>
                                <a:pt x="193" y="4"/>
                                <a:pt x="145" y="24"/>
                              </a:cubicBezTo>
                              <a:cubicBezTo>
                                <a:pt x="97" y="44"/>
                                <a:pt x="59" y="81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5" y="368"/>
                                <a:pt x="105" y="368"/>
                                <a:pt x="105" y="368"/>
                              </a:cubicBezTo>
                              <a:cubicBezTo>
                                <a:pt x="29" y="315"/>
                                <a:pt x="0" y="214"/>
                                <a:pt x="35" y="128"/>
                              </a:cubicBezTo>
                              <a:cubicBezTo>
                                <a:pt x="56" y="79"/>
                                <a:pt x="94" y="41"/>
                                <a:pt x="144" y="20"/>
                              </a:cubicBezTo>
                              <a:cubicBezTo>
                                <a:pt x="193" y="0"/>
                                <a:pt x="247" y="0"/>
                                <a:pt x="296" y="21"/>
                              </a:cubicBezTo>
                              <a:cubicBezTo>
                                <a:pt x="310" y="26"/>
                                <a:pt x="322" y="33"/>
                                <a:pt x="334" y="41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19" name="Freeform 26">
                          <a:extLst>
                            <a:ext uri="{FF2B5EF4-FFF2-40B4-BE49-F238E27FC236}">
                              <a16:creationId xmlns:a16="http://schemas.microsoft.com/office/drawing/2014/main" id="{0BC1DC70-29AC-4A07-B38B-C2B7C761FB6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872166" y="3978624"/>
                          <a:ext cx="1628642" cy="1649414"/>
                        </a:xfrm>
                        <a:custGeom>
                          <a:avLst/>
                          <a:gdLst>
                            <a:gd name="T0" fmla="*/ 332 w 335"/>
                            <a:gd name="T1" fmla="*/ 45 h 369"/>
                            <a:gd name="T2" fmla="*/ 295 w 335"/>
                            <a:gd name="T3" fmla="*/ 25 h 369"/>
                            <a:gd name="T4" fmla="*/ 146 w 335"/>
                            <a:gd name="T5" fmla="*/ 24 h 369"/>
                            <a:gd name="T6" fmla="*/ 40 w 335"/>
                            <a:gd name="T7" fmla="*/ 130 h 369"/>
                            <a:gd name="T8" fmla="*/ 108 w 335"/>
                            <a:gd name="T9" fmla="*/ 365 h 369"/>
                            <a:gd name="T10" fmla="*/ 106 w 335"/>
                            <a:gd name="T11" fmla="*/ 369 h 369"/>
                            <a:gd name="T12" fmla="*/ 36 w 335"/>
                            <a:gd name="T13" fmla="*/ 128 h 369"/>
                            <a:gd name="T14" fmla="*/ 144 w 335"/>
                            <a:gd name="T15" fmla="*/ 21 h 369"/>
                            <a:gd name="T16" fmla="*/ 297 w 335"/>
                            <a:gd name="T17" fmla="*/ 21 h 369"/>
                            <a:gd name="T18" fmla="*/ 335 w 335"/>
                            <a:gd name="T19" fmla="*/ 42 h 369"/>
                            <a:gd name="T20" fmla="*/ 332 w 335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9">
                              <a:moveTo>
                                <a:pt x="332" y="45"/>
                              </a:moveTo>
                              <a:cubicBezTo>
                                <a:pt x="321" y="37"/>
                                <a:pt x="308" y="30"/>
                                <a:pt x="295" y="25"/>
                              </a:cubicBezTo>
                              <a:cubicBezTo>
                                <a:pt x="247" y="5"/>
                                <a:pt x="194" y="4"/>
                                <a:pt x="146" y="24"/>
                              </a:cubicBezTo>
                              <a:cubicBezTo>
                                <a:pt x="97" y="44"/>
                                <a:pt x="60" y="82"/>
                                <a:pt x="40" y="130"/>
                              </a:cubicBezTo>
                              <a:cubicBezTo>
                                <a:pt x="5" y="214"/>
                                <a:pt x="33" y="313"/>
                                <a:pt x="108" y="365"/>
                              </a:cubicBezTo>
                              <a:cubicBezTo>
                                <a:pt x="106" y="369"/>
                                <a:pt x="106" y="369"/>
                                <a:pt x="106" y="369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1"/>
                                <a:pt x="144" y="21"/>
                              </a:cubicBezTo>
                              <a:cubicBezTo>
                                <a:pt x="193" y="0"/>
                                <a:pt x="248" y="0"/>
                                <a:pt x="297" y="21"/>
                              </a:cubicBezTo>
                              <a:cubicBezTo>
                                <a:pt x="310" y="26"/>
                                <a:pt x="323" y="33"/>
                                <a:pt x="335" y="42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20" name="Freeform 27">
                          <a:extLst>
                            <a:ext uri="{FF2B5EF4-FFF2-40B4-BE49-F238E27FC236}">
                              <a16:creationId xmlns:a16="http://schemas.microsoft.com/office/drawing/2014/main" id="{01C1A3EC-2173-4A96-ADB1-96B9963EE74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925480" y="4013549"/>
                          <a:ext cx="1623482" cy="1646239"/>
                        </a:xfrm>
                        <a:custGeom>
                          <a:avLst/>
                          <a:gdLst>
                            <a:gd name="T0" fmla="*/ 332 w 334"/>
                            <a:gd name="T1" fmla="*/ 44 h 368"/>
                            <a:gd name="T2" fmla="*/ 295 w 334"/>
                            <a:gd name="T3" fmla="*/ 24 h 368"/>
                            <a:gd name="T4" fmla="*/ 145 w 334"/>
                            <a:gd name="T5" fmla="*/ 24 h 368"/>
                            <a:gd name="T6" fmla="*/ 39 w 334"/>
                            <a:gd name="T7" fmla="*/ 129 h 368"/>
                            <a:gd name="T8" fmla="*/ 107 w 334"/>
                            <a:gd name="T9" fmla="*/ 365 h 368"/>
                            <a:gd name="T10" fmla="*/ 105 w 334"/>
                            <a:gd name="T11" fmla="*/ 368 h 368"/>
                            <a:gd name="T12" fmla="*/ 35 w 334"/>
                            <a:gd name="T13" fmla="*/ 128 h 368"/>
                            <a:gd name="T14" fmla="*/ 144 w 334"/>
                            <a:gd name="T15" fmla="*/ 20 h 368"/>
                            <a:gd name="T16" fmla="*/ 296 w 334"/>
                            <a:gd name="T17" fmla="*/ 20 h 368"/>
                            <a:gd name="T18" fmla="*/ 334 w 334"/>
                            <a:gd name="T19" fmla="*/ 41 h 368"/>
                            <a:gd name="T20" fmla="*/ 332 w 334"/>
                            <a:gd name="T21" fmla="*/ 44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8">
                              <a:moveTo>
                                <a:pt x="332" y="44"/>
                              </a:moveTo>
                              <a:cubicBezTo>
                                <a:pt x="320" y="36"/>
                                <a:pt x="308" y="29"/>
                                <a:pt x="295" y="24"/>
                              </a:cubicBezTo>
                              <a:cubicBezTo>
                                <a:pt x="247" y="4"/>
                                <a:pt x="193" y="4"/>
                                <a:pt x="145" y="24"/>
                              </a:cubicBezTo>
                              <a:cubicBezTo>
                                <a:pt x="97" y="44"/>
                                <a:pt x="59" y="81"/>
                                <a:pt x="39" y="129"/>
                              </a:cubicBezTo>
                              <a:cubicBezTo>
                                <a:pt x="4" y="214"/>
                                <a:pt x="33" y="313"/>
                                <a:pt x="107" y="365"/>
                              </a:cubicBezTo>
                              <a:cubicBezTo>
                                <a:pt x="105" y="368"/>
                                <a:pt x="105" y="368"/>
                                <a:pt x="105" y="368"/>
                              </a:cubicBezTo>
                              <a:cubicBezTo>
                                <a:pt x="29" y="315"/>
                                <a:pt x="0" y="214"/>
                                <a:pt x="35" y="128"/>
                              </a:cubicBezTo>
                              <a:cubicBezTo>
                                <a:pt x="56" y="79"/>
                                <a:pt x="94" y="40"/>
                                <a:pt x="144" y="20"/>
                              </a:cubicBezTo>
                              <a:cubicBezTo>
                                <a:pt x="193" y="0"/>
                                <a:pt x="247" y="0"/>
                                <a:pt x="296" y="20"/>
                              </a:cubicBezTo>
                              <a:cubicBezTo>
                                <a:pt x="310" y="26"/>
                                <a:pt x="322" y="33"/>
                                <a:pt x="334" y="41"/>
                              </a:cubicBezTo>
                              <a:lnTo>
                                <a:pt x="332" y="4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21" name="Freeform 28">
                          <a:extLst>
                            <a:ext uri="{FF2B5EF4-FFF2-40B4-BE49-F238E27FC236}">
                              <a16:creationId xmlns:a16="http://schemas.microsoft.com/office/drawing/2014/main" id="{BAF2D06D-8383-42F0-B4A3-C4EA10FC441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66548" y="3651599"/>
                          <a:ext cx="1623482" cy="1651001"/>
                        </a:xfrm>
                        <a:custGeom>
                          <a:avLst/>
                          <a:gdLst>
                            <a:gd name="T0" fmla="*/ 332 w 334"/>
                            <a:gd name="T1" fmla="*/ 45 h 369"/>
                            <a:gd name="T2" fmla="*/ 295 w 334"/>
                            <a:gd name="T3" fmla="*/ 25 h 369"/>
                            <a:gd name="T4" fmla="*/ 145 w 334"/>
                            <a:gd name="T5" fmla="*/ 24 h 369"/>
                            <a:gd name="T6" fmla="*/ 39 w 334"/>
                            <a:gd name="T7" fmla="*/ 130 h 369"/>
                            <a:gd name="T8" fmla="*/ 108 w 334"/>
                            <a:gd name="T9" fmla="*/ 366 h 369"/>
                            <a:gd name="T10" fmla="*/ 105 w 334"/>
                            <a:gd name="T11" fmla="*/ 369 h 369"/>
                            <a:gd name="T12" fmla="*/ 35 w 334"/>
                            <a:gd name="T13" fmla="*/ 129 h 369"/>
                            <a:gd name="T14" fmla="*/ 144 w 334"/>
                            <a:gd name="T15" fmla="*/ 21 h 369"/>
                            <a:gd name="T16" fmla="*/ 296 w 334"/>
                            <a:gd name="T17" fmla="*/ 21 h 369"/>
                            <a:gd name="T18" fmla="*/ 334 w 334"/>
                            <a:gd name="T19" fmla="*/ 42 h 369"/>
                            <a:gd name="T20" fmla="*/ 332 w 334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9">
                              <a:moveTo>
                                <a:pt x="332" y="45"/>
                              </a:moveTo>
                              <a:cubicBezTo>
                                <a:pt x="320" y="37"/>
                                <a:pt x="308" y="30"/>
                                <a:pt x="295" y="25"/>
                              </a:cubicBezTo>
                              <a:cubicBezTo>
                                <a:pt x="247" y="5"/>
                                <a:pt x="193" y="4"/>
                                <a:pt x="145" y="24"/>
                              </a:cubicBezTo>
                              <a:cubicBezTo>
                                <a:pt x="97" y="44"/>
                                <a:pt x="59" y="82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8" y="366"/>
                              </a:cubicBezTo>
                              <a:cubicBezTo>
                                <a:pt x="105" y="369"/>
                                <a:pt x="105" y="369"/>
                                <a:pt x="105" y="369"/>
                              </a:cubicBezTo>
                              <a:cubicBezTo>
                                <a:pt x="29" y="316"/>
                                <a:pt x="0" y="215"/>
                                <a:pt x="35" y="129"/>
                              </a:cubicBezTo>
                              <a:cubicBezTo>
                                <a:pt x="56" y="79"/>
                                <a:pt x="94" y="41"/>
                                <a:pt x="144" y="21"/>
                              </a:cubicBezTo>
                              <a:cubicBezTo>
                                <a:pt x="193" y="0"/>
                                <a:pt x="247" y="0"/>
                                <a:pt x="296" y="21"/>
                              </a:cubicBezTo>
                              <a:cubicBezTo>
                                <a:pt x="310" y="26"/>
                                <a:pt x="322" y="33"/>
                                <a:pt x="334" y="42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22" name="Freeform 29">
                          <a:extLst>
                            <a:ext uri="{FF2B5EF4-FFF2-40B4-BE49-F238E27FC236}">
                              <a16:creationId xmlns:a16="http://schemas.microsoft.com/office/drawing/2014/main" id="{B8693815-D253-4F23-B956-F53F7362EFE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265080" y="3589686"/>
                          <a:ext cx="1623482" cy="1644651"/>
                        </a:xfrm>
                        <a:custGeom>
                          <a:avLst/>
                          <a:gdLst>
                            <a:gd name="T0" fmla="*/ 332 w 334"/>
                            <a:gd name="T1" fmla="*/ 44 h 368"/>
                            <a:gd name="T2" fmla="*/ 295 w 334"/>
                            <a:gd name="T3" fmla="*/ 24 h 368"/>
                            <a:gd name="T4" fmla="*/ 145 w 334"/>
                            <a:gd name="T5" fmla="*/ 24 h 368"/>
                            <a:gd name="T6" fmla="*/ 39 w 334"/>
                            <a:gd name="T7" fmla="*/ 129 h 368"/>
                            <a:gd name="T8" fmla="*/ 108 w 334"/>
                            <a:gd name="T9" fmla="*/ 365 h 368"/>
                            <a:gd name="T10" fmla="*/ 105 w 334"/>
                            <a:gd name="T11" fmla="*/ 368 h 368"/>
                            <a:gd name="T12" fmla="*/ 36 w 334"/>
                            <a:gd name="T13" fmla="*/ 128 h 368"/>
                            <a:gd name="T14" fmla="*/ 144 w 334"/>
                            <a:gd name="T15" fmla="*/ 20 h 368"/>
                            <a:gd name="T16" fmla="*/ 296 w 334"/>
                            <a:gd name="T17" fmla="*/ 20 h 368"/>
                            <a:gd name="T18" fmla="*/ 334 w 334"/>
                            <a:gd name="T19" fmla="*/ 41 h 368"/>
                            <a:gd name="T20" fmla="*/ 332 w 334"/>
                            <a:gd name="T21" fmla="*/ 44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8">
                              <a:moveTo>
                                <a:pt x="332" y="44"/>
                              </a:moveTo>
                              <a:cubicBezTo>
                                <a:pt x="320" y="36"/>
                                <a:pt x="308" y="29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5" y="24"/>
                              </a:cubicBezTo>
                              <a:cubicBezTo>
                                <a:pt x="97" y="44"/>
                                <a:pt x="59" y="81"/>
                                <a:pt x="39" y="129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5" y="368"/>
                                <a:pt x="105" y="368"/>
                                <a:pt x="105" y="368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4" y="40"/>
                                <a:pt x="144" y="20"/>
                              </a:cubicBezTo>
                              <a:cubicBezTo>
                                <a:pt x="193" y="0"/>
                                <a:pt x="247" y="0"/>
                                <a:pt x="296" y="20"/>
                              </a:cubicBezTo>
                              <a:cubicBezTo>
                                <a:pt x="310" y="26"/>
                                <a:pt x="323" y="33"/>
                                <a:pt x="334" y="41"/>
                              </a:cubicBezTo>
                              <a:lnTo>
                                <a:pt x="332" y="4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23" name="Freeform 30">
                          <a:extLst>
                            <a:ext uri="{FF2B5EF4-FFF2-40B4-BE49-F238E27FC236}">
                              <a16:creationId xmlns:a16="http://schemas.microsoft.com/office/drawing/2014/main" id="{A44366BE-37D4-457B-A3B5-A4E90996004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13234" y="3621436"/>
                          <a:ext cx="1628642" cy="1649414"/>
                        </a:xfrm>
                        <a:custGeom>
                          <a:avLst/>
                          <a:gdLst>
                            <a:gd name="T0" fmla="*/ 332 w 335"/>
                            <a:gd name="T1" fmla="*/ 45 h 369"/>
                            <a:gd name="T2" fmla="*/ 295 w 335"/>
                            <a:gd name="T3" fmla="*/ 24 h 369"/>
                            <a:gd name="T4" fmla="*/ 146 w 335"/>
                            <a:gd name="T5" fmla="*/ 24 h 369"/>
                            <a:gd name="T6" fmla="*/ 40 w 335"/>
                            <a:gd name="T7" fmla="*/ 130 h 369"/>
                            <a:gd name="T8" fmla="*/ 108 w 335"/>
                            <a:gd name="T9" fmla="*/ 365 h 369"/>
                            <a:gd name="T10" fmla="*/ 106 w 335"/>
                            <a:gd name="T11" fmla="*/ 369 h 369"/>
                            <a:gd name="T12" fmla="*/ 36 w 335"/>
                            <a:gd name="T13" fmla="*/ 128 h 369"/>
                            <a:gd name="T14" fmla="*/ 144 w 335"/>
                            <a:gd name="T15" fmla="*/ 20 h 369"/>
                            <a:gd name="T16" fmla="*/ 297 w 335"/>
                            <a:gd name="T17" fmla="*/ 21 h 369"/>
                            <a:gd name="T18" fmla="*/ 335 w 335"/>
                            <a:gd name="T19" fmla="*/ 41 h 369"/>
                            <a:gd name="T20" fmla="*/ 332 w 335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9">
                              <a:moveTo>
                                <a:pt x="332" y="45"/>
                              </a:moveTo>
                              <a:cubicBezTo>
                                <a:pt x="321" y="37"/>
                                <a:pt x="308" y="30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6" y="24"/>
                              </a:cubicBezTo>
                              <a:cubicBezTo>
                                <a:pt x="97" y="44"/>
                                <a:pt x="60" y="82"/>
                                <a:pt x="40" y="130"/>
                              </a:cubicBezTo>
                              <a:cubicBezTo>
                                <a:pt x="5" y="214"/>
                                <a:pt x="33" y="313"/>
                                <a:pt x="108" y="365"/>
                              </a:cubicBezTo>
                              <a:cubicBezTo>
                                <a:pt x="106" y="369"/>
                                <a:pt x="106" y="369"/>
                                <a:pt x="106" y="369"/>
                              </a:cubicBezTo>
                              <a:cubicBezTo>
                                <a:pt x="30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1"/>
                                <a:pt x="144" y="20"/>
                              </a:cubicBezTo>
                              <a:cubicBezTo>
                                <a:pt x="193" y="0"/>
                                <a:pt x="248" y="0"/>
                                <a:pt x="297" y="21"/>
                              </a:cubicBezTo>
                              <a:cubicBezTo>
                                <a:pt x="310" y="26"/>
                                <a:pt x="323" y="33"/>
                                <a:pt x="335" y="41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24" name="Freeform 31">
                          <a:extLst>
                            <a:ext uri="{FF2B5EF4-FFF2-40B4-BE49-F238E27FC236}">
                              <a16:creationId xmlns:a16="http://schemas.microsoft.com/office/drawing/2014/main" id="{98B4711B-06C6-46DB-BB73-6A6DF9EAC83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012271" y="3424586"/>
                          <a:ext cx="1623482" cy="1649414"/>
                        </a:xfrm>
                        <a:custGeom>
                          <a:avLst/>
                          <a:gdLst>
                            <a:gd name="T0" fmla="*/ 332 w 334"/>
                            <a:gd name="T1" fmla="*/ 45 h 369"/>
                            <a:gd name="T2" fmla="*/ 295 w 334"/>
                            <a:gd name="T3" fmla="*/ 25 h 369"/>
                            <a:gd name="T4" fmla="*/ 145 w 334"/>
                            <a:gd name="T5" fmla="*/ 24 h 369"/>
                            <a:gd name="T6" fmla="*/ 39 w 334"/>
                            <a:gd name="T7" fmla="*/ 130 h 369"/>
                            <a:gd name="T8" fmla="*/ 107 w 334"/>
                            <a:gd name="T9" fmla="*/ 365 h 369"/>
                            <a:gd name="T10" fmla="*/ 105 w 334"/>
                            <a:gd name="T11" fmla="*/ 369 h 369"/>
                            <a:gd name="T12" fmla="*/ 35 w 334"/>
                            <a:gd name="T13" fmla="*/ 128 h 369"/>
                            <a:gd name="T14" fmla="*/ 144 w 334"/>
                            <a:gd name="T15" fmla="*/ 21 h 369"/>
                            <a:gd name="T16" fmla="*/ 296 w 334"/>
                            <a:gd name="T17" fmla="*/ 21 h 369"/>
                            <a:gd name="T18" fmla="*/ 334 w 334"/>
                            <a:gd name="T19" fmla="*/ 42 h 369"/>
                            <a:gd name="T20" fmla="*/ 332 w 334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9">
                              <a:moveTo>
                                <a:pt x="332" y="45"/>
                              </a:moveTo>
                              <a:cubicBezTo>
                                <a:pt x="320" y="37"/>
                                <a:pt x="308" y="30"/>
                                <a:pt x="295" y="25"/>
                              </a:cubicBezTo>
                              <a:cubicBezTo>
                                <a:pt x="246" y="5"/>
                                <a:pt x="193" y="4"/>
                                <a:pt x="145" y="24"/>
                              </a:cubicBezTo>
                              <a:cubicBezTo>
                                <a:pt x="97" y="44"/>
                                <a:pt x="59" y="82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7" y="365"/>
                              </a:cubicBezTo>
                              <a:cubicBezTo>
                                <a:pt x="105" y="369"/>
                                <a:pt x="105" y="369"/>
                                <a:pt x="105" y="369"/>
                              </a:cubicBezTo>
                              <a:cubicBezTo>
                                <a:pt x="29" y="316"/>
                                <a:pt x="0" y="214"/>
                                <a:pt x="35" y="128"/>
                              </a:cubicBezTo>
                              <a:cubicBezTo>
                                <a:pt x="56" y="79"/>
                                <a:pt x="94" y="41"/>
                                <a:pt x="144" y="21"/>
                              </a:cubicBezTo>
                              <a:cubicBezTo>
                                <a:pt x="193" y="0"/>
                                <a:pt x="247" y="0"/>
                                <a:pt x="296" y="21"/>
                              </a:cubicBezTo>
                              <a:cubicBezTo>
                                <a:pt x="310" y="26"/>
                                <a:pt x="322" y="33"/>
                                <a:pt x="334" y="42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25" name="Freeform 32">
                          <a:extLst>
                            <a:ext uri="{FF2B5EF4-FFF2-40B4-BE49-F238E27FC236}">
                              <a16:creationId xmlns:a16="http://schemas.microsoft.com/office/drawing/2014/main" id="{7381405E-43CA-4E48-84BD-27D5631DFF3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060425" y="3459511"/>
                          <a:ext cx="1623482" cy="1646239"/>
                        </a:xfrm>
                        <a:custGeom>
                          <a:avLst/>
                          <a:gdLst>
                            <a:gd name="T0" fmla="*/ 332 w 334"/>
                            <a:gd name="T1" fmla="*/ 44 h 368"/>
                            <a:gd name="T2" fmla="*/ 295 w 334"/>
                            <a:gd name="T3" fmla="*/ 24 h 368"/>
                            <a:gd name="T4" fmla="*/ 145 w 334"/>
                            <a:gd name="T5" fmla="*/ 24 h 368"/>
                            <a:gd name="T6" fmla="*/ 39 w 334"/>
                            <a:gd name="T7" fmla="*/ 129 h 368"/>
                            <a:gd name="T8" fmla="*/ 108 w 334"/>
                            <a:gd name="T9" fmla="*/ 365 h 368"/>
                            <a:gd name="T10" fmla="*/ 106 w 334"/>
                            <a:gd name="T11" fmla="*/ 368 h 368"/>
                            <a:gd name="T12" fmla="*/ 36 w 334"/>
                            <a:gd name="T13" fmla="*/ 128 h 368"/>
                            <a:gd name="T14" fmla="*/ 144 w 334"/>
                            <a:gd name="T15" fmla="*/ 20 h 368"/>
                            <a:gd name="T16" fmla="*/ 297 w 334"/>
                            <a:gd name="T17" fmla="*/ 20 h 368"/>
                            <a:gd name="T18" fmla="*/ 334 w 334"/>
                            <a:gd name="T19" fmla="*/ 41 h 368"/>
                            <a:gd name="T20" fmla="*/ 332 w 334"/>
                            <a:gd name="T21" fmla="*/ 44 h 36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8">
                              <a:moveTo>
                                <a:pt x="332" y="44"/>
                              </a:moveTo>
                              <a:cubicBezTo>
                                <a:pt x="321" y="36"/>
                                <a:pt x="308" y="29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5" y="24"/>
                              </a:cubicBezTo>
                              <a:cubicBezTo>
                                <a:pt x="97" y="44"/>
                                <a:pt x="60" y="81"/>
                                <a:pt x="39" y="129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6" y="368"/>
                                <a:pt x="106" y="368"/>
                                <a:pt x="106" y="368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0"/>
                                <a:pt x="144" y="20"/>
                              </a:cubicBezTo>
                              <a:cubicBezTo>
                                <a:pt x="193" y="0"/>
                                <a:pt x="247" y="0"/>
                                <a:pt x="297" y="20"/>
                              </a:cubicBezTo>
                              <a:cubicBezTo>
                                <a:pt x="310" y="26"/>
                                <a:pt x="323" y="33"/>
                                <a:pt x="334" y="41"/>
                              </a:cubicBezTo>
                              <a:lnTo>
                                <a:pt x="332" y="4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26" name="Freeform 34">
                          <a:extLst>
                            <a:ext uri="{FF2B5EF4-FFF2-40B4-BE49-F238E27FC236}">
                              <a16:creationId xmlns:a16="http://schemas.microsoft.com/office/drawing/2014/main" id="{021211CA-F36E-437B-A7EE-968AD0CFF05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163613" y="3523011"/>
                          <a:ext cx="1621763" cy="1649414"/>
                        </a:xfrm>
                        <a:custGeom>
                          <a:avLst/>
                          <a:gdLst>
                            <a:gd name="T0" fmla="*/ 332 w 334"/>
                            <a:gd name="T1" fmla="*/ 45 h 369"/>
                            <a:gd name="T2" fmla="*/ 295 w 334"/>
                            <a:gd name="T3" fmla="*/ 24 h 369"/>
                            <a:gd name="T4" fmla="*/ 145 w 334"/>
                            <a:gd name="T5" fmla="*/ 24 h 369"/>
                            <a:gd name="T6" fmla="*/ 39 w 334"/>
                            <a:gd name="T7" fmla="*/ 130 h 369"/>
                            <a:gd name="T8" fmla="*/ 108 w 334"/>
                            <a:gd name="T9" fmla="*/ 365 h 369"/>
                            <a:gd name="T10" fmla="*/ 105 w 334"/>
                            <a:gd name="T11" fmla="*/ 369 h 369"/>
                            <a:gd name="T12" fmla="*/ 36 w 334"/>
                            <a:gd name="T13" fmla="*/ 128 h 369"/>
                            <a:gd name="T14" fmla="*/ 144 w 334"/>
                            <a:gd name="T15" fmla="*/ 21 h 369"/>
                            <a:gd name="T16" fmla="*/ 297 w 334"/>
                            <a:gd name="T17" fmla="*/ 21 h 369"/>
                            <a:gd name="T18" fmla="*/ 334 w 334"/>
                            <a:gd name="T19" fmla="*/ 41 h 369"/>
                            <a:gd name="T20" fmla="*/ 332 w 334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4" h="369">
                              <a:moveTo>
                                <a:pt x="332" y="45"/>
                              </a:moveTo>
                              <a:cubicBezTo>
                                <a:pt x="321" y="37"/>
                                <a:pt x="308" y="30"/>
                                <a:pt x="295" y="24"/>
                              </a:cubicBezTo>
                              <a:cubicBezTo>
                                <a:pt x="247" y="4"/>
                                <a:pt x="194" y="4"/>
                                <a:pt x="145" y="24"/>
                              </a:cubicBezTo>
                              <a:cubicBezTo>
                                <a:pt x="97" y="44"/>
                                <a:pt x="59" y="82"/>
                                <a:pt x="39" y="130"/>
                              </a:cubicBezTo>
                              <a:cubicBezTo>
                                <a:pt x="4" y="214"/>
                                <a:pt x="33" y="313"/>
                                <a:pt x="108" y="365"/>
                              </a:cubicBezTo>
                              <a:cubicBezTo>
                                <a:pt x="105" y="369"/>
                                <a:pt x="105" y="369"/>
                                <a:pt x="105" y="369"/>
                              </a:cubicBezTo>
                              <a:cubicBezTo>
                                <a:pt x="29" y="315"/>
                                <a:pt x="0" y="214"/>
                                <a:pt x="36" y="128"/>
                              </a:cubicBezTo>
                              <a:cubicBezTo>
                                <a:pt x="56" y="79"/>
                                <a:pt x="95" y="41"/>
                                <a:pt x="144" y="21"/>
                              </a:cubicBezTo>
                              <a:cubicBezTo>
                                <a:pt x="193" y="0"/>
                                <a:pt x="247" y="0"/>
                                <a:pt x="297" y="21"/>
                              </a:cubicBezTo>
                              <a:cubicBezTo>
                                <a:pt x="310" y="26"/>
                                <a:pt x="323" y="33"/>
                                <a:pt x="334" y="41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27" name="Freeform 35">
                          <a:extLst>
                            <a:ext uri="{FF2B5EF4-FFF2-40B4-BE49-F238E27FC236}">
                              <a16:creationId xmlns:a16="http://schemas.microsoft.com/office/drawing/2014/main" id="{378B9F28-A86C-4C3C-880C-35170FB1C8F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211767" y="3553174"/>
                          <a:ext cx="1628642" cy="1651001"/>
                        </a:xfrm>
                        <a:custGeom>
                          <a:avLst/>
                          <a:gdLst>
                            <a:gd name="T0" fmla="*/ 332 w 335"/>
                            <a:gd name="T1" fmla="*/ 45 h 369"/>
                            <a:gd name="T2" fmla="*/ 296 w 335"/>
                            <a:gd name="T3" fmla="*/ 25 h 369"/>
                            <a:gd name="T4" fmla="*/ 146 w 335"/>
                            <a:gd name="T5" fmla="*/ 25 h 369"/>
                            <a:gd name="T6" fmla="*/ 40 w 335"/>
                            <a:gd name="T7" fmla="*/ 130 h 369"/>
                            <a:gd name="T8" fmla="*/ 108 w 335"/>
                            <a:gd name="T9" fmla="*/ 366 h 369"/>
                            <a:gd name="T10" fmla="*/ 106 w 335"/>
                            <a:gd name="T11" fmla="*/ 369 h 369"/>
                            <a:gd name="T12" fmla="*/ 36 w 335"/>
                            <a:gd name="T13" fmla="*/ 129 h 369"/>
                            <a:gd name="T14" fmla="*/ 144 w 335"/>
                            <a:gd name="T15" fmla="*/ 21 h 369"/>
                            <a:gd name="T16" fmla="*/ 297 w 335"/>
                            <a:gd name="T17" fmla="*/ 21 h 369"/>
                            <a:gd name="T18" fmla="*/ 335 w 335"/>
                            <a:gd name="T19" fmla="*/ 42 h 369"/>
                            <a:gd name="T20" fmla="*/ 332 w 335"/>
                            <a:gd name="T21" fmla="*/ 45 h 36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335" h="369">
                              <a:moveTo>
                                <a:pt x="332" y="45"/>
                              </a:moveTo>
                              <a:cubicBezTo>
                                <a:pt x="321" y="37"/>
                                <a:pt x="309" y="30"/>
                                <a:pt x="296" y="25"/>
                              </a:cubicBezTo>
                              <a:cubicBezTo>
                                <a:pt x="247" y="5"/>
                                <a:pt x="194" y="5"/>
                                <a:pt x="146" y="25"/>
                              </a:cubicBezTo>
                              <a:cubicBezTo>
                                <a:pt x="98" y="44"/>
                                <a:pt x="60" y="82"/>
                                <a:pt x="40" y="130"/>
                              </a:cubicBezTo>
                              <a:cubicBezTo>
                                <a:pt x="5" y="214"/>
                                <a:pt x="33" y="313"/>
                                <a:pt x="108" y="366"/>
                              </a:cubicBezTo>
                              <a:cubicBezTo>
                                <a:pt x="106" y="369"/>
                                <a:pt x="106" y="369"/>
                                <a:pt x="106" y="369"/>
                              </a:cubicBezTo>
                              <a:cubicBezTo>
                                <a:pt x="30" y="316"/>
                                <a:pt x="0" y="215"/>
                                <a:pt x="36" y="129"/>
                              </a:cubicBezTo>
                              <a:cubicBezTo>
                                <a:pt x="57" y="79"/>
                                <a:pt x="95" y="41"/>
                                <a:pt x="144" y="21"/>
                              </a:cubicBezTo>
                              <a:cubicBezTo>
                                <a:pt x="194" y="0"/>
                                <a:pt x="248" y="1"/>
                                <a:pt x="297" y="21"/>
                              </a:cubicBezTo>
                              <a:cubicBezTo>
                                <a:pt x="310" y="27"/>
                                <a:pt x="323" y="34"/>
                                <a:pt x="335" y="42"/>
                              </a:cubicBezTo>
                              <a:lnTo>
                                <a:pt x="332" y="4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  <p:sp>
                      <p:nvSpPr>
                        <p:cNvPr id="528" name="Freeform 36">
                          <a:extLst>
                            <a:ext uri="{FF2B5EF4-FFF2-40B4-BE49-F238E27FC236}">
                              <a16:creationId xmlns:a16="http://schemas.microsoft.com/office/drawing/2014/main" id="{889BD6ED-7A22-4BDC-AB9A-ABCEB96A463E}"/>
                            </a:ext>
                          </a:extLst>
                        </p:cNvPr>
                        <p:cNvSpPr>
                          <a:spLocks noEditPoints="1"/>
                        </p:cNvSpPr>
                        <p:nvPr/>
                      </p:nvSpPr>
                      <p:spPr bwMode="auto">
                        <a:xfrm>
                          <a:off x="4970194" y="3942112"/>
                          <a:ext cx="2302800" cy="2155826"/>
                        </a:xfrm>
                        <a:custGeom>
                          <a:avLst/>
                          <a:gdLst>
                            <a:gd name="T0" fmla="*/ 107 w 474"/>
                            <a:gd name="T1" fmla="*/ 406 h 482"/>
                            <a:gd name="T2" fmla="*/ 129 w 474"/>
                            <a:gd name="T3" fmla="*/ 422 h 482"/>
                            <a:gd name="T4" fmla="*/ 168 w 474"/>
                            <a:gd name="T5" fmla="*/ 441 h 482"/>
                            <a:gd name="T6" fmla="*/ 353 w 474"/>
                            <a:gd name="T7" fmla="*/ 68 h 482"/>
                            <a:gd name="T8" fmla="*/ 35 w 474"/>
                            <a:gd name="T9" fmla="*/ 162 h 482"/>
                            <a:gd name="T10" fmla="*/ 381 w 474"/>
                            <a:gd name="T11" fmla="*/ 340 h 482"/>
                            <a:gd name="T12" fmla="*/ 411 w 474"/>
                            <a:gd name="T13" fmla="*/ 342 h 482"/>
                            <a:gd name="T14" fmla="*/ 395 w 474"/>
                            <a:gd name="T15" fmla="*/ 368 h 482"/>
                            <a:gd name="T16" fmla="*/ 306 w 474"/>
                            <a:gd name="T17" fmla="*/ 401 h 482"/>
                            <a:gd name="T18" fmla="*/ 336 w 474"/>
                            <a:gd name="T19" fmla="*/ 403 h 482"/>
                            <a:gd name="T20" fmla="*/ 320 w 474"/>
                            <a:gd name="T21" fmla="*/ 428 h 482"/>
                            <a:gd name="T22" fmla="*/ 306 w 474"/>
                            <a:gd name="T23" fmla="*/ 401 h 482"/>
                            <a:gd name="T24" fmla="*/ 420 w 474"/>
                            <a:gd name="T25" fmla="*/ 247 h 482"/>
                            <a:gd name="T26" fmla="*/ 434 w 474"/>
                            <a:gd name="T27" fmla="*/ 274 h 482"/>
                            <a:gd name="T28" fmla="*/ 404 w 474"/>
                            <a:gd name="T29" fmla="*/ 273 h 482"/>
                            <a:gd name="T30" fmla="*/ 216 w 474"/>
                            <a:gd name="T31" fmla="*/ 422 h 482"/>
                            <a:gd name="T32" fmla="*/ 246 w 474"/>
                            <a:gd name="T33" fmla="*/ 424 h 482"/>
                            <a:gd name="T34" fmla="*/ 230 w 474"/>
                            <a:gd name="T35" fmla="*/ 449 h 482"/>
                            <a:gd name="T36" fmla="*/ 216 w 474"/>
                            <a:gd name="T37" fmla="*/ 422 h 482"/>
                            <a:gd name="T38" fmla="*/ 407 w 474"/>
                            <a:gd name="T39" fmla="*/ 155 h 482"/>
                            <a:gd name="T40" fmla="*/ 421 w 474"/>
                            <a:gd name="T41" fmla="*/ 183 h 482"/>
                            <a:gd name="T42" fmla="*/ 391 w 474"/>
                            <a:gd name="T43" fmla="*/ 181 h 482"/>
                            <a:gd name="T44" fmla="*/ 123 w 474"/>
                            <a:gd name="T45" fmla="*/ 385 h 482"/>
                            <a:gd name="T46" fmla="*/ 154 w 474"/>
                            <a:gd name="T47" fmla="*/ 387 h 482"/>
                            <a:gd name="T48" fmla="*/ 137 w 474"/>
                            <a:gd name="T49" fmla="*/ 413 h 482"/>
                            <a:gd name="T50" fmla="*/ 123 w 474"/>
                            <a:gd name="T51" fmla="*/ 385 h 482"/>
                            <a:gd name="T52" fmla="*/ 340 w 474"/>
                            <a:gd name="T53" fmla="*/ 82 h 482"/>
                            <a:gd name="T54" fmla="*/ 353 w 474"/>
                            <a:gd name="T55" fmla="*/ 109 h 482"/>
                            <a:gd name="T56" fmla="*/ 323 w 474"/>
                            <a:gd name="T57" fmla="*/ 107 h 482"/>
                            <a:gd name="T58" fmla="*/ 171 w 474"/>
                            <a:gd name="T59" fmla="*/ 96 h 482"/>
                            <a:gd name="T60" fmla="*/ 140 w 474"/>
                            <a:gd name="T61" fmla="*/ 94 h 482"/>
                            <a:gd name="T62" fmla="*/ 157 w 474"/>
                            <a:gd name="T63" fmla="*/ 69 h 482"/>
                            <a:gd name="T64" fmla="*/ 171 w 474"/>
                            <a:gd name="T65" fmla="*/ 96 h 482"/>
                            <a:gd name="T66" fmla="*/ 81 w 474"/>
                            <a:gd name="T67" fmla="*/ 313 h 482"/>
                            <a:gd name="T68" fmla="*/ 95 w 474"/>
                            <a:gd name="T69" fmla="*/ 340 h 482"/>
                            <a:gd name="T70" fmla="*/ 65 w 474"/>
                            <a:gd name="T71" fmla="*/ 338 h 482"/>
                            <a:gd name="T72" fmla="*/ 233 w 474"/>
                            <a:gd name="T73" fmla="*/ 56 h 482"/>
                            <a:gd name="T74" fmla="*/ 263 w 474"/>
                            <a:gd name="T75" fmla="*/ 58 h 482"/>
                            <a:gd name="T76" fmla="*/ 247 w 474"/>
                            <a:gd name="T77" fmla="*/ 83 h 482"/>
                            <a:gd name="T78" fmla="*/ 233 w 474"/>
                            <a:gd name="T79" fmla="*/ 56 h 482"/>
                            <a:gd name="T80" fmla="*/ 58 w 474"/>
                            <a:gd name="T81" fmla="*/ 215 h 482"/>
                            <a:gd name="T82" fmla="*/ 72 w 474"/>
                            <a:gd name="T83" fmla="*/ 242 h 482"/>
                            <a:gd name="T84" fmla="*/ 41 w 474"/>
                            <a:gd name="T85" fmla="*/ 240 h 482"/>
                            <a:gd name="T86" fmla="*/ 77 w 474"/>
                            <a:gd name="T87" fmla="*/ 134 h 482"/>
                            <a:gd name="T88" fmla="*/ 107 w 474"/>
                            <a:gd name="T89" fmla="*/ 136 h 482"/>
                            <a:gd name="T90" fmla="*/ 91 w 474"/>
                            <a:gd name="T91" fmla="*/ 161 h 482"/>
                            <a:gd name="T92" fmla="*/ 77 w 474"/>
                            <a:gd name="T93" fmla="*/ 134 h 482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  <a:cxn ang="0">
                              <a:pos x="T64" y="T65"/>
                            </a:cxn>
                            <a:cxn ang="0">
                              <a:pos x="T66" y="T67"/>
                            </a:cxn>
                            <a:cxn ang="0">
                              <a:pos x="T68" y="T69"/>
                            </a:cxn>
                            <a:cxn ang="0">
                              <a:pos x="T70" y="T71"/>
                            </a:cxn>
                            <a:cxn ang="0">
                              <a:pos x="T72" y="T73"/>
                            </a:cxn>
                            <a:cxn ang="0">
                              <a:pos x="T74" y="T75"/>
                            </a:cxn>
                            <a:cxn ang="0">
                              <a:pos x="T76" y="T77"/>
                            </a:cxn>
                            <a:cxn ang="0">
                              <a:pos x="T78" y="T79"/>
                            </a:cxn>
                            <a:cxn ang="0">
                              <a:pos x="T80" y="T81"/>
                            </a:cxn>
                            <a:cxn ang="0">
                              <a:pos x="T82" y="T83"/>
                            </a:cxn>
                            <a:cxn ang="0">
                              <a:pos x="T84" y="T85"/>
                            </a:cxn>
                            <a:cxn ang="0">
                              <a:pos x="T86" y="T87"/>
                            </a:cxn>
                            <a:cxn ang="0">
                              <a:pos x="T88" y="T89"/>
                            </a:cxn>
                            <a:cxn ang="0">
                              <a:pos x="T90" y="T91"/>
                            </a:cxn>
                            <a:cxn ang="0">
                              <a:pos x="T92" y="T93"/>
                            </a:cxn>
                          </a:cxnLst>
                          <a:rect l="0" t="0" r="r" b="b"/>
                          <a:pathLst>
                            <a:path w="474" h="482">
                              <a:moveTo>
                                <a:pt x="35" y="162"/>
                              </a:moveTo>
                              <a:cubicBezTo>
                                <a:pt x="0" y="252"/>
                                <a:pt x="32" y="352"/>
                                <a:pt x="107" y="406"/>
                              </a:cubicBezTo>
                              <a:cubicBezTo>
                                <a:pt x="107" y="406"/>
                                <a:pt x="107" y="406"/>
                                <a:pt x="107" y="406"/>
                              </a:cubicBezTo>
                              <a:cubicBezTo>
                                <a:pt x="129" y="422"/>
                                <a:pt x="129" y="422"/>
                                <a:pt x="129" y="422"/>
                              </a:cubicBezTo>
                              <a:cubicBezTo>
                                <a:pt x="129" y="421"/>
                                <a:pt x="129" y="421"/>
                                <a:pt x="129" y="421"/>
                              </a:cubicBezTo>
                              <a:cubicBezTo>
                                <a:pt x="141" y="429"/>
                                <a:pt x="154" y="436"/>
                                <a:pt x="168" y="441"/>
                              </a:cubicBezTo>
                              <a:cubicBezTo>
                                <a:pt x="275" y="482"/>
                                <a:pt x="396" y="428"/>
                                <a:pt x="438" y="320"/>
                              </a:cubicBezTo>
                              <a:cubicBezTo>
                                <a:pt x="474" y="225"/>
                                <a:pt x="437" y="120"/>
                                <a:pt x="353" y="68"/>
                              </a:cubicBezTo>
                              <a:cubicBezTo>
                                <a:pt x="339" y="58"/>
                                <a:pt x="323" y="49"/>
                                <a:pt x="305" y="42"/>
                              </a:cubicBezTo>
                              <a:cubicBezTo>
                                <a:pt x="197" y="0"/>
                                <a:pt x="76" y="54"/>
                                <a:pt x="35" y="162"/>
                              </a:cubicBezTo>
                              <a:close/>
                              <a:moveTo>
                                <a:pt x="380" y="358"/>
                              </a:moveTo>
                              <a:cubicBezTo>
                                <a:pt x="381" y="340"/>
                                <a:pt x="381" y="340"/>
                                <a:pt x="381" y="340"/>
                              </a:cubicBezTo>
                              <a:cubicBezTo>
                                <a:pt x="397" y="333"/>
                                <a:pt x="397" y="333"/>
                                <a:pt x="397" y="333"/>
                              </a:cubicBezTo>
                              <a:cubicBezTo>
                                <a:pt x="411" y="342"/>
                                <a:pt x="411" y="342"/>
                                <a:pt x="411" y="342"/>
                              </a:cubicBezTo>
                              <a:cubicBezTo>
                                <a:pt x="410" y="360"/>
                                <a:pt x="410" y="360"/>
                                <a:pt x="410" y="360"/>
                              </a:cubicBezTo>
                              <a:cubicBezTo>
                                <a:pt x="395" y="368"/>
                                <a:pt x="395" y="368"/>
                                <a:pt x="395" y="368"/>
                              </a:cubicBezTo>
                              <a:lnTo>
                                <a:pt x="380" y="358"/>
                              </a:lnTo>
                              <a:close/>
                              <a:moveTo>
                                <a:pt x="306" y="401"/>
                              </a:moveTo>
                              <a:cubicBezTo>
                                <a:pt x="322" y="393"/>
                                <a:pt x="322" y="393"/>
                                <a:pt x="322" y="393"/>
                              </a:cubicBezTo>
                              <a:cubicBezTo>
                                <a:pt x="336" y="403"/>
                                <a:pt x="336" y="403"/>
                                <a:pt x="336" y="403"/>
                              </a:cubicBezTo>
                              <a:cubicBezTo>
                                <a:pt x="335" y="420"/>
                                <a:pt x="335" y="420"/>
                                <a:pt x="335" y="420"/>
                              </a:cubicBezTo>
                              <a:cubicBezTo>
                                <a:pt x="320" y="428"/>
                                <a:pt x="320" y="428"/>
                                <a:pt x="320" y="428"/>
                              </a:cubicBezTo>
                              <a:cubicBezTo>
                                <a:pt x="305" y="418"/>
                                <a:pt x="305" y="418"/>
                                <a:pt x="305" y="418"/>
                              </a:cubicBezTo>
                              <a:lnTo>
                                <a:pt x="306" y="401"/>
                              </a:lnTo>
                              <a:close/>
                              <a:moveTo>
                                <a:pt x="405" y="255"/>
                              </a:moveTo>
                              <a:cubicBezTo>
                                <a:pt x="420" y="247"/>
                                <a:pt x="420" y="247"/>
                                <a:pt x="420" y="247"/>
                              </a:cubicBezTo>
                              <a:cubicBezTo>
                                <a:pt x="435" y="257"/>
                                <a:pt x="435" y="257"/>
                                <a:pt x="435" y="257"/>
                              </a:cubicBezTo>
                              <a:cubicBezTo>
                                <a:pt x="434" y="274"/>
                                <a:pt x="434" y="274"/>
                                <a:pt x="434" y="274"/>
                              </a:cubicBezTo>
                              <a:cubicBezTo>
                                <a:pt x="418" y="282"/>
                                <a:pt x="418" y="282"/>
                                <a:pt x="418" y="282"/>
                              </a:cubicBezTo>
                              <a:cubicBezTo>
                                <a:pt x="404" y="273"/>
                                <a:pt x="404" y="273"/>
                                <a:pt x="404" y="273"/>
                              </a:cubicBezTo>
                              <a:lnTo>
                                <a:pt x="405" y="255"/>
                              </a:lnTo>
                              <a:close/>
                              <a:moveTo>
                                <a:pt x="216" y="422"/>
                              </a:moveTo>
                              <a:cubicBezTo>
                                <a:pt x="232" y="414"/>
                                <a:pt x="232" y="414"/>
                                <a:pt x="232" y="414"/>
                              </a:cubicBezTo>
                              <a:cubicBezTo>
                                <a:pt x="246" y="424"/>
                                <a:pt x="246" y="424"/>
                                <a:pt x="246" y="424"/>
                              </a:cubicBezTo>
                              <a:cubicBezTo>
                                <a:pt x="245" y="442"/>
                                <a:pt x="245" y="442"/>
                                <a:pt x="245" y="442"/>
                              </a:cubicBezTo>
                              <a:cubicBezTo>
                                <a:pt x="230" y="449"/>
                                <a:pt x="230" y="449"/>
                                <a:pt x="230" y="449"/>
                              </a:cubicBezTo>
                              <a:cubicBezTo>
                                <a:pt x="215" y="440"/>
                                <a:pt x="215" y="440"/>
                                <a:pt x="215" y="440"/>
                              </a:cubicBezTo>
                              <a:lnTo>
                                <a:pt x="216" y="422"/>
                              </a:lnTo>
                              <a:close/>
                              <a:moveTo>
                                <a:pt x="392" y="163"/>
                              </a:moveTo>
                              <a:cubicBezTo>
                                <a:pt x="407" y="155"/>
                                <a:pt x="407" y="155"/>
                                <a:pt x="407" y="155"/>
                              </a:cubicBezTo>
                              <a:cubicBezTo>
                                <a:pt x="422" y="165"/>
                                <a:pt x="422" y="165"/>
                                <a:pt x="422" y="165"/>
                              </a:cubicBezTo>
                              <a:cubicBezTo>
                                <a:pt x="421" y="183"/>
                                <a:pt x="421" y="183"/>
                                <a:pt x="421" y="183"/>
                              </a:cubicBezTo>
                              <a:cubicBezTo>
                                <a:pt x="405" y="191"/>
                                <a:pt x="405" y="191"/>
                                <a:pt x="405" y="191"/>
                              </a:cubicBezTo>
                              <a:cubicBezTo>
                                <a:pt x="391" y="181"/>
                                <a:pt x="391" y="181"/>
                                <a:pt x="391" y="181"/>
                              </a:cubicBezTo>
                              <a:lnTo>
                                <a:pt x="392" y="163"/>
                              </a:lnTo>
                              <a:close/>
                              <a:moveTo>
                                <a:pt x="123" y="385"/>
                              </a:moveTo>
                              <a:cubicBezTo>
                                <a:pt x="139" y="378"/>
                                <a:pt x="139" y="378"/>
                                <a:pt x="139" y="378"/>
                              </a:cubicBezTo>
                              <a:cubicBezTo>
                                <a:pt x="154" y="387"/>
                                <a:pt x="154" y="387"/>
                                <a:pt x="154" y="387"/>
                              </a:cubicBezTo>
                              <a:cubicBezTo>
                                <a:pt x="153" y="405"/>
                                <a:pt x="153" y="405"/>
                                <a:pt x="153" y="405"/>
                              </a:cubicBezTo>
                              <a:cubicBezTo>
                                <a:pt x="137" y="413"/>
                                <a:pt x="137" y="413"/>
                                <a:pt x="137" y="413"/>
                              </a:cubicBezTo>
                              <a:cubicBezTo>
                                <a:pt x="122" y="403"/>
                                <a:pt x="122" y="403"/>
                                <a:pt x="122" y="403"/>
                              </a:cubicBezTo>
                              <a:lnTo>
                                <a:pt x="123" y="385"/>
                              </a:lnTo>
                              <a:close/>
                              <a:moveTo>
                                <a:pt x="324" y="90"/>
                              </a:moveTo>
                              <a:cubicBezTo>
                                <a:pt x="340" y="82"/>
                                <a:pt x="340" y="82"/>
                                <a:pt x="340" y="82"/>
                              </a:cubicBezTo>
                              <a:cubicBezTo>
                                <a:pt x="354" y="91"/>
                                <a:pt x="354" y="91"/>
                                <a:pt x="354" y="91"/>
                              </a:cubicBezTo>
                              <a:cubicBezTo>
                                <a:pt x="353" y="109"/>
                                <a:pt x="353" y="109"/>
                                <a:pt x="353" y="109"/>
                              </a:cubicBezTo>
                              <a:cubicBezTo>
                                <a:pt x="338" y="117"/>
                                <a:pt x="338" y="117"/>
                                <a:pt x="338" y="117"/>
                              </a:cubicBezTo>
                              <a:cubicBezTo>
                                <a:pt x="323" y="107"/>
                                <a:pt x="323" y="107"/>
                                <a:pt x="323" y="107"/>
                              </a:cubicBezTo>
                              <a:lnTo>
                                <a:pt x="324" y="90"/>
                              </a:lnTo>
                              <a:close/>
                              <a:moveTo>
                                <a:pt x="171" y="96"/>
                              </a:moveTo>
                              <a:cubicBezTo>
                                <a:pt x="155" y="104"/>
                                <a:pt x="155" y="104"/>
                                <a:pt x="155" y="104"/>
                              </a:cubicBezTo>
                              <a:cubicBezTo>
                                <a:pt x="140" y="94"/>
                                <a:pt x="140" y="94"/>
                                <a:pt x="140" y="94"/>
                              </a:cubicBezTo>
                              <a:cubicBezTo>
                                <a:pt x="141" y="77"/>
                                <a:pt x="141" y="77"/>
                                <a:pt x="141" y="77"/>
                              </a:cubicBezTo>
                              <a:cubicBezTo>
                                <a:pt x="157" y="69"/>
                                <a:pt x="157" y="69"/>
                                <a:pt x="157" y="69"/>
                              </a:cubicBezTo>
                              <a:cubicBezTo>
                                <a:pt x="172" y="78"/>
                                <a:pt x="172" y="78"/>
                                <a:pt x="172" y="78"/>
                              </a:cubicBezTo>
                              <a:lnTo>
                                <a:pt x="171" y="96"/>
                              </a:lnTo>
                              <a:close/>
                              <a:moveTo>
                                <a:pt x="66" y="321"/>
                              </a:moveTo>
                              <a:cubicBezTo>
                                <a:pt x="81" y="313"/>
                                <a:pt x="81" y="313"/>
                                <a:pt x="81" y="313"/>
                              </a:cubicBezTo>
                              <a:cubicBezTo>
                                <a:pt x="96" y="322"/>
                                <a:pt x="96" y="322"/>
                                <a:pt x="96" y="322"/>
                              </a:cubicBezTo>
                              <a:cubicBezTo>
                                <a:pt x="95" y="340"/>
                                <a:pt x="95" y="340"/>
                                <a:pt x="95" y="340"/>
                              </a:cubicBezTo>
                              <a:cubicBezTo>
                                <a:pt x="79" y="348"/>
                                <a:pt x="79" y="348"/>
                                <a:pt x="79" y="348"/>
                              </a:cubicBezTo>
                              <a:cubicBezTo>
                                <a:pt x="65" y="338"/>
                                <a:pt x="65" y="338"/>
                                <a:pt x="65" y="338"/>
                              </a:cubicBezTo>
                              <a:lnTo>
                                <a:pt x="66" y="321"/>
                              </a:lnTo>
                              <a:close/>
                              <a:moveTo>
                                <a:pt x="233" y="56"/>
                              </a:moveTo>
                              <a:cubicBezTo>
                                <a:pt x="249" y="48"/>
                                <a:pt x="249" y="48"/>
                                <a:pt x="249" y="48"/>
                              </a:cubicBezTo>
                              <a:cubicBezTo>
                                <a:pt x="263" y="58"/>
                                <a:pt x="263" y="58"/>
                                <a:pt x="263" y="58"/>
                              </a:cubicBezTo>
                              <a:cubicBezTo>
                                <a:pt x="262" y="75"/>
                                <a:pt x="262" y="75"/>
                                <a:pt x="262" y="75"/>
                              </a:cubicBezTo>
                              <a:cubicBezTo>
                                <a:pt x="247" y="83"/>
                                <a:pt x="247" y="83"/>
                                <a:pt x="247" y="83"/>
                              </a:cubicBezTo>
                              <a:cubicBezTo>
                                <a:pt x="232" y="73"/>
                                <a:pt x="232" y="73"/>
                                <a:pt x="232" y="73"/>
                              </a:cubicBezTo>
                              <a:lnTo>
                                <a:pt x="233" y="56"/>
                              </a:lnTo>
                              <a:close/>
                              <a:moveTo>
                                <a:pt x="42" y="222"/>
                              </a:moveTo>
                              <a:cubicBezTo>
                                <a:pt x="58" y="215"/>
                                <a:pt x="58" y="215"/>
                                <a:pt x="58" y="215"/>
                              </a:cubicBezTo>
                              <a:cubicBezTo>
                                <a:pt x="73" y="224"/>
                                <a:pt x="73" y="224"/>
                                <a:pt x="73" y="224"/>
                              </a:cubicBezTo>
                              <a:cubicBezTo>
                                <a:pt x="72" y="242"/>
                                <a:pt x="72" y="242"/>
                                <a:pt x="72" y="242"/>
                              </a:cubicBezTo>
                              <a:cubicBezTo>
                                <a:pt x="56" y="250"/>
                                <a:pt x="56" y="250"/>
                                <a:pt x="56" y="250"/>
                              </a:cubicBezTo>
                              <a:cubicBezTo>
                                <a:pt x="41" y="240"/>
                                <a:pt x="41" y="240"/>
                                <a:pt x="41" y="240"/>
                              </a:cubicBezTo>
                              <a:lnTo>
                                <a:pt x="42" y="222"/>
                              </a:lnTo>
                              <a:close/>
                              <a:moveTo>
                                <a:pt x="77" y="134"/>
                              </a:moveTo>
                              <a:cubicBezTo>
                                <a:pt x="93" y="126"/>
                                <a:pt x="93" y="126"/>
                                <a:pt x="93" y="126"/>
                              </a:cubicBezTo>
                              <a:cubicBezTo>
                                <a:pt x="107" y="136"/>
                                <a:pt x="107" y="136"/>
                                <a:pt x="107" y="136"/>
                              </a:cubicBezTo>
                              <a:cubicBezTo>
                                <a:pt x="106" y="154"/>
                                <a:pt x="106" y="154"/>
                                <a:pt x="106" y="154"/>
                              </a:cubicBezTo>
                              <a:cubicBezTo>
                                <a:pt x="91" y="161"/>
                                <a:pt x="91" y="161"/>
                                <a:pt x="91" y="161"/>
                              </a:cubicBezTo>
                              <a:cubicBezTo>
                                <a:pt x="76" y="152"/>
                                <a:pt x="76" y="152"/>
                                <a:pt x="76" y="152"/>
                              </a:cubicBezTo>
                              <a:lnTo>
                                <a:pt x="77" y="13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de-DE" sz="1400"/>
                        </a:p>
                      </p:txBody>
                    </p:sp>
                  </p:grpSp>
                </p:grpSp>
              </p:grpSp>
            </p:grpSp>
          </p:grp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B4ABB3A1-7E38-4F4E-8D59-6FC9095843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65735" y="4735816"/>
                <a:ext cx="270528" cy="361249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59DA6655-1789-418E-9973-F52892D96B4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662541" y="4735816"/>
                <a:ext cx="227522" cy="378402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3" name="TextBox 492">
                <a:extLst>
                  <a:ext uri="{FF2B5EF4-FFF2-40B4-BE49-F238E27FC236}">
                    <a16:creationId xmlns:a16="http://schemas.microsoft.com/office/drawing/2014/main" id="{56BDBA51-4B8F-40E3-90D6-C0FDFC90FCD8}"/>
                  </a:ext>
                </a:extLst>
              </p:cNvPr>
              <p:cNvSpPr txBox="1"/>
              <p:nvPr/>
            </p:nvSpPr>
            <p:spPr>
              <a:xfrm>
                <a:off x="6313448" y="4849627"/>
                <a:ext cx="567247" cy="50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c</a:t>
                </a:r>
                <a:r>
                  <a:rPr lang="en-US" sz="1400" baseline="-25000" dirty="0"/>
                  <a:t>2</a:t>
                </a:r>
                <a:endParaRPr lang="en-US" sz="1400" dirty="0"/>
              </a:p>
            </p:txBody>
          </p:sp>
          <p:sp>
            <p:nvSpPr>
              <p:cNvPr id="494" name="TextBox 493">
                <a:extLst>
                  <a:ext uri="{FF2B5EF4-FFF2-40B4-BE49-F238E27FC236}">
                    <a16:creationId xmlns:a16="http://schemas.microsoft.com/office/drawing/2014/main" id="{17B1492C-7BA1-4E67-8ADF-AAACF73E4784}"/>
                  </a:ext>
                </a:extLst>
              </p:cNvPr>
              <p:cNvSpPr txBox="1"/>
              <p:nvPr/>
            </p:nvSpPr>
            <p:spPr>
              <a:xfrm>
                <a:off x="7899579" y="4801699"/>
                <a:ext cx="603154" cy="50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c</a:t>
                </a:r>
                <a:r>
                  <a:rPr lang="en-US" sz="1400" baseline="-25000" dirty="0"/>
                  <a:t>3</a:t>
                </a:r>
                <a:endParaRPr lang="en-US" sz="1400" dirty="0"/>
              </a:p>
            </p:txBody>
          </p:sp>
        </p:grpSp>
      </p:grpSp>
      <p:sp>
        <p:nvSpPr>
          <p:cNvPr id="949" name="TextBox 948">
            <a:extLst>
              <a:ext uri="{FF2B5EF4-FFF2-40B4-BE49-F238E27FC236}">
                <a16:creationId xmlns:a16="http://schemas.microsoft.com/office/drawing/2014/main" id="{0985E703-1728-4E65-A904-F5EB11EFA0B0}"/>
              </a:ext>
            </a:extLst>
          </p:cNvPr>
          <p:cNvSpPr txBox="1"/>
          <p:nvPr/>
        </p:nvSpPr>
        <p:spPr>
          <a:xfrm>
            <a:off x="5922313" y="3403545"/>
            <a:ext cx="1157151" cy="2677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200" dirty="0"/>
              <a:t>Location B </a:t>
            </a:r>
          </a:p>
        </p:txBody>
      </p:sp>
      <p:cxnSp>
        <p:nvCxnSpPr>
          <p:cNvPr id="952" name="Straight Arrow Connector 951">
            <a:extLst>
              <a:ext uri="{FF2B5EF4-FFF2-40B4-BE49-F238E27FC236}">
                <a16:creationId xmlns:a16="http://schemas.microsoft.com/office/drawing/2014/main" id="{5FD01CBA-D94D-4DCF-B0FF-1742503BC7CB}"/>
              </a:ext>
            </a:extLst>
          </p:cNvPr>
          <p:cNvCxnSpPr>
            <a:cxnSpLocks/>
          </p:cNvCxnSpPr>
          <p:nvPr/>
        </p:nvCxnSpPr>
        <p:spPr>
          <a:xfrm flipV="1">
            <a:off x="3966483" y="2426399"/>
            <a:ext cx="2399870" cy="9672"/>
          </a:xfrm>
          <a:prstGeom prst="straightConnector1">
            <a:avLst/>
          </a:prstGeom>
          <a:ln w="127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4" name="TextBox 953">
            <a:extLst>
              <a:ext uri="{FF2B5EF4-FFF2-40B4-BE49-F238E27FC236}">
                <a16:creationId xmlns:a16="http://schemas.microsoft.com/office/drawing/2014/main" id="{1A8DB2A2-683C-474E-AAA9-C8C7DAB389C6}"/>
              </a:ext>
            </a:extLst>
          </p:cNvPr>
          <p:cNvSpPr txBox="1"/>
          <p:nvPr/>
        </p:nvSpPr>
        <p:spPr>
          <a:xfrm>
            <a:off x="4602948" y="1873467"/>
            <a:ext cx="1288403" cy="91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400" dirty="0"/>
              <a:t>Connecting </a:t>
            </a:r>
            <a:br>
              <a:rPr lang="en-US" sz="1400" dirty="0"/>
            </a:br>
            <a:r>
              <a:rPr lang="en-US" sz="1400" dirty="0"/>
              <a:t>2 locations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(2 nodes)</a:t>
            </a:r>
          </a:p>
        </p:txBody>
      </p:sp>
      <p:sp>
        <p:nvSpPr>
          <p:cNvPr id="955" name="Right Brace 954">
            <a:extLst>
              <a:ext uri="{FF2B5EF4-FFF2-40B4-BE49-F238E27FC236}">
                <a16:creationId xmlns:a16="http://schemas.microsoft.com/office/drawing/2014/main" id="{7D197583-B51E-4699-B21E-3698129AF62C}"/>
              </a:ext>
            </a:extLst>
          </p:cNvPr>
          <p:cNvSpPr/>
          <p:nvPr/>
        </p:nvSpPr>
        <p:spPr>
          <a:xfrm rot="5400000">
            <a:off x="4889328" y="-310850"/>
            <a:ext cx="554178" cy="9181435"/>
          </a:xfrm>
          <a:prstGeom prst="rightBrac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42FDCD19-1E73-4C76-AF4A-85855849486A}"/>
              </a:ext>
            </a:extLst>
          </p:cNvPr>
          <p:cNvSpPr/>
          <p:nvPr/>
        </p:nvSpPr>
        <p:spPr>
          <a:xfrm>
            <a:off x="544540" y="5515761"/>
            <a:ext cx="9131029" cy="627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600" dirty="0"/>
              <a:t>Due to simplicity reasons, you will create a single-node model in FINE by applying </a:t>
            </a:r>
            <a:r>
              <a:rPr lang="en-US" sz="1600" dirty="0" err="1"/>
              <a:t>jupyter</a:t>
            </a:r>
            <a:r>
              <a:rPr lang="en-US" sz="1600" dirty="0"/>
              <a:t> notebook “”.</a:t>
            </a:r>
          </a:p>
        </p:txBody>
      </p:sp>
    </p:spTree>
    <p:extLst>
      <p:ext uri="{BB962C8B-B14F-4D97-AF65-F5344CB8AC3E}">
        <p14:creationId xmlns:p14="http://schemas.microsoft.com/office/powerpoint/2010/main" val="1762265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BFC8-0B1D-453F-B84E-03077B9CF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Frequently Applied Parameters for the Component “Source” in FINE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D82D01-CC20-4CCA-948E-80FFCFC63A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92BDE-5B93-4526-BD51-5089535460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3B0E6F-40D5-4FB1-8F11-60A5C6CEE4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417" y="5206464"/>
            <a:ext cx="9051637" cy="71141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More information about potential parameters and a complete model description can be found here: </a:t>
            </a:r>
            <a:r>
              <a:rPr lang="en-US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https://vsa-fine.readthedocs.io/en/master/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EE679F5-863B-4C28-8489-6A2395C0EE12}"/>
              </a:ext>
            </a:extLst>
          </p:cNvPr>
          <p:cNvSpPr/>
          <p:nvPr/>
        </p:nvSpPr>
        <p:spPr>
          <a:xfrm>
            <a:off x="462529" y="1858199"/>
            <a:ext cx="2732539" cy="1104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527F5E5-FC63-4206-A93E-C6885AA6F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543" y="1348807"/>
            <a:ext cx="5331864" cy="263256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F9B5206-E0BC-4425-A906-FF88D4AFED79}"/>
              </a:ext>
            </a:extLst>
          </p:cNvPr>
          <p:cNvSpPr txBox="1"/>
          <p:nvPr/>
        </p:nvSpPr>
        <p:spPr>
          <a:xfrm>
            <a:off x="6569904" y="1538396"/>
            <a:ext cx="2552430" cy="326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Name of your plant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B38722-E812-428A-BEF1-DBE36AA497F2}"/>
              </a:ext>
            </a:extLst>
          </p:cNvPr>
          <p:cNvSpPr txBox="1"/>
          <p:nvPr/>
        </p:nvSpPr>
        <p:spPr>
          <a:xfrm>
            <a:off x="552584" y="1953455"/>
            <a:ext cx="2552430" cy="3262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Generated commodity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5F8271-B7A0-4F2A-814C-2FD3470364A4}"/>
              </a:ext>
            </a:extLst>
          </p:cNvPr>
          <p:cNvSpPr txBox="1"/>
          <p:nvPr/>
        </p:nvSpPr>
        <p:spPr>
          <a:xfrm>
            <a:off x="552584" y="2341399"/>
            <a:ext cx="2552430" cy="56015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Initialization of capacity variable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C445CC-B2F0-4EF5-951D-B3D0B00CC19B}"/>
              </a:ext>
            </a:extLst>
          </p:cNvPr>
          <p:cNvSpPr txBox="1"/>
          <p:nvPr/>
        </p:nvSpPr>
        <p:spPr>
          <a:xfrm>
            <a:off x="552584" y="3785565"/>
            <a:ext cx="2552430" cy="5601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Maximum capacity ramp-up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A21182-A795-4EE4-8F74-C6BA57188300}"/>
              </a:ext>
            </a:extLst>
          </p:cNvPr>
          <p:cNvSpPr txBox="1"/>
          <p:nvPr/>
        </p:nvSpPr>
        <p:spPr>
          <a:xfrm>
            <a:off x="563417" y="3089433"/>
            <a:ext cx="2552430" cy="5601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Maximum operation rate per timestep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0A8F33-F098-4D85-B7E7-69F175FDBA55}"/>
              </a:ext>
            </a:extLst>
          </p:cNvPr>
          <p:cNvSpPr txBox="1"/>
          <p:nvPr/>
        </p:nvSpPr>
        <p:spPr>
          <a:xfrm>
            <a:off x="2041236" y="4419593"/>
            <a:ext cx="2552429" cy="5601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Discount factor for calculating annual costs 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5452C4-2B34-4AD0-8D28-3AECEDF196E7}"/>
              </a:ext>
            </a:extLst>
          </p:cNvPr>
          <p:cNvSpPr txBox="1"/>
          <p:nvPr/>
        </p:nvSpPr>
        <p:spPr>
          <a:xfrm>
            <a:off x="5089235" y="4405279"/>
            <a:ext cx="2552430" cy="5601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Lifetime of the component in years 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10C76B-2E1B-4E97-8105-FC6C5A71DA2E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3105014" y="2116577"/>
            <a:ext cx="1142117" cy="9770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D841A49-CAAE-4D9A-9FCD-1905D0970291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3105014" y="2406531"/>
            <a:ext cx="1142117" cy="21494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3EEA5C6-F188-4F95-8BE1-68703796E136}"/>
              </a:ext>
            </a:extLst>
          </p:cNvPr>
          <p:cNvSpPr txBox="1"/>
          <p:nvPr/>
        </p:nvSpPr>
        <p:spPr>
          <a:xfrm>
            <a:off x="7062625" y="3290818"/>
            <a:ext cx="2552429" cy="7940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Capacity dependent installation and operation costs 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538BABA-8A1E-4FE2-B302-425D31BDEAC8}"/>
              </a:ext>
            </a:extLst>
          </p:cNvPr>
          <p:cNvCxnSpPr>
            <a:cxnSpLocks/>
          </p:cNvCxnSpPr>
          <p:nvPr/>
        </p:nvCxnSpPr>
        <p:spPr>
          <a:xfrm flipH="1">
            <a:off x="5848386" y="1779970"/>
            <a:ext cx="700196" cy="20983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18F8DDA-C358-4A0B-A069-C9BD760CCFD6}"/>
              </a:ext>
            </a:extLst>
          </p:cNvPr>
          <p:cNvCxnSpPr>
            <a:cxnSpLocks/>
            <a:stCxn id="53" idx="0"/>
          </p:cNvCxnSpPr>
          <p:nvPr/>
        </p:nvCxnSpPr>
        <p:spPr>
          <a:xfrm flipH="1" flipV="1">
            <a:off x="5514109" y="3561106"/>
            <a:ext cx="851341" cy="84417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BE9F267-7553-436D-A0DC-1658AA69261C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3317451" y="3326097"/>
            <a:ext cx="940513" cy="109349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73D977C-C784-4779-8D4A-2E364655999D}"/>
              </a:ext>
            </a:extLst>
          </p:cNvPr>
          <p:cNvSpPr txBox="1"/>
          <p:nvPr/>
        </p:nvSpPr>
        <p:spPr>
          <a:xfrm>
            <a:off x="462528" y="1523083"/>
            <a:ext cx="2732539" cy="326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b="1" dirty="0"/>
              <a:t>Mandatory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A71FFBD-DC9C-443B-AD84-C904387A2163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3115847" y="2607705"/>
            <a:ext cx="1090604" cy="76180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C8EBE2A-8500-42A9-9461-815C20E60D33}"/>
              </a:ext>
            </a:extLst>
          </p:cNvPr>
          <p:cNvCxnSpPr>
            <a:cxnSpLocks/>
            <a:stCxn id="50" idx="3"/>
          </p:cNvCxnSpPr>
          <p:nvPr/>
        </p:nvCxnSpPr>
        <p:spPr>
          <a:xfrm flipV="1">
            <a:off x="3105014" y="2785477"/>
            <a:ext cx="1132880" cy="128016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ight Brace 83">
            <a:extLst>
              <a:ext uri="{FF2B5EF4-FFF2-40B4-BE49-F238E27FC236}">
                <a16:creationId xmlns:a16="http://schemas.microsoft.com/office/drawing/2014/main" id="{A33ECB09-1FEF-45A9-9972-B5A261318F9C}"/>
              </a:ext>
            </a:extLst>
          </p:cNvPr>
          <p:cNvSpPr/>
          <p:nvPr/>
        </p:nvSpPr>
        <p:spPr>
          <a:xfrm>
            <a:off x="6198484" y="2877358"/>
            <a:ext cx="239261" cy="305617"/>
          </a:xfrm>
          <a:prstGeom prst="rightBrac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E62B77F-C77E-4455-AA20-708A4A181D47}"/>
              </a:ext>
            </a:extLst>
          </p:cNvPr>
          <p:cNvCxnSpPr>
            <a:cxnSpLocks/>
            <a:stCxn id="64" idx="1"/>
            <a:endCxn id="84" idx="1"/>
          </p:cNvCxnSpPr>
          <p:nvPr/>
        </p:nvCxnSpPr>
        <p:spPr>
          <a:xfrm flipH="1" flipV="1">
            <a:off x="6437745" y="3030167"/>
            <a:ext cx="624880" cy="6576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75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91C722-D7BD-4D9E-9A9C-EFB6335F7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926" y="1524296"/>
            <a:ext cx="5149115" cy="16586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C9BFC8-0B1D-453F-B84E-03077B9CF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Frequently Applied Parameters for the Component “Sink”</a:t>
            </a:r>
            <a:br>
              <a:rPr lang="en-US" dirty="0"/>
            </a:br>
            <a:r>
              <a:rPr lang="en-US" dirty="0"/>
              <a:t> in FINE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D82D01-CC20-4CCA-948E-80FFCFC63A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92BDE-5B93-4526-BD51-5089535460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3B0E6F-40D5-4FB1-8F11-60A5C6CEE4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417" y="5206464"/>
            <a:ext cx="9051637" cy="71141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More information about potential parameters and a complete model description can be found here: </a:t>
            </a: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https://vsa-fine.readthedocs.io/en/master/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EE679F5-863B-4C28-8489-6A2395C0EE12}"/>
              </a:ext>
            </a:extLst>
          </p:cNvPr>
          <p:cNvSpPr/>
          <p:nvPr/>
        </p:nvSpPr>
        <p:spPr>
          <a:xfrm>
            <a:off x="462529" y="1858199"/>
            <a:ext cx="2732539" cy="1104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9B5206-E0BC-4425-A906-FF88D4AFED79}"/>
              </a:ext>
            </a:extLst>
          </p:cNvPr>
          <p:cNvSpPr txBox="1"/>
          <p:nvPr/>
        </p:nvSpPr>
        <p:spPr>
          <a:xfrm>
            <a:off x="6548582" y="1538396"/>
            <a:ext cx="2552430" cy="326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Name of the sink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B38722-E812-428A-BEF1-DBE36AA497F2}"/>
              </a:ext>
            </a:extLst>
          </p:cNvPr>
          <p:cNvSpPr txBox="1"/>
          <p:nvPr/>
        </p:nvSpPr>
        <p:spPr>
          <a:xfrm>
            <a:off x="552584" y="1953455"/>
            <a:ext cx="2552430" cy="3262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Required commodity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5F8271-B7A0-4F2A-814C-2FD3470364A4}"/>
              </a:ext>
            </a:extLst>
          </p:cNvPr>
          <p:cNvSpPr txBox="1"/>
          <p:nvPr/>
        </p:nvSpPr>
        <p:spPr>
          <a:xfrm>
            <a:off x="552584" y="2341399"/>
            <a:ext cx="2552430" cy="56015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Initialization of capacity variable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A21182-A795-4EE4-8F74-C6BA57188300}"/>
              </a:ext>
            </a:extLst>
          </p:cNvPr>
          <p:cNvSpPr txBox="1"/>
          <p:nvPr/>
        </p:nvSpPr>
        <p:spPr>
          <a:xfrm>
            <a:off x="3902254" y="3983295"/>
            <a:ext cx="2552430" cy="7940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Required unit of the commodity per timestep for defined node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10C76B-2E1B-4E97-8105-FC6C5A71DA2E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3105014" y="2116577"/>
            <a:ext cx="1152950" cy="19626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D841A49-CAAE-4D9A-9FCD-1905D0970291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3105014" y="2501029"/>
            <a:ext cx="1152950" cy="12044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538BABA-8A1E-4FE2-B302-425D31BDEAC8}"/>
              </a:ext>
            </a:extLst>
          </p:cNvPr>
          <p:cNvCxnSpPr>
            <a:cxnSpLocks/>
          </p:cNvCxnSpPr>
          <p:nvPr/>
        </p:nvCxnSpPr>
        <p:spPr>
          <a:xfrm flipH="1">
            <a:off x="5846618" y="1779970"/>
            <a:ext cx="701964" cy="23953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73D977C-C784-4779-8D4A-2E364655999D}"/>
              </a:ext>
            </a:extLst>
          </p:cNvPr>
          <p:cNvSpPr txBox="1"/>
          <p:nvPr/>
        </p:nvSpPr>
        <p:spPr>
          <a:xfrm>
            <a:off x="462528" y="1523083"/>
            <a:ext cx="2732539" cy="326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b="1" dirty="0"/>
              <a:t>Mandatory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A71FFBD-DC9C-443B-AD84-C904387A2163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5089235" y="2788193"/>
            <a:ext cx="89234" cy="119510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56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32443C-F13D-4D70-BD89-66E7E4059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972" y="1506692"/>
            <a:ext cx="4049696" cy="33222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C9BFC8-0B1D-453F-B84E-03077B9CF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Frequently Applied Parameters for the Component “Storage” in FINE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D82D01-CC20-4CCA-948E-80FFCFC63A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92BDE-5B93-4526-BD51-5089535460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3B0E6F-40D5-4FB1-8F11-60A5C6CEE4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417" y="5206464"/>
            <a:ext cx="9051637" cy="71141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More information about potential parameters and a complete model description can be found here: </a:t>
            </a: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https://vsa-fine.readthedocs.io/en/master/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EE679F5-863B-4C28-8489-6A2395C0EE12}"/>
              </a:ext>
            </a:extLst>
          </p:cNvPr>
          <p:cNvSpPr/>
          <p:nvPr/>
        </p:nvSpPr>
        <p:spPr>
          <a:xfrm>
            <a:off x="462529" y="1858200"/>
            <a:ext cx="2732539" cy="548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9B5206-E0BC-4425-A906-FF88D4AFED79}"/>
              </a:ext>
            </a:extLst>
          </p:cNvPr>
          <p:cNvSpPr txBox="1"/>
          <p:nvPr/>
        </p:nvSpPr>
        <p:spPr>
          <a:xfrm>
            <a:off x="6569904" y="1538396"/>
            <a:ext cx="2552430" cy="326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Name of the storage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B38722-E812-428A-BEF1-DBE36AA497F2}"/>
              </a:ext>
            </a:extLst>
          </p:cNvPr>
          <p:cNvSpPr txBox="1"/>
          <p:nvPr/>
        </p:nvSpPr>
        <p:spPr>
          <a:xfrm>
            <a:off x="552584" y="1953455"/>
            <a:ext cx="2552430" cy="3262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Generated commodity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C445CC-B2F0-4EF5-951D-B3D0B00CC19B}"/>
              </a:ext>
            </a:extLst>
          </p:cNvPr>
          <p:cNvSpPr txBox="1"/>
          <p:nvPr/>
        </p:nvSpPr>
        <p:spPr>
          <a:xfrm>
            <a:off x="7396420" y="2763811"/>
            <a:ext cx="2552430" cy="7940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Ratio of maximum storage inflow to its capacity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A21182-A795-4EE4-8F74-C6BA57188300}"/>
              </a:ext>
            </a:extLst>
          </p:cNvPr>
          <p:cNvSpPr txBox="1"/>
          <p:nvPr/>
        </p:nvSpPr>
        <p:spPr>
          <a:xfrm>
            <a:off x="538155" y="3216437"/>
            <a:ext cx="2552430" cy="5601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Total number of full cycle equivalents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0A8F33-F098-4D85-B7E7-69F175FDBA55}"/>
              </a:ext>
            </a:extLst>
          </p:cNvPr>
          <p:cNvSpPr txBox="1"/>
          <p:nvPr/>
        </p:nvSpPr>
        <p:spPr>
          <a:xfrm>
            <a:off x="2036757" y="4593958"/>
            <a:ext cx="2552429" cy="5601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Discount factor for calculating annual costs 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5452C4-2B34-4AD0-8D28-3AECEDF196E7}"/>
              </a:ext>
            </a:extLst>
          </p:cNvPr>
          <p:cNvSpPr txBox="1"/>
          <p:nvPr/>
        </p:nvSpPr>
        <p:spPr>
          <a:xfrm>
            <a:off x="5517270" y="4609154"/>
            <a:ext cx="2552430" cy="5601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Lifetime of the component in years 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10C76B-2E1B-4E97-8105-FC6C5A71DA2E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3105014" y="2116577"/>
            <a:ext cx="864665" cy="202671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D841A49-CAAE-4D9A-9FCD-1905D0970291}"/>
              </a:ext>
            </a:extLst>
          </p:cNvPr>
          <p:cNvCxnSpPr>
            <a:cxnSpLocks/>
          </p:cNvCxnSpPr>
          <p:nvPr/>
        </p:nvCxnSpPr>
        <p:spPr>
          <a:xfrm flipV="1">
            <a:off x="3105014" y="2503753"/>
            <a:ext cx="864665" cy="11772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3EEA5C6-F188-4F95-8BE1-68703796E136}"/>
              </a:ext>
            </a:extLst>
          </p:cNvPr>
          <p:cNvSpPr txBox="1"/>
          <p:nvPr/>
        </p:nvSpPr>
        <p:spPr>
          <a:xfrm>
            <a:off x="7026967" y="3709497"/>
            <a:ext cx="2552429" cy="7940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Capacity dependent installation and operation costs 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538BABA-8A1E-4FE2-B302-425D31BDEAC8}"/>
              </a:ext>
            </a:extLst>
          </p:cNvPr>
          <p:cNvCxnSpPr>
            <a:cxnSpLocks/>
          </p:cNvCxnSpPr>
          <p:nvPr/>
        </p:nvCxnSpPr>
        <p:spPr>
          <a:xfrm flipH="1">
            <a:off x="5745018" y="1779970"/>
            <a:ext cx="803564" cy="30714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18F8DDA-C358-4A0B-A069-C9BD760CCFD6}"/>
              </a:ext>
            </a:extLst>
          </p:cNvPr>
          <p:cNvCxnSpPr>
            <a:cxnSpLocks/>
            <a:stCxn id="53" idx="0"/>
          </p:cNvCxnSpPr>
          <p:nvPr/>
        </p:nvCxnSpPr>
        <p:spPr>
          <a:xfrm flipH="1" flipV="1">
            <a:off x="5529700" y="4354005"/>
            <a:ext cx="1263785" cy="25514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BE9F267-7553-436D-A0DC-1658AA69261C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3312972" y="4169156"/>
            <a:ext cx="638108" cy="42480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73D977C-C784-4779-8D4A-2E364655999D}"/>
              </a:ext>
            </a:extLst>
          </p:cNvPr>
          <p:cNvSpPr txBox="1"/>
          <p:nvPr/>
        </p:nvSpPr>
        <p:spPr>
          <a:xfrm>
            <a:off x="462528" y="1523083"/>
            <a:ext cx="2732539" cy="326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b="1" dirty="0"/>
              <a:t>Mandatory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A71FFBD-DC9C-443B-AD84-C904387A2163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3090585" y="2831334"/>
            <a:ext cx="879094" cy="66518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C8EBE2A-8500-42A9-9461-815C20E60D33}"/>
              </a:ext>
            </a:extLst>
          </p:cNvPr>
          <p:cNvCxnSpPr>
            <a:cxnSpLocks/>
          </p:cNvCxnSpPr>
          <p:nvPr/>
        </p:nvCxnSpPr>
        <p:spPr>
          <a:xfrm flipH="1">
            <a:off x="5421102" y="3312465"/>
            <a:ext cx="1975318" cy="12975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ight Brace 83">
            <a:extLst>
              <a:ext uri="{FF2B5EF4-FFF2-40B4-BE49-F238E27FC236}">
                <a16:creationId xmlns:a16="http://schemas.microsoft.com/office/drawing/2014/main" id="{A33ECB09-1FEF-45A9-9972-B5A261318F9C}"/>
              </a:ext>
            </a:extLst>
          </p:cNvPr>
          <p:cNvSpPr/>
          <p:nvPr/>
        </p:nvSpPr>
        <p:spPr>
          <a:xfrm>
            <a:off x="5625387" y="3782549"/>
            <a:ext cx="239261" cy="305617"/>
          </a:xfrm>
          <a:prstGeom prst="rightBrac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E62B77F-C77E-4455-AA20-708A4A181D47}"/>
              </a:ext>
            </a:extLst>
          </p:cNvPr>
          <p:cNvCxnSpPr>
            <a:cxnSpLocks/>
            <a:stCxn id="64" idx="1"/>
            <a:endCxn id="84" idx="1"/>
          </p:cNvCxnSpPr>
          <p:nvPr/>
        </p:nvCxnSpPr>
        <p:spPr>
          <a:xfrm flipH="1" flipV="1">
            <a:off x="5864648" y="3935358"/>
            <a:ext cx="1162319" cy="171171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C9E7BCE-B594-4C15-B2CF-456A4C36B85E}"/>
              </a:ext>
            </a:extLst>
          </p:cNvPr>
          <p:cNvSpPr txBox="1"/>
          <p:nvPr/>
        </p:nvSpPr>
        <p:spPr>
          <a:xfrm>
            <a:off x="541923" y="2562614"/>
            <a:ext cx="2552430" cy="5601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5000"/>
              </a:lnSpc>
              <a:defRPr sz="1600"/>
            </a:lvl1pPr>
          </a:lstStyle>
          <a:p>
            <a:r>
              <a:rPr lang="en-US" dirty="0"/>
              <a:t>Initialization of capacity variable </a:t>
            </a:r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9857916F-0364-4E94-92A2-D989F8736DF6}"/>
              </a:ext>
            </a:extLst>
          </p:cNvPr>
          <p:cNvSpPr/>
          <p:nvPr/>
        </p:nvSpPr>
        <p:spPr>
          <a:xfrm>
            <a:off x="5106996" y="3255923"/>
            <a:ext cx="239261" cy="305617"/>
          </a:xfrm>
          <a:prstGeom prst="rightBrac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B85EB3-4294-4F30-A70D-E8AAE8E18E0B}"/>
              </a:ext>
            </a:extLst>
          </p:cNvPr>
          <p:cNvSpPr txBox="1"/>
          <p:nvPr/>
        </p:nvSpPr>
        <p:spPr>
          <a:xfrm>
            <a:off x="541923" y="3889079"/>
            <a:ext cx="2552430" cy="5601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5000"/>
              </a:lnSpc>
              <a:defRPr sz="1600"/>
            </a:lvl1pPr>
          </a:lstStyle>
          <a:p>
            <a:r>
              <a:rPr lang="en-US" dirty="0"/>
              <a:t>Percentage of self-discharge for one hour 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F9A4128-B9AD-4ED5-A22B-98A249F34162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3094353" y="3159924"/>
            <a:ext cx="875326" cy="100923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8AB4AAE-831D-422E-BF05-593418EF3073}"/>
              </a:ext>
            </a:extLst>
          </p:cNvPr>
          <p:cNvSpPr txBox="1"/>
          <p:nvPr/>
        </p:nvSpPr>
        <p:spPr>
          <a:xfrm>
            <a:off x="7113240" y="1916992"/>
            <a:ext cx="2552430" cy="7940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Defines the efficiency for d(dis-) charging the storage 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1CCB7A-FF46-44CA-A3F0-D64EE82BA1B1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5625387" y="2314024"/>
            <a:ext cx="1487853" cy="29816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B5BC55-A013-4DD2-B72D-5C3CC1FE065D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5743730" y="2314024"/>
            <a:ext cx="1369510" cy="62095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7CCB4EF-2A87-422F-8A83-3737DF735885}"/>
              </a:ext>
            </a:extLst>
          </p:cNvPr>
          <p:cNvSpPr/>
          <p:nvPr/>
        </p:nvSpPr>
        <p:spPr>
          <a:xfrm>
            <a:off x="4054764" y="3557875"/>
            <a:ext cx="2093109" cy="17117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</p:spTree>
    <p:extLst>
      <p:ext uri="{BB962C8B-B14F-4D97-AF65-F5344CB8AC3E}">
        <p14:creationId xmlns:p14="http://schemas.microsoft.com/office/powerpoint/2010/main" val="2628732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6458FC-A7F8-4D69-9B0D-5C5AAAF10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161" y="1538396"/>
            <a:ext cx="5345506" cy="24463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C9BFC8-0B1D-453F-B84E-03077B9CF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Frequently Applied Parameters for the Component “Conversion” in FINE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D82D01-CC20-4CCA-948E-80FFCFC63A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92BDE-5B93-4526-BD51-5089535460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3B0E6F-40D5-4FB1-8F11-60A5C6CEE4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417" y="5206464"/>
            <a:ext cx="9051637" cy="71141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More information about potential parameters and a complete model description can be found here: </a:t>
            </a: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https://vsa-fine.readthedocs.io/en/master/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EE679F5-863B-4C28-8489-6A2395C0EE12}"/>
              </a:ext>
            </a:extLst>
          </p:cNvPr>
          <p:cNvSpPr/>
          <p:nvPr/>
        </p:nvSpPr>
        <p:spPr>
          <a:xfrm>
            <a:off x="462529" y="1858199"/>
            <a:ext cx="2732539" cy="30785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9B5206-E0BC-4425-A906-FF88D4AFED79}"/>
              </a:ext>
            </a:extLst>
          </p:cNvPr>
          <p:cNvSpPr txBox="1"/>
          <p:nvPr/>
        </p:nvSpPr>
        <p:spPr>
          <a:xfrm>
            <a:off x="6030180" y="1372917"/>
            <a:ext cx="2552430" cy="326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Name of the storage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B38722-E812-428A-BEF1-DBE36AA497F2}"/>
              </a:ext>
            </a:extLst>
          </p:cNvPr>
          <p:cNvSpPr txBox="1"/>
          <p:nvPr/>
        </p:nvSpPr>
        <p:spPr>
          <a:xfrm>
            <a:off x="552584" y="1961815"/>
            <a:ext cx="2552430" cy="10279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Physical units of the plant capacity limitations, cost parameter and timeseries refer to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0A8F33-F098-4D85-B7E7-69F175FDBA55}"/>
              </a:ext>
            </a:extLst>
          </p:cNvPr>
          <p:cNvSpPr txBox="1"/>
          <p:nvPr/>
        </p:nvSpPr>
        <p:spPr>
          <a:xfrm>
            <a:off x="3362729" y="4593020"/>
            <a:ext cx="2552429" cy="5601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Discount factor for calculating annual costs 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5452C4-2B34-4AD0-8D28-3AECEDF196E7}"/>
              </a:ext>
            </a:extLst>
          </p:cNvPr>
          <p:cNvSpPr txBox="1"/>
          <p:nvPr/>
        </p:nvSpPr>
        <p:spPr>
          <a:xfrm>
            <a:off x="6193045" y="4572436"/>
            <a:ext cx="2552430" cy="5601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Lifetime of the component in years 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10C76B-2E1B-4E97-8105-FC6C5A71DA2E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3105014" y="2327608"/>
            <a:ext cx="864665" cy="14819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D841A49-CAAE-4D9A-9FCD-1905D0970291}"/>
              </a:ext>
            </a:extLst>
          </p:cNvPr>
          <p:cNvCxnSpPr>
            <a:cxnSpLocks/>
          </p:cNvCxnSpPr>
          <p:nvPr/>
        </p:nvCxnSpPr>
        <p:spPr>
          <a:xfrm flipV="1">
            <a:off x="3056833" y="2574669"/>
            <a:ext cx="944278" cy="82294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3EEA5C6-F188-4F95-8BE1-68703796E136}"/>
              </a:ext>
            </a:extLst>
          </p:cNvPr>
          <p:cNvSpPr txBox="1"/>
          <p:nvPr/>
        </p:nvSpPr>
        <p:spPr>
          <a:xfrm>
            <a:off x="7469260" y="3589159"/>
            <a:ext cx="2552429" cy="7940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Capacity dependent installation and operation costs 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538BABA-8A1E-4FE2-B302-425D31BDEAC8}"/>
              </a:ext>
            </a:extLst>
          </p:cNvPr>
          <p:cNvCxnSpPr>
            <a:cxnSpLocks/>
          </p:cNvCxnSpPr>
          <p:nvPr/>
        </p:nvCxnSpPr>
        <p:spPr>
          <a:xfrm flipH="1">
            <a:off x="5421102" y="1699160"/>
            <a:ext cx="1908162" cy="50607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BE9F267-7553-436D-A0DC-1658AA69261C}"/>
              </a:ext>
            </a:extLst>
          </p:cNvPr>
          <p:cNvCxnSpPr>
            <a:cxnSpLocks/>
          </p:cNvCxnSpPr>
          <p:nvPr/>
        </p:nvCxnSpPr>
        <p:spPr>
          <a:xfrm flipV="1">
            <a:off x="3715019" y="3295299"/>
            <a:ext cx="286092" cy="128163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73D977C-C784-4779-8D4A-2E364655999D}"/>
              </a:ext>
            </a:extLst>
          </p:cNvPr>
          <p:cNvSpPr txBox="1"/>
          <p:nvPr/>
        </p:nvSpPr>
        <p:spPr>
          <a:xfrm>
            <a:off x="462528" y="1523083"/>
            <a:ext cx="2732539" cy="326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b="1" dirty="0"/>
              <a:t>Mandatory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C8EBE2A-8500-42A9-9461-815C20E60D33}"/>
              </a:ext>
            </a:extLst>
          </p:cNvPr>
          <p:cNvCxnSpPr>
            <a:cxnSpLocks/>
            <a:stCxn id="53" idx="0"/>
          </p:cNvCxnSpPr>
          <p:nvPr/>
        </p:nvCxnSpPr>
        <p:spPr>
          <a:xfrm flipH="1" flipV="1">
            <a:off x="5486400" y="3454483"/>
            <a:ext cx="1982860" cy="111795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ight Brace 83">
            <a:extLst>
              <a:ext uri="{FF2B5EF4-FFF2-40B4-BE49-F238E27FC236}">
                <a16:creationId xmlns:a16="http://schemas.microsoft.com/office/drawing/2014/main" id="{A33ECB09-1FEF-45A9-9972-B5A261318F9C}"/>
              </a:ext>
            </a:extLst>
          </p:cNvPr>
          <p:cNvSpPr/>
          <p:nvPr/>
        </p:nvSpPr>
        <p:spPr>
          <a:xfrm>
            <a:off x="6041911" y="2922006"/>
            <a:ext cx="239261" cy="305617"/>
          </a:xfrm>
          <a:prstGeom prst="rightBrac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E62B77F-C77E-4455-AA20-708A4A181D47}"/>
              </a:ext>
            </a:extLst>
          </p:cNvPr>
          <p:cNvCxnSpPr>
            <a:cxnSpLocks/>
            <a:stCxn id="64" idx="1"/>
            <a:endCxn id="84" idx="1"/>
          </p:cNvCxnSpPr>
          <p:nvPr/>
        </p:nvCxnSpPr>
        <p:spPr>
          <a:xfrm flipH="1" flipV="1">
            <a:off x="6281172" y="3074815"/>
            <a:ext cx="1188088" cy="91137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C9E7BCE-B594-4C15-B2CF-456A4C36B85E}"/>
              </a:ext>
            </a:extLst>
          </p:cNvPr>
          <p:cNvSpPr txBox="1"/>
          <p:nvPr/>
        </p:nvSpPr>
        <p:spPr>
          <a:xfrm>
            <a:off x="7350238" y="2735146"/>
            <a:ext cx="2552430" cy="5601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5000"/>
              </a:lnSpc>
              <a:defRPr sz="1600"/>
            </a:lvl1pPr>
          </a:lstStyle>
          <a:p>
            <a:r>
              <a:rPr lang="en-US" dirty="0"/>
              <a:t>Initialization of capacity variable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A1517B-E4E5-407E-A72E-D758BD2ABA93}"/>
              </a:ext>
            </a:extLst>
          </p:cNvPr>
          <p:cNvSpPr txBox="1"/>
          <p:nvPr/>
        </p:nvSpPr>
        <p:spPr>
          <a:xfrm>
            <a:off x="563417" y="3046708"/>
            <a:ext cx="2552430" cy="17297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Factor with which commodities are converted into each other with one unit of operation</a:t>
            </a:r>
          </a:p>
          <a:p>
            <a:pPr algn="ctr">
              <a:lnSpc>
                <a:spcPct val="95000"/>
              </a:lnSpc>
            </a:pPr>
            <a:r>
              <a:rPr lang="en-US" sz="1600" dirty="0"/>
              <a:t>(1 unit electricity consumed, 0.7 units hydrogen produced)</a:t>
            </a:r>
          </a:p>
        </p:txBody>
      </p:sp>
    </p:spTree>
    <p:extLst>
      <p:ext uri="{BB962C8B-B14F-4D97-AF65-F5344CB8AC3E}">
        <p14:creationId xmlns:p14="http://schemas.microsoft.com/office/powerpoint/2010/main" val="937603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DC81A9F-E5D5-42FC-806D-71E5946B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1) Implementing a simple Single-Node Energy System Model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98B4A5C-622E-4EF1-AB7E-43F2A0E133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56ACDE-7220-40F0-B2E6-2E16BB56F0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971" y="6222554"/>
            <a:ext cx="7151417" cy="23063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927EE12-A636-46E8-981D-9B50B617C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71" y="1052736"/>
            <a:ext cx="9131029" cy="27711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3C32398B-B740-40CE-AD09-73335A176BE3}"/>
              </a:ext>
            </a:extLst>
          </p:cNvPr>
          <p:cNvSpPr txBox="1">
            <a:spLocks/>
          </p:cNvSpPr>
          <p:nvPr/>
        </p:nvSpPr>
        <p:spPr>
          <a:xfrm>
            <a:off x="404392" y="4113851"/>
            <a:ext cx="3854756" cy="2034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7664" indent="-24766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49" indent="-25454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2353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0017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0802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305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633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961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0290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Materials </a:t>
            </a:r>
            <a:r>
              <a:rPr lang="de-DE" b="1" dirty="0" err="1"/>
              <a:t>to</a:t>
            </a:r>
            <a:r>
              <a:rPr lang="de-DE" b="1" dirty="0"/>
              <a:t> </a:t>
            </a:r>
            <a:r>
              <a:rPr lang="de-DE" b="1" dirty="0" err="1"/>
              <a:t>be</a:t>
            </a:r>
            <a:r>
              <a:rPr lang="de-DE" b="1" dirty="0"/>
              <a:t> </a:t>
            </a:r>
            <a:r>
              <a:rPr lang="de-DE" b="1" dirty="0" err="1"/>
              <a:t>used</a:t>
            </a:r>
            <a:r>
              <a:rPr lang="de-DE" dirty="0"/>
              <a:t>:</a:t>
            </a:r>
          </a:p>
          <a:p>
            <a:r>
              <a:rPr lang="en-US" dirty="0" err="1"/>
              <a:t>Jupyter</a:t>
            </a:r>
            <a:r>
              <a:rPr lang="en-US" dirty="0"/>
              <a:t>-Notebook: Exercise_1.i.pynb</a:t>
            </a:r>
          </a:p>
          <a:p>
            <a:r>
              <a:rPr lang="en-US" dirty="0"/>
              <a:t>You do have two electricity sources, and one sink implemented in your model. </a:t>
            </a:r>
          </a:p>
          <a:p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F454C58-02EE-4E7D-BE45-30E3F80A5054}"/>
              </a:ext>
            </a:extLst>
          </p:cNvPr>
          <p:cNvSpPr txBox="1">
            <a:spLocks/>
          </p:cNvSpPr>
          <p:nvPr/>
        </p:nvSpPr>
        <p:spPr>
          <a:xfrm>
            <a:off x="393971" y="1499284"/>
            <a:ext cx="9144000" cy="20598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47664" indent="-24766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88449" indent="-25454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22353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0017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10802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24305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219633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714961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210290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through the notebook and try to understand the functionality of the energy system of Exercise Land.</a:t>
            </a:r>
          </a:p>
          <a:p>
            <a:r>
              <a:rPr lang="en-US" dirty="0"/>
              <a:t>Discuss in a group of 2-3 people: Why do you need two sources? How could you solve that issue?</a:t>
            </a:r>
          </a:p>
          <a:p>
            <a:r>
              <a:rPr lang="en-US" b="1" dirty="0"/>
              <a:t>Additional task: </a:t>
            </a:r>
            <a:r>
              <a:rPr lang="en-US" dirty="0"/>
              <a:t>Do you have an idea where you can change the electricity demand? Which impact does a change of the demand have?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A3589-A38C-47D0-AB3E-6EC01F22F15A}"/>
              </a:ext>
            </a:extLst>
          </p:cNvPr>
          <p:cNvSpPr txBox="1"/>
          <p:nvPr/>
        </p:nvSpPr>
        <p:spPr>
          <a:xfrm>
            <a:off x="393971" y="1052735"/>
            <a:ext cx="9134764" cy="443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400" dirty="0"/>
              <a:t>Task 1 (20 min)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BFEEF5A-530A-4573-A791-67FB13D44E21}"/>
              </a:ext>
            </a:extLst>
          </p:cNvPr>
          <p:cNvSpPr/>
          <p:nvPr/>
        </p:nvSpPr>
        <p:spPr>
          <a:xfrm>
            <a:off x="4548088" y="4026610"/>
            <a:ext cx="4976912" cy="1772685"/>
          </a:xfrm>
          <a:prstGeom prst="roundRect">
            <a:avLst/>
          </a:prstGeom>
          <a:noFill/>
          <a:ln>
            <a:solidFill>
              <a:schemeClr val="accent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32DA92-5542-4890-9BF5-C4E415B060BD}"/>
              </a:ext>
            </a:extLst>
          </p:cNvPr>
          <p:cNvSpPr txBox="1"/>
          <p:nvPr/>
        </p:nvSpPr>
        <p:spPr>
          <a:xfrm>
            <a:off x="6246025" y="4750678"/>
            <a:ext cx="1313341" cy="3609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electricity</a:t>
            </a:r>
          </a:p>
        </p:txBody>
      </p:sp>
      <p:grpSp>
        <p:nvGrpSpPr>
          <p:cNvPr id="11" name="Gruppieren 5">
            <a:extLst>
              <a:ext uri="{FF2B5EF4-FFF2-40B4-BE49-F238E27FC236}">
                <a16:creationId xmlns:a16="http://schemas.microsoft.com/office/drawing/2014/main" id="{3E8D5894-DA46-4655-A9DD-34D4EEE7982F}"/>
              </a:ext>
            </a:extLst>
          </p:cNvPr>
          <p:cNvGrpSpPr/>
          <p:nvPr/>
        </p:nvGrpSpPr>
        <p:grpSpPr>
          <a:xfrm>
            <a:off x="4684626" y="4804076"/>
            <a:ext cx="510778" cy="426513"/>
            <a:chOff x="460375" y="1816099"/>
            <a:chExt cx="1454148" cy="1511301"/>
          </a:xfrm>
          <a:solidFill>
            <a:schemeClr val="accent1"/>
          </a:solidFill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E81C58D-AFFF-47CA-90C3-A261BA14B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" y="2319337"/>
              <a:ext cx="23813" cy="417513"/>
            </a:xfrm>
            <a:custGeom>
              <a:avLst/>
              <a:gdLst>
                <a:gd name="T0" fmla="*/ 3 w 6"/>
                <a:gd name="T1" fmla="*/ 1 h 105"/>
                <a:gd name="T2" fmla="*/ 1 w 6"/>
                <a:gd name="T3" fmla="*/ 0 h 105"/>
                <a:gd name="T4" fmla="*/ 0 w 6"/>
                <a:gd name="T5" fmla="*/ 103 h 105"/>
                <a:gd name="T6" fmla="*/ 6 w 6"/>
                <a:gd name="T7" fmla="*/ 103 h 105"/>
                <a:gd name="T8" fmla="*/ 5 w 6"/>
                <a:gd name="T9" fmla="*/ 0 h 105"/>
                <a:gd name="T10" fmla="*/ 3 w 6"/>
                <a:gd name="T11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5">
                  <a:moveTo>
                    <a:pt x="3" y="1"/>
                  </a:moveTo>
                  <a:cubicBezTo>
                    <a:pt x="2" y="1"/>
                    <a:pt x="2" y="1"/>
                    <a:pt x="1" y="0"/>
                  </a:cubicBezTo>
                  <a:cubicBezTo>
                    <a:pt x="1" y="0"/>
                    <a:pt x="0" y="101"/>
                    <a:pt x="0" y="103"/>
                  </a:cubicBezTo>
                  <a:cubicBezTo>
                    <a:pt x="0" y="105"/>
                    <a:pt x="6" y="104"/>
                    <a:pt x="6" y="103"/>
                  </a:cubicBezTo>
                  <a:cubicBezTo>
                    <a:pt x="6" y="102"/>
                    <a:pt x="5" y="0"/>
                    <a:pt x="5" y="0"/>
                  </a:cubicBezTo>
                  <a:cubicBezTo>
                    <a:pt x="5" y="1"/>
                    <a:pt x="4" y="1"/>
                    <a:pt x="3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A9A5DD06-CB04-4BF3-AA07-83EFF7A30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" y="2319337"/>
              <a:ext cx="23813" cy="417513"/>
            </a:xfrm>
            <a:custGeom>
              <a:avLst/>
              <a:gdLst>
                <a:gd name="T0" fmla="*/ 3 w 6"/>
                <a:gd name="T1" fmla="*/ 1 h 105"/>
                <a:gd name="T2" fmla="*/ 1 w 6"/>
                <a:gd name="T3" fmla="*/ 0 h 105"/>
                <a:gd name="T4" fmla="*/ 0 w 6"/>
                <a:gd name="T5" fmla="*/ 103 h 105"/>
                <a:gd name="T6" fmla="*/ 6 w 6"/>
                <a:gd name="T7" fmla="*/ 103 h 105"/>
                <a:gd name="T8" fmla="*/ 5 w 6"/>
                <a:gd name="T9" fmla="*/ 0 h 105"/>
                <a:gd name="T10" fmla="*/ 3 w 6"/>
                <a:gd name="T11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5">
                  <a:moveTo>
                    <a:pt x="3" y="1"/>
                  </a:moveTo>
                  <a:cubicBezTo>
                    <a:pt x="2" y="1"/>
                    <a:pt x="2" y="1"/>
                    <a:pt x="1" y="0"/>
                  </a:cubicBezTo>
                  <a:cubicBezTo>
                    <a:pt x="1" y="0"/>
                    <a:pt x="0" y="101"/>
                    <a:pt x="0" y="103"/>
                  </a:cubicBezTo>
                  <a:cubicBezTo>
                    <a:pt x="0" y="105"/>
                    <a:pt x="6" y="104"/>
                    <a:pt x="6" y="103"/>
                  </a:cubicBezTo>
                  <a:cubicBezTo>
                    <a:pt x="6" y="102"/>
                    <a:pt x="5" y="0"/>
                    <a:pt x="5" y="0"/>
                  </a:cubicBezTo>
                  <a:cubicBezTo>
                    <a:pt x="5" y="1"/>
                    <a:pt x="4" y="1"/>
                    <a:pt x="3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E01CE1AC-C289-40EE-956F-D5BE1CF8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" y="2319337"/>
              <a:ext cx="23813" cy="417513"/>
            </a:xfrm>
            <a:custGeom>
              <a:avLst/>
              <a:gdLst>
                <a:gd name="T0" fmla="*/ 3 w 6"/>
                <a:gd name="T1" fmla="*/ 1 h 105"/>
                <a:gd name="T2" fmla="*/ 1 w 6"/>
                <a:gd name="T3" fmla="*/ 0 h 105"/>
                <a:gd name="T4" fmla="*/ 0 w 6"/>
                <a:gd name="T5" fmla="*/ 103 h 105"/>
                <a:gd name="T6" fmla="*/ 6 w 6"/>
                <a:gd name="T7" fmla="*/ 103 h 105"/>
                <a:gd name="T8" fmla="*/ 5 w 6"/>
                <a:gd name="T9" fmla="*/ 0 h 105"/>
                <a:gd name="T10" fmla="*/ 3 w 6"/>
                <a:gd name="T11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5">
                  <a:moveTo>
                    <a:pt x="3" y="1"/>
                  </a:moveTo>
                  <a:cubicBezTo>
                    <a:pt x="2" y="1"/>
                    <a:pt x="2" y="1"/>
                    <a:pt x="1" y="0"/>
                  </a:cubicBezTo>
                  <a:cubicBezTo>
                    <a:pt x="1" y="0"/>
                    <a:pt x="0" y="101"/>
                    <a:pt x="0" y="103"/>
                  </a:cubicBezTo>
                  <a:cubicBezTo>
                    <a:pt x="0" y="105"/>
                    <a:pt x="6" y="104"/>
                    <a:pt x="6" y="103"/>
                  </a:cubicBezTo>
                  <a:cubicBezTo>
                    <a:pt x="6" y="102"/>
                    <a:pt x="5" y="0"/>
                    <a:pt x="5" y="0"/>
                  </a:cubicBezTo>
                  <a:cubicBezTo>
                    <a:pt x="5" y="1"/>
                    <a:pt x="4" y="1"/>
                    <a:pt x="3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C074897-26B0-41F2-9E2C-C484CDFA8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" y="2319337"/>
              <a:ext cx="23813" cy="417513"/>
            </a:xfrm>
            <a:custGeom>
              <a:avLst/>
              <a:gdLst>
                <a:gd name="T0" fmla="*/ 3 w 6"/>
                <a:gd name="T1" fmla="*/ 1 h 105"/>
                <a:gd name="T2" fmla="*/ 1 w 6"/>
                <a:gd name="T3" fmla="*/ 0 h 105"/>
                <a:gd name="T4" fmla="*/ 0 w 6"/>
                <a:gd name="T5" fmla="*/ 103 h 105"/>
                <a:gd name="T6" fmla="*/ 6 w 6"/>
                <a:gd name="T7" fmla="*/ 103 h 105"/>
                <a:gd name="T8" fmla="*/ 5 w 6"/>
                <a:gd name="T9" fmla="*/ 0 h 105"/>
                <a:gd name="T10" fmla="*/ 3 w 6"/>
                <a:gd name="T11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5">
                  <a:moveTo>
                    <a:pt x="3" y="1"/>
                  </a:moveTo>
                  <a:cubicBezTo>
                    <a:pt x="2" y="1"/>
                    <a:pt x="2" y="1"/>
                    <a:pt x="1" y="0"/>
                  </a:cubicBezTo>
                  <a:cubicBezTo>
                    <a:pt x="1" y="0"/>
                    <a:pt x="0" y="101"/>
                    <a:pt x="0" y="103"/>
                  </a:cubicBezTo>
                  <a:cubicBezTo>
                    <a:pt x="0" y="105"/>
                    <a:pt x="6" y="104"/>
                    <a:pt x="6" y="103"/>
                  </a:cubicBezTo>
                  <a:cubicBezTo>
                    <a:pt x="6" y="102"/>
                    <a:pt x="5" y="0"/>
                    <a:pt x="5" y="0"/>
                  </a:cubicBezTo>
                  <a:cubicBezTo>
                    <a:pt x="5" y="1"/>
                    <a:pt x="4" y="1"/>
                    <a:pt x="3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C431544A-1514-46C7-8BEC-9DBC67AB7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700" y="2311400"/>
              <a:ext cx="34925" cy="266700"/>
            </a:xfrm>
            <a:custGeom>
              <a:avLst/>
              <a:gdLst>
                <a:gd name="T0" fmla="*/ 7 w 9"/>
                <a:gd name="T1" fmla="*/ 34 h 67"/>
                <a:gd name="T2" fmla="*/ 8 w 9"/>
                <a:gd name="T3" fmla="*/ 0 h 67"/>
                <a:gd name="T4" fmla="*/ 2 w 9"/>
                <a:gd name="T5" fmla="*/ 33 h 67"/>
                <a:gd name="T6" fmla="*/ 1 w 9"/>
                <a:gd name="T7" fmla="*/ 67 h 67"/>
                <a:gd name="T8" fmla="*/ 7 w 9"/>
                <a:gd name="T9" fmla="*/ 3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7">
                  <a:moveTo>
                    <a:pt x="7" y="34"/>
                  </a:moveTo>
                  <a:cubicBezTo>
                    <a:pt x="9" y="15"/>
                    <a:pt x="9" y="0"/>
                    <a:pt x="8" y="0"/>
                  </a:cubicBezTo>
                  <a:cubicBezTo>
                    <a:pt x="6" y="0"/>
                    <a:pt x="3" y="15"/>
                    <a:pt x="2" y="33"/>
                  </a:cubicBezTo>
                  <a:cubicBezTo>
                    <a:pt x="0" y="52"/>
                    <a:pt x="0" y="67"/>
                    <a:pt x="1" y="67"/>
                  </a:cubicBezTo>
                  <a:cubicBezTo>
                    <a:pt x="3" y="67"/>
                    <a:pt x="5" y="52"/>
                    <a:pt x="7" y="3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BA08FB84-24E1-41C4-A89E-F346336DD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700" y="2311400"/>
              <a:ext cx="34925" cy="266700"/>
            </a:xfrm>
            <a:custGeom>
              <a:avLst/>
              <a:gdLst>
                <a:gd name="T0" fmla="*/ 7 w 9"/>
                <a:gd name="T1" fmla="*/ 34 h 67"/>
                <a:gd name="T2" fmla="*/ 8 w 9"/>
                <a:gd name="T3" fmla="*/ 0 h 67"/>
                <a:gd name="T4" fmla="*/ 2 w 9"/>
                <a:gd name="T5" fmla="*/ 33 h 67"/>
                <a:gd name="T6" fmla="*/ 1 w 9"/>
                <a:gd name="T7" fmla="*/ 67 h 67"/>
                <a:gd name="T8" fmla="*/ 7 w 9"/>
                <a:gd name="T9" fmla="*/ 3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7">
                  <a:moveTo>
                    <a:pt x="7" y="34"/>
                  </a:moveTo>
                  <a:cubicBezTo>
                    <a:pt x="9" y="15"/>
                    <a:pt x="9" y="0"/>
                    <a:pt x="8" y="0"/>
                  </a:cubicBezTo>
                  <a:cubicBezTo>
                    <a:pt x="6" y="0"/>
                    <a:pt x="3" y="15"/>
                    <a:pt x="2" y="33"/>
                  </a:cubicBezTo>
                  <a:cubicBezTo>
                    <a:pt x="0" y="52"/>
                    <a:pt x="0" y="67"/>
                    <a:pt x="1" y="67"/>
                  </a:cubicBezTo>
                  <a:cubicBezTo>
                    <a:pt x="3" y="67"/>
                    <a:pt x="5" y="52"/>
                    <a:pt x="7" y="3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7947657A-43F2-449E-9A86-6739C0D0D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688" y="2200274"/>
              <a:ext cx="246062" cy="119063"/>
            </a:xfrm>
            <a:custGeom>
              <a:avLst/>
              <a:gdLst>
                <a:gd name="T0" fmla="*/ 30 w 62"/>
                <a:gd name="T1" fmla="*/ 12 h 30"/>
                <a:gd name="T2" fmla="*/ 1 w 62"/>
                <a:gd name="T3" fmla="*/ 29 h 30"/>
                <a:gd name="T4" fmla="*/ 32 w 62"/>
                <a:gd name="T5" fmla="*/ 18 h 30"/>
                <a:gd name="T6" fmla="*/ 62 w 62"/>
                <a:gd name="T7" fmla="*/ 1 h 30"/>
                <a:gd name="T8" fmla="*/ 30 w 62"/>
                <a:gd name="T9" fmla="*/ 1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0">
                  <a:moveTo>
                    <a:pt x="30" y="12"/>
                  </a:moveTo>
                  <a:cubicBezTo>
                    <a:pt x="13" y="20"/>
                    <a:pt x="0" y="27"/>
                    <a:pt x="1" y="29"/>
                  </a:cubicBezTo>
                  <a:cubicBezTo>
                    <a:pt x="1" y="30"/>
                    <a:pt x="16" y="25"/>
                    <a:pt x="32" y="18"/>
                  </a:cubicBezTo>
                  <a:cubicBezTo>
                    <a:pt x="49" y="10"/>
                    <a:pt x="62" y="2"/>
                    <a:pt x="62" y="1"/>
                  </a:cubicBezTo>
                  <a:cubicBezTo>
                    <a:pt x="61" y="0"/>
                    <a:pt x="47" y="5"/>
                    <a:pt x="30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6C9919B5-E7FE-4709-8D1F-2C3939556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688" y="2200274"/>
              <a:ext cx="246062" cy="119063"/>
            </a:xfrm>
            <a:custGeom>
              <a:avLst/>
              <a:gdLst>
                <a:gd name="T0" fmla="*/ 30 w 62"/>
                <a:gd name="T1" fmla="*/ 12 h 30"/>
                <a:gd name="T2" fmla="*/ 1 w 62"/>
                <a:gd name="T3" fmla="*/ 29 h 30"/>
                <a:gd name="T4" fmla="*/ 32 w 62"/>
                <a:gd name="T5" fmla="*/ 18 h 30"/>
                <a:gd name="T6" fmla="*/ 62 w 62"/>
                <a:gd name="T7" fmla="*/ 1 h 30"/>
                <a:gd name="T8" fmla="*/ 30 w 62"/>
                <a:gd name="T9" fmla="*/ 1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0">
                  <a:moveTo>
                    <a:pt x="30" y="12"/>
                  </a:moveTo>
                  <a:cubicBezTo>
                    <a:pt x="13" y="20"/>
                    <a:pt x="0" y="27"/>
                    <a:pt x="1" y="29"/>
                  </a:cubicBezTo>
                  <a:cubicBezTo>
                    <a:pt x="1" y="30"/>
                    <a:pt x="16" y="25"/>
                    <a:pt x="32" y="18"/>
                  </a:cubicBezTo>
                  <a:cubicBezTo>
                    <a:pt x="49" y="10"/>
                    <a:pt x="62" y="2"/>
                    <a:pt x="62" y="1"/>
                  </a:cubicBezTo>
                  <a:cubicBezTo>
                    <a:pt x="61" y="0"/>
                    <a:pt x="47" y="5"/>
                    <a:pt x="30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8F072692-83DC-4DBE-92AC-3877AF280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75" y="2157412"/>
              <a:ext cx="222249" cy="161925"/>
            </a:xfrm>
            <a:custGeom>
              <a:avLst/>
              <a:gdLst>
                <a:gd name="T0" fmla="*/ 30 w 56"/>
                <a:gd name="T1" fmla="*/ 18 h 41"/>
                <a:gd name="T2" fmla="*/ 1 w 56"/>
                <a:gd name="T3" fmla="*/ 1 h 41"/>
                <a:gd name="T4" fmla="*/ 27 w 56"/>
                <a:gd name="T5" fmla="*/ 23 h 41"/>
                <a:gd name="T6" fmla="*/ 56 w 56"/>
                <a:gd name="T7" fmla="*/ 40 h 41"/>
                <a:gd name="T8" fmla="*/ 56 w 56"/>
                <a:gd name="T9" fmla="*/ 39 h 41"/>
                <a:gd name="T10" fmla="*/ 30 w 56"/>
                <a:gd name="T11" fmla="*/ 1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41">
                  <a:moveTo>
                    <a:pt x="30" y="18"/>
                  </a:moveTo>
                  <a:cubicBezTo>
                    <a:pt x="15" y="7"/>
                    <a:pt x="2" y="0"/>
                    <a:pt x="1" y="1"/>
                  </a:cubicBezTo>
                  <a:cubicBezTo>
                    <a:pt x="0" y="2"/>
                    <a:pt x="12" y="12"/>
                    <a:pt x="27" y="23"/>
                  </a:cubicBezTo>
                  <a:cubicBezTo>
                    <a:pt x="42" y="33"/>
                    <a:pt x="55" y="41"/>
                    <a:pt x="56" y="40"/>
                  </a:cubicBezTo>
                  <a:cubicBezTo>
                    <a:pt x="56" y="40"/>
                    <a:pt x="56" y="40"/>
                    <a:pt x="56" y="39"/>
                  </a:cubicBezTo>
                  <a:cubicBezTo>
                    <a:pt x="54" y="37"/>
                    <a:pt x="44" y="28"/>
                    <a:pt x="30" y="1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356A9625-7836-4B38-8D08-31D3CF82D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75" y="2157412"/>
              <a:ext cx="222249" cy="161925"/>
            </a:xfrm>
            <a:custGeom>
              <a:avLst/>
              <a:gdLst>
                <a:gd name="T0" fmla="*/ 30 w 56"/>
                <a:gd name="T1" fmla="*/ 18 h 41"/>
                <a:gd name="T2" fmla="*/ 1 w 56"/>
                <a:gd name="T3" fmla="*/ 1 h 41"/>
                <a:gd name="T4" fmla="*/ 27 w 56"/>
                <a:gd name="T5" fmla="*/ 23 h 41"/>
                <a:gd name="T6" fmla="*/ 56 w 56"/>
                <a:gd name="T7" fmla="*/ 40 h 41"/>
                <a:gd name="T8" fmla="*/ 56 w 56"/>
                <a:gd name="T9" fmla="*/ 39 h 41"/>
                <a:gd name="T10" fmla="*/ 30 w 56"/>
                <a:gd name="T11" fmla="*/ 1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41">
                  <a:moveTo>
                    <a:pt x="30" y="18"/>
                  </a:moveTo>
                  <a:cubicBezTo>
                    <a:pt x="15" y="7"/>
                    <a:pt x="2" y="0"/>
                    <a:pt x="1" y="1"/>
                  </a:cubicBezTo>
                  <a:cubicBezTo>
                    <a:pt x="0" y="2"/>
                    <a:pt x="12" y="12"/>
                    <a:pt x="27" y="23"/>
                  </a:cubicBezTo>
                  <a:cubicBezTo>
                    <a:pt x="42" y="33"/>
                    <a:pt x="55" y="41"/>
                    <a:pt x="56" y="40"/>
                  </a:cubicBezTo>
                  <a:cubicBezTo>
                    <a:pt x="56" y="40"/>
                    <a:pt x="56" y="40"/>
                    <a:pt x="56" y="39"/>
                  </a:cubicBezTo>
                  <a:cubicBezTo>
                    <a:pt x="54" y="37"/>
                    <a:pt x="44" y="28"/>
                    <a:pt x="30" y="1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5D0692F-5025-4782-BE3B-938A85743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50" y="2300287"/>
              <a:ext cx="23813" cy="238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9887720-CAEC-4E34-8264-5122F6AB7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50" y="2300287"/>
              <a:ext cx="23813" cy="238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B18E7FD-90DF-4EE6-8C9E-1F2EC5C64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50" y="2300287"/>
              <a:ext cx="23813" cy="238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71871D3-2CD9-4C3D-9BC4-B52696568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50" y="2300287"/>
              <a:ext cx="23813" cy="238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FCC5DACD-576F-4911-8953-EFC6E7F87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2" y="2366963"/>
              <a:ext cx="34925" cy="608013"/>
            </a:xfrm>
            <a:custGeom>
              <a:avLst/>
              <a:gdLst>
                <a:gd name="T0" fmla="*/ 5 w 9"/>
                <a:gd name="T1" fmla="*/ 1 h 153"/>
                <a:gd name="T2" fmla="*/ 2 w 9"/>
                <a:gd name="T3" fmla="*/ 0 h 153"/>
                <a:gd name="T4" fmla="*/ 0 w 9"/>
                <a:gd name="T5" fmla="*/ 150 h 153"/>
                <a:gd name="T6" fmla="*/ 9 w 9"/>
                <a:gd name="T7" fmla="*/ 150 h 153"/>
                <a:gd name="T8" fmla="*/ 7 w 9"/>
                <a:gd name="T9" fmla="*/ 0 h 153"/>
                <a:gd name="T10" fmla="*/ 5 w 9"/>
                <a:gd name="T11" fmla="*/ 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53">
                  <a:moveTo>
                    <a:pt x="5" y="1"/>
                  </a:moveTo>
                  <a:cubicBezTo>
                    <a:pt x="4" y="1"/>
                    <a:pt x="3" y="1"/>
                    <a:pt x="2" y="0"/>
                  </a:cubicBezTo>
                  <a:cubicBezTo>
                    <a:pt x="2" y="0"/>
                    <a:pt x="0" y="147"/>
                    <a:pt x="0" y="150"/>
                  </a:cubicBezTo>
                  <a:cubicBezTo>
                    <a:pt x="0" y="153"/>
                    <a:pt x="9" y="151"/>
                    <a:pt x="9" y="150"/>
                  </a:cubicBezTo>
                  <a:cubicBezTo>
                    <a:pt x="9" y="148"/>
                    <a:pt x="7" y="0"/>
                    <a:pt x="7" y="0"/>
                  </a:cubicBezTo>
                  <a:cubicBezTo>
                    <a:pt x="7" y="1"/>
                    <a:pt x="6" y="1"/>
                    <a:pt x="5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2382AB71-7AAF-4A2C-8F83-571C92EF8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2" y="2366963"/>
              <a:ext cx="34925" cy="608013"/>
            </a:xfrm>
            <a:custGeom>
              <a:avLst/>
              <a:gdLst>
                <a:gd name="T0" fmla="*/ 5 w 9"/>
                <a:gd name="T1" fmla="*/ 1 h 153"/>
                <a:gd name="T2" fmla="*/ 2 w 9"/>
                <a:gd name="T3" fmla="*/ 0 h 153"/>
                <a:gd name="T4" fmla="*/ 0 w 9"/>
                <a:gd name="T5" fmla="*/ 150 h 153"/>
                <a:gd name="T6" fmla="*/ 9 w 9"/>
                <a:gd name="T7" fmla="*/ 150 h 153"/>
                <a:gd name="T8" fmla="*/ 7 w 9"/>
                <a:gd name="T9" fmla="*/ 0 h 153"/>
                <a:gd name="T10" fmla="*/ 5 w 9"/>
                <a:gd name="T11" fmla="*/ 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53">
                  <a:moveTo>
                    <a:pt x="5" y="1"/>
                  </a:moveTo>
                  <a:cubicBezTo>
                    <a:pt x="4" y="1"/>
                    <a:pt x="3" y="1"/>
                    <a:pt x="2" y="0"/>
                  </a:cubicBezTo>
                  <a:cubicBezTo>
                    <a:pt x="2" y="0"/>
                    <a:pt x="0" y="147"/>
                    <a:pt x="0" y="150"/>
                  </a:cubicBezTo>
                  <a:cubicBezTo>
                    <a:pt x="0" y="153"/>
                    <a:pt x="9" y="151"/>
                    <a:pt x="9" y="150"/>
                  </a:cubicBezTo>
                  <a:cubicBezTo>
                    <a:pt x="9" y="148"/>
                    <a:pt x="7" y="0"/>
                    <a:pt x="7" y="0"/>
                  </a:cubicBezTo>
                  <a:cubicBezTo>
                    <a:pt x="7" y="1"/>
                    <a:pt x="6" y="1"/>
                    <a:pt x="5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50F4316C-65F9-49A3-94B3-B6EAFF1BC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2" y="2366963"/>
              <a:ext cx="34925" cy="608013"/>
            </a:xfrm>
            <a:custGeom>
              <a:avLst/>
              <a:gdLst>
                <a:gd name="T0" fmla="*/ 5 w 9"/>
                <a:gd name="T1" fmla="*/ 1 h 153"/>
                <a:gd name="T2" fmla="*/ 2 w 9"/>
                <a:gd name="T3" fmla="*/ 0 h 153"/>
                <a:gd name="T4" fmla="*/ 0 w 9"/>
                <a:gd name="T5" fmla="*/ 150 h 153"/>
                <a:gd name="T6" fmla="*/ 9 w 9"/>
                <a:gd name="T7" fmla="*/ 150 h 153"/>
                <a:gd name="T8" fmla="*/ 7 w 9"/>
                <a:gd name="T9" fmla="*/ 0 h 153"/>
                <a:gd name="T10" fmla="*/ 5 w 9"/>
                <a:gd name="T11" fmla="*/ 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53">
                  <a:moveTo>
                    <a:pt x="5" y="1"/>
                  </a:moveTo>
                  <a:cubicBezTo>
                    <a:pt x="4" y="1"/>
                    <a:pt x="3" y="1"/>
                    <a:pt x="2" y="0"/>
                  </a:cubicBezTo>
                  <a:cubicBezTo>
                    <a:pt x="2" y="0"/>
                    <a:pt x="0" y="147"/>
                    <a:pt x="0" y="150"/>
                  </a:cubicBezTo>
                  <a:cubicBezTo>
                    <a:pt x="0" y="153"/>
                    <a:pt x="9" y="151"/>
                    <a:pt x="9" y="150"/>
                  </a:cubicBezTo>
                  <a:cubicBezTo>
                    <a:pt x="9" y="148"/>
                    <a:pt x="7" y="0"/>
                    <a:pt x="7" y="0"/>
                  </a:cubicBezTo>
                  <a:cubicBezTo>
                    <a:pt x="7" y="1"/>
                    <a:pt x="6" y="1"/>
                    <a:pt x="5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6B457C41-4A0C-4F5D-9C2B-1359AC746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2" y="2366963"/>
              <a:ext cx="34925" cy="608013"/>
            </a:xfrm>
            <a:custGeom>
              <a:avLst/>
              <a:gdLst>
                <a:gd name="T0" fmla="*/ 5 w 9"/>
                <a:gd name="T1" fmla="*/ 1 h 153"/>
                <a:gd name="T2" fmla="*/ 2 w 9"/>
                <a:gd name="T3" fmla="*/ 0 h 153"/>
                <a:gd name="T4" fmla="*/ 0 w 9"/>
                <a:gd name="T5" fmla="*/ 150 h 153"/>
                <a:gd name="T6" fmla="*/ 9 w 9"/>
                <a:gd name="T7" fmla="*/ 150 h 153"/>
                <a:gd name="T8" fmla="*/ 7 w 9"/>
                <a:gd name="T9" fmla="*/ 0 h 153"/>
                <a:gd name="T10" fmla="*/ 5 w 9"/>
                <a:gd name="T11" fmla="*/ 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53">
                  <a:moveTo>
                    <a:pt x="5" y="1"/>
                  </a:moveTo>
                  <a:cubicBezTo>
                    <a:pt x="4" y="1"/>
                    <a:pt x="3" y="1"/>
                    <a:pt x="2" y="0"/>
                  </a:cubicBezTo>
                  <a:cubicBezTo>
                    <a:pt x="2" y="0"/>
                    <a:pt x="0" y="147"/>
                    <a:pt x="0" y="150"/>
                  </a:cubicBezTo>
                  <a:cubicBezTo>
                    <a:pt x="0" y="153"/>
                    <a:pt x="9" y="151"/>
                    <a:pt x="9" y="150"/>
                  </a:cubicBezTo>
                  <a:cubicBezTo>
                    <a:pt x="9" y="148"/>
                    <a:pt x="7" y="0"/>
                    <a:pt x="7" y="0"/>
                  </a:cubicBezTo>
                  <a:cubicBezTo>
                    <a:pt x="7" y="1"/>
                    <a:pt x="6" y="1"/>
                    <a:pt x="5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88EC11B0-6306-40CD-A3C2-8409B321A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637" y="2359025"/>
              <a:ext cx="369887" cy="150813"/>
            </a:xfrm>
            <a:custGeom>
              <a:avLst/>
              <a:gdLst>
                <a:gd name="T0" fmla="*/ 48 w 93"/>
                <a:gd name="T1" fmla="*/ 15 h 38"/>
                <a:gd name="T2" fmla="*/ 1 w 93"/>
                <a:gd name="T3" fmla="*/ 2 h 38"/>
                <a:gd name="T4" fmla="*/ 45 w 93"/>
                <a:gd name="T5" fmla="*/ 23 h 38"/>
                <a:gd name="T6" fmla="*/ 92 w 93"/>
                <a:gd name="T7" fmla="*/ 36 h 38"/>
                <a:gd name="T8" fmla="*/ 48 w 93"/>
                <a:gd name="T9" fmla="*/ 1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38">
                  <a:moveTo>
                    <a:pt x="48" y="15"/>
                  </a:moveTo>
                  <a:cubicBezTo>
                    <a:pt x="23" y="6"/>
                    <a:pt x="2" y="0"/>
                    <a:pt x="1" y="2"/>
                  </a:cubicBezTo>
                  <a:cubicBezTo>
                    <a:pt x="0" y="4"/>
                    <a:pt x="20" y="13"/>
                    <a:pt x="45" y="23"/>
                  </a:cubicBezTo>
                  <a:cubicBezTo>
                    <a:pt x="70" y="32"/>
                    <a:pt x="91" y="38"/>
                    <a:pt x="92" y="36"/>
                  </a:cubicBezTo>
                  <a:cubicBezTo>
                    <a:pt x="93" y="34"/>
                    <a:pt x="73" y="24"/>
                    <a:pt x="48" y="15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4885CEE6-7474-42A7-B50F-CDF3CD69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637" y="2359025"/>
              <a:ext cx="369887" cy="150813"/>
            </a:xfrm>
            <a:custGeom>
              <a:avLst/>
              <a:gdLst>
                <a:gd name="T0" fmla="*/ 48 w 93"/>
                <a:gd name="T1" fmla="*/ 15 h 38"/>
                <a:gd name="T2" fmla="*/ 1 w 93"/>
                <a:gd name="T3" fmla="*/ 2 h 38"/>
                <a:gd name="T4" fmla="*/ 45 w 93"/>
                <a:gd name="T5" fmla="*/ 23 h 38"/>
                <a:gd name="T6" fmla="*/ 92 w 93"/>
                <a:gd name="T7" fmla="*/ 36 h 38"/>
                <a:gd name="T8" fmla="*/ 48 w 93"/>
                <a:gd name="T9" fmla="*/ 1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38">
                  <a:moveTo>
                    <a:pt x="48" y="15"/>
                  </a:moveTo>
                  <a:cubicBezTo>
                    <a:pt x="23" y="6"/>
                    <a:pt x="2" y="0"/>
                    <a:pt x="1" y="2"/>
                  </a:cubicBezTo>
                  <a:cubicBezTo>
                    <a:pt x="0" y="4"/>
                    <a:pt x="20" y="13"/>
                    <a:pt x="45" y="23"/>
                  </a:cubicBezTo>
                  <a:cubicBezTo>
                    <a:pt x="70" y="32"/>
                    <a:pt x="91" y="38"/>
                    <a:pt x="92" y="36"/>
                  </a:cubicBezTo>
                  <a:cubicBezTo>
                    <a:pt x="93" y="34"/>
                    <a:pt x="73" y="24"/>
                    <a:pt x="48" y="15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EC45E310-EE3C-4BD2-B1C2-DB8D0B700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4" y="1982788"/>
              <a:ext cx="84138" cy="384175"/>
            </a:xfrm>
            <a:custGeom>
              <a:avLst/>
              <a:gdLst>
                <a:gd name="T0" fmla="*/ 7 w 21"/>
                <a:gd name="T1" fmla="*/ 50 h 97"/>
                <a:gd name="T2" fmla="*/ 19 w 21"/>
                <a:gd name="T3" fmla="*/ 97 h 97"/>
                <a:gd name="T4" fmla="*/ 15 w 21"/>
                <a:gd name="T5" fmla="*/ 48 h 97"/>
                <a:gd name="T6" fmla="*/ 2 w 21"/>
                <a:gd name="T7" fmla="*/ 1 h 97"/>
                <a:gd name="T8" fmla="*/ 7 w 21"/>
                <a:gd name="T9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7">
                  <a:moveTo>
                    <a:pt x="7" y="50"/>
                  </a:moveTo>
                  <a:cubicBezTo>
                    <a:pt x="11" y="76"/>
                    <a:pt x="16" y="97"/>
                    <a:pt x="19" y="97"/>
                  </a:cubicBezTo>
                  <a:cubicBezTo>
                    <a:pt x="21" y="96"/>
                    <a:pt x="19" y="75"/>
                    <a:pt x="15" y="48"/>
                  </a:cubicBezTo>
                  <a:cubicBezTo>
                    <a:pt x="10" y="22"/>
                    <a:pt x="5" y="0"/>
                    <a:pt x="2" y="1"/>
                  </a:cubicBezTo>
                  <a:cubicBezTo>
                    <a:pt x="0" y="1"/>
                    <a:pt x="2" y="23"/>
                    <a:pt x="7" y="5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45C837DC-7AC8-43BD-A150-95CB9168D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4" y="1982788"/>
              <a:ext cx="84138" cy="384175"/>
            </a:xfrm>
            <a:custGeom>
              <a:avLst/>
              <a:gdLst>
                <a:gd name="T0" fmla="*/ 7 w 21"/>
                <a:gd name="T1" fmla="*/ 50 h 97"/>
                <a:gd name="T2" fmla="*/ 19 w 21"/>
                <a:gd name="T3" fmla="*/ 97 h 97"/>
                <a:gd name="T4" fmla="*/ 15 w 21"/>
                <a:gd name="T5" fmla="*/ 48 h 97"/>
                <a:gd name="T6" fmla="*/ 2 w 21"/>
                <a:gd name="T7" fmla="*/ 1 h 97"/>
                <a:gd name="T8" fmla="*/ 7 w 21"/>
                <a:gd name="T9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7">
                  <a:moveTo>
                    <a:pt x="7" y="50"/>
                  </a:moveTo>
                  <a:cubicBezTo>
                    <a:pt x="11" y="76"/>
                    <a:pt x="16" y="97"/>
                    <a:pt x="19" y="97"/>
                  </a:cubicBezTo>
                  <a:cubicBezTo>
                    <a:pt x="21" y="96"/>
                    <a:pt x="19" y="75"/>
                    <a:pt x="15" y="48"/>
                  </a:cubicBezTo>
                  <a:cubicBezTo>
                    <a:pt x="10" y="22"/>
                    <a:pt x="5" y="0"/>
                    <a:pt x="2" y="1"/>
                  </a:cubicBezTo>
                  <a:cubicBezTo>
                    <a:pt x="0" y="1"/>
                    <a:pt x="2" y="23"/>
                    <a:pt x="7" y="5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B1BBF4A5-5B09-4DCE-B88C-62A26E20E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50" y="2359025"/>
              <a:ext cx="304800" cy="254000"/>
            </a:xfrm>
            <a:custGeom>
              <a:avLst/>
              <a:gdLst>
                <a:gd name="T0" fmla="*/ 36 w 77"/>
                <a:gd name="T1" fmla="*/ 28 h 64"/>
                <a:gd name="T2" fmla="*/ 1 w 77"/>
                <a:gd name="T3" fmla="*/ 63 h 64"/>
                <a:gd name="T4" fmla="*/ 41 w 77"/>
                <a:gd name="T5" fmla="*/ 35 h 64"/>
                <a:gd name="T6" fmla="*/ 76 w 77"/>
                <a:gd name="T7" fmla="*/ 1 h 64"/>
                <a:gd name="T8" fmla="*/ 75 w 77"/>
                <a:gd name="T9" fmla="*/ 0 h 64"/>
                <a:gd name="T10" fmla="*/ 36 w 77"/>
                <a:gd name="T11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64">
                  <a:moveTo>
                    <a:pt x="36" y="28"/>
                  </a:moveTo>
                  <a:cubicBezTo>
                    <a:pt x="15" y="46"/>
                    <a:pt x="0" y="61"/>
                    <a:pt x="1" y="63"/>
                  </a:cubicBezTo>
                  <a:cubicBezTo>
                    <a:pt x="2" y="64"/>
                    <a:pt x="20" y="52"/>
                    <a:pt x="41" y="35"/>
                  </a:cubicBezTo>
                  <a:cubicBezTo>
                    <a:pt x="62" y="18"/>
                    <a:pt x="77" y="2"/>
                    <a:pt x="76" y="1"/>
                  </a:cubicBezTo>
                  <a:cubicBezTo>
                    <a:pt x="76" y="0"/>
                    <a:pt x="76" y="0"/>
                    <a:pt x="75" y="0"/>
                  </a:cubicBezTo>
                  <a:cubicBezTo>
                    <a:pt x="71" y="1"/>
                    <a:pt x="55" y="13"/>
                    <a:pt x="36" y="2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D25F80F2-1D19-4E58-98E9-BEBD2180B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50" y="2359025"/>
              <a:ext cx="304800" cy="254000"/>
            </a:xfrm>
            <a:custGeom>
              <a:avLst/>
              <a:gdLst>
                <a:gd name="T0" fmla="*/ 36 w 77"/>
                <a:gd name="T1" fmla="*/ 28 h 64"/>
                <a:gd name="T2" fmla="*/ 1 w 77"/>
                <a:gd name="T3" fmla="*/ 63 h 64"/>
                <a:gd name="T4" fmla="*/ 41 w 77"/>
                <a:gd name="T5" fmla="*/ 35 h 64"/>
                <a:gd name="T6" fmla="*/ 76 w 77"/>
                <a:gd name="T7" fmla="*/ 1 h 64"/>
                <a:gd name="T8" fmla="*/ 75 w 77"/>
                <a:gd name="T9" fmla="*/ 0 h 64"/>
                <a:gd name="T10" fmla="*/ 36 w 77"/>
                <a:gd name="T11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64">
                  <a:moveTo>
                    <a:pt x="36" y="28"/>
                  </a:moveTo>
                  <a:cubicBezTo>
                    <a:pt x="15" y="46"/>
                    <a:pt x="0" y="61"/>
                    <a:pt x="1" y="63"/>
                  </a:cubicBezTo>
                  <a:cubicBezTo>
                    <a:pt x="2" y="64"/>
                    <a:pt x="20" y="52"/>
                    <a:pt x="41" y="35"/>
                  </a:cubicBezTo>
                  <a:cubicBezTo>
                    <a:pt x="62" y="18"/>
                    <a:pt x="77" y="2"/>
                    <a:pt x="76" y="1"/>
                  </a:cubicBezTo>
                  <a:cubicBezTo>
                    <a:pt x="76" y="0"/>
                    <a:pt x="76" y="0"/>
                    <a:pt x="75" y="0"/>
                  </a:cubicBezTo>
                  <a:cubicBezTo>
                    <a:pt x="71" y="1"/>
                    <a:pt x="55" y="13"/>
                    <a:pt x="36" y="2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E095C9CD-8332-4AEA-8FD1-00F277A59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124" y="26336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84F037EA-E961-4928-A38B-D2A08AFEC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124" y="26336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F849D4D3-3BB7-4CFB-9339-7C4BA6FC2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124" y="26336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3CA44F5D-6EBE-4C8B-BE0E-67073B6C5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124" y="263366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97AC47F-17DE-4001-9AF3-F2961A092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949" y="2633662"/>
              <a:ext cx="3175" cy="1588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818E555B-C286-412A-9D48-058AA39CB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999" y="2343150"/>
              <a:ext cx="44450" cy="39688"/>
            </a:xfrm>
            <a:custGeom>
              <a:avLst/>
              <a:gdLst>
                <a:gd name="T0" fmla="*/ 4 w 11"/>
                <a:gd name="T1" fmla="*/ 9 h 10"/>
                <a:gd name="T2" fmla="*/ 10 w 11"/>
                <a:gd name="T3" fmla="*/ 6 h 10"/>
                <a:gd name="T4" fmla="*/ 7 w 11"/>
                <a:gd name="T5" fmla="*/ 0 h 10"/>
                <a:gd name="T6" fmla="*/ 1 w 11"/>
                <a:gd name="T7" fmla="*/ 4 h 10"/>
                <a:gd name="T8" fmla="*/ 4 w 11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4" y="9"/>
                  </a:moveTo>
                  <a:cubicBezTo>
                    <a:pt x="7" y="10"/>
                    <a:pt x="9" y="9"/>
                    <a:pt x="10" y="6"/>
                  </a:cubicBezTo>
                  <a:cubicBezTo>
                    <a:pt x="11" y="4"/>
                    <a:pt x="9" y="1"/>
                    <a:pt x="7" y="0"/>
                  </a:cubicBezTo>
                  <a:cubicBezTo>
                    <a:pt x="4" y="0"/>
                    <a:pt x="2" y="1"/>
                    <a:pt x="1" y="4"/>
                  </a:cubicBezTo>
                  <a:cubicBezTo>
                    <a:pt x="0" y="6"/>
                    <a:pt x="2" y="9"/>
                    <a:pt x="4" y="9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48DEFA8A-2099-4CB8-B57F-EA2103057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999" y="2343150"/>
              <a:ext cx="44450" cy="39688"/>
            </a:xfrm>
            <a:custGeom>
              <a:avLst/>
              <a:gdLst>
                <a:gd name="T0" fmla="*/ 4 w 11"/>
                <a:gd name="T1" fmla="*/ 9 h 10"/>
                <a:gd name="T2" fmla="*/ 10 w 11"/>
                <a:gd name="T3" fmla="*/ 6 h 10"/>
                <a:gd name="T4" fmla="*/ 7 w 11"/>
                <a:gd name="T5" fmla="*/ 0 h 10"/>
                <a:gd name="T6" fmla="*/ 1 w 11"/>
                <a:gd name="T7" fmla="*/ 4 h 10"/>
                <a:gd name="T8" fmla="*/ 4 w 11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4" y="9"/>
                  </a:moveTo>
                  <a:cubicBezTo>
                    <a:pt x="7" y="10"/>
                    <a:pt x="9" y="9"/>
                    <a:pt x="10" y="6"/>
                  </a:cubicBezTo>
                  <a:cubicBezTo>
                    <a:pt x="11" y="4"/>
                    <a:pt x="9" y="1"/>
                    <a:pt x="7" y="0"/>
                  </a:cubicBezTo>
                  <a:cubicBezTo>
                    <a:pt x="4" y="0"/>
                    <a:pt x="2" y="1"/>
                    <a:pt x="1" y="4"/>
                  </a:cubicBezTo>
                  <a:cubicBezTo>
                    <a:pt x="0" y="6"/>
                    <a:pt x="2" y="9"/>
                    <a:pt x="4" y="9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EE0AB3A9-02F5-4ED6-A07C-4A7D00AEE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999" y="2343150"/>
              <a:ext cx="44450" cy="39688"/>
            </a:xfrm>
            <a:custGeom>
              <a:avLst/>
              <a:gdLst>
                <a:gd name="T0" fmla="*/ 4 w 11"/>
                <a:gd name="T1" fmla="*/ 9 h 10"/>
                <a:gd name="T2" fmla="*/ 10 w 11"/>
                <a:gd name="T3" fmla="*/ 6 h 10"/>
                <a:gd name="T4" fmla="*/ 7 w 11"/>
                <a:gd name="T5" fmla="*/ 0 h 10"/>
                <a:gd name="T6" fmla="*/ 1 w 11"/>
                <a:gd name="T7" fmla="*/ 4 h 10"/>
                <a:gd name="T8" fmla="*/ 4 w 11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4" y="9"/>
                  </a:moveTo>
                  <a:cubicBezTo>
                    <a:pt x="7" y="10"/>
                    <a:pt x="9" y="9"/>
                    <a:pt x="10" y="6"/>
                  </a:cubicBezTo>
                  <a:cubicBezTo>
                    <a:pt x="11" y="4"/>
                    <a:pt x="9" y="1"/>
                    <a:pt x="7" y="0"/>
                  </a:cubicBezTo>
                  <a:cubicBezTo>
                    <a:pt x="4" y="0"/>
                    <a:pt x="2" y="1"/>
                    <a:pt x="1" y="4"/>
                  </a:cubicBezTo>
                  <a:cubicBezTo>
                    <a:pt x="0" y="6"/>
                    <a:pt x="2" y="9"/>
                    <a:pt x="4" y="9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AF789C3E-84AB-490E-A0D8-1689E7D1B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999" y="2343150"/>
              <a:ext cx="44450" cy="39688"/>
            </a:xfrm>
            <a:custGeom>
              <a:avLst/>
              <a:gdLst>
                <a:gd name="T0" fmla="*/ 4 w 11"/>
                <a:gd name="T1" fmla="*/ 9 h 10"/>
                <a:gd name="T2" fmla="*/ 10 w 11"/>
                <a:gd name="T3" fmla="*/ 6 h 10"/>
                <a:gd name="T4" fmla="*/ 7 w 11"/>
                <a:gd name="T5" fmla="*/ 0 h 10"/>
                <a:gd name="T6" fmla="*/ 1 w 11"/>
                <a:gd name="T7" fmla="*/ 4 h 10"/>
                <a:gd name="T8" fmla="*/ 4 w 11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4" y="9"/>
                  </a:moveTo>
                  <a:cubicBezTo>
                    <a:pt x="7" y="10"/>
                    <a:pt x="9" y="9"/>
                    <a:pt x="10" y="6"/>
                  </a:cubicBezTo>
                  <a:cubicBezTo>
                    <a:pt x="11" y="4"/>
                    <a:pt x="9" y="1"/>
                    <a:pt x="7" y="0"/>
                  </a:cubicBezTo>
                  <a:cubicBezTo>
                    <a:pt x="4" y="0"/>
                    <a:pt x="2" y="1"/>
                    <a:pt x="1" y="4"/>
                  </a:cubicBezTo>
                  <a:cubicBezTo>
                    <a:pt x="0" y="6"/>
                    <a:pt x="2" y="9"/>
                    <a:pt x="4" y="9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4DAB8B89-81A9-4A9D-A9F1-D2BD97364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948" y="2339975"/>
              <a:ext cx="55563" cy="987425"/>
            </a:xfrm>
            <a:custGeom>
              <a:avLst/>
              <a:gdLst>
                <a:gd name="T0" fmla="*/ 7 w 14"/>
                <a:gd name="T1" fmla="*/ 2 h 249"/>
                <a:gd name="T2" fmla="*/ 3 w 14"/>
                <a:gd name="T3" fmla="*/ 0 h 249"/>
                <a:gd name="T4" fmla="*/ 0 w 14"/>
                <a:gd name="T5" fmla="*/ 244 h 249"/>
                <a:gd name="T6" fmla="*/ 14 w 14"/>
                <a:gd name="T7" fmla="*/ 244 h 249"/>
                <a:gd name="T8" fmla="*/ 11 w 14"/>
                <a:gd name="T9" fmla="*/ 0 h 249"/>
                <a:gd name="T10" fmla="*/ 7 w 14"/>
                <a:gd name="T11" fmla="*/ 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9">
                  <a:moveTo>
                    <a:pt x="7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3" y="0"/>
                    <a:pt x="0" y="239"/>
                    <a:pt x="0" y="244"/>
                  </a:cubicBezTo>
                  <a:cubicBezTo>
                    <a:pt x="0" y="249"/>
                    <a:pt x="14" y="247"/>
                    <a:pt x="14" y="244"/>
                  </a:cubicBezTo>
                  <a:cubicBezTo>
                    <a:pt x="14" y="241"/>
                    <a:pt x="11" y="0"/>
                    <a:pt x="11" y="0"/>
                  </a:cubicBezTo>
                  <a:cubicBezTo>
                    <a:pt x="10" y="1"/>
                    <a:pt x="9" y="2"/>
                    <a:pt x="7" y="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0DD897B3-48FE-458B-B823-F9F52E3D1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948" y="2339975"/>
              <a:ext cx="55563" cy="987425"/>
            </a:xfrm>
            <a:custGeom>
              <a:avLst/>
              <a:gdLst>
                <a:gd name="T0" fmla="*/ 7 w 14"/>
                <a:gd name="T1" fmla="*/ 2 h 249"/>
                <a:gd name="T2" fmla="*/ 3 w 14"/>
                <a:gd name="T3" fmla="*/ 0 h 249"/>
                <a:gd name="T4" fmla="*/ 0 w 14"/>
                <a:gd name="T5" fmla="*/ 244 h 249"/>
                <a:gd name="T6" fmla="*/ 14 w 14"/>
                <a:gd name="T7" fmla="*/ 244 h 249"/>
                <a:gd name="T8" fmla="*/ 11 w 14"/>
                <a:gd name="T9" fmla="*/ 0 h 249"/>
                <a:gd name="T10" fmla="*/ 7 w 14"/>
                <a:gd name="T11" fmla="*/ 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9">
                  <a:moveTo>
                    <a:pt x="7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3" y="0"/>
                    <a:pt x="0" y="239"/>
                    <a:pt x="0" y="244"/>
                  </a:cubicBezTo>
                  <a:cubicBezTo>
                    <a:pt x="0" y="249"/>
                    <a:pt x="14" y="247"/>
                    <a:pt x="14" y="244"/>
                  </a:cubicBezTo>
                  <a:cubicBezTo>
                    <a:pt x="14" y="241"/>
                    <a:pt x="11" y="0"/>
                    <a:pt x="11" y="0"/>
                  </a:cubicBezTo>
                  <a:cubicBezTo>
                    <a:pt x="10" y="1"/>
                    <a:pt x="9" y="2"/>
                    <a:pt x="7" y="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95EE0D11-32CA-43E9-A8FA-23C954249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948" y="2339975"/>
              <a:ext cx="55563" cy="987425"/>
            </a:xfrm>
            <a:custGeom>
              <a:avLst/>
              <a:gdLst>
                <a:gd name="T0" fmla="*/ 7 w 14"/>
                <a:gd name="T1" fmla="*/ 2 h 249"/>
                <a:gd name="T2" fmla="*/ 3 w 14"/>
                <a:gd name="T3" fmla="*/ 0 h 249"/>
                <a:gd name="T4" fmla="*/ 0 w 14"/>
                <a:gd name="T5" fmla="*/ 244 h 249"/>
                <a:gd name="T6" fmla="*/ 14 w 14"/>
                <a:gd name="T7" fmla="*/ 244 h 249"/>
                <a:gd name="T8" fmla="*/ 11 w 14"/>
                <a:gd name="T9" fmla="*/ 0 h 249"/>
                <a:gd name="T10" fmla="*/ 7 w 14"/>
                <a:gd name="T11" fmla="*/ 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9">
                  <a:moveTo>
                    <a:pt x="7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3" y="0"/>
                    <a:pt x="0" y="239"/>
                    <a:pt x="0" y="244"/>
                  </a:cubicBezTo>
                  <a:cubicBezTo>
                    <a:pt x="0" y="249"/>
                    <a:pt x="14" y="247"/>
                    <a:pt x="14" y="244"/>
                  </a:cubicBezTo>
                  <a:cubicBezTo>
                    <a:pt x="14" y="241"/>
                    <a:pt x="11" y="0"/>
                    <a:pt x="11" y="0"/>
                  </a:cubicBezTo>
                  <a:cubicBezTo>
                    <a:pt x="10" y="1"/>
                    <a:pt x="9" y="2"/>
                    <a:pt x="7" y="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46">
              <a:extLst>
                <a:ext uri="{FF2B5EF4-FFF2-40B4-BE49-F238E27FC236}">
                  <a16:creationId xmlns:a16="http://schemas.microsoft.com/office/drawing/2014/main" id="{E2075CB4-005C-4B91-B56F-8E5FEB0CB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948" y="2339975"/>
              <a:ext cx="55563" cy="987425"/>
            </a:xfrm>
            <a:custGeom>
              <a:avLst/>
              <a:gdLst>
                <a:gd name="T0" fmla="*/ 7 w 14"/>
                <a:gd name="T1" fmla="*/ 2 h 249"/>
                <a:gd name="T2" fmla="*/ 3 w 14"/>
                <a:gd name="T3" fmla="*/ 0 h 249"/>
                <a:gd name="T4" fmla="*/ 0 w 14"/>
                <a:gd name="T5" fmla="*/ 244 h 249"/>
                <a:gd name="T6" fmla="*/ 14 w 14"/>
                <a:gd name="T7" fmla="*/ 244 h 249"/>
                <a:gd name="T8" fmla="*/ 11 w 14"/>
                <a:gd name="T9" fmla="*/ 0 h 249"/>
                <a:gd name="T10" fmla="*/ 7 w 14"/>
                <a:gd name="T11" fmla="*/ 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9">
                  <a:moveTo>
                    <a:pt x="7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3" y="0"/>
                    <a:pt x="0" y="239"/>
                    <a:pt x="0" y="244"/>
                  </a:cubicBezTo>
                  <a:cubicBezTo>
                    <a:pt x="0" y="249"/>
                    <a:pt x="14" y="247"/>
                    <a:pt x="14" y="244"/>
                  </a:cubicBezTo>
                  <a:cubicBezTo>
                    <a:pt x="14" y="241"/>
                    <a:pt x="11" y="0"/>
                    <a:pt x="11" y="0"/>
                  </a:cubicBezTo>
                  <a:cubicBezTo>
                    <a:pt x="10" y="1"/>
                    <a:pt x="9" y="2"/>
                    <a:pt x="7" y="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90BAEC8-BC33-424B-AAAD-62A7995B4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648" y="2327275"/>
              <a:ext cx="290512" cy="587375"/>
            </a:xfrm>
            <a:custGeom>
              <a:avLst/>
              <a:gdLst>
                <a:gd name="T0" fmla="*/ 43 w 73"/>
                <a:gd name="T1" fmla="*/ 71 h 148"/>
                <a:gd name="T2" fmla="*/ 4 w 73"/>
                <a:gd name="T3" fmla="*/ 2 h 148"/>
                <a:gd name="T4" fmla="*/ 30 w 73"/>
                <a:gd name="T5" fmla="*/ 77 h 148"/>
                <a:gd name="T6" fmla="*/ 70 w 73"/>
                <a:gd name="T7" fmla="*/ 146 h 148"/>
                <a:gd name="T8" fmla="*/ 43 w 73"/>
                <a:gd name="T9" fmla="*/ 7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148">
                  <a:moveTo>
                    <a:pt x="43" y="71"/>
                  </a:moveTo>
                  <a:cubicBezTo>
                    <a:pt x="24" y="31"/>
                    <a:pt x="7" y="0"/>
                    <a:pt x="4" y="2"/>
                  </a:cubicBezTo>
                  <a:cubicBezTo>
                    <a:pt x="0" y="3"/>
                    <a:pt x="12" y="37"/>
                    <a:pt x="30" y="77"/>
                  </a:cubicBezTo>
                  <a:cubicBezTo>
                    <a:pt x="49" y="117"/>
                    <a:pt x="66" y="148"/>
                    <a:pt x="70" y="146"/>
                  </a:cubicBezTo>
                  <a:cubicBezTo>
                    <a:pt x="73" y="145"/>
                    <a:pt x="61" y="111"/>
                    <a:pt x="43" y="7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F73D6B5B-28A9-4749-97D9-AC2333350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648" y="2327275"/>
              <a:ext cx="290512" cy="587375"/>
            </a:xfrm>
            <a:custGeom>
              <a:avLst/>
              <a:gdLst>
                <a:gd name="T0" fmla="*/ 43 w 73"/>
                <a:gd name="T1" fmla="*/ 71 h 148"/>
                <a:gd name="T2" fmla="*/ 4 w 73"/>
                <a:gd name="T3" fmla="*/ 2 h 148"/>
                <a:gd name="T4" fmla="*/ 30 w 73"/>
                <a:gd name="T5" fmla="*/ 77 h 148"/>
                <a:gd name="T6" fmla="*/ 70 w 73"/>
                <a:gd name="T7" fmla="*/ 146 h 148"/>
                <a:gd name="T8" fmla="*/ 43 w 73"/>
                <a:gd name="T9" fmla="*/ 7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148">
                  <a:moveTo>
                    <a:pt x="43" y="71"/>
                  </a:moveTo>
                  <a:cubicBezTo>
                    <a:pt x="24" y="31"/>
                    <a:pt x="7" y="0"/>
                    <a:pt x="4" y="2"/>
                  </a:cubicBezTo>
                  <a:cubicBezTo>
                    <a:pt x="0" y="3"/>
                    <a:pt x="12" y="37"/>
                    <a:pt x="30" y="77"/>
                  </a:cubicBezTo>
                  <a:cubicBezTo>
                    <a:pt x="49" y="117"/>
                    <a:pt x="66" y="148"/>
                    <a:pt x="70" y="146"/>
                  </a:cubicBezTo>
                  <a:cubicBezTo>
                    <a:pt x="73" y="145"/>
                    <a:pt x="61" y="111"/>
                    <a:pt x="43" y="7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F360AA95-B92D-40CB-BAF5-11B5EA439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586" y="1816100"/>
              <a:ext cx="388937" cy="531813"/>
            </a:xfrm>
            <a:custGeom>
              <a:avLst/>
              <a:gdLst>
                <a:gd name="T0" fmla="*/ 43 w 98"/>
                <a:gd name="T1" fmla="*/ 63 h 134"/>
                <a:gd name="T2" fmla="*/ 3 w 98"/>
                <a:gd name="T3" fmla="*/ 132 h 134"/>
                <a:gd name="T4" fmla="*/ 54 w 98"/>
                <a:gd name="T5" fmla="*/ 71 h 134"/>
                <a:gd name="T6" fmla="*/ 95 w 98"/>
                <a:gd name="T7" fmla="*/ 2 h 134"/>
                <a:gd name="T8" fmla="*/ 43 w 98"/>
                <a:gd name="T9" fmla="*/ 6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134">
                  <a:moveTo>
                    <a:pt x="43" y="63"/>
                  </a:moveTo>
                  <a:cubicBezTo>
                    <a:pt x="18" y="99"/>
                    <a:pt x="0" y="130"/>
                    <a:pt x="3" y="132"/>
                  </a:cubicBezTo>
                  <a:cubicBezTo>
                    <a:pt x="6" y="134"/>
                    <a:pt x="29" y="107"/>
                    <a:pt x="54" y="71"/>
                  </a:cubicBezTo>
                  <a:cubicBezTo>
                    <a:pt x="79" y="35"/>
                    <a:pt x="98" y="4"/>
                    <a:pt x="95" y="2"/>
                  </a:cubicBezTo>
                  <a:cubicBezTo>
                    <a:pt x="92" y="0"/>
                    <a:pt x="69" y="27"/>
                    <a:pt x="43" y="63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E9807E9-5602-425E-8CF4-A0CCEF8C5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586" y="1816099"/>
              <a:ext cx="388937" cy="531813"/>
            </a:xfrm>
            <a:custGeom>
              <a:avLst/>
              <a:gdLst>
                <a:gd name="T0" fmla="*/ 43 w 98"/>
                <a:gd name="T1" fmla="*/ 63 h 134"/>
                <a:gd name="T2" fmla="*/ 3 w 98"/>
                <a:gd name="T3" fmla="*/ 132 h 134"/>
                <a:gd name="T4" fmla="*/ 54 w 98"/>
                <a:gd name="T5" fmla="*/ 71 h 134"/>
                <a:gd name="T6" fmla="*/ 95 w 98"/>
                <a:gd name="T7" fmla="*/ 2 h 134"/>
                <a:gd name="T8" fmla="*/ 43 w 98"/>
                <a:gd name="T9" fmla="*/ 6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134">
                  <a:moveTo>
                    <a:pt x="43" y="63"/>
                  </a:moveTo>
                  <a:cubicBezTo>
                    <a:pt x="18" y="99"/>
                    <a:pt x="0" y="130"/>
                    <a:pt x="3" y="132"/>
                  </a:cubicBezTo>
                  <a:cubicBezTo>
                    <a:pt x="6" y="134"/>
                    <a:pt x="29" y="107"/>
                    <a:pt x="54" y="71"/>
                  </a:cubicBezTo>
                  <a:cubicBezTo>
                    <a:pt x="79" y="35"/>
                    <a:pt x="98" y="4"/>
                    <a:pt x="95" y="2"/>
                  </a:cubicBezTo>
                  <a:cubicBezTo>
                    <a:pt x="92" y="0"/>
                    <a:pt x="69" y="27"/>
                    <a:pt x="43" y="63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698B6C1-27D7-42A7-B535-274B45CDF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812" y="2260599"/>
              <a:ext cx="628649" cy="87313"/>
            </a:xfrm>
            <a:custGeom>
              <a:avLst/>
              <a:gdLst>
                <a:gd name="T0" fmla="*/ 80 w 158"/>
                <a:gd name="T1" fmla="*/ 5 h 22"/>
                <a:gd name="T2" fmla="*/ 0 w 158"/>
                <a:gd name="T3" fmla="*/ 4 h 22"/>
                <a:gd name="T4" fmla="*/ 79 w 158"/>
                <a:gd name="T5" fmla="*/ 18 h 22"/>
                <a:gd name="T6" fmla="*/ 158 w 158"/>
                <a:gd name="T7" fmla="*/ 19 h 22"/>
                <a:gd name="T8" fmla="*/ 158 w 158"/>
                <a:gd name="T9" fmla="*/ 18 h 22"/>
                <a:gd name="T10" fmla="*/ 80 w 158"/>
                <a:gd name="T11" fmla="*/ 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8" h="22">
                  <a:moveTo>
                    <a:pt x="80" y="5"/>
                  </a:moveTo>
                  <a:cubicBezTo>
                    <a:pt x="36" y="0"/>
                    <a:pt x="0" y="0"/>
                    <a:pt x="0" y="4"/>
                  </a:cubicBezTo>
                  <a:cubicBezTo>
                    <a:pt x="0" y="7"/>
                    <a:pt x="35" y="14"/>
                    <a:pt x="79" y="18"/>
                  </a:cubicBezTo>
                  <a:cubicBezTo>
                    <a:pt x="122" y="22"/>
                    <a:pt x="158" y="22"/>
                    <a:pt x="158" y="19"/>
                  </a:cubicBezTo>
                  <a:cubicBezTo>
                    <a:pt x="158" y="18"/>
                    <a:pt x="158" y="18"/>
                    <a:pt x="158" y="18"/>
                  </a:cubicBezTo>
                  <a:cubicBezTo>
                    <a:pt x="152" y="14"/>
                    <a:pt x="120" y="8"/>
                    <a:pt x="80" y="5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C55CA2BF-F192-4B89-A33A-01351BB02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813" y="2260600"/>
              <a:ext cx="628649" cy="87313"/>
            </a:xfrm>
            <a:custGeom>
              <a:avLst/>
              <a:gdLst>
                <a:gd name="T0" fmla="*/ 80 w 158"/>
                <a:gd name="T1" fmla="*/ 5 h 22"/>
                <a:gd name="T2" fmla="*/ 0 w 158"/>
                <a:gd name="T3" fmla="*/ 4 h 22"/>
                <a:gd name="T4" fmla="*/ 79 w 158"/>
                <a:gd name="T5" fmla="*/ 18 h 22"/>
                <a:gd name="T6" fmla="*/ 158 w 158"/>
                <a:gd name="T7" fmla="*/ 19 h 22"/>
                <a:gd name="T8" fmla="*/ 158 w 158"/>
                <a:gd name="T9" fmla="*/ 18 h 22"/>
                <a:gd name="T10" fmla="*/ 80 w 158"/>
                <a:gd name="T11" fmla="*/ 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8" h="22">
                  <a:moveTo>
                    <a:pt x="80" y="5"/>
                  </a:moveTo>
                  <a:cubicBezTo>
                    <a:pt x="36" y="0"/>
                    <a:pt x="0" y="0"/>
                    <a:pt x="0" y="4"/>
                  </a:cubicBezTo>
                  <a:cubicBezTo>
                    <a:pt x="0" y="7"/>
                    <a:pt x="35" y="14"/>
                    <a:pt x="79" y="18"/>
                  </a:cubicBezTo>
                  <a:cubicBezTo>
                    <a:pt x="122" y="22"/>
                    <a:pt x="158" y="22"/>
                    <a:pt x="158" y="19"/>
                  </a:cubicBezTo>
                  <a:cubicBezTo>
                    <a:pt x="158" y="18"/>
                    <a:pt x="158" y="18"/>
                    <a:pt x="158" y="18"/>
                  </a:cubicBezTo>
                  <a:cubicBezTo>
                    <a:pt x="152" y="14"/>
                    <a:pt x="120" y="8"/>
                    <a:pt x="80" y="5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125A5AC2-5DD2-49C2-B260-861632AE3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24" y="2771775"/>
              <a:ext cx="0" cy="4763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29DED74-B37B-4A4B-9DF6-A9B931350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24" y="2771775"/>
              <a:ext cx="0" cy="4763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6662EE04-193C-47B2-ACD2-A2E5627A4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24" y="2771775"/>
              <a:ext cx="0" cy="4763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A0CAC7ED-7901-47AC-9860-6618C8FF5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24" y="2771775"/>
              <a:ext cx="0" cy="4763"/>
            </a:xfrm>
            <a:custGeom>
              <a:avLst/>
              <a:gdLst>
                <a:gd name="T0" fmla="*/ 0 h 1"/>
                <a:gd name="T1" fmla="*/ 1 h 1"/>
                <a:gd name="T2" fmla="*/ 0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55A3C7E-FE5A-49D6-9385-AF0E35B4F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262" y="2771775"/>
              <a:ext cx="4763" cy="4763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0B9962E-651F-4D8B-93D4-5C26B69A4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74" y="2295525"/>
              <a:ext cx="66675" cy="68263"/>
            </a:xfrm>
            <a:custGeom>
              <a:avLst/>
              <a:gdLst>
                <a:gd name="T0" fmla="*/ 2 w 17"/>
                <a:gd name="T1" fmla="*/ 12 h 17"/>
                <a:gd name="T2" fmla="*/ 12 w 17"/>
                <a:gd name="T3" fmla="*/ 15 h 17"/>
                <a:gd name="T4" fmla="*/ 15 w 17"/>
                <a:gd name="T5" fmla="*/ 5 h 17"/>
                <a:gd name="T6" fmla="*/ 5 w 17"/>
                <a:gd name="T7" fmla="*/ 2 h 17"/>
                <a:gd name="T8" fmla="*/ 2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2" y="12"/>
                  </a:moveTo>
                  <a:cubicBezTo>
                    <a:pt x="4" y="16"/>
                    <a:pt x="9" y="17"/>
                    <a:pt x="12" y="15"/>
                  </a:cubicBezTo>
                  <a:cubicBezTo>
                    <a:pt x="16" y="13"/>
                    <a:pt x="17" y="8"/>
                    <a:pt x="15" y="5"/>
                  </a:cubicBezTo>
                  <a:cubicBezTo>
                    <a:pt x="13" y="1"/>
                    <a:pt x="8" y="0"/>
                    <a:pt x="5" y="2"/>
                  </a:cubicBezTo>
                  <a:cubicBezTo>
                    <a:pt x="1" y="4"/>
                    <a:pt x="0" y="9"/>
                    <a:pt x="2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6F51296D-D741-43FE-828D-76A888019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74" y="2295525"/>
              <a:ext cx="66675" cy="68263"/>
            </a:xfrm>
            <a:custGeom>
              <a:avLst/>
              <a:gdLst>
                <a:gd name="T0" fmla="*/ 2 w 17"/>
                <a:gd name="T1" fmla="*/ 12 h 17"/>
                <a:gd name="T2" fmla="*/ 12 w 17"/>
                <a:gd name="T3" fmla="*/ 15 h 17"/>
                <a:gd name="T4" fmla="*/ 15 w 17"/>
                <a:gd name="T5" fmla="*/ 5 h 17"/>
                <a:gd name="T6" fmla="*/ 5 w 17"/>
                <a:gd name="T7" fmla="*/ 2 h 17"/>
                <a:gd name="T8" fmla="*/ 2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2" y="12"/>
                  </a:moveTo>
                  <a:cubicBezTo>
                    <a:pt x="4" y="16"/>
                    <a:pt x="9" y="17"/>
                    <a:pt x="12" y="15"/>
                  </a:cubicBezTo>
                  <a:cubicBezTo>
                    <a:pt x="16" y="13"/>
                    <a:pt x="17" y="8"/>
                    <a:pt x="15" y="5"/>
                  </a:cubicBezTo>
                  <a:cubicBezTo>
                    <a:pt x="13" y="1"/>
                    <a:pt x="8" y="0"/>
                    <a:pt x="5" y="2"/>
                  </a:cubicBezTo>
                  <a:cubicBezTo>
                    <a:pt x="1" y="4"/>
                    <a:pt x="0" y="9"/>
                    <a:pt x="2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B900ECD-E8E3-4464-9023-733ACD1FE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73" y="2295524"/>
              <a:ext cx="66675" cy="68263"/>
            </a:xfrm>
            <a:custGeom>
              <a:avLst/>
              <a:gdLst>
                <a:gd name="T0" fmla="*/ 2 w 17"/>
                <a:gd name="T1" fmla="*/ 12 h 17"/>
                <a:gd name="T2" fmla="*/ 12 w 17"/>
                <a:gd name="T3" fmla="*/ 15 h 17"/>
                <a:gd name="T4" fmla="*/ 15 w 17"/>
                <a:gd name="T5" fmla="*/ 5 h 17"/>
                <a:gd name="T6" fmla="*/ 5 w 17"/>
                <a:gd name="T7" fmla="*/ 2 h 17"/>
                <a:gd name="T8" fmla="*/ 2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2" y="12"/>
                  </a:moveTo>
                  <a:cubicBezTo>
                    <a:pt x="4" y="16"/>
                    <a:pt x="9" y="17"/>
                    <a:pt x="12" y="15"/>
                  </a:cubicBezTo>
                  <a:cubicBezTo>
                    <a:pt x="16" y="13"/>
                    <a:pt x="17" y="8"/>
                    <a:pt x="15" y="5"/>
                  </a:cubicBezTo>
                  <a:cubicBezTo>
                    <a:pt x="13" y="1"/>
                    <a:pt x="8" y="0"/>
                    <a:pt x="5" y="2"/>
                  </a:cubicBezTo>
                  <a:cubicBezTo>
                    <a:pt x="1" y="4"/>
                    <a:pt x="0" y="9"/>
                    <a:pt x="2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43C2391C-07DC-46B8-9F5F-EF054B8CF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76" y="2295525"/>
              <a:ext cx="66675" cy="68263"/>
            </a:xfrm>
            <a:custGeom>
              <a:avLst/>
              <a:gdLst>
                <a:gd name="T0" fmla="*/ 2 w 17"/>
                <a:gd name="T1" fmla="*/ 12 h 17"/>
                <a:gd name="T2" fmla="*/ 12 w 17"/>
                <a:gd name="T3" fmla="*/ 15 h 17"/>
                <a:gd name="T4" fmla="*/ 15 w 17"/>
                <a:gd name="T5" fmla="*/ 5 h 17"/>
                <a:gd name="T6" fmla="*/ 5 w 17"/>
                <a:gd name="T7" fmla="*/ 2 h 17"/>
                <a:gd name="T8" fmla="*/ 2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2" y="12"/>
                  </a:moveTo>
                  <a:cubicBezTo>
                    <a:pt x="4" y="16"/>
                    <a:pt x="9" y="17"/>
                    <a:pt x="12" y="15"/>
                  </a:cubicBezTo>
                  <a:cubicBezTo>
                    <a:pt x="16" y="13"/>
                    <a:pt x="17" y="8"/>
                    <a:pt x="15" y="5"/>
                  </a:cubicBezTo>
                  <a:cubicBezTo>
                    <a:pt x="13" y="1"/>
                    <a:pt x="8" y="0"/>
                    <a:pt x="5" y="2"/>
                  </a:cubicBezTo>
                  <a:cubicBezTo>
                    <a:pt x="1" y="4"/>
                    <a:pt x="0" y="9"/>
                    <a:pt x="2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64" name="Gruppieren 1118">
            <a:extLst>
              <a:ext uri="{FF2B5EF4-FFF2-40B4-BE49-F238E27FC236}">
                <a16:creationId xmlns:a16="http://schemas.microsoft.com/office/drawing/2014/main" id="{1AE2E23C-F53B-4F8A-A40A-9ADEF3BF883D}"/>
              </a:ext>
            </a:extLst>
          </p:cNvPr>
          <p:cNvGrpSpPr/>
          <p:nvPr/>
        </p:nvGrpSpPr>
        <p:grpSpPr>
          <a:xfrm>
            <a:off x="4836685" y="5255445"/>
            <a:ext cx="764529" cy="297569"/>
            <a:chOff x="1276911" y="4633118"/>
            <a:chExt cx="4068762" cy="1311276"/>
          </a:xfrm>
          <a:solidFill>
            <a:schemeClr val="accent1"/>
          </a:solidFill>
        </p:grpSpPr>
        <p:sp>
          <p:nvSpPr>
            <p:cNvPr id="65" name="Freeform 6">
              <a:extLst>
                <a:ext uri="{FF2B5EF4-FFF2-40B4-BE49-F238E27FC236}">
                  <a16:creationId xmlns:a16="http://schemas.microsoft.com/office/drawing/2014/main" id="{11F14C72-E9C8-4401-9A3E-90D5EEAF8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323" y="4633118"/>
              <a:ext cx="1733550" cy="865188"/>
            </a:xfrm>
            <a:custGeom>
              <a:avLst/>
              <a:gdLst>
                <a:gd name="T0" fmla="*/ 167 w 1092"/>
                <a:gd name="T1" fmla="*/ 545 h 545"/>
                <a:gd name="T2" fmla="*/ 1092 w 1092"/>
                <a:gd name="T3" fmla="*/ 545 h 545"/>
                <a:gd name="T4" fmla="*/ 925 w 1092"/>
                <a:gd name="T5" fmla="*/ 0 h 545"/>
                <a:gd name="T6" fmla="*/ 0 w 1092"/>
                <a:gd name="T7" fmla="*/ 0 h 545"/>
                <a:gd name="T8" fmla="*/ 167 w 1092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2" h="545">
                  <a:moveTo>
                    <a:pt x="167" y="545"/>
                  </a:moveTo>
                  <a:lnTo>
                    <a:pt x="1092" y="545"/>
                  </a:lnTo>
                  <a:lnTo>
                    <a:pt x="925" y="0"/>
                  </a:lnTo>
                  <a:lnTo>
                    <a:pt x="0" y="0"/>
                  </a:lnTo>
                  <a:lnTo>
                    <a:pt x="167" y="54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7">
              <a:extLst>
                <a:ext uri="{FF2B5EF4-FFF2-40B4-BE49-F238E27FC236}">
                  <a16:creationId xmlns:a16="http://schemas.microsoft.com/office/drawing/2014/main" id="{47188857-084F-4A14-B356-020DB6E2F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323" y="4633118"/>
              <a:ext cx="1733550" cy="865188"/>
            </a:xfrm>
            <a:custGeom>
              <a:avLst/>
              <a:gdLst>
                <a:gd name="T0" fmla="*/ 348 w 2275"/>
                <a:gd name="T1" fmla="*/ 1135 h 1135"/>
                <a:gd name="T2" fmla="*/ 2275 w 2275"/>
                <a:gd name="T3" fmla="*/ 1135 h 1135"/>
                <a:gd name="T4" fmla="*/ 1928 w 2275"/>
                <a:gd name="T5" fmla="*/ 0 h 1135"/>
                <a:gd name="T6" fmla="*/ 0 w 2275"/>
                <a:gd name="T7" fmla="*/ 0 h 1135"/>
                <a:gd name="T8" fmla="*/ 348 w 2275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5" h="1135">
                  <a:moveTo>
                    <a:pt x="348" y="1135"/>
                  </a:moveTo>
                  <a:lnTo>
                    <a:pt x="2275" y="1135"/>
                  </a:lnTo>
                  <a:lnTo>
                    <a:pt x="1928" y="0"/>
                  </a:lnTo>
                  <a:lnTo>
                    <a:pt x="0" y="0"/>
                  </a:lnTo>
                  <a:lnTo>
                    <a:pt x="348" y="113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Line 8">
              <a:extLst>
                <a:ext uri="{FF2B5EF4-FFF2-40B4-BE49-F238E27FC236}">
                  <a16:creationId xmlns:a16="http://schemas.microsoft.com/office/drawing/2014/main" id="{BDE606DF-7311-40C3-B11E-A529B24B2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823" y="46331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Line 9">
              <a:extLst>
                <a:ext uri="{FF2B5EF4-FFF2-40B4-BE49-F238E27FC236}">
                  <a16:creationId xmlns:a16="http://schemas.microsoft.com/office/drawing/2014/main" id="{A4A8B378-E9A8-4EA4-A8D1-FE1B85B69A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823" y="46331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Line 10">
              <a:extLst>
                <a:ext uri="{FF2B5EF4-FFF2-40B4-BE49-F238E27FC236}">
                  <a16:creationId xmlns:a16="http://schemas.microsoft.com/office/drawing/2014/main" id="{045C2B07-D4F7-4229-8468-920E83322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2723" y="46331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Line 11">
              <a:extLst>
                <a:ext uri="{FF2B5EF4-FFF2-40B4-BE49-F238E27FC236}">
                  <a16:creationId xmlns:a16="http://schemas.microsoft.com/office/drawing/2014/main" id="{E73E4F3B-A567-4270-84D9-9F65180C7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2723" y="46331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Line 12">
              <a:extLst>
                <a:ext uri="{FF2B5EF4-FFF2-40B4-BE49-F238E27FC236}">
                  <a16:creationId xmlns:a16="http://schemas.microsoft.com/office/drawing/2014/main" id="{23485822-AD54-4BCB-82E7-9A2715028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8623" y="46331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Line 13">
              <a:extLst>
                <a:ext uri="{FF2B5EF4-FFF2-40B4-BE49-F238E27FC236}">
                  <a16:creationId xmlns:a16="http://schemas.microsoft.com/office/drawing/2014/main" id="{7E438AEF-4DB6-4DF7-A1EB-0320B5F72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8623" y="46331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Line 14">
              <a:extLst>
                <a:ext uri="{FF2B5EF4-FFF2-40B4-BE49-F238E27FC236}">
                  <a16:creationId xmlns:a16="http://schemas.microsoft.com/office/drawing/2014/main" id="{1596BF96-76A6-4FDF-A66F-9BBC206E9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936" y="46331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15">
              <a:extLst>
                <a:ext uri="{FF2B5EF4-FFF2-40B4-BE49-F238E27FC236}">
                  <a16:creationId xmlns:a16="http://schemas.microsoft.com/office/drawing/2014/main" id="{66274370-9322-4E2B-AF3D-29E500C82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936" y="46331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6">
              <a:extLst>
                <a:ext uri="{FF2B5EF4-FFF2-40B4-BE49-F238E27FC236}">
                  <a16:creationId xmlns:a16="http://schemas.microsoft.com/office/drawing/2014/main" id="{5C33FF05-0B40-4EF1-86FF-8997EE6BA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8836" y="46331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7">
              <a:extLst>
                <a:ext uri="{FF2B5EF4-FFF2-40B4-BE49-F238E27FC236}">
                  <a16:creationId xmlns:a16="http://schemas.microsoft.com/office/drawing/2014/main" id="{50D939C3-2D79-4F44-8F8F-A299C7E14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8836" y="46331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8">
              <a:extLst>
                <a:ext uri="{FF2B5EF4-FFF2-40B4-BE49-F238E27FC236}">
                  <a16:creationId xmlns:a16="http://schemas.microsoft.com/office/drawing/2014/main" id="{CCDB1625-9C2E-4B4D-8D51-BBEFB3B6F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4736" y="46331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9">
              <a:extLst>
                <a:ext uri="{FF2B5EF4-FFF2-40B4-BE49-F238E27FC236}">
                  <a16:creationId xmlns:a16="http://schemas.microsoft.com/office/drawing/2014/main" id="{1F7D0A10-5F0F-45FE-AF60-4F99788FC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4736" y="46331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20">
              <a:extLst>
                <a:ext uri="{FF2B5EF4-FFF2-40B4-BE49-F238E27FC236}">
                  <a16:creationId xmlns:a16="http://schemas.microsoft.com/office/drawing/2014/main" id="{4DAB733A-B637-46C0-AABC-25163EA95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811" y="49252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1">
              <a:extLst>
                <a:ext uri="{FF2B5EF4-FFF2-40B4-BE49-F238E27FC236}">
                  <a16:creationId xmlns:a16="http://schemas.microsoft.com/office/drawing/2014/main" id="{89C20990-72D8-44B9-B0FB-0817ED039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811" y="49252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2">
              <a:extLst>
                <a:ext uri="{FF2B5EF4-FFF2-40B4-BE49-F238E27FC236}">
                  <a16:creationId xmlns:a16="http://schemas.microsoft.com/office/drawing/2014/main" id="{6C3F1BA1-A30C-4B09-986E-0DA0B7901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673" y="50665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3">
              <a:extLst>
                <a:ext uri="{FF2B5EF4-FFF2-40B4-BE49-F238E27FC236}">
                  <a16:creationId xmlns:a16="http://schemas.microsoft.com/office/drawing/2014/main" id="{D4170401-F38B-4CC4-9A7C-437DF3A54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673" y="50665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4">
              <a:extLst>
                <a:ext uri="{FF2B5EF4-FFF2-40B4-BE49-F238E27FC236}">
                  <a16:creationId xmlns:a16="http://schemas.microsoft.com/office/drawing/2014/main" id="{80C28C3A-898D-4140-952A-EA349789F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711" y="5207793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5">
              <a:extLst>
                <a:ext uri="{FF2B5EF4-FFF2-40B4-BE49-F238E27FC236}">
                  <a16:creationId xmlns:a16="http://schemas.microsoft.com/office/drawing/2014/main" id="{AC067D4C-C5CB-46EB-9F56-2815E27CA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711" y="5207793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6">
              <a:extLst>
                <a:ext uri="{FF2B5EF4-FFF2-40B4-BE49-F238E27FC236}">
                  <a16:creationId xmlns:a16="http://schemas.microsoft.com/office/drawing/2014/main" id="{E55DDE32-6C12-490D-A5BD-6C22075AB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748" y="53506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0CF5DCC1-E6A0-46CF-92FA-90EB5D606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748" y="53506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Line 28">
              <a:extLst>
                <a:ext uri="{FF2B5EF4-FFF2-40B4-BE49-F238E27FC236}">
                  <a16:creationId xmlns:a16="http://schemas.microsoft.com/office/drawing/2014/main" id="{EAAE302F-A354-4C83-B9D7-E1657EE4E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5536" y="4782343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Line 29">
              <a:extLst>
                <a:ext uri="{FF2B5EF4-FFF2-40B4-BE49-F238E27FC236}">
                  <a16:creationId xmlns:a16="http://schemas.microsoft.com/office/drawing/2014/main" id="{5590DACB-E58E-4174-A4A3-565B8002E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5536" y="4782343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FFDA19D7-C3FD-403D-96D3-D0111E257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986" y="4849018"/>
              <a:ext cx="1733550" cy="865188"/>
            </a:xfrm>
            <a:custGeom>
              <a:avLst/>
              <a:gdLst>
                <a:gd name="T0" fmla="*/ 167 w 1092"/>
                <a:gd name="T1" fmla="*/ 545 h 545"/>
                <a:gd name="T2" fmla="*/ 1092 w 1092"/>
                <a:gd name="T3" fmla="*/ 545 h 545"/>
                <a:gd name="T4" fmla="*/ 925 w 1092"/>
                <a:gd name="T5" fmla="*/ 0 h 545"/>
                <a:gd name="T6" fmla="*/ 0 w 1092"/>
                <a:gd name="T7" fmla="*/ 0 h 545"/>
                <a:gd name="T8" fmla="*/ 167 w 1092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2" h="545">
                  <a:moveTo>
                    <a:pt x="167" y="545"/>
                  </a:moveTo>
                  <a:lnTo>
                    <a:pt x="1092" y="545"/>
                  </a:lnTo>
                  <a:lnTo>
                    <a:pt x="925" y="0"/>
                  </a:lnTo>
                  <a:lnTo>
                    <a:pt x="0" y="0"/>
                  </a:lnTo>
                  <a:lnTo>
                    <a:pt x="167" y="54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31">
              <a:extLst>
                <a:ext uri="{FF2B5EF4-FFF2-40B4-BE49-F238E27FC236}">
                  <a16:creationId xmlns:a16="http://schemas.microsoft.com/office/drawing/2014/main" id="{DA97B4B1-0CE6-4698-8AC5-3587C73A0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986" y="4849018"/>
              <a:ext cx="1733550" cy="865188"/>
            </a:xfrm>
            <a:custGeom>
              <a:avLst/>
              <a:gdLst>
                <a:gd name="T0" fmla="*/ 347 w 2275"/>
                <a:gd name="T1" fmla="*/ 1135 h 1135"/>
                <a:gd name="T2" fmla="*/ 2275 w 2275"/>
                <a:gd name="T3" fmla="*/ 1135 h 1135"/>
                <a:gd name="T4" fmla="*/ 1927 w 2275"/>
                <a:gd name="T5" fmla="*/ 0 h 1135"/>
                <a:gd name="T6" fmla="*/ 0 w 2275"/>
                <a:gd name="T7" fmla="*/ 0 h 1135"/>
                <a:gd name="T8" fmla="*/ 347 w 2275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5" h="1135">
                  <a:moveTo>
                    <a:pt x="347" y="1135"/>
                  </a:moveTo>
                  <a:lnTo>
                    <a:pt x="2275" y="1135"/>
                  </a:lnTo>
                  <a:lnTo>
                    <a:pt x="1927" y="0"/>
                  </a:lnTo>
                  <a:lnTo>
                    <a:pt x="0" y="0"/>
                  </a:lnTo>
                  <a:lnTo>
                    <a:pt x="347" y="113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Line 32">
              <a:extLst>
                <a:ext uri="{FF2B5EF4-FFF2-40B4-BE49-F238E27FC236}">
                  <a16:creationId xmlns:a16="http://schemas.microsoft.com/office/drawing/2014/main" id="{049D5BA0-F4F0-4FC5-9DF1-788BDB493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4486" y="48490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Line 33">
              <a:extLst>
                <a:ext uri="{FF2B5EF4-FFF2-40B4-BE49-F238E27FC236}">
                  <a16:creationId xmlns:a16="http://schemas.microsoft.com/office/drawing/2014/main" id="{7654FFC1-1216-4DB7-93F7-31007FC00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4486" y="48490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Line 34">
              <a:extLst>
                <a:ext uri="{FF2B5EF4-FFF2-40B4-BE49-F238E27FC236}">
                  <a16:creationId xmlns:a16="http://schemas.microsoft.com/office/drawing/2014/main" id="{06295A9D-0C96-45EA-81D7-BCDE6702C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0386" y="48490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Line 35">
              <a:extLst>
                <a:ext uri="{FF2B5EF4-FFF2-40B4-BE49-F238E27FC236}">
                  <a16:creationId xmlns:a16="http://schemas.microsoft.com/office/drawing/2014/main" id="{C921B60E-3FCD-49C3-A10A-3C79452AB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0386" y="48490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Line 36">
              <a:extLst>
                <a:ext uri="{FF2B5EF4-FFF2-40B4-BE49-F238E27FC236}">
                  <a16:creationId xmlns:a16="http://schemas.microsoft.com/office/drawing/2014/main" id="{224757F5-0770-4639-A228-DA550A323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286" y="48490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Line 37">
              <a:extLst>
                <a:ext uri="{FF2B5EF4-FFF2-40B4-BE49-F238E27FC236}">
                  <a16:creationId xmlns:a16="http://schemas.microsoft.com/office/drawing/2014/main" id="{34A1B593-55E4-45E8-9A86-E8F518E1F7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286" y="48490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Line 38">
              <a:extLst>
                <a:ext uri="{FF2B5EF4-FFF2-40B4-BE49-F238E27FC236}">
                  <a16:creationId xmlns:a16="http://schemas.microsoft.com/office/drawing/2014/main" id="{A549846D-E139-48A8-AEA6-FB44421F8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2186" y="48490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Line 39">
              <a:extLst>
                <a:ext uri="{FF2B5EF4-FFF2-40B4-BE49-F238E27FC236}">
                  <a16:creationId xmlns:a16="http://schemas.microsoft.com/office/drawing/2014/main" id="{6CA3B769-E5D6-4909-ACDB-3A2756288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2186" y="48490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Line 40">
              <a:extLst>
                <a:ext uri="{FF2B5EF4-FFF2-40B4-BE49-F238E27FC236}">
                  <a16:creationId xmlns:a16="http://schemas.microsoft.com/office/drawing/2014/main" id="{F67063DB-EA53-4352-AFAE-FA80F26C1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8086" y="48490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Line 41">
              <a:extLst>
                <a:ext uri="{FF2B5EF4-FFF2-40B4-BE49-F238E27FC236}">
                  <a16:creationId xmlns:a16="http://schemas.microsoft.com/office/drawing/2014/main" id="{0BEF53FF-7532-486B-849A-7DFDD09A26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8086" y="48490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Line 42">
              <a:extLst>
                <a:ext uri="{FF2B5EF4-FFF2-40B4-BE49-F238E27FC236}">
                  <a16:creationId xmlns:a16="http://schemas.microsoft.com/office/drawing/2014/main" id="{9E593B39-DC57-43DB-897B-CBEE2543F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2398" y="48490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Line 43">
              <a:extLst>
                <a:ext uri="{FF2B5EF4-FFF2-40B4-BE49-F238E27FC236}">
                  <a16:creationId xmlns:a16="http://schemas.microsoft.com/office/drawing/2014/main" id="{0BCFA193-949F-42F4-967C-34A697469F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2398" y="48490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Line 44">
              <a:extLst>
                <a:ext uri="{FF2B5EF4-FFF2-40B4-BE49-F238E27FC236}">
                  <a16:creationId xmlns:a16="http://schemas.microsoft.com/office/drawing/2014/main" id="{C382230D-C26A-422C-8F11-888F81596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4473" y="51411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Line 45">
              <a:extLst>
                <a:ext uri="{FF2B5EF4-FFF2-40B4-BE49-F238E27FC236}">
                  <a16:creationId xmlns:a16="http://schemas.microsoft.com/office/drawing/2014/main" id="{C0D4ED7F-C21E-4109-AB08-E32FFEE00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4473" y="51411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Line 46">
              <a:extLst>
                <a:ext uri="{FF2B5EF4-FFF2-40B4-BE49-F238E27FC236}">
                  <a16:creationId xmlns:a16="http://schemas.microsoft.com/office/drawing/2014/main" id="{1320437A-B22E-4422-936E-020D84074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7336" y="52824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Line 47">
              <a:extLst>
                <a:ext uri="{FF2B5EF4-FFF2-40B4-BE49-F238E27FC236}">
                  <a16:creationId xmlns:a16="http://schemas.microsoft.com/office/drawing/2014/main" id="{5851B3B0-1836-4BEC-AD1D-C6F4D542B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7336" y="52824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Line 48">
              <a:extLst>
                <a:ext uri="{FF2B5EF4-FFF2-40B4-BE49-F238E27FC236}">
                  <a16:creationId xmlns:a16="http://schemas.microsoft.com/office/drawing/2014/main" id="{E284A5F8-5AA1-48DF-B8FA-9857B5A632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961" y="542528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Line 49">
              <a:extLst>
                <a:ext uri="{FF2B5EF4-FFF2-40B4-BE49-F238E27FC236}">
                  <a16:creationId xmlns:a16="http://schemas.microsoft.com/office/drawing/2014/main" id="{3B896C4F-87FC-4DE0-975C-66E71574F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961" y="542528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Line 50">
              <a:extLst>
                <a:ext uri="{FF2B5EF4-FFF2-40B4-BE49-F238E27FC236}">
                  <a16:creationId xmlns:a16="http://schemas.microsoft.com/office/drawing/2014/main" id="{053F9A80-2D9B-4D94-A4EA-0E0565F46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411" y="55665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Line 51">
              <a:extLst>
                <a:ext uri="{FF2B5EF4-FFF2-40B4-BE49-F238E27FC236}">
                  <a16:creationId xmlns:a16="http://schemas.microsoft.com/office/drawing/2014/main" id="{3FC87F0D-33DA-4DEC-9DC5-B575F20E4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411" y="55665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Line 52">
              <a:extLst>
                <a:ext uri="{FF2B5EF4-FFF2-40B4-BE49-F238E27FC236}">
                  <a16:creationId xmlns:a16="http://schemas.microsoft.com/office/drawing/2014/main" id="{50AE7642-59A5-45EC-9E30-1F6A666A4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198" y="499983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Line 53">
              <a:extLst>
                <a:ext uri="{FF2B5EF4-FFF2-40B4-BE49-F238E27FC236}">
                  <a16:creationId xmlns:a16="http://schemas.microsoft.com/office/drawing/2014/main" id="{0298BD8E-B03A-4FB5-981B-C5EF64406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198" y="499983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54">
              <a:extLst>
                <a:ext uri="{FF2B5EF4-FFF2-40B4-BE49-F238E27FC236}">
                  <a16:creationId xmlns:a16="http://schemas.microsoft.com/office/drawing/2014/main" id="{CE0EB704-5BE7-4C3F-BC4D-BDC445F59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123" y="5079206"/>
              <a:ext cx="1733550" cy="865188"/>
            </a:xfrm>
            <a:custGeom>
              <a:avLst/>
              <a:gdLst>
                <a:gd name="T0" fmla="*/ 167 w 1092"/>
                <a:gd name="T1" fmla="*/ 545 h 545"/>
                <a:gd name="T2" fmla="*/ 1092 w 1092"/>
                <a:gd name="T3" fmla="*/ 545 h 545"/>
                <a:gd name="T4" fmla="*/ 926 w 1092"/>
                <a:gd name="T5" fmla="*/ 0 h 545"/>
                <a:gd name="T6" fmla="*/ 0 w 1092"/>
                <a:gd name="T7" fmla="*/ 0 h 545"/>
                <a:gd name="T8" fmla="*/ 167 w 1092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2" h="545">
                  <a:moveTo>
                    <a:pt x="167" y="545"/>
                  </a:moveTo>
                  <a:lnTo>
                    <a:pt x="1092" y="545"/>
                  </a:lnTo>
                  <a:lnTo>
                    <a:pt x="926" y="0"/>
                  </a:lnTo>
                  <a:lnTo>
                    <a:pt x="0" y="0"/>
                  </a:lnTo>
                  <a:lnTo>
                    <a:pt x="167" y="54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55">
              <a:extLst>
                <a:ext uri="{FF2B5EF4-FFF2-40B4-BE49-F238E27FC236}">
                  <a16:creationId xmlns:a16="http://schemas.microsoft.com/office/drawing/2014/main" id="{4B807AF1-67BA-4DC3-9036-C3EE78567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123" y="5079206"/>
              <a:ext cx="1733550" cy="865188"/>
            </a:xfrm>
            <a:custGeom>
              <a:avLst/>
              <a:gdLst>
                <a:gd name="T0" fmla="*/ 347 w 2275"/>
                <a:gd name="T1" fmla="*/ 1135 h 1135"/>
                <a:gd name="T2" fmla="*/ 2275 w 2275"/>
                <a:gd name="T3" fmla="*/ 1135 h 1135"/>
                <a:gd name="T4" fmla="*/ 1928 w 2275"/>
                <a:gd name="T5" fmla="*/ 0 h 1135"/>
                <a:gd name="T6" fmla="*/ 0 w 2275"/>
                <a:gd name="T7" fmla="*/ 0 h 1135"/>
                <a:gd name="T8" fmla="*/ 347 w 2275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5" h="1135">
                  <a:moveTo>
                    <a:pt x="347" y="1135"/>
                  </a:moveTo>
                  <a:lnTo>
                    <a:pt x="2275" y="1135"/>
                  </a:lnTo>
                  <a:lnTo>
                    <a:pt x="1928" y="0"/>
                  </a:lnTo>
                  <a:lnTo>
                    <a:pt x="0" y="0"/>
                  </a:lnTo>
                  <a:lnTo>
                    <a:pt x="347" y="113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Line 56">
              <a:extLst>
                <a:ext uri="{FF2B5EF4-FFF2-40B4-BE49-F238E27FC236}">
                  <a16:creationId xmlns:a16="http://schemas.microsoft.com/office/drawing/2014/main" id="{4E5CEDFE-57D5-4D9D-A156-C685C72424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2623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Line 57">
              <a:extLst>
                <a:ext uri="{FF2B5EF4-FFF2-40B4-BE49-F238E27FC236}">
                  <a16:creationId xmlns:a16="http://schemas.microsoft.com/office/drawing/2014/main" id="{2A346BBB-3C78-4132-B085-96625C73B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2623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Line 58">
              <a:extLst>
                <a:ext uri="{FF2B5EF4-FFF2-40B4-BE49-F238E27FC236}">
                  <a16:creationId xmlns:a16="http://schemas.microsoft.com/office/drawing/2014/main" id="{95B13DCE-73D8-4E5D-8513-C6F5D94E7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8523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Line 59">
              <a:extLst>
                <a:ext uri="{FF2B5EF4-FFF2-40B4-BE49-F238E27FC236}">
                  <a16:creationId xmlns:a16="http://schemas.microsoft.com/office/drawing/2014/main" id="{A9EB5744-39BE-4408-BF0C-D531F7677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8523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Line 60">
              <a:extLst>
                <a:ext uri="{FF2B5EF4-FFF2-40B4-BE49-F238E27FC236}">
                  <a16:creationId xmlns:a16="http://schemas.microsoft.com/office/drawing/2014/main" id="{EECACC00-299C-44A4-95B4-1C93C2843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423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Line 61">
              <a:extLst>
                <a:ext uri="{FF2B5EF4-FFF2-40B4-BE49-F238E27FC236}">
                  <a16:creationId xmlns:a16="http://schemas.microsoft.com/office/drawing/2014/main" id="{9645FBA3-92B6-468C-B5F7-78EEA0C15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423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Line 62">
              <a:extLst>
                <a:ext uri="{FF2B5EF4-FFF2-40B4-BE49-F238E27FC236}">
                  <a16:creationId xmlns:a16="http://schemas.microsoft.com/office/drawing/2014/main" id="{50866AA5-0B03-4810-A75D-A19006A5E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0323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Line 63">
              <a:extLst>
                <a:ext uri="{FF2B5EF4-FFF2-40B4-BE49-F238E27FC236}">
                  <a16:creationId xmlns:a16="http://schemas.microsoft.com/office/drawing/2014/main" id="{6A6C4361-5590-44CE-8B01-44409D66C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0323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Line 64">
              <a:extLst>
                <a:ext uri="{FF2B5EF4-FFF2-40B4-BE49-F238E27FC236}">
                  <a16:creationId xmlns:a16="http://schemas.microsoft.com/office/drawing/2014/main" id="{7855B121-01DE-4527-AE27-0DA448E2F1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6223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Line 65">
              <a:extLst>
                <a:ext uri="{FF2B5EF4-FFF2-40B4-BE49-F238E27FC236}">
                  <a16:creationId xmlns:a16="http://schemas.microsoft.com/office/drawing/2014/main" id="{F14A992E-6510-4202-8D9F-AF2AB11CE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6223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Line 66">
              <a:extLst>
                <a:ext uri="{FF2B5EF4-FFF2-40B4-BE49-F238E27FC236}">
                  <a16:creationId xmlns:a16="http://schemas.microsoft.com/office/drawing/2014/main" id="{401DF22A-AFB8-4867-A321-D825DD15B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123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Line 67">
              <a:extLst>
                <a:ext uri="{FF2B5EF4-FFF2-40B4-BE49-F238E27FC236}">
                  <a16:creationId xmlns:a16="http://schemas.microsoft.com/office/drawing/2014/main" id="{0B6E3643-7A2E-4C89-B072-DD4B78F0D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123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Line 68">
              <a:extLst>
                <a:ext uri="{FF2B5EF4-FFF2-40B4-BE49-F238E27FC236}">
                  <a16:creationId xmlns:a16="http://schemas.microsoft.com/office/drawing/2014/main" id="{A6F8A74E-3665-4EE9-944D-F047310F5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611" y="5371306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Line 69">
              <a:extLst>
                <a:ext uri="{FF2B5EF4-FFF2-40B4-BE49-F238E27FC236}">
                  <a16:creationId xmlns:a16="http://schemas.microsoft.com/office/drawing/2014/main" id="{E28949E2-FBFA-44B4-994B-14B5D8F48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611" y="5371306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Line 70">
              <a:extLst>
                <a:ext uri="{FF2B5EF4-FFF2-40B4-BE49-F238E27FC236}">
                  <a16:creationId xmlns:a16="http://schemas.microsoft.com/office/drawing/2014/main" id="{E60503F4-51EE-44FD-B2FA-DB8DDB90B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473" y="5512593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Line 71">
              <a:extLst>
                <a:ext uri="{FF2B5EF4-FFF2-40B4-BE49-F238E27FC236}">
                  <a16:creationId xmlns:a16="http://schemas.microsoft.com/office/drawing/2014/main" id="{BFC8FC32-9EFA-45BE-B5C9-89F37C41F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473" y="5512593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Line 72">
              <a:extLst>
                <a:ext uri="{FF2B5EF4-FFF2-40B4-BE49-F238E27FC236}">
                  <a16:creationId xmlns:a16="http://schemas.microsoft.com/office/drawing/2014/main" id="{0AB3C84F-D029-4782-B50B-1D4A7C28B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098" y="565388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Line 73">
              <a:extLst>
                <a:ext uri="{FF2B5EF4-FFF2-40B4-BE49-F238E27FC236}">
                  <a16:creationId xmlns:a16="http://schemas.microsoft.com/office/drawing/2014/main" id="{FAF508FD-C3C4-49C8-B0DC-DB793CEE4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098" y="565388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Line 74">
              <a:extLst>
                <a:ext uri="{FF2B5EF4-FFF2-40B4-BE49-F238E27FC236}">
                  <a16:creationId xmlns:a16="http://schemas.microsoft.com/office/drawing/2014/main" id="{BE0437D8-17F2-4903-8921-6A8C5C366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7548" y="5795168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Line 75">
              <a:extLst>
                <a:ext uri="{FF2B5EF4-FFF2-40B4-BE49-F238E27FC236}">
                  <a16:creationId xmlns:a16="http://schemas.microsoft.com/office/drawing/2014/main" id="{FA822BA6-D602-4A80-9CDF-39B1FE4F1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7548" y="5795168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Line 76">
              <a:extLst>
                <a:ext uri="{FF2B5EF4-FFF2-40B4-BE49-F238E27FC236}">
                  <a16:creationId xmlns:a16="http://schemas.microsoft.com/office/drawing/2014/main" id="{5B572F2C-2C97-47A3-A854-34343C7A6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2923" y="522843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Line 77">
              <a:extLst>
                <a:ext uri="{FF2B5EF4-FFF2-40B4-BE49-F238E27FC236}">
                  <a16:creationId xmlns:a16="http://schemas.microsoft.com/office/drawing/2014/main" id="{BF03E54F-0F65-4542-B9AE-27620D688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2923" y="522843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78">
              <a:extLst>
                <a:ext uri="{FF2B5EF4-FFF2-40B4-BE49-F238E27FC236}">
                  <a16:creationId xmlns:a16="http://schemas.microsoft.com/office/drawing/2014/main" id="{F3D4A262-D97E-4853-982B-01967B788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911" y="4645818"/>
              <a:ext cx="1733550" cy="865188"/>
            </a:xfrm>
            <a:custGeom>
              <a:avLst/>
              <a:gdLst>
                <a:gd name="T0" fmla="*/ 167 w 1092"/>
                <a:gd name="T1" fmla="*/ 545 h 545"/>
                <a:gd name="T2" fmla="*/ 1092 w 1092"/>
                <a:gd name="T3" fmla="*/ 545 h 545"/>
                <a:gd name="T4" fmla="*/ 925 w 1092"/>
                <a:gd name="T5" fmla="*/ 0 h 545"/>
                <a:gd name="T6" fmla="*/ 0 w 1092"/>
                <a:gd name="T7" fmla="*/ 0 h 545"/>
                <a:gd name="T8" fmla="*/ 167 w 1092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2" h="545">
                  <a:moveTo>
                    <a:pt x="167" y="545"/>
                  </a:moveTo>
                  <a:lnTo>
                    <a:pt x="1092" y="545"/>
                  </a:lnTo>
                  <a:lnTo>
                    <a:pt x="925" y="0"/>
                  </a:lnTo>
                  <a:lnTo>
                    <a:pt x="0" y="0"/>
                  </a:lnTo>
                  <a:lnTo>
                    <a:pt x="167" y="54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79">
              <a:extLst>
                <a:ext uri="{FF2B5EF4-FFF2-40B4-BE49-F238E27FC236}">
                  <a16:creationId xmlns:a16="http://schemas.microsoft.com/office/drawing/2014/main" id="{8560A2A8-CB02-4E9E-A6C1-F8889EC15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911" y="4645818"/>
              <a:ext cx="1733550" cy="865188"/>
            </a:xfrm>
            <a:custGeom>
              <a:avLst/>
              <a:gdLst>
                <a:gd name="T0" fmla="*/ 347 w 2274"/>
                <a:gd name="T1" fmla="*/ 1135 h 1135"/>
                <a:gd name="T2" fmla="*/ 2274 w 2274"/>
                <a:gd name="T3" fmla="*/ 1135 h 1135"/>
                <a:gd name="T4" fmla="*/ 1927 w 2274"/>
                <a:gd name="T5" fmla="*/ 0 h 1135"/>
                <a:gd name="T6" fmla="*/ 0 w 2274"/>
                <a:gd name="T7" fmla="*/ 0 h 1135"/>
                <a:gd name="T8" fmla="*/ 347 w 2274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4" h="1135">
                  <a:moveTo>
                    <a:pt x="347" y="1135"/>
                  </a:moveTo>
                  <a:lnTo>
                    <a:pt x="2274" y="1135"/>
                  </a:lnTo>
                  <a:lnTo>
                    <a:pt x="1927" y="0"/>
                  </a:lnTo>
                  <a:lnTo>
                    <a:pt x="0" y="0"/>
                  </a:lnTo>
                  <a:lnTo>
                    <a:pt x="347" y="113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Line 80">
              <a:extLst>
                <a:ext uri="{FF2B5EF4-FFF2-40B4-BE49-F238E27FC236}">
                  <a16:creationId xmlns:a16="http://schemas.microsoft.com/office/drawing/2014/main" id="{9B0442C6-38BF-4E95-AA27-3238625C8D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7411" y="46458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Line 81">
              <a:extLst>
                <a:ext uri="{FF2B5EF4-FFF2-40B4-BE49-F238E27FC236}">
                  <a16:creationId xmlns:a16="http://schemas.microsoft.com/office/drawing/2014/main" id="{54C11828-BA3C-42F3-BC21-BE0F70029A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7411" y="46458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Line 82">
              <a:extLst>
                <a:ext uri="{FF2B5EF4-FFF2-40B4-BE49-F238E27FC236}">
                  <a16:creationId xmlns:a16="http://schemas.microsoft.com/office/drawing/2014/main" id="{7D1D14C9-7514-468D-8CB5-751AA6BA5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3311" y="46458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Line 83">
              <a:extLst>
                <a:ext uri="{FF2B5EF4-FFF2-40B4-BE49-F238E27FC236}">
                  <a16:creationId xmlns:a16="http://schemas.microsoft.com/office/drawing/2014/main" id="{E2A064CF-815C-4900-A7DD-4E97CCF34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3311" y="46458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Line 84">
              <a:extLst>
                <a:ext uri="{FF2B5EF4-FFF2-40B4-BE49-F238E27FC236}">
                  <a16:creationId xmlns:a16="http://schemas.microsoft.com/office/drawing/2014/main" id="{283AF4DC-15C4-4406-8971-943616C61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9211" y="46458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Line 85">
              <a:extLst>
                <a:ext uri="{FF2B5EF4-FFF2-40B4-BE49-F238E27FC236}">
                  <a16:creationId xmlns:a16="http://schemas.microsoft.com/office/drawing/2014/main" id="{9D582BCC-28D3-4E25-87EE-9F2617143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9211" y="46458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Line 86">
              <a:extLst>
                <a:ext uri="{FF2B5EF4-FFF2-40B4-BE49-F238E27FC236}">
                  <a16:creationId xmlns:a16="http://schemas.microsoft.com/office/drawing/2014/main" id="{973E365F-3C16-4337-9901-14E03D70A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5111" y="46458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Line 87">
              <a:extLst>
                <a:ext uri="{FF2B5EF4-FFF2-40B4-BE49-F238E27FC236}">
                  <a16:creationId xmlns:a16="http://schemas.microsoft.com/office/drawing/2014/main" id="{32A2DB37-3FD8-4DDF-9BED-2A9968CE3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5111" y="46458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Line 88">
              <a:extLst>
                <a:ext uri="{FF2B5EF4-FFF2-40B4-BE49-F238E27FC236}">
                  <a16:creationId xmlns:a16="http://schemas.microsoft.com/office/drawing/2014/main" id="{62C3B367-97A1-4946-93EC-5BC8819CD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1011" y="46458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Line 89">
              <a:extLst>
                <a:ext uri="{FF2B5EF4-FFF2-40B4-BE49-F238E27FC236}">
                  <a16:creationId xmlns:a16="http://schemas.microsoft.com/office/drawing/2014/main" id="{5F59CFA7-FECA-4EF1-9645-42C5DFBAA9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1011" y="46458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Line 90">
              <a:extLst>
                <a:ext uri="{FF2B5EF4-FFF2-40B4-BE49-F238E27FC236}">
                  <a16:creationId xmlns:a16="http://schemas.microsoft.com/office/drawing/2014/main" id="{050AB5DF-A121-40DB-99EC-DB9E1A375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323" y="46458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Line 91">
              <a:extLst>
                <a:ext uri="{FF2B5EF4-FFF2-40B4-BE49-F238E27FC236}">
                  <a16:creationId xmlns:a16="http://schemas.microsoft.com/office/drawing/2014/main" id="{CA831EEC-55BC-49B3-A60B-59BC75594E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323" y="46458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Line 92">
              <a:extLst>
                <a:ext uri="{FF2B5EF4-FFF2-40B4-BE49-F238E27FC236}">
                  <a16:creationId xmlns:a16="http://schemas.microsoft.com/office/drawing/2014/main" id="{9898F321-3491-4CB3-8A68-6067C8D84C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398" y="49379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Line 93">
              <a:extLst>
                <a:ext uri="{FF2B5EF4-FFF2-40B4-BE49-F238E27FC236}">
                  <a16:creationId xmlns:a16="http://schemas.microsoft.com/office/drawing/2014/main" id="{A2385602-3515-4486-828E-50E2AAEC1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398" y="49379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Line 94">
              <a:extLst>
                <a:ext uri="{FF2B5EF4-FFF2-40B4-BE49-F238E27FC236}">
                  <a16:creationId xmlns:a16="http://schemas.microsoft.com/office/drawing/2014/main" id="{E6232173-0E70-439E-84DA-169C5A250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0261" y="50792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Line 95">
              <a:extLst>
                <a:ext uri="{FF2B5EF4-FFF2-40B4-BE49-F238E27FC236}">
                  <a16:creationId xmlns:a16="http://schemas.microsoft.com/office/drawing/2014/main" id="{CB0BA426-3553-4122-AC6F-C73852DB5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0261" y="50792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Line 96">
              <a:extLst>
                <a:ext uri="{FF2B5EF4-FFF2-40B4-BE49-F238E27FC236}">
                  <a16:creationId xmlns:a16="http://schemas.microsoft.com/office/drawing/2014/main" id="{23C52E75-BCDD-4D42-A1CC-CC716F3F0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298" y="522208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Line 97">
              <a:extLst>
                <a:ext uri="{FF2B5EF4-FFF2-40B4-BE49-F238E27FC236}">
                  <a16:creationId xmlns:a16="http://schemas.microsoft.com/office/drawing/2014/main" id="{F98C6EFB-7B93-45BA-A945-EF52BD828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298" y="522208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Line 98">
              <a:extLst>
                <a:ext uri="{FF2B5EF4-FFF2-40B4-BE49-F238E27FC236}">
                  <a16:creationId xmlns:a16="http://schemas.microsoft.com/office/drawing/2014/main" id="{E371894D-DF35-4F39-BAB8-BA3A11C4C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2336" y="53633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Line 99">
              <a:extLst>
                <a:ext uri="{FF2B5EF4-FFF2-40B4-BE49-F238E27FC236}">
                  <a16:creationId xmlns:a16="http://schemas.microsoft.com/office/drawing/2014/main" id="{93EC8A20-04DC-4026-99E9-445FDE3C6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2336" y="53633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Line 100">
              <a:extLst>
                <a:ext uri="{FF2B5EF4-FFF2-40B4-BE49-F238E27FC236}">
                  <a16:creationId xmlns:a16="http://schemas.microsoft.com/office/drawing/2014/main" id="{31E9BD01-6BA4-4645-970E-E118EA949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123" y="479663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Line 101">
              <a:extLst>
                <a:ext uri="{FF2B5EF4-FFF2-40B4-BE49-F238E27FC236}">
                  <a16:creationId xmlns:a16="http://schemas.microsoft.com/office/drawing/2014/main" id="{C9691D0A-4792-4944-BA70-4B1DE507E6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123" y="479663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02">
              <a:extLst>
                <a:ext uri="{FF2B5EF4-FFF2-40B4-BE49-F238E27FC236}">
                  <a16:creationId xmlns:a16="http://schemas.microsoft.com/office/drawing/2014/main" id="{5514D6E8-0BD7-4174-B7C1-8B373186B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161" y="4863306"/>
              <a:ext cx="1731962" cy="865188"/>
            </a:xfrm>
            <a:custGeom>
              <a:avLst/>
              <a:gdLst>
                <a:gd name="T0" fmla="*/ 166 w 1091"/>
                <a:gd name="T1" fmla="*/ 545 h 545"/>
                <a:gd name="T2" fmla="*/ 1091 w 1091"/>
                <a:gd name="T3" fmla="*/ 545 h 545"/>
                <a:gd name="T4" fmla="*/ 924 w 1091"/>
                <a:gd name="T5" fmla="*/ 0 h 545"/>
                <a:gd name="T6" fmla="*/ 0 w 1091"/>
                <a:gd name="T7" fmla="*/ 0 h 545"/>
                <a:gd name="T8" fmla="*/ 166 w 1091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1" h="545">
                  <a:moveTo>
                    <a:pt x="166" y="545"/>
                  </a:moveTo>
                  <a:lnTo>
                    <a:pt x="1091" y="545"/>
                  </a:lnTo>
                  <a:lnTo>
                    <a:pt x="924" y="0"/>
                  </a:lnTo>
                  <a:lnTo>
                    <a:pt x="0" y="0"/>
                  </a:lnTo>
                  <a:lnTo>
                    <a:pt x="166" y="54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03">
              <a:extLst>
                <a:ext uri="{FF2B5EF4-FFF2-40B4-BE49-F238E27FC236}">
                  <a16:creationId xmlns:a16="http://schemas.microsoft.com/office/drawing/2014/main" id="{45290495-00F9-44AB-B3B4-CF2B11C5E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161" y="4863306"/>
              <a:ext cx="1731962" cy="865188"/>
            </a:xfrm>
            <a:custGeom>
              <a:avLst/>
              <a:gdLst>
                <a:gd name="T0" fmla="*/ 347 w 2274"/>
                <a:gd name="T1" fmla="*/ 1135 h 1135"/>
                <a:gd name="T2" fmla="*/ 2274 w 2274"/>
                <a:gd name="T3" fmla="*/ 1135 h 1135"/>
                <a:gd name="T4" fmla="*/ 1927 w 2274"/>
                <a:gd name="T5" fmla="*/ 0 h 1135"/>
                <a:gd name="T6" fmla="*/ 0 w 2274"/>
                <a:gd name="T7" fmla="*/ 0 h 1135"/>
                <a:gd name="T8" fmla="*/ 347 w 2274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4" h="1135">
                  <a:moveTo>
                    <a:pt x="347" y="1135"/>
                  </a:moveTo>
                  <a:lnTo>
                    <a:pt x="2274" y="1135"/>
                  </a:lnTo>
                  <a:lnTo>
                    <a:pt x="1927" y="0"/>
                  </a:lnTo>
                  <a:lnTo>
                    <a:pt x="0" y="0"/>
                  </a:lnTo>
                  <a:lnTo>
                    <a:pt x="347" y="113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Line 104">
              <a:extLst>
                <a:ext uri="{FF2B5EF4-FFF2-40B4-BE49-F238E27FC236}">
                  <a16:creationId xmlns:a16="http://schemas.microsoft.com/office/drawing/2014/main" id="{732B90A5-DCF5-47B3-A9ED-D860A566D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5073" y="48633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Line 105">
              <a:extLst>
                <a:ext uri="{FF2B5EF4-FFF2-40B4-BE49-F238E27FC236}">
                  <a16:creationId xmlns:a16="http://schemas.microsoft.com/office/drawing/2014/main" id="{0A32560A-F55C-4FB6-81B6-96210CB1C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5073" y="48633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Line 106">
              <a:extLst>
                <a:ext uri="{FF2B5EF4-FFF2-40B4-BE49-F238E27FC236}">
                  <a16:creationId xmlns:a16="http://schemas.microsoft.com/office/drawing/2014/main" id="{EDA98D10-4D02-47C4-8773-43B47E368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0973" y="48633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Line 107">
              <a:extLst>
                <a:ext uri="{FF2B5EF4-FFF2-40B4-BE49-F238E27FC236}">
                  <a16:creationId xmlns:a16="http://schemas.microsoft.com/office/drawing/2014/main" id="{9AE1402F-A0D3-4BA4-A073-EEE9041F8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0973" y="48633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Line 108">
              <a:extLst>
                <a:ext uri="{FF2B5EF4-FFF2-40B4-BE49-F238E27FC236}">
                  <a16:creationId xmlns:a16="http://schemas.microsoft.com/office/drawing/2014/main" id="{3882F841-1DCC-4C13-98AD-0873C37A4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6873" y="48633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Line 109">
              <a:extLst>
                <a:ext uri="{FF2B5EF4-FFF2-40B4-BE49-F238E27FC236}">
                  <a16:creationId xmlns:a16="http://schemas.microsoft.com/office/drawing/2014/main" id="{2D4C9F5D-9025-4121-A81A-BA4C56C35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6873" y="48633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Line 110">
              <a:extLst>
                <a:ext uri="{FF2B5EF4-FFF2-40B4-BE49-F238E27FC236}">
                  <a16:creationId xmlns:a16="http://schemas.microsoft.com/office/drawing/2014/main" id="{4C7493E4-E917-4E22-AE5D-D1E074986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773" y="48633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Line 111">
              <a:extLst>
                <a:ext uri="{FF2B5EF4-FFF2-40B4-BE49-F238E27FC236}">
                  <a16:creationId xmlns:a16="http://schemas.microsoft.com/office/drawing/2014/main" id="{81CBFB82-944E-4CF3-BE26-731033570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773" y="48633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Line 112">
              <a:extLst>
                <a:ext uri="{FF2B5EF4-FFF2-40B4-BE49-F238E27FC236}">
                  <a16:creationId xmlns:a16="http://schemas.microsoft.com/office/drawing/2014/main" id="{C7405167-5A54-4464-B65E-D6EB56A3C1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7086" y="48633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Line 113">
              <a:extLst>
                <a:ext uri="{FF2B5EF4-FFF2-40B4-BE49-F238E27FC236}">
                  <a16:creationId xmlns:a16="http://schemas.microsoft.com/office/drawing/2014/main" id="{2D9173A1-6788-451F-A5AE-58CB51F8E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7086" y="48633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Line 114">
              <a:extLst>
                <a:ext uri="{FF2B5EF4-FFF2-40B4-BE49-F238E27FC236}">
                  <a16:creationId xmlns:a16="http://schemas.microsoft.com/office/drawing/2014/main" id="{B4F5DCE6-70DD-45D2-B773-C5C0C21670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573" y="48633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Line 115">
              <a:extLst>
                <a:ext uri="{FF2B5EF4-FFF2-40B4-BE49-F238E27FC236}">
                  <a16:creationId xmlns:a16="http://schemas.microsoft.com/office/drawing/2014/main" id="{A84B8DBF-778C-480F-8D1B-F87FC75EE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573" y="48633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Line 116">
              <a:extLst>
                <a:ext uri="{FF2B5EF4-FFF2-40B4-BE49-F238E27FC236}">
                  <a16:creationId xmlns:a16="http://schemas.microsoft.com/office/drawing/2014/main" id="{CE3FE261-04AF-4077-AF04-8CE214A8A5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5061" y="51538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Line 117">
              <a:extLst>
                <a:ext uri="{FF2B5EF4-FFF2-40B4-BE49-F238E27FC236}">
                  <a16:creationId xmlns:a16="http://schemas.microsoft.com/office/drawing/2014/main" id="{710E13B9-D114-4715-9F8E-9743A7CA2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5061" y="51538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Line 118">
              <a:extLst>
                <a:ext uri="{FF2B5EF4-FFF2-40B4-BE49-F238E27FC236}">
                  <a16:creationId xmlns:a16="http://schemas.microsoft.com/office/drawing/2014/main" id="{9400C470-9977-45E2-9D8C-88B2C1D829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923" y="5295106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Line 119">
              <a:extLst>
                <a:ext uri="{FF2B5EF4-FFF2-40B4-BE49-F238E27FC236}">
                  <a16:creationId xmlns:a16="http://schemas.microsoft.com/office/drawing/2014/main" id="{F569ECAB-5616-4A7B-9599-5BBD7C13F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923" y="5295106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Line 120">
              <a:extLst>
                <a:ext uri="{FF2B5EF4-FFF2-40B4-BE49-F238E27FC236}">
                  <a16:creationId xmlns:a16="http://schemas.microsoft.com/office/drawing/2014/main" id="{07ACD538-A349-4AA2-AFED-6F186C273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3961" y="543798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Line 121">
              <a:extLst>
                <a:ext uri="{FF2B5EF4-FFF2-40B4-BE49-F238E27FC236}">
                  <a16:creationId xmlns:a16="http://schemas.microsoft.com/office/drawing/2014/main" id="{E9845111-A1E7-4720-BBE6-E84B2B191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3961" y="543798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Line 122">
              <a:extLst>
                <a:ext uri="{FF2B5EF4-FFF2-40B4-BE49-F238E27FC236}">
                  <a16:creationId xmlns:a16="http://schemas.microsoft.com/office/drawing/2014/main" id="{4AB7E82B-A917-4952-8464-9D5C257B6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9998" y="558085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Line 123">
              <a:extLst>
                <a:ext uri="{FF2B5EF4-FFF2-40B4-BE49-F238E27FC236}">
                  <a16:creationId xmlns:a16="http://schemas.microsoft.com/office/drawing/2014/main" id="{BD63AE25-9356-48DF-A72C-3B1453A21D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9998" y="558085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Line 124">
              <a:extLst>
                <a:ext uri="{FF2B5EF4-FFF2-40B4-BE49-F238E27FC236}">
                  <a16:creationId xmlns:a16="http://schemas.microsoft.com/office/drawing/2014/main" id="{CB555939-5C54-4AAF-A1B2-183D86509F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3786" y="501253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Line 125">
              <a:extLst>
                <a:ext uri="{FF2B5EF4-FFF2-40B4-BE49-F238E27FC236}">
                  <a16:creationId xmlns:a16="http://schemas.microsoft.com/office/drawing/2014/main" id="{A72649A2-81F6-4846-A47B-D21F584A5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3786" y="501253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26">
              <a:extLst>
                <a:ext uri="{FF2B5EF4-FFF2-40B4-BE49-F238E27FC236}">
                  <a16:creationId xmlns:a16="http://schemas.microsoft.com/office/drawing/2014/main" id="{2A9D3B0E-E2FD-4E9A-8F0F-DEFE8E4BC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298" y="5079206"/>
              <a:ext cx="1731962" cy="865188"/>
            </a:xfrm>
            <a:custGeom>
              <a:avLst/>
              <a:gdLst>
                <a:gd name="T0" fmla="*/ 166 w 1091"/>
                <a:gd name="T1" fmla="*/ 545 h 545"/>
                <a:gd name="T2" fmla="*/ 1091 w 1091"/>
                <a:gd name="T3" fmla="*/ 545 h 545"/>
                <a:gd name="T4" fmla="*/ 925 w 1091"/>
                <a:gd name="T5" fmla="*/ 0 h 545"/>
                <a:gd name="T6" fmla="*/ 0 w 1091"/>
                <a:gd name="T7" fmla="*/ 0 h 545"/>
                <a:gd name="T8" fmla="*/ 166 w 1091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1" h="545">
                  <a:moveTo>
                    <a:pt x="166" y="545"/>
                  </a:moveTo>
                  <a:lnTo>
                    <a:pt x="1091" y="545"/>
                  </a:lnTo>
                  <a:lnTo>
                    <a:pt x="925" y="0"/>
                  </a:lnTo>
                  <a:lnTo>
                    <a:pt x="0" y="0"/>
                  </a:lnTo>
                  <a:lnTo>
                    <a:pt x="166" y="54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27">
              <a:extLst>
                <a:ext uri="{FF2B5EF4-FFF2-40B4-BE49-F238E27FC236}">
                  <a16:creationId xmlns:a16="http://schemas.microsoft.com/office/drawing/2014/main" id="{EF509C3C-21A7-4CBA-9A07-AD91ED00E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298" y="5079206"/>
              <a:ext cx="1731962" cy="865188"/>
            </a:xfrm>
            <a:custGeom>
              <a:avLst/>
              <a:gdLst>
                <a:gd name="T0" fmla="*/ 347 w 2274"/>
                <a:gd name="T1" fmla="*/ 1135 h 1135"/>
                <a:gd name="T2" fmla="*/ 2274 w 2274"/>
                <a:gd name="T3" fmla="*/ 1135 h 1135"/>
                <a:gd name="T4" fmla="*/ 1927 w 2274"/>
                <a:gd name="T5" fmla="*/ 0 h 1135"/>
                <a:gd name="T6" fmla="*/ 0 w 2274"/>
                <a:gd name="T7" fmla="*/ 0 h 1135"/>
                <a:gd name="T8" fmla="*/ 347 w 2274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4" h="1135">
                  <a:moveTo>
                    <a:pt x="347" y="1135"/>
                  </a:moveTo>
                  <a:lnTo>
                    <a:pt x="2274" y="1135"/>
                  </a:lnTo>
                  <a:lnTo>
                    <a:pt x="1927" y="0"/>
                  </a:lnTo>
                  <a:lnTo>
                    <a:pt x="0" y="0"/>
                  </a:lnTo>
                  <a:lnTo>
                    <a:pt x="347" y="113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Line 128">
              <a:extLst>
                <a:ext uri="{FF2B5EF4-FFF2-40B4-BE49-F238E27FC236}">
                  <a16:creationId xmlns:a16="http://schemas.microsoft.com/office/drawing/2014/main" id="{C0BD9B60-B081-4E7D-B233-D930E1A9E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2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Line 129">
              <a:extLst>
                <a:ext uri="{FF2B5EF4-FFF2-40B4-BE49-F238E27FC236}">
                  <a16:creationId xmlns:a16="http://schemas.microsoft.com/office/drawing/2014/main" id="{81DE701F-D27D-449B-8F7D-095FA6955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2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Line 130">
              <a:extLst>
                <a:ext uri="{FF2B5EF4-FFF2-40B4-BE49-F238E27FC236}">
                  <a16:creationId xmlns:a16="http://schemas.microsoft.com/office/drawing/2014/main" id="{649E71D0-9C2C-4D19-BD0D-154A903CA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1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Line 131">
              <a:extLst>
                <a:ext uri="{FF2B5EF4-FFF2-40B4-BE49-F238E27FC236}">
                  <a16:creationId xmlns:a16="http://schemas.microsoft.com/office/drawing/2014/main" id="{854D5FB8-93FA-4C80-AA31-CF1636741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1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Line 132">
              <a:extLst>
                <a:ext uri="{FF2B5EF4-FFF2-40B4-BE49-F238E27FC236}">
                  <a16:creationId xmlns:a16="http://schemas.microsoft.com/office/drawing/2014/main" id="{F1318012-FC31-4D7F-9427-0F23B2BEA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0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Line 133">
              <a:extLst>
                <a:ext uri="{FF2B5EF4-FFF2-40B4-BE49-F238E27FC236}">
                  <a16:creationId xmlns:a16="http://schemas.microsoft.com/office/drawing/2014/main" id="{1E718A4D-47BB-4F0C-ABCE-E3C6B5FD4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0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Line 134">
              <a:extLst>
                <a:ext uri="{FF2B5EF4-FFF2-40B4-BE49-F238E27FC236}">
                  <a16:creationId xmlns:a16="http://schemas.microsoft.com/office/drawing/2014/main" id="{A5B762AA-7D22-4001-8EB7-B3AD27E53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09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Line 135">
              <a:extLst>
                <a:ext uri="{FF2B5EF4-FFF2-40B4-BE49-F238E27FC236}">
                  <a16:creationId xmlns:a16="http://schemas.microsoft.com/office/drawing/2014/main" id="{7FE955AD-CB15-426E-BDA1-329F65313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09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Line 136">
              <a:extLst>
                <a:ext uri="{FF2B5EF4-FFF2-40B4-BE49-F238E27FC236}">
                  <a16:creationId xmlns:a16="http://schemas.microsoft.com/office/drawing/2014/main" id="{BBA3201A-5B21-4308-8796-05238F09F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8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Line 137">
              <a:extLst>
                <a:ext uri="{FF2B5EF4-FFF2-40B4-BE49-F238E27FC236}">
                  <a16:creationId xmlns:a16="http://schemas.microsoft.com/office/drawing/2014/main" id="{C4686149-E2F0-4AF3-AF55-A4E3A7EB8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8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Line 138">
              <a:extLst>
                <a:ext uri="{FF2B5EF4-FFF2-40B4-BE49-F238E27FC236}">
                  <a16:creationId xmlns:a16="http://schemas.microsoft.com/office/drawing/2014/main" id="{09A09ADF-6096-4529-B70C-2109A63E9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711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Line 139">
              <a:extLst>
                <a:ext uri="{FF2B5EF4-FFF2-40B4-BE49-F238E27FC236}">
                  <a16:creationId xmlns:a16="http://schemas.microsoft.com/office/drawing/2014/main" id="{3024786D-2768-4CAF-AEA4-D8EA27A62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711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Line 140">
              <a:extLst>
                <a:ext uri="{FF2B5EF4-FFF2-40B4-BE49-F238E27FC236}">
                  <a16:creationId xmlns:a16="http://schemas.microsoft.com/office/drawing/2014/main" id="{3EC48043-EB78-4502-A892-2D4F61098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3198" y="53713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Line 141">
              <a:extLst>
                <a:ext uri="{FF2B5EF4-FFF2-40B4-BE49-F238E27FC236}">
                  <a16:creationId xmlns:a16="http://schemas.microsoft.com/office/drawing/2014/main" id="{F4F5C57F-9FC1-4934-A7B5-BD4F17BF23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3198" y="53713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Line 142">
              <a:extLst>
                <a:ext uri="{FF2B5EF4-FFF2-40B4-BE49-F238E27FC236}">
                  <a16:creationId xmlns:a16="http://schemas.microsoft.com/office/drawing/2014/main" id="{FDC834C6-7F9A-4804-8C6D-0C85F5E3F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7648" y="5512593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Line 143">
              <a:extLst>
                <a:ext uri="{FF2B5EF4-FFF2-40B4-BE49-F238E27FC236}">
                  <a16:creationId xmlns:a16="http://schemas.microsoft.com/office/drawing/2014/main" id="{B4D2F7C3-4537-4552-9790-3D8B2F85C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7648" y="5512593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Line 144">
              <a:extLst>
                <a:ext uri="{FF2B5EF4-FFF2-40B4-BE49-F238E27FC236}">
                  <a16:creationId xmlns:a16="http://schemas.microsoft.com/office/drawing/2014/main" id="{F2EB317B-2F37-44BB-A23F-1364459F3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098" y="565388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Line 145">
              <a:extLst>
                <a:ext uri="{FF2B5EF4-FFF2-40B4-BE49-F238E27FC236}">
                  <a16:creationId xmlns:a16="http://schemas.microsoft.com/office/drawing/2014/main" id="{4DEDC3F4-1692-4432-9A06-E752F3825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098" y="565388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Line 146">
              <a:extLst>
                <a:ext uri="{FF2B5EF4-FFF2-40B4-BE49-F238E27FC236}">
                  <a16:creationId xmlns:a16="http://schemas.microsoft.com/office/drawing/2014/main" id="{62A3C8CF-AB3A-4FFB-B937-FAEB06179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8136" y="57951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Line 147">
              <a:extLst>
                <a:ext uri="{FF2B5EF4-FFF2-40B4-BE49-F238E27FC236}">
                  <a16:creationId xmlns:a16="http://schemas.microsoft.com/office/drawing/2014/main" id="{1B8BEB3F-6D6A-42AF-AEC3-04D02EA5D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8136" y="57951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Line 148">
              <a:extLst>
                <a:ext uri="{FF2B5EF4-FFF2-40B4-BE49-F238E27FC236}">
                  <a16:creationId xmlns:a16="http://schemas.microsoft.com/office/drawing/2014/main" id="{0671D76B-458A-4B97-AE6E-90F2BAC9B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3511" y="522843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Line 149">
              <a:extLst>
                <a:ext uri="{FF2B5EF4-FFF2-40B4-BE49-F238E27FC236}">
                  <a16:creationId xmlns:a16="http://schemas.microsoft.com/office/drawing/2014/main" id="{9E9DFC3E-B8BE-4610-A521-5C9982738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3511" y="522843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09" name="Gruppieren 90">
            <a:extLst>
              <a:ext uri="{FF2B5EF4-FFF2-40B4-BE49-F238E27FC236}">
                <a16:creationId xmlns:a16="http://schemas.microsoft.com/office/drawing/2014/main" id="{9AC6E4B2-A39E-4336-8183-A8EA0A4FECD3}"/>
              </a:ext>
            </a:extLst>
          </p:cNvPr>
          <p:cNvGrpSpPr/>
          <p:nvPr/>
        </p:nvGrpSpPr>
        <p:grpSpPr>
          <a:xfrm>
            <a:off x="5205283" y="4767315"/>
            <a:ext cx="481733" cy="463274"/>
            <a:chOff x="7927976" y="1435100"/>
            <a:chExt cx="1479550" cy="1582738"/>
          </a:xfrm>
          <a:solidFill>
            <a:schemeClr val="accent1"/>
          </a:solidFill>
        </p:grpSpPr>
        <p:sp>
          <p:nvSpPr>
            <p:cNvPr id="210" name="Freeform 322">
              <a:extLst>
                <a:ext uri="{FF2B5EF4-FFF2-40B4-BE49-F238E27FC236}">
                  <a16:creationId xmlns:a16="http://schemas.microsoft.com/office/drawing/2014/main" id="{5E662268-43C9-4273-882B-C52139D2D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6813" y="2133600"/>
              <a:ext cx="44450" cy="161925"/>
            </a:xfrm>
            <a:custGeom>
              <a:avLst/>
              <a:gdLst>
                <a:gd name="T0" fmla="*/ 11 w 11"/>
                <a:gd name="T1" fmla="*/ 37 h 41"/>
                <a:gd name="T2" fmla="*/ 11 w 11"/>
                <a:gd name="T3" fmla="*/ 32 h 41"/>
                <a:gd name="T4" fmla="*/ 11 w 11"/>
                <a:gd name="T5" fmla="*/ 22 h 41"/>
                <a:gd name="T6" fmla="*/ 11 w 11"/>
                <a:gd name="T7" fmla="*/ 18 h 41"/>
                <a:gd name="T8" fmla="*/ 11 w 11"/>
                <a:gd name="T9" fmla="*/ 13 h 41"/>
                <a:gd name="T10" fmla="*/ 11 w 11"/>
                <a:gd name="T11" fmla="*/ 4 h 41"/>
                <a:gd name="T12" fmla="*/ 11 w 11"/>
                <a:gd name="T13" fmla="*/ 3 h 41"/>
                <a:gd name="T14" fmla="*/ 10 w 11"/>
                <a:gd name="T15" fmla="*/ 2 h 41"/>
                <a:gd name="T16" fmla="*/ 9 w 11"/>
                <a:gd name="T17" fmla="*/ 1 h 41"/>
                <a:gd name="T18" fmla="*/ 6 w 11"/>
                <a:gd name="T19" fmla="*/ 0 h 41"/>
                <a:gd name="T20" fmla="*/ 4 w 11"/>
                <a:gd name="T21" fmla="*/ 0 h 41"/>
                <a:gd name="T22" fmla="*/ 2 w 11"/>
                <a:gd name="T23" fmla="*/ 1 h 41"/>
                <a:gd name="T24" fmla="*/ 1 w 11"/>
                <a:gd name="T25" fmla="*/ 3 h 41"/>
                <a:gd name="T26" fmla="*/ 1 w 11"/>
                <a:gd name="T27" fmla="*/ 15 h 41"/>
                <a:gd name="T28" fmla="*/ 1 w 11"/>
                <a:gd name="T29" fmla="*/ 21 h 41"/>
                <a:gd name="T30" fmla="*/ 1 w 11"/>
                <a:gd name="T31" fmla="*/ 26 h 41"/>
                <a:gd name="T32" fmla="*/ 0 w 11"/>
                <a:gd name="T33" fmla="*/ 32 h 41"/>
                <a:gd name="T34" fmla="*/ 0 w 11"/>
                <a:gd name="T35" fmla="*/ 38 h 41"/>
                <a:gd name="T36" fmla="*/ 0 w 11"/>
                <a:gd name="T37" fmla="*/ 40 h 41"/>
                <a:gd name="T38" fmla="*/ 2 w 11"/>
                <a:gd name="T39" fmla="*/ 41 h 41"/>
                <a:gd name="T40" fmla="*/ 4 w 11"/>
                <a:gd name="T41" fmla="*/ 41 h 41"/>
                <a:gd name="T42" fmla="*/ 7 w 11"/>
                <a:gd name="T43" fmla="*/ 41 h 41"/>
                <a:gd name="T44" fmla="*/ 9 w 11"/>
                <a:gd name="T45" fmla="*/ 41 h 41"/>
                <a:gd name="T46" fmla="*/ 10 w 11"/>
                <a:gd name="T47" fmla="*/ 41 h 41"/>
                <a:gd name="T48" fmla="*/ 11 w 11"/>
                <a:gd name="T49" fmla="*/ 41 h 41"/>
                <a:gd name="T50" fmla="*/ 11 w 11"/>
                <a:gd name="T51" fmla="*/ 41 h 41"/>
                <a:gd name="T52" fmla="*/ 11 w 11"/>
                <a:gd name="T53" fmla="*/ 3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41">
                  <a:moveTo>
                    <a:pt x="11" y="37"/>
                  </a:moveTo>
                  <a:cubicBezTo>
                    <a:pt x="11" y="35"/>
                    <a:pt x="11" y="34"/>
                    <a:pt x="11" y="32"/>
                  </a:cubicBezTo>
                  <a:cubicBezTo>
                    <a:pt x="11" y="29"/>
                    <a:pt x="11" y="26"/>
                    <a:pt x="11" y="22"/>
                  </a:cubicBezTo>
                  <a:cubicBezTo>
                    <a:pt x="11" y="21"/>
                    <a:pt x="11" y="19"/>
                    <a:pt x="11" y="18"/>
                  </a:cubicBezTo>
                  <a:cubicBezTo>
                    <a:pt x="11" y="16"/>
                    <a:pt x="11" y="15"/>
                    <a:pt x="11" y="13"/>
                  </a:cubicBezTo>
                  <a:cubicBezTo>
                    <a:pt x="10" y="10"/>
                    <a:pt x="10" y="7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2"/>
                    <a:pt x="10" y="2"/>
                  </a:cubicBezTo>
                  <a:cubicBezTo>
                    <a:pt x="10" y="2"/>
                    <a:pt x="9" y="2"/>
                    <a:pt x="9" y="1"/>
                  </a:cubicBezTo>
                  <a:cubicBezTo>
                    <a:pt x="8" y="1"/>
                    <a:pt x="7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3" y="0"/>
                    <a:pt x="2" y="1"/>
                  </a:cubicBezTo>
                  <a:cubicBezTo>
                    <a:pt x="1" y="1"/>
                    <a:pt x="1" y="1"/>
                    <a:pt x="1" y="3"/>
                  </a:cubicBezTo>
                  <a:cubicBezTo>
                    <a:pt x="1" y="7"/>
                    <a:pt x="1" y="11"/>
                    <a:pt x="1" y="15"/>
                  </a:cubicBezTo>
                  <a:cubicBezTo>
                    <a:pt x="1" y="17"/>
                    <a:pt x="1" y="19"/>
                    <a:pt x="1" y="21"/>
                  </a:cubicBezTo>
                  <a:cubicBezTo>
                    <a:pt x="1" y="22"/>
                    <a:pt x="1" y="24"/>
                    <a:pt x="1" y="26"/>
                  </a:cubicBezTo>
                  <a:cubicBezTo>
                    <a:pt x="1" y="28"/>
                    <a:pt x="1" y="30"/>
                    <a:pt x="0" y="32"/>
                  </a:cubicBezTo>
                  <a:cubicBezTo>
                    <a:pt x="0" y="34"/>
                    <a:pt x="0" y="36"/>
                    <a:pt x="0" y="38"/>
                  </a:cubicBezTo>
                  <a:cubicBezTo>
                    <a:pt x="0" y="38"/>
                    <a:pt x="0" y="40"/>
                    <a:pt x="0" y="40"/>
                  </a:cubicBezTo>
                  <a:cubicBezTo>
                    <a:pt x="1" y="41"/>
                    <a:pt x="1" y="41"/>
                    <a:pt x="2" y="41"/>
                  </a:cubicBezTo>
                  <a:cubicBezTo>
                    <a:pt x="3" y="41"/>
                    <a:pt x="4" y="41"/>
                    <a:pt x="4" y="41"/>
                  </a:cubicBezTo>
                  <a:cubicBezTo>
                    <a:pt x="5" y="41"/>
                    <a:pt x="6" y="41"/>
                    <a:pt x="7" y="41"/>
                  </a:cubicBezTo>
                  <a:cubicBezTo>
                    <a:pt x="8" y="41"/>
                    <a:pt x="9" y="41"/>
                    <a:pt x="9" y="41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1" y="39"/>
                    <a:pt x="11" y="38"/>
                    <a:pt x="11" y="3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1" name="Freeform 323">
              <a:extLst>
                <a:ext uri="{FF2B5EF4-FFF2-40B4-BE49-F238E27FC236}">
                  <a16:creationId xmlns:a16="http://schemas.microsoft.com/office/drawing/2014/main" id="{54E4E68E-E088-49E5-B597-C13300FED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6813" y="2133600"/>
              <a:ext cx="44450" cy="161925"/>
            </a:xfrm>
            <a:custGeom>
              <a:avLst/>
              <a:gdLst>
                <a:gd name="T0" fmla="*/ 11 w 11"/>
                <a:gd name="T1" fmla="*/ 37 h 41"/>
                <a:gd name="T2" fmla="*/ 11 w 11"/>
                <a:gd name="T3" fmla="*/ 32 h 41"/>
                <a:gd name="T4" fmla="*/ 11 w 11"/>
                <a:gd name="T5" fmla="*/ 22 h 41"/>
                <a:gd name="T6" fmla="*/ 11 w 11"/>
                <a:gd name="T7" fmla="*/ 18 h 41"/>
                <a:gd name="T8" fmla="*/ 11 w 11"/>
                <a:gd name="T9" fmla="*/ 13 h 41"/>
                <a:gd name="T10" fmla="*/ 11 w 11"/>
                <a:gd name="T11" fmla="*/ 4 h 41"/>
                <a:gd name="T12" fmla="*/ 11 w 11"/>
                <a:gd name="T13" fmla="*/ 3 h 41"/>
                <a:gd name="T14" fmla="*/ 10 w 11"/>
                <a:gd name="T15" fmla="*/ 2 h 41"/>
                <a:gd name="T16" fmla="*/ 9 w 11"/>
                <a:gd name="T17" fmla="*/ 1 h 41"/>
                <a:gd name="T18" fmla="*/ 6 w 11"/>
                <a:gd name="T19" fmla="*/ 0 h 41"/>
                <a:gd name="T20" fmla="*/ 4 w 11"/>
                <a:gd name="T21" fmla="*/ 0 h 41"/>
                <a:gd name="T22" fmla="*/ 2 w 11"/>
                <a:gd name="T23" fmla="*/ 1 h 41"/>
                <a:gd name="T24" fmla="*/ 1 w 11"/>
                <a:gd name="T25" fmla="*/ 3 h 41"/>
                <a:gd name="T26" fmla="*/ 1 w 11"/>
                <a:gd name="T27" fmla="*/ 15 h 41"/>
                <a:gd name="T28" fmla="*/ 1 w 11"/>
                <a:gd name="T29" fmla="*/ 21 h 41"/>
                <a:gd name="T30" fmla="*/ 1 w 11"/>
                <a:gd name="T31" fmla="*/ 26 h 41"/>
                <a:gd name="T32" fmla="*/ 0 w 11"/>
                <a:gd name="T33" fmla="*/ 32 h 41"/>
                <a:gd name="T34" fmla="*/ 0 w 11"/>
                <a:gd name="T35" fmla="*/ 38 h 41"/>
                <a:gd name="T36" fmla="*/ 0 w 11"/>
                <a:gd name="T37" fmla="*/ 40 h 41"/>
                <a:gd name="T38" fmla="*/ 2 w 11"/>
                <a:gd name="T39" fmla="*/ 41 h 41"/>
                <a:gd name="T40" fmla="*/ 4 w 11"/>
                <a:gd name="T41" fmla="*/ 41 h 41"/>
                <a:gd name="T42" fmla="*/ 7 w 11"/>
                <a:gd name="T43" fmla="*/ 41 h 41"/>
                <a:gd name="T44" fmla="*/ 9 w 11"/>
                <a:gd name="T45" fmla="*/ 41 h 41"/>
                <a:gd name="T46" fmla="*/ 10 w 11"/>
                <a:gd name="T47" fmla="*/ 41 h 41"/>
                <a:gd name="T48" fmla="*/ 11 w 11"/>
                <a:gd name="T49" fmla="*/ 41 h 41"/>
                <a:gd name="T50" fmla="*/ 11 w 11"/>
                <a:gd name="T51" fmla="*/ 41 h 41"/>
                <a:gd name="T52" fmla="*/ 11 w 11"/>
                <a:gd name="T53" fmla="*/ 3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41">
                  <a:moveTo>
                    <a:pt x="11" y="37"/>
                  </a:moveTo>
                  <a:cubicBezTo>
                    <a:pt x="11" y="35"/>
                    <a:pt x="11" y="34"/>
                    <a:pt x="11" y="32"/>
                  </a:cubicBezTo>
                  <a:cubicBezTo>
                    <a:pt x="11" y="29"/>
                    <a:pt x="11" y="26"/>
                    <a:pt x="11" y="22"/>
                  </a:cubicBezTo>
                  <a:cubicBezTo>
                    <a:pt x="11" y="21"/>
                    <a:pt x="11" y="19"/>
                    <a:pt x="11" y="18"/>
                  </a:cubicBezTo>
                  <a:cubicBezTo>
                    <a:pt x="11" y="16"/>
                    <a:pt x="11" y="15"/>
                    <a:pt x="11" y="13"/>
                  </a:cubicBezTo>
                  <a:cubicBezTo>
                    <a:pt x="10" y="10"/>
                    <a:pt x="10" y="7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2"/>
                    <a:pt x="10" y="2"/>
                  </a:cubicBezTo>
                  <a:cubicBezTo>
                    <a:pt x="10" y="2"/>
                    <a:pt x="9" y="2"/>
                    <a:pt x="9" y="1"/>
                  </a:cubicBezTo>
                  <a:cubicBezTo>
                    <a:pt x="8" y="1"/>
                    <a:pt x="7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3" y="0"/>
                    <a:pt x="2" y="1"/>
                  </a:cubicBezTo>
                  <a:cubicBezTo>
                    <a:pt x="1" y="1"/>
                    <a:pt x="1" y="1"/>
                    <a:pt x="1" y="3"/>
                  </a:cubicBezTo>
                  <a:cubicBezTo>
                    <a:pt x="1" y="7"/>
                    <a:pt x="1" y="11"/>
                    <a:pt x="1" y="15"/>
                  </a:cubicBezTo>
                  <a:cubicBezTo>
                    <a:pt x="1" y="17"/>
                    <a:pt x="1" y="19"/>
                    <a:pt x="1" y="21"/>
                  </a:cubicBezTo>
                  <a:cubicBezTo>
                    <a:pt x="1" y="22"/>
                    <a:pt x="1" y="24"/>
                    <a:pt x="1" y="26"/>
                  </a:cubicBezTo>
                  <a:cubicBezTo>
                    <a:pt x="1" y="28"/>
                    <a:pt x="1" y="30"/>
                    <a:pt x="0" y="32"/>
                  </a:cubicBezTo>
                  <a:cubicBezTo>
                    <a:pt x="0" y="34"/>
                    <a:pt x="0" y="36"/>
                    <a:pt x="0" y="38"/>
                  </a:cubicBezTo>
                  <a:cubicBezTo>
                    <a:pt x="0" y="38"/>
                    <a:pt x="0" y="40"/>
                    <a:pt x="0" y="40"/>
                  </a:cubicBezTo>
                  <a:cubicBezTo>
                    <a:pt x="1" y="41"/>
                    <a:pt x="1" y="41"/>
                    <a:pt x="2" y="41"/>
                  </a:cubicBezTo>
                  <a:cubicBezTo>
                    <a:pt x="3" y="41"/>
                    <a:pt x="4" y="41"/>
                    <a:pt x="4" y="41"/>
                  </a:cubicBezTo>
                  <a:cubicBezTo>
                    <a:pt x="5" y="41"/>
                    <a:pt x="6" y="41"/>
                    <a:pt x="7" y="41"/>
                  </a:cubicBezTo>
                  <a:cubicBezTo>
                    <a:pt x="8" y="41"/>
                    <a:pt x="9" y="41"/>
                    <a:pt x="9" y="41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1" y="39"/>
                    <a:pt x="11" y="38"/>
                    <a:pt x="11" y="3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2" name="Freeform 324">
              <a:extLst>
                <a:ext uri="{FF2B5EF4-FFF2-40B4-BE49-F238E27FC236}">
                  <a16:creationId xmlns:a16="http://schemas.microsoft.com/office/drawing/2014/main" id="{EC445E13-0548-493A-B162-53156097E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0613" y="1435100"/>
              <a:ext cx="195263" cy="741363"/>
            </a:xfrm>
            <a:custGeom>
              <a:avLst/>
              <a:gdLst>
                <a:gd name="T0" fmla="*/ 1 w 49"/>
                <a:gd name="T1" fmla="*/ 131 h 187"/>
                <a:gd name="T2" fmla="*/ 1 w 49"/>
                <a:gd name="T3" fmla="*/ 141 h 187"/>
                <a:gd name="T4" fmla="*/ 5 w 49"/>
                <a:gd name="T5" fmla="*/ 161 h 187"/>
                <a:gd name="T6" fmla="*/ 7 w 49"/>
                <a:gd name="T7" fmla="*/ 171 h 187"/>
                <a:gd name="T8" fmla="*/ 12 w 49"/>
                <a:gd name="T9" fmla="*/ 182 h 187"/>
                <a:gd name="T10" fmla="*/ 30 w 49"/>
                <a:gd name="T11" fmla="*/ 185 h 187"/>
                <a:gd name="T12" fmla="*/ 44 w 49"/>
                <a:gd name="T13" fmla="*/ 176 h 187"/>
                <a:gd name="T14" fmla="*/ 49 w 49"/>
                <a:gd name="T15" fmla="*/ 164 h 187"/>
                <a:gd name="T16" fmla="*/ 49 w 49"/>
                <a:gd name="T17" fmla="*/ 152 h 187"/>
                <a:gd name="T18" fmla="*/ 49 w 49"/>
                <a:gd name="T19" fmla="*/ 139 h 187"/>
                <a:gd name="T20" fmla="*/ 47 w 49"/>
                <a:gd name="T21" fmla="*/ 126 h 187"/>
                <a:gd name="T22" fmla="*/ 48 w 49"/>
                <a:gd name="T23" fmla="*/ 114 h 187"/>
                <a:gd name="T24" fmla="*/ 49 w 49"/>
                <a:gd name="T25" fmla="*/ 95 h 187"/>
                <a:gd name="T26" fmla="*/ 49 w 49"/>
                <a:gd name="T27" fmla="*/ 89 h 187"/>
                <a:gd name="T28" fmla="*/ 47 w 49"/>
                <a:gd name="T29" fmla="*/ 76 h 187"/>
                <a:gd name="T30" fmla="*/ 43 w 49"/>
                <a:gd name="T31" fmla="*/ 56 h 187"/>
                <a:gd name="T32" fmla="*/ 42 w 49"/>
                <a:gd name="T33" fmla="*/ 51 h 187"/>
                <a:gd name="T34" fmla="*/ 41 w 49"/>
                <a:gd name="T35" fmla="*/ 34 h 187"/>
                <a:gd name="T36" fmla="*/ 39 w 49"/>
                <a:gd name="T37" fmla="*/ 25 h 187"/>
                <a:gd name="T38" fmla="*/ 34 w 49"/>
                <a:gd name="T39" fmla="*/ 7 h 187"/>
                <a:gd name="T40" fmla="*/ 31 w 49"/>
                <a:gd name="T41" fmla="*/ 3 h 187"/>
                <a:gd name="T42" fmla="*/ 30 w 49"/>
                <a:gd name="T43" fmla="*/ 1 h 187"/>
                <a:gd name="T44" fmla="*/ 26 w 49"/>
                <a:gd name="T45" fmla="*/ 2 h 187"/>
                <a:gd name="T46" fmla="*/ 23 w 49"/>
                <a:gd name="T47" fmla="*/ 8 h 187"/>
                <a:gd name="T48" fmla="*/ 13 w 49"/>
                <a:gd name="T49" fmla="*/ 38 h 187"/>
                <a:gd name="T50" fmla="*/ 8 w 49"/>
                <a:gd name="T51" fmla="*/ 55 h 187"/>
                <a:gd name="T52" fmla="*/ 3 w 49"/>
                <a:gd name="T53" fmla="*/ 69 h 187"/>
                <a:gd name="T54" fmla="*/ 1 w 49"/>
                <a:gd name="T55" fmla="*/ 13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9" h="187">
                  <a:moveTo>
                    <a:pt x="1" y="131"/>
                  </a:moveTo>
                  <a:cubicBezTo>
                    <a:pt x="0" y="134"/>
                    <a:pt x="0" y="137"/>
                    <a:pt x="1" y="141"/>
                  </a:cubicBezTo>
                  <a:cubicBezTo>
                    <a:pt x="1" y="149"/>
                    <a:pt x="3" y="155"/>
                    <a:pt x="5" y="161"/>
                  </a:cubicBezTo>
                  <a:cubicBezTo>
                    <a:pt x="6" y="164"/>
                    <a:pt x="7" y="167"/>
                    <a:pt x="7" y="171"/>
                  </a:cubicBezTo>
                  <a:cubicBezTo>
                    <a:pt x="8" y="174"/>
                    <a:pt x="11" y="182"/>
                    <a:pt x="12" y="182"/>
                  </a:cubicBezTo>
                  <a:cubicBezTo>
                    <a:pt x="13" y="182"/>
                    <a:pt x="27" y="187"/>
                    <a:pt x="30" y="185"/>
                  </a:cubicBezTo>
                  <a:cubicBezTo>
                    <a:pt x="30" y="185"/>
                    <a:pt x="43" y="178"/>
                    <a:pt x="44" y="176"/>
                  </a:cubicBezTo>
                  <a:cubicBezTo>
                    <a:pt x="45" y="175"/>
                    <a:pt x="49" y="168"/>
                    <a:pt x="49" y="164"/>
                  </a:cubicBezTo>
                  <a:cubicBezTo>
                    <a:pt x="49" y="161"/>
                    <a:pt x="49" y="156"/>
                    <a:pt x="49" y="152"/>
                  </a:cubicBezTo>
                  <a:cubicBezTo>
                    <a:pt x="49" y="148"/>
                    <a:pt x="49" y="143"/>
                    <a:pt x="49" y="139"/>
                  </a:cubicBezTo>
                  <a:cubicBezTo>
                    <a:pt x="48" y="135"/>
                    <a:pt x="47" y="131"/>
                    <a:pt x="47" y="126"/>
                  </a:cubicBezTo>
                  <a:cubicBezTo>
                    <a:pt x="47" y="122"/>
                    <a:pt x="48" y="118"/>
                    <a:pt x="48" y="114"/>
                  </a:cubicBezTo>
                  <a:cubicBezTo>
                    <a:pt x="48" y="112"/>
                    <a:pt x="48" y="97"/>
                    <a:pt x="49" y="95"/>
                  </a:cubicBezTo>
                  <a:cubicBezTo>
                    <a:pt x="49" y="93"/>
                    <a:pt x="49" y="91"/>
                    <a:pt x="49" y="89"/>
                  </a:cubicBezTo>
                  <a:cubicBezTo>
                    <a:pt x="48" y="84"/>
                    <a:pt x="48" y="80"/>
                    <a:pt x="47" y="76"/>
                  </a:cubicBezTo>
                  <a:cubicBezTo>
                    <a:pt x="47" y="73"/>
                    <a:pt x="43" y="58"/>
                    <a:pt x="43" y="56"/>
                  </a:cubicBezTo>
                  <a:cubicBezTo>
                    <a:pt x="43" y="54"/>
                    <a:pt x="43" y="52"/>
                    <a:pt x="42" y="51"/>
                  </a:cubicBezTo>
                  <a:cubicBezTo>
                    <a:pt x="42" y="49"/>
                    <a:pt x="41" y="35"/>
                    <a:pt x="41" y="34"/>
                  </a:cubicBezTo>
                  <a:cubicBezTo>
                    <a:pt x="40" y="30"/>
                    <a:pt x="40" y="27"/>
                    <a:pt x="39" y="25"/>
                  </a:cubicBezTo>
                  <a:cubicBezTo>
                    <a:pt x="38" y="24"/>
                    <a:pt x="35" y="8"/>
                    <a:pt x="34" y="7"/>
                  </a:cubicBezTo>
                  <a:cubicBezTo>
                    <a:pt x="33" y="4"/>
                    <a:pt x="32" y="4"/>
                    <a:pt x="31" y="3"/>
                  </a:cubicBezTo>
                  <a:cubicBezTo>
                    <a:pt x="31" y="2"/>
                    <a:pt x="30" y="2"/>
                    <a:pt x="30" y="1"/>
                  </a:cubicBezTo>
                  <a:cubicBezTo>
                    <a:pt x="29" y="1"/>
                    <a:pt x="26" y="0"/>
                    <a:pt x="26" y="2"/>
                  </a:cubicBezTo>
                  <a:cubicBezTo>
                    <a:pt x="25" y="4"/>
                    <a:pt x="24" y="6"/>
                    <a:pt x="23" y="8"/>
                  </a:cubicBezTo>
                  <a:cubicBezTo>
                    <a:pt x="22" y="11"/>
                    <a:pt x="14" y="31"/>
                    <a:pt x="13" y="38"/>
                  </a:cubicBezTo>
                  <a:cubicBezTo>
                    <a:pt x="12" y="45"/>
                    <a:pt x="10" y="50"/>
                    <a:pt x="8" y="55"/>
                  </a:cubicBezTo>
                  <a:cubicBezTo>
                    <a:pt x="6" y="60"/>
                    <a:pt x="5" y="62"/>
                    <a:pt x="3" y="69"/>
                  </a:cubicBezTo>
                  <a:cubicBezTo>
                    <a:pt x="3" y="72"/>
                    <a:pt x="1" y="126"/>
                    <a:pt x="1" y="13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3" name="Freeform 325">
              <a:extLst>
                <a:ext uri="{FF2B5EF4-FFF2-40B4-BE49-F238E27FC236}">
                  <a16:creationId xmlns:a16="http://schemas.microsoft.com/office/drawing/2014/main" id="{B08B52C9-ABC4-40DC-B314-019838886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0613" y="1435100"/>
              <a:ext cx="195263" cy="741363"/>
            </a:xfrm>
            <a:custGeom>
              <a:avLst/>
              <a:gdLst>
                <a:gd name="T0" fmla="*/ 1 w 49"/>
                <a:gd name="T1" fmla="*/ 131 h 187"/>
                <a:gd name="T2" fmla="*/ 1 w 49"/>
                <a:gd name="T3" fmla="*/ 141 h 187"/>
                <a:gd name="T4" fmla="*/ 5 w 49"/>
                <a:gd name="T5" fmla="*/ 161 h 187"/>
                <a:gd name="T6" fmla="*/ 7 w 49"/>
                <a:gd name="T7" fmla="*/ 171 h 187"/>
                <a:gd name="T8" fmla="*/ 12 w 49"/>
                <a:gd name="T9" fmla="*/ 182 h 187"/>
                <a:gd name="T10" fmla="*/ 30 w 49"/>
                <a:gd name="T11" fmla="*/ 185 h 187"/>
                <a:gd name="T12" fmla="*/ 44 w 49"/>
                <a:gd name="T13" fmla="*/ 176 h 187"/>
                <a:gd name="T14" fmla="*/ 49 w 49"/>
                <a:gd name="T15" fmla="*/ 164 h 187"/>
                <a:gd name="T16" fmla="*/ 49 w 49"/>
                <a:gd name="T17" fmla="*/ 152 h 187"/>
                <a:gd name="T18" fmla="*/ 49 w 49"/>
                <a:gd name="T19" fmla="*/ 139 h 187"/>
                <a:gd name="T20" fmla="*/ 47 w 49"/>
                <a:gd name="T21" fmla="*/ 126 h 187"/>
                <a:gd name="T22" fmla="*/ 48 w 49"/>
                <a:gd name="T23" fmla="*/ 114 h 187"/>
                <a:gd name="T24" fmla="*/ 49 w 49"/>
                <a:gd name="T25" fmla="*/ 95 h 187"/>
                <a:gd name="T26" fmla="*/ 49 w 49"/>
                <a:gd name="T27" fmla="*/ 89 h 187"/>
                <a:gd name="T28" fmla="*/ 47 w 49"/>
                <a:gd name="T29" fmla="*/ 76 h 187"/>
                <a:gd name="T30" fmla="*/ 43 w 49"/>
                <a:gd name="T31" fmla="*/ 56 h 187"/>
                <a:gd name="T32" fmla="*/ 42 w 49"/>
                <a:gd name="T33" fmla="*/ 51 h 187"/>
                <a:gd name="T34" fmla="*/ 41 w 49"/>
                <a:gd name="T35" fmla="*/ 34 h 187"/>
                <a:gd name="T36" fmla="*/ 39 w 49"/>
                <a:gd name="T37" fmla="*/ 25 h 187"/>
                <a:gd name="T38" fmla="*/ 34 w 49"/>
                <a:gd name="T39" fmla="*/ 7 h 187"/>
                <a:gd name="T40" fmla="*/ 31 w 49"/>
                <a:gd name="T41" fmla="*/ 3 h 187"/>
                <a:gd name="T42" fmla="*/ 30 w 49"/>
                <a:gd name="T43" fmla="*/ 1 h 187"/>
                <a:gd name="T44" fmla="*/ 26 w 49"/>
                <a:gd name="T45" fmla="*/ 2 h 187"/>
                <a:gd name="T46" fmla="*/ 23 w 49"/>
                <a:gd name="T47" fmla="*/ 8 h 187"/>
                <a:gd name="T48" fmla="*/ 13 w 49"/>
                <a:gd name="T49" fmla="*/ 38 h 187"/>
                <a:gd name="T50" fmla="*/ 8 w 49"/>
                <a:gd name="T51" fmla="*/ 55 h 187"/>
                <a:gd name="T52" fmla="*/ 3 w 49"/>
                <a:gd name="T53" fmla="*/ 69 h 187"/>
                <a:gd name="T54" fmla="*/ 1 w 49"/>
                <a:gd name="T55" fmla="*/ 13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9" h="187">
                  <a:moveTo>
                    <a:pt x="1" y="131"/>
                  </a:moveTo>
                  <a:cubicBezTo>
                    <a:pt x="0" y="134"/>
                    <a:pt x="0" y="137"/>
                    <a:pt x="1" y="141"/>
                  </a:cubicBezTo>
                  <a:cubicBezTo>
                    <a:pt x="1" y="149"/>
                    <a:pt x="3" y="155"/>
                    <a:pt x="5" y="161"/>
                  </a:cubicBezTo>
                  <a:cubicBezTo>
                    <a:pt x="6" y="164"/>
                    <a:pt x="7" y="167"/>
                    <a:pt x="7" y="171"/>
                  </a:cubicBezTo>
                  <a:cubicBezTo>
                    <a:pt x="8" y="174"/>
                    <a:pt x="11" y="182"/>
                    <a:pt x="12" y="182"/>
                  </a:cubicBezTo>
                  <a:cubicBezTo>
                    <a:pt x="13" y="182"/>
                    <a:pt x="27" y="187"/>
                    <a:pt x="30" y="185"/>
                  </a:cubicBezTo>
                  <a:cubicBezTo>
                    <a:pt x="30" y="185"/>
                    <a:pt x="43" y="178"/>
                    <a:pt x="44" y="176"/>
                  </a:cubicBezTo>
                  <a:cubicBezTo>
                    <a:pt x="45" y="175"/>
                    <a:pt x="49" y="168"/>
                    <a:pt x="49" y="164"/>
                  </a:cubicBezTo>
                  <a:cubicBezTo>
                    <a:pt x="49" y="161"/>
                    <a:pt x="49" y="156"/>
                    <a:pt x="49" y="152"/>
                  </a:cubicBezTo>
                  <a:cubicBezTo>
                    <a:pt x="49" y="148"/>
                    <a:pt x="49" y="143"/>
                    <a:pt x="49" y="139"/>
                  </a:cubicBezTo>
                  <a:cubicBezTo>
                    <a:pt x="48" y="135"/>
                    <a:pt x="47" y="131"/>
                    <a:pt x="47" y="126"/>
                  </a:cubicBezTo>
                  <a:cubicBezTo>
                    <a:pt x="47" y="122"/>
                    <a:pt x="48" y="118"/>
                    <a:pt x="48" y="114"/>
                  </a:cubicBezTo>
                  <a:cubicBezTo>
                    <a:pt x="48" y="112"/>
                    <a:pt x="48" y="97"/>
                    <a:pt x="49" y="95"/>
                  </a:cubicBezTo>
                  <a:cubicBezTo>
                    <a:pt x="49" y="93"/>
                    <a:pt x="49" y="91"/>
                    <a:pt x="49" y="89"/>
                  </a:cubicBezTo>
                  <a:cubicBezTo>
                    <a:pt x="48" y="84"/>
                    <a:pt x="48" y="80"/>
                    <a:pt x="47" y="76"/>
                  </a:cubicBezTo>
                  <a:cubicBezTo>
                    <a:pt x="47" y="73"/>
                    <a:pt x="43" y="58"/>
                    <a:pt x="43" y="56"/>
                  </a:cubicBezTo>
                  <a:cubicBezTo>
                    <a:pt x="43" y="54"/>
                    <a:pt x="43" y="52"/>
                    <a:pt x="42" y="51"/>
                  </a:cubicBezTo>
                  <a:cubicBezTo>
                    <a:pt x="42" y="49"/>
                    <a:pt x="41" y="35"/>
                    <a:pt x="41" y="34"/>
                  </a:cubicBezTo>
                  <a:cubicBezTo>
                    <a:pt x="40" y="30"/>
                    <a:pt x="40" y="27"/>
                    <a:pt x="39" y="25"/>
                  </a:cubicBezTo>
                  <a:cubicBezTo>
                    <a:pt x="38" y="24"/>
                    <a:pt x="35" y="8"/>
                    <a:pt x="34" y="7"/>
                  </a:cubicBezTo>
                  <a:cubicBezTo>
                    <a:pt x="33" y="4"/>
                    <a:pt x="32" y="4"/>
                    <a:pt x="31" y="3"/>
                  </a:cubicBezTo>
                  <a:cubicBezTo>
                    <a:pt x="31" y="2"/>
                    <a:pt x="30" y="2"/>
                    <a:pt x="30" y="1"/>
                  </a:cubicBezTo>
                  <a:cubicBezTo>
                    <a:pt x="29" y="1"/>
                    <a:pt x="26" y="0"/>
                    <a:pt x="26" y="2"/>
                  </a:cubicBezTo>
                  <a:cubicBezTo>
                    <a:pt x="25" y="4"/>
                    <a:pt x="24" y="6"/>
                    <a:pt x="23" y="8"/>
                  </a:cubicBezTo>
                  <a:cubicBezTo>
                    <a:pt x="22" y="11"/>
                    <a:pt x="14" y="31"/>
                    <a:pt x="13" y="38"/>
                  </a:cubicBezTo>
                  <a:cubicBezTo>
                    <a:pt x="12" y="45"/>
                    <a:pt x="10" y="50"/>
                    <a:pt x="8" y="55"/>
                  </a:cubicBezTo>
                  <a:cubicBezTo>
                    <a:pt x="6" y="60"/>
                    <a:pt x="5" y="62"/>
                    <a:pt x="3" y="69"/>
                  </a:cubicBezTo>
                  <a:cubicBezTo>
                    <a:pt x="3" y="72"/>
                    <a:pt x="1" y="126"/>
                    <a:pt x="1" y="13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4" name="Freeform 326">
              <a:extLst>
                <a:ext uri="{FF2B5EF4-FFF2-40B4-BE49-F238E27FC236}">
                  <a16:creationId xmlns:a16="http://schemas.microsoft.com/office/drawing/2014/main" id="{975A8F85-8DDF-41A6-A4AF-61E34E2B3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8363" y="2117725"/>
              <a:ext cx="84138" cy="193675"/>
            </a:xfrm>
            <a:custGeom>
              <a:avLst/>
              <a:gdLst>
                <a:gd name="T0" fmla="*/ 0 w 21"/>
                <a:gd name="T1" fmla="*/ 44 h 49"/>
                <a:gd name="T2" fmla="*/ 1 w 21"/>
                <a:gd name="T3" fmla="*/ 47 h 49"/>
                <a:gd name="T4" fmla="*/ 4 w 21"/>
                <a:gd name="T5" fmla="*/ 48 h 49"/>
                <a:gd name="T6" fmla="*/ 8 w 21"/>
                <a:gd name="T7" fmla="*/ 49 h 49"/>
                <a:gd name="T8" fmla="*/ 13 w 21"/>
                <a:gd name="T9" fmla="*/ 48 h 49"/>
                <a:gd name="T10" fmla="*/ 17 w 21"/>
                <a:gd name="T11" fmla="*/ 48 h 49"/>
                <a:gd name="T12" fmla="*/ 19 w 21"/>
                <a:gd name="T13" fmla="*/ 48 h 49"/>
                <a:gd name="T14" fmla="*/ 21 w 21"/>
                <a:gd name="T15" fmla="*/ 48 h 49"/>
                <a:gd name="T16" fmla="*/ 21 w 21"/>
                <a:gd name="T17" fmla="*/ 48 h 49"/>
                <a:gd name="T18" fmla="*/ 20 w 21"/>
                <a:gd name="T19" fmla="*/ 43 h 49"/>
                <a:gd name="T20" fmla="*/ 20 w 21"/>
                <a:gd name="T21" fmla="*/ 37 h 49"/>
                <a:gd name="T22" fmla="*/ 19 w 21"/>
                <a:gd name="T23" fmla="*/ 26 h 49"/>
                <a:gd name="T24" fmla="*/ 20 w 21"/>
                <a:gd name="T25" fmla="*/ 21 h 49"/>
                <a:gd name="T26" fmla="*/ 19 w 21"/>
                <a:gd name="T27" fmla="*/ 15 h 49"/>
                <a:gd name="T28" fmla="*/ 19 w 21"/>
                <a:gd name="T29" fmla="*/ 4 h 49"/>
                <a:gd name="T30" fmla="*/ 19 w 21"/>
                <a:gd name="T31" fmla="*/ 4 h 49"/>
                <a:gd name="T32" fmla="*/ 19 w 21"/>
                <a:gd name="T33" fmla="*/ 3 h 49"/>
                <a:gd name="T34" fmla="*/ 16 w 21"/>
                <a:gd name="T35" fmla="*/ 2 h 49"/>
                <a:gd name="T36" fmla="*/ 11 w 21"/>
                <a:gd name="T37" fmla="*/ 0 h 49"/>
                <a:gd name="T38" fmla="*/ 8 w 21"/>
                <a:gd name="T39" fmla="*/ 0 h 49"/>
                <a:gd name="T40" fmla="*/ 4 w 21"/>
                <a:gd name="T41" fmla="*/ 1 h 49"/>
                <a:gd name="T42" fmla="*/ 2 w 21"/>
                <a:gd name="T43" fmla="*/ 3 h 49"/>
                <a:gd name="T44" fmla="*/ 3 w 21"/>
                <a:gd name="T45" fmla="*/ 17 h 49"/>
                <a:gd name="T46" fmla="*/ 2 w 21"/>
                <a:gd name="T47" fmla="*/ 24 h 49"/>
                <a:gd name="T48" fmla="*/ 2 w 21"/>
                <a:gd name="T49" fmla="*/ 31 h 49"/>
                <a:gd name="T50" fmla="*/ 1 w 21"/>
                <a:gd name="T51" fmla="*/ 38 h 49"/>
                <a:gd name="T52" fmla="*/ 0 w 21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9">
                  <a:moveTo>
                    <a:pt x="0" y="44"/>
                  </a:moveTo>
                  <a:cubicBezTo>
                    <a:pt x="0" y="45"/>
                    <a:pt x="0" y="47"/>
                    <a:pt x="1" y="47"/>
                  </a:cubicBezTo>
                  <a:cubicBezTo>
                    <a:pt x="2" y="48"/>
                    <a:pt x="3" y="48"/>
                    <a:pt x="4" y="48"/>
                  </a:cubicBezTo>
                  <a:cubicBezTo>
                    <a:pt x="5" y="48"/>
                    <a:pt x="7" y="49"/>
                    <a:pt x="8" y="49"/>
                  </a:cubicBezTo>
                  <a:cubicBezTo>
                    <a:pt x="10" y="49"/>
                    <a:pt x="11" y="49"/>
                    <a:pt x="13" y="48"/>
                  </a:cubicBezTo>
                  <a:cubicBezTo>
                    <a:pt x="14" y="48"/>
                    <a:pt x="16" y="48"/>
                    <a:pt x="17" y="48"/>
                  </a:cubicBezTo>
                  <a:cubicBezTo>
                    <a:pt x="18" y="48"/>
                    <a:pt x="19" y="48"/>
                    <a:pt x="19" y="48"/>
                  </a:cubicBezTo>
                  <a:cubicBezTo>
                    <a:pt x="20" y="48"/>
                    <a:pt x="20" y="48"/>
                    <a:pt x="21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6"/>
                    <a:pt x="20" y="44"/>
                    <a:pt x="20" y="43"/>
                  </a:cubicBezTo>
                  <a:cubicBezTo>
                    <a:pt x="20" y="41"/>
                    <a:pt x="20" y="39"/>
                    <a:pt x="20" y="37"/>
                  </a:cubicBezTo>
                  <a:cubicBezTo>
                    <a:pt x="19" y="34"/>
                    <a:pt x="19" y="30"/>
                    <a:pt x="19" y="26"/>
                  </a:cubicBezTo>
                  <a:cubicBezTo>
                    <a:pt x="19" y="25"/>
                    <a:pt x="20" y="23"/>
                    <a:pt x="20" y="21"/>
                  </a:cubicBezTo>
                  <a:cubicBezTo>
                    <a:pt x="20" y="19"/>
                    <a:pt x="19" y="17"/>
                    <a:pt x="19" y="15"/>
                  </a:cubicBezTo>
                  <a:cubicBezTo>
                    <a:pt x="19" y="12"/>
                    <a:pt x="19" y="8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2"/>
                    <a:pt x="17" y="2"/>
                    <a:pt x="16" y="2"/>
                  </a:cubicBezTo>
                  <a:cubicBezTo>
                    <a:pt x="14" y="1"/>
                    <a:pt x="13" y="1"/>
                    <a:pt x="11" y="0"/>
                  </a:cubicBezTo>
                  <a:cubicBezTo>
                    <a:pt x="10" y="0"/>
                    <a:pt x="9" y="0"/>
                    <a:pt x="8" y="0"/>
                  </a:cubicBezTo>
                  <a:cubicBezTo>
                    <a:pt x="6" y="0"/>
                    <a:pt x="5" y="0"/>
                    <a:pt x="4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8"/>
                    <a:pt x="2" y="13"/>
                    <a:pt x="3" y="17"/>
                  </a:cubicBezTo>
                  <a:cubicBezTo>
                    <a:pt x="3" y="20"/>
                    <a:pt x="2" y="22"/>
                    <a:pt x="2" y="24"/>
                  </a:cubicBezTo>
                  <a:cubicBezTo>
                    <a:pt x="2" y="26"/>
                    <a:pt x="2" y="29"/>
                    <a:pt x="2" y="31"/>
                  </a:cubicBezTo>
                  <a:cubicBezTo>
                    <a:pt x="2" y="33"/>
                    <a:pt x="1" y="36"/>
                    <a:pt x="1" y="38"/>
                  </a:cubicBezTo>
                  <a:cubicBezTo>
                    <a:pt x="1" y="40"/>
                    <a:pt x="1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5" name="Freeform 327">
              <a:extLst>
                <a:ext uri="{FF2B5EF4-FFF2-40B4-BE49-F238E27FC236}">
                  <a16:creationId xmlns:a16="http://schemas.microsoft.com/office/drawing/2014/main" id="{13116219-16A6-4F92-9AF1-3BC7959FC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8363" y="2117725"/>
              <a:ext cx="84138" cy="193675"/>
            </a:xfrm>
            <a:custGeom>
              <a:avLst/>
              <a:gdLst>
                <a:gd name="T0" fmla="*/ 0 w 21"/>
                <a:gd name="T1" fmla="*/ 44 h 49"/>
                <a:gd name="T2" fmla="*/ 1 w 21"/>
                <a:gd name="T3" fmla="*/ 47 h 49"/>
                <a:gd name="T4" fmla="*/ 4 w 21"/>
                <a:gd name="T5" fmla="*/ 48 h 49"/>
                <a:gd name="T6" fmla="*/ 8 w 21"/>
                <a:gd name="T7" fmla="*/ 49 h 49"/>
                <a:gd name="T8" fmla="*/ 13 w 21"/>
                <a:gd name="T9" fmla="*/ 48 h 49"/>
                <a:gd name="T10" fmla="*/ 17 w 21"/>
                <a:gd name="T11" fmla="*/ 48 h 49"/>
                <a:gd name="T12" fmla="*/ 19 w 21"/>
                <a:gd name="T13" fmla="*/ 48 h 49"/>
                <a:gd name="T14" fmla="*/ 21 w 21"/>
                <a:gd name="T15" fmla="*/ 48 h 49"/>
                <a:gd name="T16" fmla="*/ 21 w 21"/>
                <a:gd name="T17" fmla="*/ 48 h 49"/>
                <a:gd name="T18" fmla="*/ 20 w 21"/>
                <a:gd name="T19" fmla="*/ 43 h 49"/>
                <a:gd name="T20" fmla="*/ 20 w 21"/>
                <a:gd name="T21" fmla="*/ 37 h 49"/>
                <a:gd name="T22" fmla="*/ 19 w 21"/>
                <a:gd name="T23" fmla="*/ 26 h 49"/>
                <a:gd name="T24" fmla="*/ 20 w 21"/>
                <a:gd name="T25" fmla="*/ 21 h 49"/>
                <a:gd name="T26" fmla="*/ 19 w 21"/>
                <a:gd name="T27" fmla="*/ 15 h 49"/>
                <a:gd name="T28" fmla="*/ 19 w 21"/>
                <a:gd name="T29" fmla="*/ 4 h 49"/>
                <a:gd name="T30" fmla="*/ 19 w 21"/>
                <a:gd name="T31" fmla="*/ 4 h 49"/>
                <a:gd name="T32" fmla="*/ 19 w 21"/>
                <a:gd name="T33" fmla="*/ 3 h 49"/>
                <a:gd name="T34" fmla="*/ 16 w 21"/>
                <a:gd name="T35" fmla="*/ 2 h 49"/>
                <a:gd name="T36" fmla="*/ 11 w 21"/>
                <a:gd name="T37" fmla="*/ 0 h 49"/>
                <a:gd name="T38" fmla="*/ 8 w 21"/>
                <a:gd name="T39" fmla="*/ 0 h 49"/>
                <a:gd name="T40" fmla="*/ 4 w 21"/>
                <a:gd name="T41" fmla="*/ 1 h 49"/>
                <a:gd name="T42" fmla="*/ 2 w 21"/>
                <a:gd name="T43" fmla="*/ 3 h 49"/>
                <a:gd name="T44" fmla="*/ 3 w 21"/>
                <a:gd name="T45" fmla="*/ 17 h 49"/>
                <a:gd name="T46" fmla="*/ 2 w 21"/>
                <a:gd name="T47" fmla="*/ 24 h 49"/>
                <a:gd name="T48" fmla="*/ 2 w 21"/>
                <a:gd name="T49" fmla="*/ 31 h 49"/>
                <a:gd name="T50" fmla="*/ 1 w 21"/>
                <a:gd name="T51" fmla="*/ 38 h 49"/>
                <a:gd name="T52" fmla="*/ 0 w 21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9">
                  <a:moveTo>
                    <a:pt x="0" y="44"/>
                  </a:moveTo>
                  <a:cubicBezTo>
                    <a:pt x="0" y="45"/>
                    <a:pt x="0" y="47"/>
                    <a:pt x="1" y="47"/>
                  </a:cubicBezTo>
                  <a:cubicBezTo>
                    <a:pt x="2" y="48"/>
                    <a:pt x="3" y="48"/>
                    <a:pt x="4" y="48"/>
                  </a:cubicBezTo>
                  <a:cubicBezTo>
                    <a:pt x="5" y="48"/>
                    <a:pt x="7" y="49"/>
                    <a:pt x="8" y="49"/>
                  </a:cubicBezTo>
                  <a:cubicBezTo>
                    <a:pt x="10" y="49"/>
                    <a:pt x="11" y="49"/>
                    <a:pt x="13" y="48"/>
                  </a:cubicBezTo>
                  <a:cubicBezTo>
                    <a:pt x="14" y="48"/>
                    <a:pt x="16" y="48"/>
                    <a:pt x="17" y="48"/>
                  </a:cubicBezTo>
                  <a:cubicBezTo>
                    <a:pt x="18" y="48"/>
                    <a:pt x="19" y="48"/>
                    <a:pt x="19" y="48"/>
                  </a:cubicBezTo>
                  <a:cubicBezTo>
                    <a:pt x="20" y="48"/>
                    <a:pt x="20" y="48"/>
                    <a:pt x="21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6"/>
                    <a:pt x="20" y="44"/>
                    <a:pt x="20" y="43"/>
                  </a:cubicBezTo>
                  <a:cubicBezTo>
                    <a:pt x="20" y="41"/>
                    <a:pt x="20" y="39"/>
                    <a:pt x="20" y="37"/>
                  </a:cubicBezTo>
                  <a:cubicBezTo>
                    <a:pt x="19" y="34"/>
                    <a:pt x="19" y="30"/>
                    <a:pt x="19" y="26"/>
                  </a:cubicBezTo>
                  <a:cubicBezTo>
                    <a:pt x="19" y="25"/>
                    <a:pt x="20" y="23"/>
                    <a:pt x="20" y="21"/>
                  </a:cubicBezTo>
                  <a:cubicBezTo>
                    <a:pt x="20" y="19"/>
                    <a:pt x="19" y="17"/>
                    <a:pt x="19" y="15"/>
                  </a:cubicBezTo>
                  <a:cubicBezTo>
                    <a:pt x="19" y="12"/>
                    <a:pt x="19" y="8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2"/>
                    <a:pt x="17" y="2"/>
                    <a:pt x="16" y="2"/>
                  </a:cubicBezTo>
                  <a:cubicBezTo>
                    <a:pt x="14" y="1"/>
                    <a:pt x="13" y="1"/>
                    <a:pt x="11" y="0"/>
                  </a:cubicBezTo>
                  <a:cubicBezTo>
                    <a:pt x="10" y="0"/>
                    <a:pt x="9" y="0"/>
                    <a:pt x="8" y="0"/>
                  </a:cubicBezTo>
                  <a:cubicBezTo>
                    <a:pt x="6" y="0"/>
                    <a:pt x="5" y="0"/>
                    <a:pt x="4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8"/>
                    <a:pt x="2" y="13"/>
                    <a:pt x="3" y="17"/>
                  </a:cubicBezTo>
                  <a:cubicBezTo>
                    <a:pt x="3" y="20"/>
                    <a:pt x="2" y="22"/>
                    <a:pt x="2" y="24"/>
                  </a:cubicBezTo>
                  <a:cubicBezTo>
                    <a:pt x="2" y="26"/>
                    <a:pt x="2" y="29"/>
                    <a:pt x="2" y="31"/>
                  </a:cubicBezTo>
                  <a:cubicBezTo>
                    <a:pt x="2" y="33"/>
                    <a:pt x="1" y="36"/>
                    <a:pt x="1" y="38"/>
                  </a:cubicBezTo>
                  <a:cubicBezTo>
                    <a:pt x="1" y="40"/>
                    <a:pt x="1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6" name="Freeform 328">
              <a:extLst>
                <a:ext uri="{FF2B5EF4-FFF2-40B4-BE49-F238E27FC236}">
                  <a16:creationId xmlns:a16="http://schemas.microsoft.com/office/drawing/2014/main" id="{CFF46BB8-94AB-4FC1-A3C2-3DEAE71B5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4051" y="1668463"/>
              <a:ext cx="501650" cy="496888"/>
            </a:xfrm>
            <a:custGeom>
              <a:avLst/>
              <a:gdLst>
                <a:gd name="T0" fmla="*/ 1 w 126"/>
                <a:gd name="T1" fmla="*/ 87 h 125"/>
                <a:gd name="T2" fmla="*/ 1 w 126"/>
                <a:gd name="T3" fmla="*/ 94 h 125"/>
                <a:gd name="T4" fmla="*/ 11 w 126"/>
                <a:gd name="T5" fmla="*/ 108 h 125"/>
                <a:gd name="T6" fmla="*/ 18 w 126"/>
                <a:gd name="T7" fmla="*/ 114 h 125"/>
                <a:gd name="T8" fmla="*/ 23 w 126"/>
                <a:gd name="T9" fmla="*/ 120 h 125"/>
                <a:gd name="T10" fmla="*/ 30 w 126"/>
                <a:gd name="T11" fmla="*/ 122 h 125"/>
                <a:gd name="T12" fmla="*/ 38 w 126"/>
                <a:gd name="T13" fmla="*/ 123 h 125"/>
                <a:gd name="T14" fmla="*/ 43 w 126"/>
                <a:gd name="T15" fmla="*/ 122 h 125"/>
                <a:gd name="T16" fmla="*/ 48 w 126"/>
                <a:gd name="T17" fmla="*/ 123 h 125"/>
                <a:gd name="T18" fmla="*/ 57 w 126"/>
                <a:gd name="T19" fmla="*/ 123 h 125"/>
                <a:gd name="T20" fmla="*/ 76 w 126"/>
                <a:gd name="T21" fmla="*/ 124 h 125"/>
                <a:gd name="T22" fmla="*/ 80 w 126"/>
                <a:gd name="T23" fmla="*/ 123 h 125"/>
                <a:gd name="T24" fmla="*/ 84 w 126"/>
                <a:gd name="T25" fmla="*/ 121 h 125"/>
                <a:gd name="T26" fmla="*/ 93 w 126"/>
                <a:gd name="T27" fmla="*/ 119 h 125"/>
                <a:gd name="T28" fmla="*/ 103 w 126"/>
                <a:gd name="T29" fmla="*/ 119 h 125"/>
                <a:gd name="T30" fmla="*/ 112 w 126"/>
                <a:gd name="T31" fmla="*/ 118 h 125"/>
                <a:gd name="T32" fmla="*/ 120 w 126"/>
                <a:gd name="T33" fmla="*/ 115 h 125"/>
                <a:gd name="T34" fmla="*/ 125 w 126"/>
                <a:gd name="T35" fmla="*/ 110 h 125"/>
                <a:gd name="T36" fmla="*/ 126 w 126"/>
                <a:gd name="T37" fmla="*/ 102 h 125"/>
                <a:gd name="T38" fmla="*/ 124 w 126"/>
                <a:gd name="T39" fmla="*/ 93 h 125"/>
                <a:gd name="T40" fmla="*/ 120 w 126"/>
                <a:gd name="T41" fmla="*/ 85 h 125"/>
                <a:gd name="T42" fmla="*/ 123 w 126"/>
                <a:gd name="T43" fmla="*/ 76 h 125"/>
                <a:gd name="T44" fmla="*/ 125 w 126"/>
                <a:gd name="T45" fmla="*/ 72 h 125"/>
                <a:gd name="T46" fmla="*/ 124 w 126"/>
                <a:gd name="T47" fmla="*/ 68 h 125"/>
                <a:gd name="T48" fmla="*/ 124 w 126"/>
                <a:gd name="T49" fmla="*/ 63 h 125"/>
                <a:gd name="T50" fmla="*/ 125 w 126"/>
                <a:gd name="T51" fmla="*/ 59 h 125"/>
                <a:gd name="T52" fmla="*/ 121 w 126"/>
                <a:gd name="T53" fmla="*/ 51 h 125"/>
                <a:gd name="T54" fmla="*/ 115 w 126"/>
                <a:gd name="T55" fmla="*/ 45 h 125"/>
                <a:gd name="T56" fmla="*/ 112 w 126"/>
                <a:gd name="T57" fmla="*/ 42 h 125"/>
                <a:gd name="T58" fmla="*/ 110 w 126"/>
                <a:gd name="T59" fmla="*/ 37 h 125"/>
                <a:gd name="T60" fmla="*/ 108 w 126"/>
                <a:gd name="T61" fmla="*/ 34 h 125"/>
                <a:gd name="T62" fmla="*/ 106 w 126"/>
                <a:gd name="T63" fmla="*/ 30 h 125"/>
                <a:gd name="T64" fmla="*/ 106 w 126"/>
                <a:gd name="T65" fmla="*/ 25 h 125"/>
                <a:gd name="T66" fmla="*/ 104 w 126"/>
                <a:gd name="T67" fmla="*/ 22 h 125"/>
                <a:gd name="T68" fmla="*/ 99 w 126"/>
                <a:gd name="T69" fmla="*/ 17 h 125"/>
                <a:gd name="T70" fmla="*/ 96 w 126"/>
                <a:gd name="T71" fmla="*/ 14 h 125"/>
                <a:gd name="T72" fmla="*/ 93 w 126"/>
                <a:gd name="T73" fmla="*/ 10 h 125"/>
                <a:gd name="T74" fmla="*/ 90 w 126"/>
                <a:gd name="T75" fmla="*/ 7 h 125"/>
                <a:gd name="T76" fmla="*/ 88 w 126"/>
                <a:gd name="T77" fmla="*/ 4 h 125"/>
                <a:gd name="T78" fmla="*/ 80 w 126"/>
                <a:gd name="T79" fmla="*/ 1 h 125"/>
                <a:gd name="T80" fmla="*/ 75 w 126"/>
                <a:gd name="T81" fmla="*/ 0 h 125"/>
                <a:gd name="T82" fmla="*/ 65 w 126"/>
                <a:gd name="T83" fmla="*/ 1 h 125"/>
                <a:gd name="T84" fmla="*/ 59 w 126"/>
                <a:gd name="T85" fmla="*/ 5 h 125"/>
                <a:gd name="T86" fmla="*/ 51 w 126"/>
                <a:gd name="T87" fmla="*/ 10 h 125"/>
                <a:gd name="T88" fmla="*/ 44 w 126"/>
                <a:gd name="T89" fmla="*/ 14 h 125"/>
                <a:gd name="T90" fmla="*/ 33 w 126"/>
                <a:gd name="T91" fmla="*/ 25 h 125"/>
                <a:gd name="T92" fmla="*/ 20 w 126"/>
                <a:gd name="T93" fmla="*/ 37 h 125"/>
                <a:gd name="T94" fmla="*/ 8 w 126"/>
                <a:gd name="T95" fmla="*/ 46 h 125"/>
                <a:gd name="T96" fmla="*/ 5 w 126"/>
                <a:gd name="T97" fmla="*/ 53 h 125"/>
                <a:gd name="T98" fmla="*/ 2 w 126"/>
                <a:gd name="T99" fmla="*/ 61 h 125"/>
                <a:gd name="T100" fmla="*/ 1 w 126"/>
                <a:gd name="T101" fmla="*/ 78 h 125"/>
                <a:gd name="T102" fmla="*/ 1 w 126"/>
                <a:gd name="T103" fmla="*/ 8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5">
                  <a:moveTo>
                    <a:pt x="1" y="87"/>
                  </a:moveTo>
                  <a:cubicBezTo>
                    <a:pt x="0" y="90"/>
                    <a:pt x="0" y="92"/>
                    <a:pt x="1" y="94"/>
                  </a:cubicBezTo>
                  <a:cubicBezTo>
                    <a:pt x="3" y="100"/>
                    <a:pt x="7" y="104"/>
                    <a:pt x="11" y="108"/>
                  </a:cubicBezTo>
                  <a:cubicBezTo>
                    <a:pt x="14" y="110"/>
                    <a:pt x="16" y="112"/>
                    <a:pt x="18" y="114"/>
                  </a:cubicBezTo>
                  <a:cubicBezTo>
                    <a:pt x="20" y="116"/>
                    <a:pt x="21" y="119"/>
                    <a:pt x="23" y="120"/>
                  </a:cubicBezTo>
                  <a:cubicBezTo>
                    <a:pt x="25" y="121"/>
                    <a:pt x="28" y="122"/>
                    <a:pt x="30" y="122"/>
                  </a:cubicBezTo>
                  <a:cubicBezTo>
                    <a:pt x="33" y="122"/>
                    <a:pt x="35" y="123"/>
                    <a:pt x="38" y="123"/>
                  </a:cubicBezTo>
                  <a:cubicBezTo>
                    <a:pt x="40" y="123"/>
                    <a:pt x="42" y="122"/>
                    <a:pt x="43" y="122"/>
                  </a:cubicBezTo>
                  <a:cubicBezTo>
                    <a:pt x="45" y="122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70" y="125"/>
                    <a:pt x="76" y="124"/>
                  </a:cubicBezTo>
                  <a:cubicBezTo>
                    <a:pt x="77" y="124"/>
                    <a:pt x="79" y="124"/>
                    <a:pt x="80" y="123"/>
                  </a:cubicBezTo>
                  <a:cubicBezTo>
                    <a:pt x="82" y="122"/>
                    <a:pt x="83" y="121"/>
                    <a:pt x="84" y="121"/>
                  </a:cubicBezTo>
                  <a:cubicBezTo>
                    <a:pt x="87" y="119"/>
                    <a:pt x="90" y="118"/>
                    <a:pt x="93" y="119"/>
                  </a:cubicBezTo>
                  <a:cubicBezTo>
                    <a:pt x="97" y="119"/>
                    <a:pt x="100" y="119"/>
                    <a:pt x="103" y="119"/>
                  </a:cubicBezTo>
                  <a:cubicBezTo>
                    <a:pt x="106" y="119"/>
                    <a:pt x="109" y="119"/>
                    <a:pt x="112" y="118"/>
                  </a:cubicBezTo>
                  <a:cubicBezTo>
                    <a:pt x="115" y="117"/>
                    <a:pt x="118" y="117"/>
                    <a:pt x="120" y="115"/>
                  </a:cubicBezTo>
                  <a:cubicBezTo>
                    <a:pt x="123" y="114"/>
                    <a:pt x="124" y="112"/>
                    <a:pt x="125" y="110"/>
                  </a:cubicBezTo>
                  <a:cubicBezTo>
                    <a:pt x="126" y="108"/>
                    <a:pt x="126" y="105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0" y="88"/>
                    <a:pt x="120" y="85"/>
                  </a:cubicBezTo>
                  <a:cubicBezTo>
                    <a:pt x="120" y="81"/>
                    <a:pt x="122" y="79"/>
                    <a:pt x="123" y="76"/>
                  </a:cubicBezTo>
                  <a:cubicBezTo>
                    <a:pt x="124" y="75"/>
                    <a:pt x="124" y="73"/>
                    <a:pt x="125" y="72"/>
                  </a:cubicBezTo>
                  <a:cubicBezTo>
                    <a:pt x="125" y="71"/>
                    <a:pt x="124" y="69"/>
                    <a:pt x="124" y="68"/>
                  </a:cubicBezTo>
                  <a:cubicBezTo>
                    <a:pt x="124" y="66"/>
                    <a:pt x="124" y="65"/>
                    <a:pt x="124" y="63"/>
                  </a:cubicBezTo>
                  <a:cubicBezTo>
                    <a:pt x="124" y="62"/>
                    <a:pt x="125" y="60"/>
                    <a:pt x="125" y="59"/>
                  </a:cubicBezTo>
                  <a:cubicBezTo>
                    <a:pt x="124" y="56"/>
                    <a:pt x="123" y="53"/>
                    <a:pt x="121" y="51"/>
                  </a:cubicBezTo>
                  <a:cubicBezTo>
                    <a:pt x="120" y="48"/>
                    <a:pt x="117" y="47"/>
                    <a:pt x="115" y="45"/>
                  </a:cubicBezTo>
                  <a:cubicBezTo>
                    <a:pt x="114" y="44"/>
                    <a:pt x="113" y="43"/>
                    <a:pt x="112" y="42"/>
                  </a:cubicBezTo>
                  <a:cubicBezTo>
                    <a:pt x="110" y="40"/>
                    <a:pt x="111" y="39"/>
                    <a:pt x="110" y="37"/>
                  </a:cubicBezTo>
                  <a:cubicBezTo>
                    <a:pt x="110" y="36"/>
                    <a:pt x="109" y="35"/>
                    <a:pt x="108" y="34"/>
                  </a:cubicBezTo>
                  <a:cubicBezTo>
                    <a:pt x="108" y="33"/>
                    <a:pt x="107" y="32"/>
                    <a:pt x="106" y="30"/>
                  </a:cubicBezTo>
                  <a:cubicBezTo>
                    <a:pt x="106" y="29"/>
                    <a:pt x="107" y="27"/>
                    <a:pt x="106" y="25"/>
                  </a:cubicBezTo>
                  <a:cubicBezTo>
                    <a:pt x="106" y="24"/>
                    <a:pt x="105" y="23"/>
                    <a:pt x="104" y="22"/>
                  </a:cubicBezTo>
                  <a:cubicBezTo>
                    <a:pt x="103" y="20"/>
                    <a:pt x="101" y="18"/>
                    <a:pt x="99" y="17"/>
                  </a:cubicBezTo>
                  <a:cubicBezTo>
                    <a:pt x="98" y="16"/>
                    <a:pt x="97" y="15"/>
                    <a:pt x="96" y="14"/>
                  </a:cubicBezTo>
                  <a:cubicBezTo>
                    <a:pt x="94" y="13"/>
                    <a:pt x="94" y="12"/>
                    <a:pt x="93" y="10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89" y="6"/>
                    <a:pt x="89" y="5"/>
                    <a:pt x="88" y="4"/>
                  </a:cubicBezTo>
                  <a:cubicBezTo>
                    <a:pt x="85" y="2"/>
                    <a:pt x="82" y="2"/>
                    <a:pt x="80" y="1"/>
                  </a:cubicBezTo>
                  <a:cubicBezTo>
                    <a:pt x="78" y="1"/>
                    <a:pt x="77" y="1"/>
                    <a:pt x="75" y="0"/>
                  </a:cubicBezTo>
                  <a:cubicBezTo>
                    <a:pt x="75" y="0"/>
                    <a:pt x="67" y="0"/>
                    <a:pt x="65" y="1"/>
                  </a:cubicBezTo>
                  <a:cubicBezTo>
                    <a:pt x="63" y="2"/>
                    <a:pt x="61" y="4"/>
                    <a:pt x="59" y="5"/>
                  </a:cubicBezTo>
                  <a:cubicBezTo>
                    <a:pt x="57" y="7"/>
                    <a:pt x="54" y="9"/>
                    <a:pt x="51" y="10"/>
                  </a:cubicBezTo>
                  <a:cubicBezTo>
                    <a:pt x="49" y="11"/>
                    <a:pt x="46" y="12"/>
                    <a:pt x="44" y="14"/>
                  </a:cubicBezTo>
                  <a:cubicBezTo>
                    <a:pt x="40" y="17"/>
                    <a:pt x="36" y="21"/>
                    <a:pt x="33" y="25"/>
                  </a:cubicBezTo>
                  <a:cubicBezTo>
                    <a:pt x="30" y="30"/>
                    <a:pt x="25" y="33"/>
                    <a:pt x="20" y="37"/>
                  </a:cubicBezTo>
                  <a:cubicBezTo>
                    <a:pt x="16" y="40"/>
                    <a:pt x="11" y="41"/>
                    <a:pt x="8" y="46"/>
                  </a:cubicBezTo>
                  <a:cubicBezTo>
                    <a:pt x="7" y="48"/>
                    <a:pt x="6" y="51"/>
                    <a:pt x="5" y="53"/>
                  </a:cubicBezTo>
                  <a:cubicBezTo>
                    <a:pt x="4" y="56"/>
                    <a:pt x="2" y="58"/>
                    <a:pt x="2" y="61"/>
                  </a:cubicBezTo>
                  <a:cubicBezTo>
                    <a:pt x="1" y="67"/>
                    <a:pt x="1" y="73"/>
                    <a:pt x="1" y="78"/>
                  </a:cubicBezTo>
                  <a:cubicBezTo>
                    <a:pt x="2" y="81"/>
                    <a:pt x="2" y="84"/>
                    <a:pt x="1" y="8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7" name="Freeform 329">
              <a:extLst>
                <a:ext uri="{FF2B5EF4-FFF2-40B4-BE49-F238E27FC236}">
                  <a16:creationId xmlns:a16="http://schemas.microsoft.com/office/drawing/2014/main" id="{B33A9992-67FC-4BBC-ABC4-B8D2BF8D9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4051" y="1668463"/>
              <a:ext cx="501650" cy="496888"/>
            </a:xfrm>
            <a:custGeom>
              <a:avLst/>
              <a:gdLst>
                <a:gd name="T0" fmla="*/ 1 w 126"/>
                <a:gd name="T1" fmla="*/ 87 h 125"/>
                <a:gd name="T2" fmla="*/ 1 w 126"/>
                <a:gd name="T3" fmla="*/ 94 h 125"/>
                <a:gd name="T4" fmla="*/ 11 w 126"/>
                <a:gd name="T5" fmla="*/ 108 h 125"/>
                <a:gd name="T6" fmla="*/ 18 w 126"/>
                <a:gd name="T7" fmla="*/ 114 h 125"/>
                <a:gd name="T8" fmla="*/ 23 w 126"/>
                <a:gd name="T9" fmla="*/ 120 h 125"/>
                <a:gd name="T10" fmla="*/ 30 w 126"/>
                <a:gd name="T11" fmla="*/ 122 h 125"/>
                <a:gd name="T12" fmla="*/ 38 w 126"/>
                <a:gd name="T13" fmla="*/ 123 h 125"/>
                <a:gd name="T14" fmla="*/ 43 w 126"/>
                <a:gd name="T15" fmla="*/ 122 h 125"/>
                <a:gd name="T16" fmla="*/ 48 w 126"/>
                <a:gd name="T17" fmla="*/ 123 h 125"/>
                <a:gd name="T18" fmla="*/ 57 w 126"/>
                <a:gd name="T19" fmla="*/ 123 h 125"/>
                <a:gd name="T20" fmla="*/ 76 w 126"/>
                <a:gd name="T21" fmla="*/ 124 h 125"/>
                <a:gd name="T22" fmla="*/ 80 w 126"/>
                <a:gd name="T23" fmla="*/ 123 h 125"/>
                <a:gd name="T24" fmla="*/ 84 w 126"/>
                <a:gd name="T25" fmla="*/ 121 h 125"/>
                <a:gd name="T26" fmla="*/ 93 w 126"/>
                <a:gd name="T27" fmla="*/ 119 h 125"/>
                <a:gd name="T28" fmla="*/ 103 w 126"/>
                <a:gd name="T29" fmla="*/ 119 h 125"/>
                <a:gd name="T30" fmla="*/ 112 w 126"/>
                <a:gd name="T31" fmla="*/ 118 h 125"/>
                <a:gd name="T32" fmla="*/ 120 w 126"/>
                <a:gd name="T33" fmla="*/ 115 h 125"/>
                <a:gd name="T34" fmla="*/ 125 w 126"/>
                <a:gd name="T35" fmla="*/ 110 h 125"/>
                <a:gd name="T36" fmla="*/ 126 w 126"/>
                <a:gd name="T37" fmla="*/ 102 h 125"/>
                <a:gd name="T38" fmla="*/ 124 w 126"/>
                <a:gd name="T39" fmla="*/ 93 h 125"/>
                <a:gd name="T40" fmla="*/ 120 w 126"/>
                <a:gd name="T41" fmla="*/ 85 h 125"/>
                <a:gd name="T42" fmla="*/ 123 w 126"/>
                <a:gd name="T43" fmla="*/ 76 h 125"/>
                <a:gd name="T44" fmla="*/ 125 w 126"/>
                <a:gd name="T45" fmla="*/ 72 h 125"/>
                <a:gd name="T46" fmla="*/ 124 w 126"/>
                <a:gd name="T47" fmla="*/ 68 h 125"/>
                <a:gd name="T48" fmla="*/ 124 w 126"/>
                <a:gd name="T49" fmla="*/ 63 h 125"/>
                <a:gd name="T50" fmla="*/ 125 w 126"/>
                <a:gd name="T51" fmla="*/ 59 h 125"/>
                <a:gd name="T52" fmla="*/ 121 w 126"/>
                <a:gd name="T53" fmla="*/ 51 h 125"/>
                <a:gd name="T54" fmla="*/ 115 w 126"/>
                <a:gd name="T55" fmla="*/ 45 h 125"/>
                <a:gd name="T56" fmla="*/ 112 w 126"/>
                <a:gd name="T57" fmla="*/ 42 h 125"/>
                <a:gd name="T58" fmla="*/ 110 w 126"/>
                <a:gd name="T59" fmla="*/ 37 h 125"/>
                <a:gd name="T60" fmla="*/ 108 w 126"/>
                <a:gd name="T61" fmla="*/ 34 h 125"/>
                <a:gd name="T62" fmla="*/ 106 w 126"/>
                <a:gd name="T63" fmla="*/ 30 h 125"/>
                <a:gd name="T64" fmla="*/ 106 w 126"/>
                <a:gd name="T65" fmla="*/ 25 h 125"/>
                <a:gd name="T66" fmla="*/ 104 w 126"/>
                <a:gd name="T67" fmla="*/ 22 h 125"/>
                <a:gd name="T68" fmla="*/ 99 w 126"/>
                <a:gd name="T69" fmla="*/ 17 h 125"/>
                <a:gd name="T70" fmla="*/ 96 w 126"/>
                <a:gd name="T71" fmla="*/ 14 h 125"/>
                <a:gd name="T72" fmla="*/ 93 w 126"/>
                <a:gd name="T73" fmla="*/ 10 h 125"/>
                <a:gd name="T74" fmla="*/ 90 w 126"/>
                <a:gd name="T75" fmla="*/ 7 h 125"/>
                <a:gd name="T76" fmla="*/ 88 w 126"/>
                <a:gd name="T77" fmla="*/ 4 h 125"/>
                <a:gd name="T78" fmla="*/ 80 w 126"/>
                <a:gd name="T79" fmla="*/ 1 h 125"/>
                <a:gd name="T80" fmla="*/ 75 w 126"/>
                <a:gd name="T81" fmla="*/ 0 h 125"/>
                <a:gd name="T82" fmla="*/ 65 w 126"/>
                <a:gd name="T83" fmla="*/ 1 h 125"/>
                <a:gd name="T84" fmla="*/ 59 w 126"/>
                <a:gd name="T85" fmla="*/ 5 h 125"/>
                <a:gd name="T86" fmla="*/ 51 w 126"/>
                <a:gd name="T87" fmla="*/ 10 h 125"/>
                <a:gd name="T88" fmla="*/ 44 w 126"/>
                <a:gd name="T89" fmla="*/ 14 h 125"/>
                <a:gd name="T90" fmla="*/ 33 w 126"/>
                <a:gd name="T91" fmla="*/ 25 h 125"/>
                <a:gd name="T92" fmla="*/ 20 w 126"/>
                <a:gd name="T93" fmla="*/ 37 h 125"/>
                <a:gd name="T94" fmla="*/ 8 w 126"/>
                <a:gd name="T95" fmla="*/ 46 h 125"/>
                <a:gd name="T96" fmla="*/ 5 w 126"/>
                <a:gd name="T97" fmla="*/ 53 h 125"/>
                <a:gd name="T98" fmla="*/ 2 w 126"/>
                <a:gd name="T99" fmla="*/ 61 h 125"/>
                <a:gd name="T100" fmla="*/ 1 w 126"/>
                <a:gd name="T101" fmla="*/ 78 h 125"/>
                <a:gd name="T102" fmla="*/ 1 w 126"/>
                <a:gd name="T103" fmla="*/ 8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5">
                  <a:moveTo>
                    <a:pt x="1" y="87"/>
                  </a:moveTo>
                  <a:cubicBezTo>
                    <a:pt x="0" y="90"/>
                    <a:pt x="0" y="92"/>
                    <a:pt x="1" y="94"/>
                  </a:cubicBezTo>
                  <a:cubicBezTo>
                    <a:pt x="3" y="100"/>
                    <a:pt x="7" y="104"/>
                    <a:pt x="11" y="108"/>
                  </a:cubicBezTo>
                  <a:cubicBezTo>
                    <a:pt x="14" y="110"/>
                    <a:pt x="16" y="112"/>
                    <a:pt x="18" y="114"/>
                  </a:cubicBezTo>
                  <a:cubicBezTo>
                    <a:pt x="20" y="116"/>
                    <a:pt x="21" y="119"/>
                    <a:pt x="23" y="120"/>
                  </a:cubicBezTo>
                  <a:cubicBezTo>
                    <a:pt x="25" y="121"/>
                    <a:pt x="28" y="122"/>
                    <a:pt x="30" y="122"/>
                  </a:cubicBezTo>
                  <a:cubicBezTo>
                    <a:pt x="33" y="122"/>
                    <a:pt x="35" y="123"/>
                    <a:pt x="38" y="123"/>
                  </a:cubicBezTo>
                  <a:cubicBezTo>
                    <a:pt x="40" y="123"/>
                    <a:pt x="42" y="122"/>
                    <a:pt x="43" y="122"/>
                  </a:cubicBezTo>
                  <a:cubicBezTo>
                    <a:pt x="45" y="122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70" y="125"/>
                    <a:pt x="76" y="124"/>
                  </a:cubicBezTo>
                  <a:cubicBezTo>
                    <a:pt x="77" y="124"/>
                    <a:pt x="79" y="124"/>
                    <a:pt x="80" y="123"/>
                  </a:cubicBezTo>
                  <a:cubicBezTo>
                    <a:pt x="82" y="122"/>
                    <a:pt x="83" y="121"/>
                    <a:pt x="84" y="121"/>
                  </a:cubicBezTo>
                  <a:cubicBezTo>
                    <a:pt x="87" y="119"/>
                    <a:pt x="90" y="118"/>
                    <a:pt x="93" y="119"/>
                  </a:cubicBezTo>
                  <a:cubicBezTo>
                    <a:pt x="97" y="119"/>
                    <a:pt x="100" y="119"/>
                    <a:pt x="103" y="119"/>
                  </a:cubicBezTo>
                  <a:cubicBezTo>
                    <a:pt x="106" y="119"/>
                    <a:pt x="109" y="119"/>
                    <a:pt x="112" y="118"/>
                  </a:cubicBezTo>
                  <a:cubicBezTo>
                    <a:pt x="115" y="117"/>
                    <a:pt x="118" y="117"/>
                    <a:pt x="120" y="115"/>
                  </a:cubicBezTo>
                  <a:cubicBezTo>
                    <a:pt x="123" y="114"/>
                    <a:pt x="124" y="112"/>
                    <a:pt x="125" y="110"/>
                  </a:cubicBezTo>
                  <a:cubicBezTo>
                    <a:pt x="126" y="108"/>
                    <a:pt x="126" y="105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0" y="88"/>
                    <a:pt x="120" y="85"/>
                  </a:cubicBezTo>
                  <a:cubicBezTo>
                    <a:pt x="120" y="81"/>
                    <a:pt x="122" y="79"/>
                    <a:pt x="123" y="76"/>
                  </a:cubicBezTo>
                  <a:cubicBezTo>
                    <a:pt x="124" y="75"/>
                    <a:pt x="124" y="73"/>
                    <a:pt x="125" y="72"/>
                  </a:cubicBezTo>
                  <a:cubicBezTo>
                    <a:pt x="125" y="71"/>
                    <a:pt x="124" y="69"/>
                    <a:pt x="124" y="68"/>
                  </a:cubicBezTo>
                  <a:cubicBezTo>
                    <a:pt x="124" y="66"/>
                    <a:pt x="124" y="65"/>
                    <a:pt x="124" y="63"/>
                  </a:cubicBezTo>
                  <a:cubicBezTo>
                    <a:pt x="124" y="62"/>
                    <a:pt x="125" y="60"/>
                    <a:pt x="125" y="59"/>
                  </a:cubicBezTo>
                  <a:cubicBezTo>
                    <a:pt x="124" y="56"/>
                    <a:pt x="123" y="53"/>
                    <a:pt x="121" y="51"/>
                  </a:cubicBezTo>
                  <a:cubicBezTo>
                    <a:pt x="120" y="48"/>
                    <a:pt x="117" y="47"/>
                    <a:pt x="115" y="45"/>
                  </a:cubicBezTo>
                  <a:cubicBezTo>
                    <a:pt x="114" y="44"/>
                    <a:pt x="113" y="43"/>
                    <a:pt x="112" y="42"/>
                  </a:cubicBezTo>
                  <a:cubicBezTo>
                    <a:pt x="110" y="40"/>
                    <a:pt x="111" y="39"/>
                    <a:pt x="110" y="37"/>
                  </a:cubicBezTo>
                  <a:cubicBezTo>
                    <a:pt x="110" y="36"/>
                    <a:pt x="109" y="35"/>
                    <a:pt x="108" y="34"/>
                  </a:cubicBezTo>
                  <a:cubicBezTo>
                    <a:pt x="108" y="33"/>
                    <a:pt x="107" y="32"/>
                    <a:pt x="106" y="30"/>
                  </a:cubicBezTo>
                  <a:cubicBezTo>
                    <a:pt x="106" y="29"/>
                    <a:pt x="107" y="27"/>
                    <a:pt x="106" y="25"/>
                  </a:cubicBezTo>
                  <a:cubicBezTo>
                    <a:pt x="106" y="24"/>
                    <a:pt x="105" y="23"/>
                    <a:pt x="104" y="22"/>
                  </a:cubicBezTo>
                  <a:cubicBezTo>
                    <a:pt x="103" y="20"/>
                    <a:pt x="101" y="18"/>
                    <a:pt x="99" y="17"/>
                  </a:cubicBezTo>
                  <a:cubicBezTo>
                    <a:pt x="98" y="16"/>
                    <a:pt x="97" y="15"/>
                    <a:pt x="96" y="14"/>
                  </a:cubicBezTo>
                  <a:cubicBezTo>
                    <a:pt x="94" y="13"/>
                    <a:pt x="94" y="12"/>
                    <a:pt x="93" y="10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89" y="6"/>
                    <a:pt x="89" y="5"/>
                    <a:pt x="88" y="4"/>
                  </a:cubicBezTo>
                  <a:cubicBezTo>
                    <a:pt x="85" y="2"/>
                    <a:pt x="82" y="2"/>
                    <a:pt x="80" y="1"/>
                  </a:cubicBezTo>
                  <a:cubicBezTo>
                    <a:pt x="78" y="1"/>
                    <a:pt x="77" y="1"/>
                    <a:pt x="75" y="0"/>
                  </a:cubicBezTo>
                  <a:cubicBezTo>
                    <a:pt x="75" y="0"/>
                    <a:pt x="67" y="0"/>
                    <a:pt x="65" y="1"/>
                  </a:cubicBezTo>
                  <a:cubicBezTo>
                    <a:pt x="63" y="2"/>
                    <a:pt x="61" y="4"/>
                    <a:pt x="59" y="5"/>
                  </a:cubicBezTo>
                  <a:cubicBezTo>
                    <a:pt x="57" y="7"/>
                    <a:pt x="54" y="9"/>
                    <a:pt x="51" y="10"/>
                  </a:cubicBezTo>
                  <a:cubicBezTo>
                    <a:pt x="49" y="11"/>
                    <a:pt x="46" y="12"/>
                    <a:pt x="44" y="14"/>
                  </a:cubicBezTo>
                  <a:cubicBezTo>
                    <a:pt x="40" y="17"/>
                    <a:pt x="36" y="21"/>
                    <a:pt x="33" y="25"/>
                  </a:cubicBezTo>
                  <a:cubicBezTo>
                    <a:pt x="30" y="30"/>
                    <a:pt x="25" y="33"/>
                    <a:pt x="20" y="37"/>
                  </a:cubicBezTo>
                  <a:cubicBezTo>
                    <a:pt x="16" y="40"/>
                    <a:pt x="11" y="41"/>
                    <a:pt x="8" y="46"/>
                  </a:cubicBezTo>
                  <a:cubicBezTo>
                    <a:pt x="7" y="48"/>
                    <a:pt x="6" y="51"/>
                    <a:pt x="5" y="53"/>
                  </a:cubicBezTo>
                  <a:cubicBezTo>
                    <a:pt x="4" y="56"/>
                    <a:pt x="2" y="58"/>
                    <a:pt x="2" y="61"/>
                  </a:cubicBezTo>
                  <a:cubicBezTo>
                    <a:pt x="1" y="67"/>
                    <a:pt x="1" y="73"/>
                    <a:pt x="1" y="78"/>
                  </a:cubicBezTo>
                  <a:cubicBezTo>
                    <a:pt x="2" y="81"/>
                    <a:pt x="2" y="84"/>
                    <a:pt x="1" y="8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8" name="Freeform 330">
              <a:extLst>
                <a:ext uri="{FF2B5EF4-FFF2-40B4-BE49-F238E27FC236}">
                  <a16:creationId xmlns:a16="http://schemas.microsoft.com/office/drawing/2014/main" id="{14C76C56-51C5-4E9B-9621-A336090DD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1451" y="2160588"/>
              <a:ext cx="82550" cy="190500"/>
            </a:xfrm>
            <a:custGeom>
              <a:avLst/>
              <a:gdLst>
                <a:gd name="T0" fmla="*/ 1 w 21"/>
                <a:gd name="T1" fmla="*/ 44 h 48"/>
                <a:gd name="T2" fmla="*/ 1 w 21"/>
                <a:gd name="T3" fmla="*/ 47 h 48"/>
                <a:gd name="T4" fmla="*/ 4 w 21"/>
                <a:gd name="T5" fmla="*/ 48 h 48"/>
                <a:gd name="T6" fmla="*/ 9 w 21"/>
                <a:gd name="T7" fmla="*/ 48 h 48"/>
                <a:gd name="T8" fmla="*/ 13 w 21"/>
                <a:gd name="T9" fmla="*/ 48 h 48"/>
                <a:gd name="T10" fmla="*/ 18 w 21"/>
                <a:gd name="T11" fmla="*/ 48 h 48"/>
                <a:gd name="T12" fmla="*/ 20 w 21"/>
                <a:gd name="T13" fmla="*/ 48 h 48"/>
                <a:gd name="T14" fmla="*/ 21 w 21"/>
                <a:gd name="T15" fmla="*/ 48 h 48"/>
                <a:gd name="T16" fmla="*/ 21 w 21"/>
                <a:gd name="T17" fmla="*/ 48 h 48"/>
                <a:gd name="T18" fmla="*/ 20 w 21"/>
                <a:gd name="T19" fmla="*/ 43 h 48"/>
                <a:gd name="T20" fmla="*/ 20 w 21"/>
                <a:gd name="T21" fmla="*/ 37 h 48"/>
                <a:gd name="T22" fmla="*/ 20 w 21"/>
                <a:gd name="T23" fmla="*/ 26 h 48"/>
                <a:gd name="T24" fmla="*/ 20 w 21"/>
                <a:gd name="T25" fmla="*/ 21 h 48"/>
                <a:gd name="T26" fmla="*/ 20 w 21"/>
                <a:gd name="T27" fmla="*/ 15 h 48"/>
                <a:gd name="T28" fmla="*/ 20 w 21"/>
                <a:gd name="T29" fmla="*/ 4 h 48"/>
                <a:gd name="T30" fmla="*/ 20 w 21"/>
                <a:gd name="T31" fmla="*/ 4 h 48"/>
                <a:gd name="T32" fmla="*/ 19 w 21"/>
                <a:gd name="T33" fmla="*/ 2 h 48"/>
                <a:gd name="T34" fmla="*/ 16 w 21"/>
                <a:gd name="T35" fmla="*/ 2 h 48"/>
                <a:gd name="T36" fmla="*/ 12 w 21"/>
                <a:gd name="T37" fmla="*/ 0 h 48"/>
                <a:gd name="T38" fmla="*/ 8 w 21"/>
                <a:gd name="T39" fmla="*/ 0 h 48"/>
                <a:gd name="T40" fmla="*/ 4 w 21"/>
                <a:gd name="T41" fmla="*/ 1 h 48"/>
                <a:gd name="T42" fmla="*/ 3 w 21"/>
                <a:gd name="T43" fmla="*/ 3 h 48"/>
                <a:gd name="T44" fmla="*/ 3 w 21"/>
                <a:gd name="T45" fmla="*/ 17 h 48"/>
                <a:gd name="T46" fmla="*/ 2 w 21"/>
                <a:gd name="T47" fmla="*/ 24 h 48"/>
                <a:gd name="T48" fmla="*/ 2 w 21"/>
                <a:gd name="T49" fmla="*/ 31 h 48"/>
                <a:gd name="T50" fmla="*/ 1 w 21"/>
                <a:gd name="T51" fmla="*/ 38 h 48"/>
                <a:gd name="T52" fmla="*/ 1 w 21"/>
                <a:gd name="T53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8">
                  <a:moveTo>
                    <a:pt x="1" y="44"/>
                  </a:moveTo>
                  <a:cubicBezTo>
                    <a:pt x="0" y="45"/>
                    <a:pt x="0" y="47"/>
                    <a:pt x="1" y="47"/>
                  </a:cubicBezTo>
                  <a:cubicBezTo>
                    <a:pt x="2" y="47"/>
                    <a:pt x="3" y="48"/>
                    <a:pt x="4" y="48"/>
                  </a:cubicBezTo>
                  <a:cubicBezTo>
                    <a:pt x="6" y="48"/>
                    <a:pt x="7" y="48"/>
                    <a:pt x="9" y="48"/>
                  </a:cubicBezTo>
                  <a:cubicBezTo>
                    <a:pt x="10" y="48"/>
                    <a:pt x="12" y="48"/>
                    <a:pt x="13" y="48"/>
                  </a:cubicBezTo>
                  <a:cubicBezTo>
                    <a:pt x="15" y="48"/>
                    <a:pt x="16" y="48"/>
                    <a:pt x="18" y="48"/>
                  </a:cubicBezTo>
                  <a:cubicBezTo>
                    <a:pt x="18" y="48"/>
                    <a:pt x="19" y="48"/>
                    <a:pt x="20" y="48"/>
                  </a:cubicBezTo>
                  <a:cubicBezTo>
                    <a:pt x="20" y="48"/>
                    <a:pt x="20" y="48"/>
                    <a:pt x="21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6"/>
                    <a:pt x="21" y="44"/>
                    <a:pt x="20" y="43"/>
                  </a:cubicBezTo>
                  <a:cubicBezTo>
                    <a:pt x="20" y="41"/>
                    <a:pt x="20" y="39"/>
                    <a:pt x="20" y="37"/>
                  </a:cubicBezTo>
                  <a:cubicBezTo>
                    <a:pt x="20" y="34"/>
                    <a:pt x="20" y="30"/>
                    <a:pt x="20" y="26"/>
                  </a:cubicBezTo>
                  <a:cubicBezTo>
                    <a:pt x="20" y="24"/>
                    <a:pt x="20" y="23"/>
                    <a:pt x="20" y="21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20" y="12"/>
                    <a:pt x="19" y="8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3"/>
                    <a:pt x="20" y="3"/>
                    <a:pt x="19" y="2"/>
                  </a:cubicBezTo>
                  <a:cubicBezTo>
                    <a:pt x="18" y="2"/>
                    <a:pt x="17" y="2"/>
                    <a:pt x="16" y="2"/>
                  </a:cubicBezTo>
                  <a:cubicBezTo>
                    <a:pt x="15" y="1"/>
                    <a:pt x="13" y="0"/>
                    <a:pt x="12" y="0"/>
                  </a:cubicBezTo>
                  <a:cubicBezTo>
                    <a:pt x="11" y="0"/>
                    <a:pt x="9" y="0"/>
                    <a:pt x="8" y="0"/>
                  </a:cubicBezTo>
                  <a:cubicBezTo>
                    <a:pt x="7" y="0"/>
                    <a:pt x="5" y="0"/>
                    <a:pt x="4" y="1"/>
                  </a:cubicBezTo>
                  <a:cubicBezTo>
                    <a:pt x="3" y="1"/>
                    <a:pt x="3" y="2"/>
                    <a:pt x="3" y="3"/>
                  </a:cubicBezTo>
                  <a:cubicBezTo>
                    <a:pt x="3" y="8"/>
                    <a:pt x="3" y="12"/>
                    <a:pt x="3" y="17"/>
                  </a:cubicBezTo>
                  <a:cubicBezTo>
                    <a:pt x="3" y="19"/>
                    <a:pt x="3" y="22"/>
                    <a:pt x="2" y="24"/>
                  </a:cubicBezTo>
                  <a:cubicBezTo>
                    <a:pt x="2" y="26"/>
                    <a:pt x="2" y="28"/>
                    <a:pt x="2" y="31"/>
                  </a:cubicBezTo>
                  <a:cubicBezTo>
                    <a:pt x="2" y="33"/>
                    <a:pt x="2" y="35"/>
                    <a:pt x="1" y="38"/>
                  </a:cubicBezTo>
                  <a:cubicBezTo>
                    <a:pt x="1" y="40"/>
                    <a:pt x="1" y="42"/>
                    <a:pt x="1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9" name="Freeform 331">
              <a:extLst>
                <a:ext uri="{FF2B5EF4-FFF2-40B4-BE49-F238E27FC236}">
                  <a16:creationId xmlns:a16="http://schemas.microsoft.com/office/drawing/2014/main" id="{FA7EF7C8-91B1-4F02-8407-26889913E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1451" y="2160588"/>
              <a:ext cx="82550" cy="190500"/>
            </a:xfrm>
            <a:custGeom>
              <a:avLst/>
              <a:gdLst>
                <a:gd name="T0" fmla="*/ 1 w 21"/>
                <a:gd name="T1" fmla="*/ 44 h 48"/>
                <a:gd name="T2" fmla="*/ 1 w 21"/>
                <a:gd name="T3" fmla="*/ 47 h 48"/>
                <a:gd name="T4" fmla="*/ 4 w 21"/>
                <a:gd name="T5" fmla="*/ 48 h 48"/>
                <a:gd name="T6" fmla="*/ 9 w 21"/>
                <a:gd name="T7" fmla="*/ 48 h 48"/>
                <a:gd name="T8" fmla="*/ 13 w 21"/>
                <a:gd name="T9" fmla="*/ 48 h 48"/>
                <a:gd name="T10" fmla="*/ 18 w 21"/>
                <a:gd name="T11" fmla="*/ 48 h 48"/>
                <a:gd name="T12" fmla="*/ 20 w 21"/>
                <a:gd name="T13" fmla="*/ 48 h 48"/>
                <a:gd name="T14" fmla="*/ 21 w 21"/>
                <a:gd name="T15" fmla="*/ 48 h 48"/>
                <a:gd name="T16" fmla="*/ 21 w 21"/>
                <a:gd name="T17" fmla="*/ 48 h 48"/>
                <a:gd name="T18" fmla="*/ 20 w 21"/>
                <a:gd name="T19" fmla="*/ 43 h 48"/>
                <a:gd name="T20" fmla="*/ 20 w 21"/>
                <a:gd name="T21" fmla="*/ 37 h 48"/>
                <a:gd name="T22" fmla="*/ 20 w 21"/>
                <a:gd name="T23" fmla="*/ 26 h 48"/>
                <a:gd name="T24" fmla="*/ 20 w 21"/>
                <a:gd name="T25" fmla="*/ 21 h 48"/>
                <a:gd name="T26" fmla="*/ 20 w 21"/>
                <a:gd name="T27" fmla="*/ 15 h 48"/>
                <a:gd name="T28" fmla="*/ 20 w 21"/>
                <a:gd name="T29" fmla="*/ 4 h 48"/>
                <a:gd name="T30" fmla="*/ 20 w 21"/>
                <a:gd name="T31" fmla="*/ 4 h 48"/>
                <a:gd name="T32" fmla="*/ 19 w 21"/>
                <a:gd name="T33" fmla="*/ 2 h 48"/>
                <a:gd name="T34" fmla="*/ 16 w 21"/>
                <a:gd name="T35" fmla="*/ 2 h 48"/>
                <a:gd name="T36" fmla="*/ 12 w 21"/>
                <a:gd name="T37" fmla="*/ 0 h 48"/>
                <a:gd name="T38" fmla="*/ 8 w 21"/>
                <a:gd name="T39" fmla="*/ 0 h 48"/>
                <a:gd name="T40" fmla="*/ 4 w 21"/>
                <a:gd name="T41" fmla="*/ 1 h 48"/>
                <a:gd name="T42" fmla="*/ 3 w 21"/>
                <a:gd name="T43" fmla="*/ 3 h 48"/>
                <a:gd name="T44" fmla="*/ 3 w 21"/>
                <a:gd name="T45" fmla="*/ 17 h 48"/>
                <a:gd name="T46" fmla="*/ 2 w 21"/>
                <a:gd name="T47" fmla="*/ 24 h 48"/>
                <a:gd name="T48" fmla="*/ 2 w 21"/>
                <a:gd name="T49" fmla="*/ 31 h 48"/>
                <a:gd name="T50" fmla="*/ 1 w 21"/>
                <a:gd name="T51" fmla="*/ 38 h 48"/>
                <a:gd name="T52" fmla="*/ 1 w 21"/>
                <a:gd name="T53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8">
                  <a:moveTo>
                    <a:pt x="1" y="44"/>
                  </a:moveTo>
                  <a:cubicBezTo>
                    <a:pt x="0" y="45"/>
                    <a:pt x="0" y="47"/>
                    <a:pt x="1" y="47"/>
                  </a:cubicBezTo>
                  <a:cubicBezTo>
                    <a:pt x="2" y="47"/>
                    <a:pt x="3" y="48"/>
                    <a:pt x="4" y="48"/>
                  </a:cubicBezTo>
                  <a:cubicBezTo>
                    <a:pt x="6" y="48"/>
                    <a:pt x="7" y="48"/>
                    <a:pt x="9" y="48"/>
                  </a:cubicBezTo>
                  <a:cubicBezTo>
                    <a:pt x="10" y="48"/>
                    <a:pt x="12" y="48"/>
                    <a:pt x="13" y="48"/>
                  </a:cubicBezTo>
                  <a:cubicBezTo>
                    <a:pt x="15" y="48"/>
                    <a:pt x="16" y="48"/>
                    <a:pt x="18" y="48"/>
                  </a:cubicBezTo>
                  <a:cubicBezTo>
                    <a:pt x="18" y="48"/>
                    <a:pt x="19" y="48"/>
                    <a:pt x="20" y="48"/>
                  </a:cubicBezTo>
                  <a:cubicBezTo>
                    <a:pt x="20" y="48"/>
                    <a:pt x="20" y="48"/>
                    <a:pt x="21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6"/>
                    <a:pt x="21" y="44"/>
                    <a:pt x="20" y="43"/>
                  </a:cubicBezTo>
                  <a:cubicBezTo>
                    <a:pt x="20" y="41"/>
                    <a:pt x="20" y="39"/>
                    <a:pt x="20" y="37"/>
                  </a:cubicBezTo>
                  <a:cubicBezTo>
                    <a:pt x="20" y="34"/>
                    <a:pt x="20" y="30"/>
                    <a:pt x="20" y="26"/>
                  </a:cubicBezTo>
                  <a:cubicBezTo>
                    <a:pt x="20" y="24"/>
                    <a:pt x="20" y="23"/>
                    <a:pt x="20" y="21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20" y="12"/>
                    <a:pt x="19" y="8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3"/>
                    <a:pt x="20" y="3"/>
                    <a:pt x="19" y="2"/>
                  </a:cubicBezTo>
                  <a:cubicBezTo>
                    <a:pt x="18" y="2"/>
                    <a:pt x="17" y="2"/>
                    <a:pt x="16" y="2"/>
                  </a:cubicBezTo>
                  <a:cubicBezTo>
                    <a:pt x="15" y="1"/>
                    <a:pt x="13" y="0"/>
                    <a:pt x="12" y="0"/>
                  </a:cubicBezTo>
                  <a:cubicBezTo>
                    <a:pt x="11" y="0"/>
                    <a:pt x="9" y="0"/>
                    <a:pt x="8" y="0"/>
                  </a:cubicBezTo>
                  <a:cubicBezTo>
                    <a:pt x="7" y="0"/>
                    <a:pt x="5" y="0"/>
                    <a:pt x="4" y="1"/>
                  </a:cubicBezTo>
                  <a:cubicBezTo>
                    <a:pt x="3" y="1"/>
                    <a:pt x="3" y="2"/>
                    <a:pt x="3" y="3"/>
                  </a:cubicBezTo>
                  <a:cubicBezTo>
                    <a:pt x="3" y="8"/>
                    <a:pt x="3" y="12"/>
                    <a:pt x="3" y="17"/>
                  </a:cubicBezTo>
                  <a:cubicBezTo>
                    <a:pt x="3" y="19"/>
                    <a:pt x="3" y="22"/>
                    <a:pt x="2" y="24"/>
                  </a:cubicBezTo>
                  <a:cubicBezTo>
                    <a:pt x="2" y="26"/>
                    <a:pt x="2" y="28"/>
                    <a:pt x="2" y="31"/>
                  </a:cubicBezTo>
                  <a:cubicBezTo>
                    <a:pt x="2" y="33"/>
                    <a:pt x="2" y="35"/>
                    <a:pt x="1" y="38"/>
                  </a:cubicBezTo>
                  <a:cubicBezTo>
                    <a:pt x="1" y="40"/>
                    <a:pt x="1" y="42"/>
                    <a:pt x="1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0" name="Freeform 332">
              <a:extLst>
                <a:ext uri="{FF2B5EF4-FFF2-40B4-BE49-F238E27FC236}">
                  <a16:creationId xmlns:a16="http://schemas.microsoft.com/office/drawing/2014/main" id="{99072578-18E5-42BD-A210-2C4D83D3F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7138" y="1712913"/>
              <a:ext cx="504825" cy="495300"/>
            </a:xfrm>
            <a:custGeom>
              <a:avLst/>
              <a:gdLst>
                <a:gd name="T0" fmla="*/ 1 w 127"/>
                <a:gd name="T1" fmla="*/ 87 h 125"/>
                <a:gd name="T2" fmla="*/ 1 w 127"/>
                <a:gd name="T3" fmla="*/ 94 h 125"/>
                <a:gd name="T4" fmla="*/ 11 w 127"/>
                <a:gd name="T5" fmla="*/ 108 h 125"/>
                <a:gd name="T6" fmla="*/ 19 w 127"/>
                <a:gd name="T7" fmla="*/ 114 h 125"/>
                <a:gd name="T8" fmla="*/ 24 w 127"/>
                <a:gd name="T9" fmla="*/ 120 h 125"/>
                <a:gd name="T10" fmla="*/ 31 w 127"/>
                <a:gd name="T11" fmla="*/ 122 h 125"/>
                <a:gd name="T12" fmla="*/ 39 w 127"/>
                <a:gd name="T13" fmla="*/ 123 h 125"/>
                <a:gd name="T14" fmla="*/ 44 w 127"/>
                <a:gd name="T15" fmla="*/ 122 h 125"/>
                <a:gd name="T16" fmla="*/ 48 w 127"/>
                <a:gd name="T17" fmla="*/ 122 h 125"/>
                <a:gd name="T18" fmla="*/ 57 w 127"/>
                <a:gd name="T19" fmla="*/ 122 h 125"/>
                <a:gd name="T20" fmla="*/ 76 w 127"/>
                <a:gd name="T21" fmla="*/ 124 h 125"/>
                <a:gd name="T22" fmla="*/ 81 w 127"/>
                <a:gd name="T23" fmla="*/ 123 h 125"/>
                <a:gd name="T24" fmla="*/ 84 w 127"/>
                <a:gd name="T25" fmla="*/ 121 h 125"/>
                <a:gd name="T26" fmla="*/ 94 w 127"/>
                <a:gd name="T27" fmla="*/ 118 h 125"/>
                <a:gd name="T28" fmla="*/ 104 w 127"/>
                <a:gd name="T29" fmla="*/ 118 h 125"/>
                <a:gd name="T30" fmla="*/ 112 w 127"/>
                <a:gd name="T31" fmla="*/ 118 h 125"/>
                <a:gd name="T32" fmla="*/ 121 w 127"/>
                <a:gd name="T33" fmla="*/ 115 h 125"/>
                <a:gd name="T34" fmla="*/ 125 w 127"/>
                <a:gd name="T35" fmla="*/ 110 h 125"/>
                <a:gd name="T36" fmla="*/ 126 w 127"/>
                <a:gd name="T37" fmla="*/ 102 h 125"/>
                <a:gd name="T38" fmla="*/ 124 w 127"/>
                <a:gd name="T39" fmla="*/ 93 h 125"/>
                <a:gd name="T40" fmla="*/ 121 w 127"/>
                <a:gd name="T41" fmla="*/ 84 h 125"/>
                <a:gd name="T42" fmla="*/ 123 w 127"/>
                <a:gd name="T43" fmla="*/ 76 h 125"/>
                <a:gd name="T44" fmla="*/ 125 w 127"/>
                <a:gd name="T45" fmla="*/ 72 h 125"/>
                <a:gd name="T46" fmla="*/ 125 w 127"/>
                <a:gd name="T47" fmla="*/ 68 h 125"/>
                <a:gd name="T48" fmla="*/ 124 w 127"/>
                <a:gd name="T49" fmla="*/ 63 h 125"/>
                <a:gd name="T50" fmla="*/ 125 w 127"/>
                <a:gd name="T51" fmla="*/ 59 h 125"/>
                <a:gd name="T52" fmla="*/ 122 w 127"/>
                <a:gd name="T53" fmla="*/ 51 h 125"/>
                <a:gd name="T54" fmla="*/ 116 w 127"/>
                <a:gd name="T55" fmla="*/ 45 h 125"/>
                <a:gd name="T56" fmla="*/ 112 w 127"/>
                <a:gd name="T57" fmla="*/ 42 h 125"/>
                <a:gd name="T58" fmla="*/ 110 w 127"/>
                <a:gd name="T59" fmla="*/ 37 h 125"/>
                <a:gd name="T60" fmla="*/ 109 w 127"/>
                <a:gd name="T61" fmla="*/ 34 h 125"/>
                <a:gd name="T62" fmla="*/ 107 w 127"/>
                <a:gd name="T63" fmla="*/ 30 h 125"/>
                <a:gd name="T64" fmla="*/ 106 w 127"/>
                <a:gd name="T65" fmla="*/ 25 h 125"/>
                <a:gd name="T66" fmla="*/ 104 w 127"/>
                <a:gd name="T67" fmla="*/ 22 h 125"/>
                <a:gd name="T68" fmla="*/ 100 w 127"/>
                <a:gd name="T69" fmla="*/ 16 h 125"/>
                <a:gd name="T70" fmla="*/ 96 w 127"/>
                <a:gd name="T71" fmla="*/ 14 h 125"/>
                <a:gd name="T72" fmla="*/ 93 w 127"/>
                <a:gd name="T73" fmla="*/ 10 h 125"/>
                <a:gd name="T74" fmla="*/ 90 w 127"/>
                <a:gd name="T75" fmla="*/ 7 h 125"/>
                <a:gd name="T76" fmla="*/ 88 w 127"/>
                <a:gd name="T77" fmla="*/ 4 h 125"/>
                <a:gd name="T78" fmla="*/ 80 w 127"/>
                <a:gd name="T79" fmla="*/ 1 h 125"/>
                <a:gd name="T80" fmla="*/ 76 w 127"/>
                <a:gd name="T81" fmla="*/ 0 h 125"/>
                <a:gd name="T82" fmla="*/ 65 w 127"/>
                <a:gd name="T83" fmla="*/ 1 h 125"/>
                <a:gd name="T84" fmla="*/ 59 w 127"/>
                <a:gd name="T85" fmla="*/ 5 h 125"/>
                <a:gd name="T86" fmla="*/ 51 w 127"/>
                <a:gd name="T87" fmla="*/ 10 h 125"/>
                <a:gd name="T88" fmla="*/ 44 w 127"/>
                <a:gd name="T89" fmla="*/ 13 h 125"/>
                <a:gd name="T90" fmla="*/ 34 w 127"/>
                <a:gd name="T91" fmla="*/ 25 h 125"/>
                <a:gd name="T92" fmla="*/ 20 w 127"/>
                <a:gd name="T93" fmla="*/ 37 h 125"/>
                <a:gd name="T94" fmla="*/ 8 w 127"/>
                <a:gd name="T95" fmla="*/ 46 h 125"/>
                <a:gd name="T96" fmla="*/ 5 w 127"/>
                <a:gd name="T97" fmla="*/ 53 h 125"/>
                <a:gd name="T98" fmla="*/ 2 w 127"/>
                <a:gd name="T99" fmla="*/ 61 h 125"/>
                <a:gd name="T100" fmla="*/ 2 w 127"/>
                <a:gd name="T101" fmla="*/ 78 h 125"/>
                <a:gd name="T102" fmla="*/ 1 w 127"/>
                <a:gd name="T103" fmla="*/ 8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7" h="125">
                  <a:moveTo>
                    <a:pt x="1" y="87"/>
                  </a:moveTo>
                  <a:cubicBezTo>
                    <a:pt x="0" y="90"/>
                    <a:pt x="0" y="92"/>
                    <a:pt x="1" y="94"/>
                  </a:cubicBezTo>
                  <a:cubicBezTo>
                    <a:pt x="3" y="100"/>
                    <a:pt x="7" y="104"/>
                    <a:pt x="11" y="108"/>
                  </a:cubicBezTo>
                  <a:cubicBezTo>
                    <a:pt x="14" y="110"/>
                    <a:pt x="17" y="112"/>
                    <a:pt x="19" y="114"/>
                  </a:cubicBezTo>
                  <a:cubicBezTo>
                    <a:pt x="20" y="116"/>
                    <a:pt x="21" y="119"/>
                    <a:pt x="24" y="120"/>
                  </a:cubicBezTo>
                  <a:cubicBezTo>
                    <a:pt x="26" y="121"/>
                    <a:pt x="28" y="122"/>
                    <a:pt x="31" y="122"/>
                  </a:cubicBezTo>
                  <a:cubicBezTo>
                    <a:pt x="33" y="122"/>
                    <a:pt x="36" y="123"/>
                    <a:pt x="39" y="123"/>
                  </a:cubicBezTo>
                  <a:cubicBezTo>
                    <a:pt x="40" y="123"/>
                    <a:pt x="42" y="122"/>
                    <a:pt x="44" y="122"/>
                  </a:cubicBezTo>
                  <a:cubicBezTo>
                    <a:pt x="45" y="122"/>
                    <a:pt x="47" y="122"/>
                    <a:pt x="48" y="122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64" y="122"/>
                    <a:pt x="70" y="125"/>
                    <a:pt x="76" y="124"/>
                  </a:cubicBezTo>
                  <a:cubicBezTo>
                    <a:pt x="78" y="124"/>
                    <a:pt x="79" y="124"/>
                    <a:pt x="81" y="123"/>
                  </a:cubicBezTo>
                  <a:cubicBezTo>
                    <a:pt x="82" y="122"/>
                    <a:pt x="83" y="121"/>
                    <a:pt x="84" y="121"/>
                  </a:cubicBezTo>
                  <a:cubicBezTo>
                    <a:pt x="87" y="119"/>
                    <a:pt x="90" y="118"/>
                    <a:pt x="94" y="118"/>
                  </a:cubicBezTo>
                  <a:cubicBezTo>
                    <a:pt x="97" y="118"/>
                    <a:pt x="100" y="118"/>
                    <a:pt x="104" y="118"/>
                  </a:cubicBezTo>
                  <a:cubicBezTo>
                    <a:pt x="106" y="118"/>
                    <a:pt x="110" y="119"/>
                    <a:pt x="112" y="118"/>
                  </a:cubicBezTo>
                  <a:cubicBezTo>
                    <a:pt x="115" y="117"/>
                    <a:pt x="118" y="117"/>
                    <a:pt x="121" y="115"/>
                  </a:cubicBezTo>
                  <a:cubicBezTo>
                    <a:pt x="123" y="114"/>
                    <a:pt x="125" y="112"/>
                    <a:pt x="125" y="110"/>
                  </a:cubicBezTo>
                  <a:cubicBezTo>
                    <a:pt x="127" y="108"/>
                    <a:pt x="127" y="104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1" y="88"/>
                    <a:pt x="121" y="84"/>
                  </a:cubicBezTo>
                  <a:cubicBezTo>
                    <a:pt x="121" y="81"/>
                    <a:pt x="122" y="79"/>
                    <a:pt x="123" y="76"/>
                  </a:cubicBezTo>
                  <a:cubicBezTo>
                    <a:pt x="124" y="75"/>
                    <a:pt x="125" y="73"/>
                    <a:pt x="125" y="72"/>
                  </a:cubicBezTo>
                  <a:cubicBezTo>
                    <a:pt x="125" y="70"/>
                    <a:pt x="125" y="69"/>
                    <a:pt x="125" y="68"/>
                  </a:cubicBezTo>
                  <a:cubicBezTo>
                    <a:pt x="125" y="66"/>
                    <a:pt x="124" y="65"/>
                    <a:pt x="124" y="63"/>
                  </a:cubicBezTo>
                  <a:cubicBezTo>
                    <a:pt x="125" y="62"/>
                    <a:pt x="125" y="60"/>
                    <a:pt x="125" y="59"/>
                  </a:cubicBezTo>
                  <a:cubicBezTo>
                    <a:pt x="124" y="56"/>
                    <a:pt x="123" y="53"/>
                    <a:pt x="122" y="51"/>
                  </a:cubicBezTo>
                  <a:cubicBezTo>
                    <a:pt x="120" y="48"/>
                    <a:pt x="118" y="47"/>
                    <a:pt x="116" y="45"/>
                  </a:cubicBezTo>
                  <a:cubicBezTo>
                    <a:pt x="114" y="44"/>
                    <a:pt x="113" y="43"/>
                    <a:pt x="112" y="42"/>
                  </a:cubicBezTo>
                  <a:cubicBezTo>
                    <a:pt x="111" y="40"/>
                    <a:pt x="111" y="39"/>
                    <a:pt x="110" y="37"/>
                  </a:cubicBezTo>
                  <a:cubicBezTo>
                    <a:pt x="110" y="36"/>
                    <a:pt x="109" y="35"/>
                    <a:pt x="109" y="34"/>
                  </a:cubicBezTo>
                  <a:cubicBezTo>
                    <a:pt x="108" y="33"/>
                    <a:pt x="107" y="31"/>
                    <a:pt x="107" y="30"/>
                  </a:cubicBezTo>
                  <a:cubicBezTo>
                    <a:pt x="107" y="29"/>
                    <a:pt x="107" y="27"/>
                    <a:pt x="106" y="25"/>
                  </a:cubicBezTo>
                  <a:cubicBezTo>
                    <a:pt x="106" y="24"/>
                    <a:pt x="105" y="23"/>
                    <a:pt x="104" y="22"/>
                  </a:cubicBezTo>
                  <a:cubicBezTo>
                    <a:pt x="103" y="20"/>
                    <a:pt x="102" y="18"/>
                    <a:pt x="100" y="16"/>
                  </a:cubicBezTo>
                  <a:cubicBezTo>
                    <a:pt x="98" y="16"/>
                    <a:pt x="97" y="15"/>
                    <a:pt x="96" y="14"/>
                  </a:cubicBezTo>
                  <a:cubicBezTo>
                    <a:pt x="95" y="13"/>
                    <a:pt x="94" y="11"/>
                    <a:pt x="93" y="10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90" y="6"/>
                    <a:pt x="89" y="5"/>
                    <a:pt x="88" y="4"/>
                  </a:cubicBezTo>
                  <a:cubicBezTo>
                    <a:pt x="86" y="2"/>
                    <a:pt x="83" y="2"/>
                    <a:pt x="80" y="1"/>
                  </a:cubicBezTo>
                  <a:cubicBezTo>
                    <a:pt x="78" y="1"/>
                    <a:pt x="77" y="1"/>
                    <a:pt x="76" y="0"/>
                  </a:cubicBezTo>
                  <a:cubicBezTo>
                    <a:pt x="75" y="0"/>
                    <a:pt x="68" y="0"/>
                    <a:pt x="65" y="1"/>
                  </a:cubicBezTo>
                  <a:cubicBezTo>
                    <a:pt x="63" y="2"/>
                    <a:pt x="61" y="4"/>
                    <a:pt x="59" y="5"/>
                  </a:cubicBezTo>
                  <a:cubicBezTo>
                    <a:pt x="57" y="7"/>
                    <a:pt x="54" y="8"/>
                    <a:pt x="51" y="10"/>
                  </a:cubicBezTo>
                  <a:cubicBezTo>
                    <a:pt x="49" y="11"/>
                    <a:pt x="47" y="12"/>
                    <a:pt x="44" y="13"/>
                  </a:cubicBezTo>
                  <a:cubicBezTo>
                    <a:pt x="40" y="16"/>
                    <a:pt x="37" y="20"/>
                    <a:pt x="34" y="25"/>
                  </a:cubicBezTo>
                  <a:cubicBezTo>
                    <a:pt x="30" y="30"/>
                    <a:pt x="25" y="33"/>
                    <a:pt x="20" y="37"/>
                  </a:cubicBezTo>
                  <a:cubicBezTo>
                    <a:pt x="16" y="40"/>
                    <a:pt x="11" y="41"/>
                    <a:pt x="8" y="46"/>
                  </a:cubicBezTo>
                  <a:cubicBezTo>
                    <a:pt x="7" y="48"/>
                    <a:pt x="6" y="51"/>
                    <a:pt x="5" y="53"/>
                  </a:cubicBezTo>
                  <a:cubicBezTo>
                    <a:pt x="4" y="56"/>
                    <a:pt x="3" y="58"/>
                    <a:pt x="2" y="61"/>
                  </a:cubicBezTo>
                  <a:cubicBezTo>
                    <a:pt x="1" y="67"/>
                    <a:pt x="1" y="72"/>
                    <a:pt x="2" y="78"/>
                  </a:cubicBezTo>
                  <a:cubicBezTo>
                    <a:pt x="2" y="81"/>
                    <a:pt x="2" y="84"/>
                    <a:pt x="1" y="8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1" name="Freeform 333">
              <a:extLst>
                <a:ext uri="{FF2B5EF4-FFF2-40B4-BE49-F238E27FC236}">
                  <a16:creationId xmlns:a16="http://schemas.microsoft.com/office/drawing/2014/main" id="{AFA5FB0C-66EE-4E93-9257-129ED52C2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7138" y="1712913"/>
              <a:ext cx="504825" cy="495300"/>
            </a:xfrm>
            <a:custGeom>
              <a:avLst/>
              <a:gdLst>
                <a:gd name="T0" fmla="*/ 1 w 127"/>
                <a:gd name="T1" fmla="*/ 87 h 125"/>
                <a:gd name="T2" fmla="*/ 1 w 127"/>
                <a:gd name="T3" fmla="*/ 94 h 125"/>
                <a:gd name="T4" fmla="*/ 11 w 127"/>
                <a:gd name="T5" fmla="*/ 108 h 125"/>
                <a:gd name="T6" fmla="*/ 19 w 127"/>
                <a:gd name="T7" fmla="*/ 114 h 125"/>
                <a:gd name="T8" fmla="*/ 24 w 127"/>
                <a:gd name="T9" fmla="*/ 120 h 125"/>
                <a:gd name="T10" fmla="*/ 31 w 127"/>
                <a:gd name="T11" fmla="*/ 122 h 125"/>
                <a:gd name="T12" fmla="*/ 39 w 127"/>
                <a:gd name="T13" fmla="*/ 123 h 125"/>
                <a:gd name="T14" fmla="*/ 44 w 127"/>
                <a:gd name="T15" fmla="*/ 122 h 125"/>
                <a:gd name="T16" fmla="*/ 48 w 127"/>
                <a:gd name="T17" fmla="*/ 122 h 125"/>
                <a:gd name="T18" fmla="*/ 57 w 127"/>
                <a:gd name="T19" fmla="*/ 122 h 125"/>
                <a:gd name="T20" fmla="*/ 76 w 127"/>
                <a:gd name="T21" fmla="*/ 124 h 125"/>
                <a:gd name="T22" fmla="*/ 81 w 127"/>
                <a:gd name="T23" fmla="*/ 123 h 125"/>
                <a:gd name="T24" fmla="*/ 84 w 127"/>
                <a:gd name="T25" fmla="*/ 121 h 125"/>
                <a:gd name="T26" fmla="*/ 94 w 127"/>
                <a:gd name="T27" fmla="*/ 118 h 125"/>
                <a:gd name="T28" fmla="*/ 104 w 127"/>
                <a:gd name="T29" fmla="*/ 118 h 125"/>
                <a:gd name="T30" fmla="*/ 112 w 127"/>
                <a:gd name="T31" fmla="*/ 118 h 125"/>
                <a:gd name="T32" fmla="*/ 121 w 127"/>
                <a:gd name="T33" fmla="*/ 115 h 125"/>
                <a:gd name="T34" fmla="*/ 125 w 127"/>
                <a:gd name="T35" fmla="*/ 110 h 125"/>
                <a:gd name="T36" fmla="*/ 126 w 127"/>
                <a:gd name="T37" fmla="*/ 102 h 125"/>
                <a:gd name="T38" fmla="*/ 124 w 127"/>
                <a:gd name="T39" fmla="*/ 93 h 125"/>
                <a:gd name="T40" fmla="*/ 121 w 127"/>
                <a:gd name="T41" fmla="*/ 84 h 125"/>
                <a:gd name="T42" fmla="*/ 123 w 127"/>
                <a:gd name="T43" fmla="*/ 76 h 125"/>
                <a:gd name="T44" fmla="*/ 125 w 127"/>
                <a:gd name="T45" fmla="*/ 72 h 125"/>
                <a:gd name="T46" fmla="*/ 125 w 127"/>
                <a:gd name="T47" fmla="*/ 68 h 125"/>
                <a:gd name="T48" fmla="*/ 124 w 127"/>
                <a:gd name="T49" fmla="*/ 63 h 125"/>
                <a:gd name="T50" fmla="*/ 125 w 127"/>
                <a:gd name="T51" fmla="*/ 59 h 125"/>
                <a:gd name="T52" fmla="*/ 122 w 127"/>
                <a:gd name="T53" fmla="*/ 51 h 125"/>
                <a:gd name="T54" fmla="*/ 116 w 127"/>
                <a:gd name="T55" fmla="*/ 45 h 125"/>
                <a:gd name="T56" fmla="*/ 112 w 127"/>
                <a:gd name="T57" fmla="*/ 42 h 125"/>
                <a:gd name="T58" fmla="*/ 110 w 127"/>
                <a:gd name="T59" fmla="*/ 37 h 125"/>
                <a:gd name="T60" fmla="*/ 109 w 127"/>
                <a:gd name="T61" fmla="*/ 34 h 125"/>
                <a:gd name="T62" fmla="*/ 107 w 127"/>
                <a:gd name="T63" fmla="*/ 30 h 125"/>
                <a:gd name="T64" fmla="*/ 106 w 127"/>
                <a:gd name="T65" fmla="*/ 25 h 125"/>
                <a:gd name="T66" fmla="*/ 104 w 127"/>
                <a:gd name="T67" fmla="*/ 22 h 125"/>
                <a:gd name="T68" fmla="*/ 100 w 127"/>
                <a:gd name="T69" fmla="*/ 16 h 125"/>
                <a:gd name="T70" fmla="*/ 96 w 127"/>
                <a:gd name="T71" fmla="*/ 14 h 125"/>
                <a:gd name="T72" fmla="*/ 93 w 127"/>
                <a:gd name="T73" fmla="*/ 10 h 125"/>
                <a:gd name="T74" fmla="*/ 90 w 127"/>
                <a:gd name="T75" fmla="*/ 7 h 125"/>
                <a:gd name="T76" fmla="*/ 88 w 127"/>
                <a:gd name="T77" fmla="*/ 4 h 125"/>
                <a:gd name="T78" fmla="*/ 80 w 127"/>
                <a:gd name="T79" fmla="*/ 1 h 125"/>
                <a:gd name="T80" fmla="*/ 76 w 127"/>
                <a:gd name="T81" fmla="*/ 0 h 125"/>
                <a:gd name="T82" fmla="*/ 65 w 127"/>
                <a:gd name="T83" fmla="*/ 1 h 125"/>
                <a:gd name="T84" fmla="*/ 59 w 127"/>
                <a:gd name="T85" fmla="*/ 5 h 125"/>
                <a:gd name="T86" fmla="*/ 51 w 127"/>
                <a:gd name="T87" fmla="*/ 10 h 125"/>
                <a:gd name="T88" fmla="*/ 44 w 127"/>
                <a:gd name="T89" fmla="*/ 13 h 125"/>
                <a:gd name="T90" fmla="*/ 34 w 127"/>
                <a:gd name="T91" fmla="*/ 25 h 125"/>
                <a:gd name="T92" fmla="*/ 20 w 127"/>
                <a:gd name="T93" fmla="*/ 37 h 125"/>
                <a:gd name="T94" fmla="*/ 8 w 127"/>
                <a:gd name="T95" fmla="*/ 46 h 125"/>
                <a:gd name="T96" fmla="*/ 5 w 127"/>
                <a:gd name="T97" fmla="*/ 53 h 125"/>
                <a:gd name="T98" fmla="*/ 2 w 127"/>
                <a:gd name="T99" fmla="*/ 61 h 125"/>
                <a:gd name="T100" fmla="*/ 2 w 127"/>
                <a:gd name="T101" fmla="*/ 78 h 125"/>
                <a:gd name="T102" fmla="*/ 1 w 127"/>
                <a:gd name="T103" fmla="*/ 8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7" h="125">
                  <a:moveTo>
                    <a:pt x="1" y="87"/>
                  </a:moveTo>
                  <a:cubicBezTo>
                    <a:pt x="0" y="90"/>
                    <a:pt x="0" y="92"/>
                    <a:pt x="1" y="94"/>
                  </a:cubicBezTo>
                  <a:cubicBezTo>
                    <a:pt x="3" y="100"/>
                    <a:pt x="7" y="104"/>
                    <a:pt x="11" y="108"/>
                  </a:cubicBezTo>
                  <a:cubicBezTo>
                    <a:pt x="14" y="110"/>
                    <a:pt x="17" y="112"/>
                    <a:pt x="19" y="114"/>
                  </a:cubicBezTo>
                  <a:cubicBezTo>
                    <a:pt x="20" y="116"/>
                    <a:pt x="21" y="119"/>
                    <a:pt x="24" y="120"/>
                  </a:cubicBezTo>
                  <a:cubicBezTo>
                    <a:pt x="26" y="121"/>
                    <a:pt x="28" y="122"/>
                    <a:pt x="31" y="122"/>
                  </a:cubicBezTo>
                  <a:cubicBezTo>
                    <a:pt x="33" y="122"/>
                    <a:pt x="36" y="123"/>
                    <a:pt x="39" y="123"/>
                  </a:cubicBezTo>
                  <a:cubicBezTo>
                    <a:pt x="40" y="123"/>
                    <a:pt x="42" y="122"/>
                    <a:pt x="44" y="122"/>
                  </a:cubicBezTo>
                  <a:cubicBezTo>
                    <a:pt x="45" y="122"/>
                    <a:pt x="47" y="122"/>
                    <a:pt x="48" y="122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64" y="122"/>
                    <a:pt x="70" y="125"/>
                    <a:pt x="76" y="124"/>
                  </a:cubicBezTo>
                  <a:cubicBezTo>
                    <a:pt x="78" y="124"/>
                    <a:pt x="79" y="124"/>
                    <a:pt x="81" y="123"/>
                  </a:cubicBezTo>
                  <a:cubicBezTo>
                    <a:pt x="82" y="122"/>
                    <a:pt x="83" y="121"/>
                    <a:pt x="84" y="121"/>
                  </a:cubicBezTo>
                  <a:cubicBezTo>
                    <a:pt x="87" y="119"/>
                    <a:pt x="90" y="118"/>
                    <a:pt x="94" y="118"/>
                  </a:cubicBezTo>
                  <a:cubicBezTo>
                    <a:pt x="97" y="118"/>
                    <a:pt x="100" y="118"/>
                    <a:pt x="104" y="118"/>
                  </a:cubicBezTo>
                  <a:cubicBezTo>
                    <a:pt x="106" y="118"/>
                    <a:pt x="110" y="119"/>
                    <a:pt x="112" y="118"/>
                  </a:cubicBezTo>
                  <a:cubicBezTo>
                    <a:pt x="115" y="117"/>
                    <a:pt x="118" y="117"/>
                    <a:pt x="121" y="115"/>
                  </a:cubicBezTo>
                  <a:cubicBezTo>
                    <a:pt x="123" y="114"/>
                    <a:pt x="125" y="112"/>
                    <a:pt x="125" y="110"/>
                  </a:cubicBezTo>
                  <a:cubicBezTo>
                    <a:pt x="127" y="108"/>
                    <a:pt x="127" y="104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1" y="88"/>
                    <a:pt x="121" y="84"/>
                  </a:cubicBezTo>
                  <a:cubicBezTo>
                    <a:pt x="121" y="81"/>
                    <a:pt x="122" y="79"/>
                    <a:pt x="123" y="76"/>
                  </a:cubicBezTo>
                  <a:cubicBezTo>
                    <a:pt x="124" y="75"/>
                    <a:pt x="125" y="73"/>
                    <a:pt x="125" y="72"/>
                  </a:cubicBezTo>
                  <a:cubicBezTo>
                    <a:pt x="125" y="70"/>
                    <a:pt x="125" y="69"/>
                    <a:pt x="125" y="68"/>
                  </a:cubicBezTo>
                  <a:cubicBezTo>
                    <a:pt x="125" y="66"/>
                    <a:pt x="124" y="65"/>
                    <a:pt x="124" y="63"/>
                  </a:cubicBezTo>
                  <a:cubicBezTo>
                    <a:pt x="125" y="62"/>
                    <a:pt x="125" y="60"/>
                    <a:pt x="125" y="59"/>
                  </a:cubicBezTo>
                  <a:cubicBezTo>
                    <a:pt x="124" y="56"/>
                    <a:pt x="123" y="53"/>
                    <a:pt x="122" y="51"/>
                  </a:cubicBezTo>
                  <a:cubicBezTo>
                    <a:pt x="120" y="48"/>
                    <a:pt x="118" y="47"/>
                    <a:pt x="116" y="45"/>
                  </a:cubicBezTo>
                  <a:cubicBezTo>
                    <a:pt x="114" y="44"/>
                    <a:pt x="113" y="43"/>
                    <a:pt x="112" y="42"/>
                  </a:cubicBezTo>
                  <a:cubicBezTo>
                    <a:pt x="111" y="40"/>
                    <a:pt x="111" y="39"/>
                    <a:pt x="110" y="37"/>
                  </a:cubicBezTo>
                  <a:cubicBezTo>
                    <a:pt x="110" y="36"/>
                    <a:pt x="109" y="35"/>
                    <a:pt x="109" y="34"/>
                  </a:cubicBezTo>
                  <a:cubicBezTo>
                    <a:pt x="108" y="33"/>
                    <a:pt x="107" y="31"/>
                    <a:pt x="107" y="30"/>
                  </a:cubicBezTo>
                  <a:cubicBezTo>
                    <a:pt x="107" y="29"/>
                    <a:pt x="107" y="27"/>
                    <a:pt x="106" y="25"/>
                  </a:cubicBezTo>
                  <a:cubicBezTo>
                    <a:pt x="106" y="24"/>
                    <a:pt x="105" y="23"/>
                    <a:pt x="104" y="22"/>
                  </a:cubicBezTo>
                  <a:cubicBezTo>
                    <a:pt x="103" y="20"/>
                    <a:pt x="102" y="18"/>
                    <a:pt x="100" y="16"/>
                  </a:cubicBezTo>
                  <a:cubicBezTo>
                    <a:pt x="98" y="16"/>
                    <a:pt x="97" y="15"/>
                    <a:pt x="96" y="14"/>
                  </a:cubicBezTo>
                  <a:cubicBezTo>
                    <a:pt x="95" y="13"/>
                    <a:pt x="94" y="11"/>
                    <a:pt x="93" y="10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90" y="6"/>
                    <a:pt x="89" y="5"/>
                    <a:pt x="88" y="4"/>
                  </a:cubicBezTo>
                  <a:cubicBezTo>
                    <a:pt x="86" y="2"/>
                    <a:pt x="83" y="2"/>
                    <a:pt x="80" y="1"/>
                  </a:cubicBezTo>
                  <a:cubicBezTo>
                    <a:pt x="78" y="1"/>
                    <a:pt x="77" y="1"/>
                    <a:pt x="76" y="0"/>
                  </a:cubicBezTo>
                  <a:cubicBezTo>
                    <a:pt x="75" y="0"/>
                    <a:pt x="68" y="0"/>
                    <a:pt x="65" y="1"/>
                  </a:cubicBezTo>
                  <a:cubicBezTo>
                    <a:pt x="63" y="2"/>
                    <a:pt x="61" y="4"/>
                    <a:pt x="59" y="5"/>
                  </a:cubicBezTo>
                  <a:cubicBezTo>
                    <a:pt x="57" y="7"/>
                    <a:pt x="54" y="8"/>
                    <a:pt x="51" y="10"/>
                  </a:cubicBezTo>
                  <a:cubicBezTo>
                    <a:pt x="49" y="11"/>
                    <a:pt x="47" y="12"/>
                    <a:pt x="44" y="13"/>
                  </a:cubicBezTo>
                  <a:cubicBezTo>
                    <a:pt x="40" y="16"/>
                    <a:pt x="37" y="20"/>
                    <a:pt x="34" y="25"/>
                  </a:cubicBezTo>
                  <a:cubicBezTo>
                    <a:pt x="30" y="30"/>
                    <a:pt x="25" y="33"/>
                    <a:pt x="20" y="37"/>
                  </a:cubicBezTo>
                  <a:cubicBezTo>
                    <a:pt x="16" y="40"/>
                    <a:pt x="11" y="41"/>
                    <a:pt x="8" y="46"/>
                  </a:cubicBezTo>
                  <a:cubicBezTo>
                    <a:pt x="7" y="48"/>
                    <a:pt x="6" y="51"/>
                    <a:pt x="5" y="53"/>
                  </a:cubicBezTo>
                  <a:cubicBezTo>
                    <a:pt x="4" y="56"/>
                    <a:pt x="3" y="58"/>
                    <a:pt x="2" y="61"/>
                  </a:cubicBezTo>
                  <a:cubicBezTo>
                    <a:pt x="1" y="67"/>
                    <a:pt x="1" y="72"/>
                    <a:pt x="2" y="78"/>
                  </a:cubicBezTo>
                  <a:cubicBezTo>
                    <a:pt x="2" y="81"/>
                    <a:pt x="2" y="84"/>
                    <a:pt x="1" y="8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2" name="Freeform 334">
              <a:extLst>
                <a:ext uri="{FF2B5EF4-FFF2-40B4-BE49-F238E27FC236}">
                  <a16:creationId xmlns:a16="http://schemas.microsoft.com/office/drawing/2014/main" id="{C0675DE0-B2E8-46DE-9CE2-B0B2A339E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2288" y="2303463"/>
              <a:ext cx="84138" cy="195263"/>
            </a:xfrm>
            <a:custGeom>
              <a:avLst/>
              <a:gdLst>
                <a:gd name="T0" fmla="*/ 0 w 21"/>
                <a:gd name="T1" fmla="*/ 44 h 49"/>
                <a:gd name="T2" fmla="*/ 1 w 21"/>
                <a:gd name="T3" fmla="*/ 47 h 49"/>
                <a:gd name="T4" fmla="*/ 4 w 21"/>
                <a:gd name="T5" fmla="*/ 49 h 49"/>
                <a:gd name="T6" fmla="*/ 8 w 21"/>
                <a:gd name="T7" fmla="*/ 49 h 49"/>
                <a:gd name="T8" fmla="*/ 13 w 21"/>
                <a:gd name="T9" fmla="*/ 49 h 49"/>
                <a:gd name="T10" fmla="*/ 17 w 21"/>
                <a:gd name="T11" fmla="*/ 49 h 49"/>
                <a:gd name="T12" fmla="*/ 19 w 21"/>
                <a:gd name="T13" fmla="*/ 49 h 49"/>
                <a:gd name="T14" fmla="*/ 20 w 21"/>
                <a:gd name="T15" fmla="*/ 49 h 49"/>
                <a:gd name="T16" fmla="*/ 21 w 21"/>
                <a:gd name="T17" fmla="*/ 48 h 49"/>
                <a:gd name="T18" fmla="*/ 20 w 21"/>
                <a:gd name="T19" fmla="*/ 43 h 49"/>
                <a:gd name="T20" fmla="*/ 19 w 21"/>
                <a:gd name="T21" fmla="*/ 38 h 49"/>
                <a:gd name="T22" fmla="*/ 19 w 21"/>
                <a:gd name="T23" fmla="*/ 27 h 49"/>
                <a:gd name="T24" fmla="*/ 19 w 21"/>
                <a:gd name="T25" fmla="*/ 21 h 49"/>
                <a:gd name="T26" fmla="*/ 19 w 21"/>
                <a:gd name="T27" fmla="*/ 16 h 49"/>
                <a:gd name="T28" fmla="*/ 19 w 21"/>
                <a:gd name="T29" fmla="*/ 5 h 49"/>
                <a:gd name="T30" fmla="*/ 19 w 21"/>
                <a:gd name="T31" fmla="*/ 4 h 49"/>
                <a:gd name="T32" fmla="*/ 19 w 21"/>
                <a:gd name="T33" fmla="*/ 3 h 49"/>
                <a:gd name="T34" fmla="*/ 15 w 21"/>
                <a:gd name="T35" fmla="*/ 2 h 49"/>
                <a:gd name="T36" fmla="*/ 11 w 21"/>
                <a:gd name="T37" fmla="*/ 1 h 49"/>
                <a:gd name="T38" fmla="*/ 8 w 21"/>
                <a:gd name="T39" fmla="*/ 1 h 49"/>
                <a:gd name="T40" fmla="*/ 4 w 21"/>
                <a:gd name="T41" fmla="*/ 1 h 49"/>
                <a:gd name="T42" fmla="*/ 2 w 21"/>
                <a:gd name="T43" fmla="*/ 3 h 49"/>
                <a:gd name="T44" fmla="*/ 2 w 21"/>
                <a:gd name="T45" fmla="*/ 18 h 49"/>
                <a:gd name="T46" fmla="*/ 2 w 21"/>
                <a:gd name="T47" fmla="*/ 25 h 49"/>
                <a:gd name="T48" fmla="*/ 2 w 21"/>
                <a:gd name="T49" fmla="*/ 31 h 49"/>
                <a:gd name="T50" fmla="*/ 1 w 21"/>
                <a:gd name="T51" fmla="*/ 38 h 49"/>
                <a:gd name="T52" fmla="*/ 0 w 21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9">
                  <a:moveTo>
                    <a:pt x="0" y="44"/>
                  </a:moveTo>
                  <a:cubicBezTo>
                    <a:pt x="0" y="45"/>
                    <a:pt x="0" y="47"/>
                    <a:pt x="1" y="47"/>
                  </a:cubicBezTo>
                  <a:cubicBezTo>
                    <a:pt x="2" y="48"/>
                    <a:pt x="3" y="48"/>
                    <a:pt x="4" y="49"/>
                  </a:cubicBezTo>
                  <a:cubicBezTo>
                    <a:pt x="5" y="49"/>
                    <a:pt x="7" y="49"/>
                    <a:pt x="8" y="49"/>
                  </a:cubicBezTo>
                  <a:cubicBezTo>
                    <a:pt x="10" y="49"/>
                    <a:pt x="11" y="49"/>
                    <a:pt x="13" y="49"/>
                  </a:cubicBezTo>
                  <a:cubicBezTo>
                    <a:pt x="14" y="49"/>
                    <a:pt x="16" y="49"/>
                    <a:pt x="17" y="49"/>
                  </a:cubicBezTo>
                  <a:cubicBezTo>
                    <a:pt x="18" y="49"/>
                    <a:pt x="18" y="48"/>
                    <a:pt x="19" y="49"/>
                  </a:cubicBezTo>
                  <a:cubicBezTo>
                    <a:pt x="19" y="49"/>
                    <a:pt x="20" y="49"/>
                    <a:pt x="20" y="49"/>
                  </a:cubicBezTo>
                  <a:cubicBezTo>
                    <a:pt x="21" y="49"/>
                    <a:pt x="21" y="48"/>
                    <a:pt x="21" y="48"/>
                  </a:cubicBezTo>
                  <a:cubicBezTo>
                    <a:pt x="21" y="46"/>
                    <a:pt x="20" y="45"/>
                    <a:pt x="20" y="43"/>
                  </a:cubicBezTo>
                  <a:cubicBezTo>
                    <a:pt x="20" y="42"/>
                    <a:pt x="19" y="40"/>
                    <a:pt x="19" y="38"/>
                  </a:cubicBezTo>
                  <a:cubicBezTo>
                    <a:pt x="19" y="34"/>
                    <a:pt x="19" y="30"/>
                    <a:pt x="19" y="27"/>
                  </a:cubicBezTo>
                  <a:cubicBezTo>
                    <a:pt x="19" y="25"/>
                    <a:pt x="19" y="23"/>
                    <a:pt x="19" y="21"/>
                  </a:cubicBezTo>
                  <a:cubicBezTo>
                    <a:pt x="19" y="19"/>
                    <a:pt x="19" y="18"/>
                    <a:pt x="19" y="16"/>
                  </a:cubicBezTo>
                  <a:cubicBezTo>
                    <a:pt x="19" y="12"/>
                    <a:pt x="19" y="8"/>
                    <a:pt x="19" y="5"/>
                  </a:cubicBezTo>
                  <a:cubicBezTo>
                    <a:pt x="19" y="5"/>
                    <a:pt x="19" y="4"/>
                    <a:pt x="19" y="4"/>
                  </a:cubicBezTo>
                  <a:cubicBezTo>
                    <a:pt x="19" y="4"/>
                    <a:pt x="19" y="3"/>
                    <a:pt x="19" y="3"/>
                  </a:cubicBezTo>
                  <a:cubicBezTo>
                    <a:pt x="18" y="3"/>
                    <a:pt x="17" y="2"/>
                    <a:pt x="15" y="2"/>
                  </a:cubicBezTo>
                  <a:cubicBezTo>
                    <a:pt x="14" y="2"/>
                    <a:pt x="13" y="1"/>
                    <a:pt x="11" y="1"/>
                  </a:cubicBezTo>
                  <a:cubicBezTo>
                    <a:pt x="10" y="0"/>
                    <a:pt x="9" y="1"/>
                    <a:pt x="8" y="1"/>
                  </a:cubicBezTo>
                  <a:cubicBezTo>
                    <a:pt x="6" y="1"/>
                    <a:pt x="5" y="1"/>
                    <a:pt x="4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8"/>
                    <a:pt x="2" y="13"/>
                    <a:pt x="2" y="18"/>
                  </a:cubicBezTo>
                  <a:cubicBezTo>
                    <a:pt x="2" y="20"/>
                    <a:pt x="2" y="22"/>
                    <a:pt x="2" y="25"/>
                  </a:cubicBezTo>
                  <a:cubicBezTo>
                    <a:pt x="2" y="27"/>
                    <a:pt x="2" y="29"/>
                    <a:pt x="2" y="31"/>
                  </a:cubicBezTo>
                  <a:cubicBezTo>
                    <a:pt x="2" y="33"/>
                    <a:pt x="1" y="36"/>
                    <a:pt x="1" y="38"/>
                  </a:cubicBezTo>
                  <a:cubicBezTo>
                    <a:pt x="1" y="40"/>
                    <a:pt x="0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3" name="Freeform 335">
              <a:extLst>
                <a:ext uri="{FF2B5EF4-FFF2-40B4-BE49-F238E27FC236}">
                  <a16:creationId xmlns:a16="http://schemas.microsoft.com/office/drawing/2014/main" id="{F7C84F46-8543-4647-A6C7-72A9B9690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2288" y="2303463"/>
              <a:ext cx="84138" cy="195263"/>
            </a:xfrm>
            <a:custGeom>
              <a:avLst/>
              <a:gdLst>
                <a:gd name="T0" fmla="*/ 0 w 21"/>
                <a:gd name="T1" fmla="*/ 44 h 49"/>
                <a:gd name="T2" fmla="*/ 1 w 21"/>
                <a:gd name="T3" fmla="*/ 47 h 49"/>
                <a:gd name="T4" fmla="*/ 4 w 21"/>
                <a:gd name="T5" fmla="*/ 49 h 49"/>
                <a:gd name="T6" fmla="*/ 8 w 21"/>
                <a:gd name="T7" fmla="*/ 49 h 49"/>
                <a:gd name="T8" fmla="*/ 13 w 21"/>
                <a:gd name="T9" fmla="*/ 49 h 49"/>
                <a:gd name="T10" fmla="*/ 17 w 21"/>
                <a:gd name="T11" fmla="*/ 49 h 49"/>
                <a:gd name="T12" fmla="*/ 19 w 21"/>
                <a:gd name="T13" fmla="*/ 49 h 49"/>
                <a:gd name="T14" fmla="*/ 20 w 21"/>
                <a:gd name="T15" fmla="*/ 49 h 49"/>
                <a:gd name="T16" fmla="*/ 21 w 21"/>
                <a:gd name="T17" fmla="*/ 48 h 49"/>
                <a:gd name="T18" fmla="*/ 20 w 21"/>
                <a:gd name="T19" fmla="*/ 43 h 49"/>
                <a:gd name="T20" fmla="*/ 19 w 21"/>
                <a:gd name="T21" fmla="*/ 38 h 49"/>
                <a:gd name="T22" fmla="*/ 19 w 21"/>
                <a:gd name="T23" fmla="*/ 27 h 49"/>
                <a:gd name="T24" fmla="*/ 19 w 21"/>
                <a:gd name="T25" fmla="*/ 21 h 49"/>
                <a:gd name="T26" fmla="*/ 19 w 21"/>
                <a:gd name="T27" fmla="*/ 16 h 49"/>
                <a:gd name="T28" fmla="*/ 19 w 21"/>
                <a:gd name="T29" fmla="*/ 5 h 49"/>
                <a:gd name="T30" fmla="*/ 19 w 21"/>
                <a:gd name="T31" fmla="*/ 4 h 49"/>
                <a:gd name="T32" fmla="*/ 19 w 21"/>
                <a:gd name="T33" fmla="*/ 3 h 49"/>
                <a:gd name="T34" fmla="*/ 15 w 21"/>
                <a:gd name="T35" fmla="*/ 2 h 49"/>
                <a:gd name="T36" fmla="*/ 11 w 21"/>
                <a:gd name="T37" fmla="*/ 1 h 49"/>
                <a:gd name="T38" fmla="*/ 8 w 21"/>
                <a:gd name="T39" fmla="*/ 1 h 49"/>
                <a:gd name="T40" fmla="*/ 4 w 21"/>
                <a:gd name="T41" fmla="*/ 1 h 49"/>
                <a:gd name="T42" fmla="*/ 2 w 21"/>
                <a:gd name="T43" fmla="*/ 3 h 49"/>
                <a:gd name="T44" fmla="*/ 2 w 21"/>
                <a:gd name="T45" fmla="*/ 18 h 49"/>
                <a:gd name="T46" fmla="*/ 2 w 21"/>
                <a:gd name="T47" fmla="*/ 25 h 49"/>
                <a:gd name="T48" fmla="*/ 2 w 21"/>
                <a:gd name="T49" fmla="*/ 31 h 49"/>
                <a:gd name="T50" fmla="*/ 1 w 21"/>
                <a:gd name="T51" fmla="*/ 38 h 49"/>
                <a:gd name="T52" fmla="*/ 0 w 21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9">
                  <a:moveTo>
                    <a:pt x="0" y="44"/>
                  </a:moveTo>
                  <a:cubicBezTo>
                    <a:pt x="0" y="45"/>
                    <a:pt x="0" y="47"/>
                    <a:pt x="1" y="47"/>
                  </a:cubicBezTo>
                  <a:cubicBezTo>
                    <a:pt x="2" y="48"/>
                    <a:pt x="3" y="48"/>
                    <a:pt x="4" y="49"/>
                  </a:cubicBezTo>
                  <a:cubicBezTo>
                    <a:pt x="5" y="49"/>
                    <a:pt x="7" y="49"/>
                    <a:pt x="8" y="49"/>
                  </a:cubicBezTo>
                  <a:cubicBezTo>
                    <a:pt x="10" y="49"/>
                    <a:pt x="11" y="49"/>
                    <a:pt x="13" y="49"/>
                  </a:cubicBezTo>
                  <a:cubicBezTo>
                    <a:pt x="14" y="49"/>
                    <a:pt x="16" y="49"/>
                    <a:pt x="17" y="49"/>
                  </a:cubicBezTo>
                  <a:cubicBezTo>
                    <a:pt x="18" y="49"/>
                    <a:pt x="18" y="48"/>
                    <a:pt x="19" y="49"/>
                  </a:cubicBezTo>
                  <a:cubicBezTo>
                    <a:pt x="19" y="49"/>
                    <a:pt x="20" y="49"/>
                    <a:pt x="20" y="49"/>
                  </a:cubicBezTo>
                  <a:cubicBezTo>
                    <a:pt x="21" y="49"/>
                    <a:pt x="21" y="48"/>
                    <a:pt x="21" y="48"/>
                  </a:cubicBezTo>
                  <a:cubicBezTo>
                    <a:pt x="21" y="46"/>
                    <a:pt x="20" y="45"/>
                    <a:pt x="20" y="43"/>
                  </a:cubicBezTo>
                  <a:cubicBezTo>
                    <a:pt x="20" y="42"/>
                    <a:pt x="19" y="40"/>
                    <a:pt x="19" y="38"/>
                  </a:cubicBezTo>
                  <a:cubicBezTo>
                    <a:pt x="19" y="34"/>
                    <a:pt x="19" y="30"/>
                    <a:pt x="19" y="27"/>
                  </a:cubicBezTo>
                  <a:cubicBezTo>
                    <a:pt x="19" y="25"/>
                    <a:pt x="19" y="23"/>
                    <a:pt x="19" y="21"/>
                  </a:cubicBezTo>
                  <a:cubicBezTo>
                    <a:pt x="19" y="19"/>
                    <a:pt x="19" y="18"/>
                    <a:pt x="19" y="16"/>
                  </a:cubicBezTo>
                  <a:cubicBezTo>
                    <a:pt x="19" y="12"/>
                    <a:pt x="19" y="8"/>
                    <a:pt x="19" y="5"/>
                  </a:cubicBezTo>
                  <a:cubicBezTo>
                    <a:pt x="19" y="5"/>
                    <a:pt x="19" y="4"/>
                    <a:pt x="19" y="4"/>
                  </a:cubicBezTo>
                  <a:cubicBezTo>
                    <a:pt x="19" y="4"/>
                    <a:pt x="19" y="3"/>
                    <a:pt x="19" y="3"/>
                  </a:cubicBezTo>
                  <a:cubicBezTo>
                    <a:pt x="18" y="3"/>
                    <a:pt x="17" y="2"/>
                    <a:pt x="15" y="2"/>
                  </a:cubicBezTo>
                  <a:cubicBezTo>
                    <a:pt x="14" y="2"/>
                    <a:pt x="13" y="1"/>
                    <a:pt x="11" y="1"/>
                  </a:cubicBezTo>
                  <a:cubicBezTo>
                    <a:pt x="10" y="0"/>
                    <a:pt x="9" y="1"/>
                    <a:pt x="8" y="1"/>
                  </a:cubicBezTo>
                  <a:cubicBezTo>
                    <a:pt x="6" y="1"/>
                    <a:pt x="5" y="1"/>
                    <a:pt x="4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8"/>
                    <a:pt x="2" y="13"/>
                    <a:pt x="2" y="18"/>
                  </a:cubicBezTo>
                  <a:cubicBezTo>
                    <a:pt x="2" y="20"/>
                    <a:pt x="2" y="22"/>
                    <a:pt x="2" y="25"/>
                  </a:cubicBezTo>
                  <a:cubicBezTo>
                    <a:pt x="2" y="27"/>
                    <a:pt x="2" y="29"/>
                    <a:pt x="2" y="31"/>
                  </a:cubicBezTo>
                  <a:cubicBezTo>
                    <a:pt x="2" y="33"/>
                    <a:pt x="1" y="36"/>
                    <a:pt x="1" y="38"/>
                  </a:cubicBezTo>
                  <a:cubicBezTo>
                    <a:pt x="1" y="40"/>
                    <a:pt x="0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4" name="Freeform 336">
              <a:extLst>
                <a:ext uri="{FF2B5EF4-FFF2-40B4-BE49-F238E27FC236}">
                  <a16:creationId xmlns:a16="http://schemas.microsoft.com/office/drawing/2014/main" id="{D14BC96C-F723-46D9-B5E5-9EFFBC87A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7976" y="1855788"/>
              <a:ext cx="501650" cy="500063"/>
            </a:xfrm>
            <a:custGeom>
              <a:avLst/>
              <a:gdLst>
                <a:gd name="T0" fmla="*/ 1 w 126"/>
                <a:gd name="T1" fmla="*/ 88 h 126"/>
                <a:gd name="T2" fmla="*/ 1 w 126"/>
                <a:gd name="T3" fmla="*/ 95 h 126"/>
                <a:gd name="T4" fmla="*/ 11 w 126"/>
                <a:gd name="T5" fmla="*/ 108 h 126"/>
                <a:gd name="T6" fmla="*/ 18 w 126"/>
                <a:gd name="T7" fmla="*/ 115 h 126"/>
                <a:gd name="T8" fmla="*/ 23 w 126"/>
                <a:gd name="T9" fmla="*/ 120 h 126"/>
                <a:gd name="T10" fmla="*/ 30 w 126"/>
                <a:gd name="T11" fmla="*/ 123 h 126"/>
                <a:gd name="T12" fmla="*/ 38 w 126"/>
                <a:gd name="T13" fmla="*/ 123 h 126"/>
                <a:gd name="T14" fmla="*/ 43 w 126"/>
                <a:gd name="T15" fmla="*/ 122 h 126"/>
                <a:gd name="T16" fmla="*/ 48 w 126"/>
                <a:gd name="T17" fmla="*/ 123 h 126"/>
                <a:gd name="T18" fmla="*/ 57 w 126"/>
                <a:gd name="T19" fmla="*/ 123 h 126"/>
                <a:gd name="T20" fmla="*/ 76 w 126"/>
                <a:gd name="T21" fmla="*/ 125 h 126"/>
                <a:gd name="T22" fmla="*/ 80 w 126"/>
                <a:gd name="T23" fmla="*/ 123 h 126"/>
                <a:gd name="T24" fmla="*/ 84 w 126"/>
                <a:gd name="T25" fmla="*/ 121 h 126"/>
                <a:gd name="T26" fmla="*/ 93 w 126"/>
                <a:gd name="T27" fmla="*/ 119 h 126"/>
                <a:gd name="T28" fmla="*/ 103 w 126"/>
                <a:gd name="T29" fmla="*/ 119 h 126"/>
                <a:gd name="T30" fmla="*/ 112 w 126"/>
                <a:gd name="T31" fmla="*/ 119 h 126"/>
                <a:gd name="T32" fmla="*/ 120 w 126"/>
                <a:gd name="T33" fmla="*/ 116 h 126"/>
                <a:gd name="T34" fmla="*/ 125 w 126"/>
                <a:gd name="T35" fmla="*/ 111 h 126"/>
                <a:gd name="T36" fmla="*/ 126 w 126"/>
                <a:gd name="T37" fmla="*/ 102 h 126"/>
                <a:gd name="T38" fmla="*/ 124 w 126"/>
                <a:gd name="T39" fmla="*/ 93 h 126"/>
                <a:gd name="T40" fmla="*/ 120 w 126"/>
                <a:gd name="T41" fmla="*/ 85 h 126"/>
                <a:gd name="T42" fmla="*/ 123 w 126"/>
                <a:gd name="T43" fmla="*/ 76 h 126"/>
                <a:gd name="T44" fmla="*/ 124 w 126"/>
                <a:gd name="T45" fmla="*/ 72 h 126"/>
                <a:gd name="T46" fmla="*/ 124 w 126"/>
                <a:gd name="T47" fmla="*/ 68 h 126"/>
                <a:gd name="T48" fmla="*/ 124 w 126"/>
                <a:gd name="T49" fmla="*/ 64 h 126"/>
                <a:gd name="T50" fmla="*/ 124 w 126"/>
                <a:gd name="T51" fmla="*/ 60 h 126"/>
                <a:gd name="T52" fmla="*/ 121 w 126"/>
                <a:gd name="T53" fmla="*/ 51 h 126"/>
                <a:gd name="T54" fmla="*/ 115 w 126"/>
                <a:gd name="T55" fmla="*/ 46 h 126"/>
                <a:gd name="T56" fmla="*/ 112 w 126"/>
                <a:gd name="T57" fmla="*/ 42 h 126"/>
                <a:gd name="T58" fmla="*/ 110 w 126"/>
                <a:gd name="T59" fmla="*/ 37 h 126"/>
                <a:gd name="T60" fmla="*/ 108 w 126"/>
                <a:gd name="T61" fmla="*/ 34 h 126"/>
                <a:gd name="T62" fmla="*/ 106 w 126"/>
                <a:gd name="T63" fmla="*/ 31 h 126"/>
                <a:gd name="T64" fmla="*/ 106 w 126"/>
                <a:gd name="T65" fmla="*/ 26 h 126"/>
                <a:gd name="T66" fmla="*/ 104 w 126"/>
                <a:gd name="T67" fmla="*/ 23 h 126"/>
                <a:gd name="T68" fmla="*/ 99 w 126"/>
                <a:gd name="T69" fmla="*/ 17 h 126"/>
                <a:gd name="T70" fmla="*/ 95 w 126"/>
                <a:gd name="T71" fmla="*/ 14 h 126"/>
                <a:gd name="T72" fmla="*/ 93 w 126"/>
                <a:gd name="T73" fmla="*/ 11 h 126"/>
                <a:gd name="T74" fmla="*/ 90 w 126"/>
                <a:gd name="T75" fmla="*/ 7 h 126"/>
                <a:gd name="T76" fmla="*/ 88 w 126"/>
                <a:gd name="T77" fmla="*/ 5 h 126"/>
                <a:gd name="T78" fmla="*/ 79 w 126"/>
                <a:gd name="T79" fmla="*/ 2 h 126"/>
                <a:gd name="T80" fmla="*/ 75 w 126"/>
                <a:gd name="T81" fmla="*/ 0 h 126"/>
                <a:gd name="T82" fmla="*/ 65 w 126"/>
                <a:gd name="T83" fmla="*/ 1 h 126"/>
                <a:gd name="T84" fmla="*/ 59 w 126"/>
                <a:gd name="T85" fmla="*/ 6 h 126"/>
                <a:gd name="T86" fmla="*/ 51 w 126"/>
                <a:gd name="T87" fmla="*/ 10 h 126"/>
                <a:gd name="T88" fmla="*/ 44 w 126"/>
                <a:gd name="T89" fmla="*/ 14 h 126"/>
                <a:gd name="T90" fmla="*/ 33 w 126"/>
                <a:gd name="T91" fmla="*/ 25 h 126"/>
                <a:gd name="T92" fmla="*/ 20 w 126"/>
                <a:gd name="T93" fmla="*/ 37 h 126"/>
                <a:gd name="T94" fmla="*/ 8 w 126"/>
                <a:gd name="T95" fmla="*/ 46 h 126"/>
                <a:gd name="T96" fmla="*/ 4 w 126"/>
                <a:gd name="T97" fmla="*/ 54 h 126"/>
                <a:gd name="T98" fmla="*/ 2 w 126"/>
                <a:gd name="T99" fmla="*/ 62 h 126"/>
                <a:gd name="T100" fmla="*/ 1 w 126"/>
                <a:gd name="T101" fmla="*/ 79 h 126"/>
                <a:gd name="T102" fmla="*/ 1 w 126"/>
                <a:gd name="T103" fmla="*/ 8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6">
                  <a:moveTo>
                    <a:pt x="1" y="88"/>
                  </a:moveTo>
                  <a:cubicBezTo>
                    <a:pt x="0" y="90"/>
                    <a:pt x="0" y="92"/>
                    <a:pt x="1" y="95"/>
                  </a:cubicBezTo>
                  <a:cubicBezTo>
                    <a:pt x="3" y="100"/>
                    <a:pt x="6" y="104"/>
                    <a:pt x="11" y="108"/>
                  </a:cubicBezTo>
                  <a:cubicBezTo>
                    <a:pt x="13" y="110"/>
                    <a:pt x="16" y="112"/>
                    <a:pt x="18" y="115"/>
                  </a:cubicBezTo>
                  <a:cubicBezTo>
                    <a:pt x="19" y="117"/>
                    <a:pt x="21" y="119"/>
                    <a:pt x="23" y="120"/>
                  </a:cubicBezTo>
                  <a:cubicBezTo>
                    <a:pt x="25" y="121"/>
                    <a:pt x="28" y="123"/>
                    <a:pt x="30" y="123"/>
                  </a:cubicBezTo>
                  <a:cubicBezTo>
                    <a:pt x="33" y="123"/>
                    <a:pt x="35" y="124"/>
                    <a:pt x="38" y="123"/>
                  </a:cubicBezTo>
                  <a:cubicBezTo>
                    <a:pt x="40" y="123"/>
                    <a:pt x="42" y="122"/>
                    <a:pt x="43" y="122"/>
                  </a:cubicBezTo>
                  <a:cubicBezTo>
                    <a:pt x="45" y="122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69" y="126"/>
                    <a:pt x="76" y="125"/>
                  </a:cubicBezTo>
                  <a:cubicBezTo>
                    <a:pt x="77" y="124"/>
                    <a:pt x="79" y="124"/>
                    <a:pt x="80" y="123"/>
                  </a:cubicBezTo>
                  <a:cubicBezTo>
                    <a:pt x="81" y="123"/>
                    <a:pt x="83" y="122"/>
                    <a:pt x="84" y="121"/>
                  </a:cubicBezTo>
                  <a:cubicBezTo>
                    <a:pt x="87" y="120"/>
                    <a:pt x="90" y="119"/>
                    <a:pt x="93" y="119"/>
                  </a:cubicBezTo>
                  <a:cubicBezTo>
                    <a:pt x="96" y="119"/>
                    <a:pt x="100" y="119"/>
                    <a:pt x="103" y="119"/>
                  </a:cubicBezTo>
                  <a:cubicBezTo>
                    <a:pt x="106" y="119"/>
                    <a:pt x="109" y="119"/>
                    <a:pt x="112" y="119"/>
                  </a:cubicBezTo>
                  <a:cubicBezTo>
                    <a:pt x="115" y="118"/>
                    <a:pt x="118" y="117"/>
                    <a:pt x="120" y="116"/>
                  </a:cubicBezTo>
                  <a:cubicBezTo>
                    <a:pt x="122" y="115"/>
                    <a:pt x="124" y="113"/>
                    <a:pt x="125" y="111"/>
                  </a:cubicBezTo>
                  <a:cubicBezTo>
                    <a:pt x="126" y="108"/>
                    <a:pt x="126" y="105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0" y="88"/>
                    <a:pt x="120" y="85"/>
                  </a:cubicBezTo>
                  <a:cubicBezTo>
                    <a:pt x="120" y="82"/>
                    <a:pt x="122" y="79"/>
                    <a:pt x="123" y="76"/>
                  </a:cubicBezTo>
                  <a:cubicBezTo>
                    <a:pt x="124" y="75"/>
                    <a:pt x="124" y="74"/>
                    <a:pt x="124" y="72"/>
                  </a:cubicBezTo>
                  <a:cubicBezTo>
                    <a:pt x="125" y="71"/>
                    <a:pt x="124" y="69"/>
                    <a:pt x="124" y="68"/>
                  </a:cubicBezTo>
                  <a:cubicBezTo>
                    <a:pt x="124" y="67"/>
                    <a:pt x="124" y="65"/>
                    <a:pt x="124" y="64"/>
                  </a:cubicBezTo>
                  <a:cubicBezTo>
                    <a:pt x="124" y="62"/>
                    <a:pt x="125" y="61"/>
                    <a:pt x="124" y="60"/>
                  </a:cubicBezTo>
                  <a:cubicBezTo>
                    <a:pt x="124" y="56"/>
                    <a:pt x="123" y="54"/>
                    <a:pt x="121" y="51"/>
                  </a:cubicBezTo>
                  <a:cubicBezTo>
                    <a:pt x="119" y="49"/>
                    <a:pt x="117" y="47"/>
                    <a:pt x="115" y="46"/>
                  </a:cubicBezTo>
                  <a:cubicBezTo>
                    <a:pt x="114" y="45"/>
                    <a:pt x="113" y="43"/>
                    <a:pt x="112" y="42"/>
                  </a:cubicBezTo>
                  <a:cubicBezTo>
                    <a:pt x="110" y="41"/>
                    <a:pt x="110" y="39"/>
                    <a:pt x="110" y="37"/>
                  </a:cubicBezTo>
                  <a:cubicBezTo>
                    <a:pt x="109" y="36"/>
                    <a:pt x="109" y="35"/>
                    <a:pt x="108" y="34"/>
                  </a:cubicBezTo>
                  <a:cubicBezTo>
                    <a:pt x="108" y="33"/>
                    <a:pt x="107" y="32"/>
                    <a:pt x="106" y="31"/>
                  </a:cubicBezTo>
                  <a:cubicBezTo>
                    <a:pt x="106" y="29"/>
                    <a:pt x="106" y="28"/>
                    <a:pt x="106" y="26"/>
                  </a:cubicBezTo>
                  <a:cubicBezTo>
                    <a:pt x="106" y="25"/>
                    <a:pt x="105" y="24"/>
                    <a:pt x="104" y="23"/>
                  </a:cubicBezTo>
                  <a:cubicBezTo>
                    <a:pt x="103" y="20"/>
                    <a:pt x="101" y="18"/>
                    <a:pt x="99" y="17"/>
                  </a:cubicBezTo>
                  <a:cubicBezTo>
                    <a:pt x="98" y="16"/>
                    <a:pt x="97" y="15"/>
                    <a:pt x="95" y="14"/>
                  </a:cubicBezTo>
                  <a:cubicBezTo>
                    <a:pt x="94" y="13"/>
                    <a:pt x="94" y="12"/>
                    <a:pt x="93" y="11"/>
                  </a:cubicBezTo>
                  <a:cubicBezTo>
                    <a:pt x="92" y="10"/>
                    <a:pt x="91" y="9"/>
                    <a:pt x="90" y="7"/>
                  </a:cubicBezTo>
                  <a:cubicBezTo>
                    <a:pt x="89" y="6"/>
                    <a:pt x="89" y="5"/>
                    <a:pt x="88" y="5"/>
                  </a:cubicBezTo>
                  <a:cubicBezTo>
                    <a:pt x="85" y="3"/>
                    <a:pt x="82" y="2"/>
                    <a:pt x="79" y="2"/>
                  </a:cubicBezTo>
                  <a:cubicBezTo>
                    <a:pt x="78" y="1"/>
                    <a:pt x="76" y="1"/>
                    <a:pt x="75" y="0"/>
                  </a:cubicBezTo>
                  <a:cubicBezTo>
                    <a:pt x="75" y="0"/>
                    <a:pt x="67" y="0"/>
                    <a:pt x="65" y="1"/>
                  </a:cubicBezTo>
                  <a:cubicBezTo>
                    <a:pt x="63" y="3"/>
                    <a:pt x="61" y="4"/>
                    <a:pt x="59" y="6"/>
                  </a:cubicBezTo>
                  <a:cubicBezTo>
                    <a:pt x="56" y="8"/>
                    <a:pt x="54" y="9"/>
                    <a:pt x="51" y="10"/>
                  </a:cubicBezTo>
                  <a:cubicBezTo>
                    <a:pt x="49" y="11"/>
                    <a:pt x="46" y="12"/>
                    <a:pt x="44" y="14"/>
                  </a:cubicBezTo>
                  <a:cubicBezTo>
                    <a:pt x="40" y="17"/>
                    <a:pt x="36" y="21"/>
                    <a:pt x="33" y="25"/>
                  </a:cubicBezTo>
                  <a:cubicBezTo>
                    <a:pt x="30" y="30"/>
                    <a:pt x="25" y="34"/>
                    <a:pt x="20" y="37"/>
                  </a:cubicBezTo>
                  <a:cubicBezTo>
                    <a:pt x="16" y="40"/>
                    <a:pt x="11" y="42"/>
                    <a:pt x="8" y="46"/>
                  </a:cubicBezTo>
                  <a:cubicBezTo>
                    <a:pt x="6" y="49"/>
                    <a:pt x="5" y="51"/>
                    <a:pt x="4" y="54"/>
                  </a:cubicBezTo>
                  <a:cubicBezTo>
                    <a:pt x="3" y="56"/>
                    <a:pt x="2" y="59"/>
                    <a:pt x="2" y="62"/>
                  </a:cubicBezTo>
                  <a:cubicBezTo>
                    <a:pt x="0" y="67"/>
                    <a:pt x="1" y="73"/>
                    <a:pt x="1" y="79"/>
                  </a:cubicBezTo>
                  <a:cubicBezTo>
                    <a:pt x="2" y="82"/>
                    <a:pt x="2" y="85"/>
                    <a:pt x="1" y="8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5" name="Freeform 337">
              <a:extLst>
                <a:ext uri="{FF2B5EF4-FFF2-40B4-BE49-F238E27FC236}">
                  <a16:creationId xmlns:a16="http://schemas.microsoft.com/office/drawing/2014/main" id="{599F977E-CFCA-4F6E-8308-4AD34A334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7976" y="1855788"/>
              <a:ext cx="501650" cy="500063"/>
            </a:xfrm>
            <a:custGeom>
              <a:avLst/>
              <a:gdLst>
                <a:gd name="T0" fmla="*/ 1 w 126"/>
                <a:gd name="T1" fmla="*/ 88 h 126"/>
                <a:gd name="T2" fmla="*/ 1 w 126"/>
                <a:gd name="T3" fmla="*/ 95 h 126"/>
                <a:gd name="T4" fmla="*/ 11 w 126"/>
                <a:gd name="T5" fmla="*/ 108 h 126"/>
                <a:gd name="T6" fmla="*/ 18 w 126"/>
                <a:gd name="T7" fmla="*/ 115 h 126"/>
                <a:gd name="T8" fmla="*/ 23 w 126"/>
                <a:gd name="T9" fmla="*/ 120 h 126"/>
                <a:gd name="T10" fmla="*/ 30 w 126"/>
                <a:gd name="T11" fmla="*/ 123 h 126"/>
                <a:gd name="T12" fmla="*/ 38 w 126"/>
                <a:gd name="T13" fmla="*/ 123 h 126"/>
                <a:gd name="T14" fmla="*/ 43 w 126"/>
                <a:gd name="T15" fmla="*/ 122 h 126"/>
                <a:gd name="T16" fmla="*/ 48 w 126"/>
                <a:gd name="T17" fmla="*/ 123 h 126"/>
                <a:gd name="T18" fmla="*/ 57 w 126"/>
                <a:gd name="T19" fmla="*/ 123 h 126"/>
                <a:gd name="T20" fmla="*/ 76 w 126"/>
                <a:gd name="T21" fmla="*/ 125 h 126"/>
                <a:gd name="T22" fmla="*/ 80 w 126"/>
                <a:gd name="T23" fmla="*/ 123 h 126"/>
                <a:gd name="T24" fmla="*/ 84 w 126"/>
                <a:gd name="T25" fmla="*/ 121 h 126"/>
                <a:gd name="T26" fmla="*/ 93 w 126"/>
                <a:gd name="T27" fmla="*/ 119 h 126"/>
                <a:gd name="T28" fmla="*/ 103 w 126"/>
                <a:gd name="T29" fmla="*/ 119 h 126"/>
                <a:gd name="T30" fmla="*/ 112 w 126"/>
                <a:gd name="T31" fmla="*/ 119 h 126"/>
                <a:gd name="T32" fmla="*/ 120 w 126"/>
                <a:gd name="T33" fmla="*/ 116 h 126"/>
                <a:gd name="T34" fmla="*/ 125 w 126"/>
                <a:gd name="T35" fmla="*/ 111 h 126"/>
                <a:gd name="T36" fmla="*/ 126 w 126"/>
                <a:gd name="T37" fmla="*/ 102 h 126"/>
                <a:gd name="T38" fmla="*/ 124 w 126"/>
                <a:gd name="T39" fmla="*/ 93 h 126"/>
                <a:gd name="T40" fmla="*/ 120 w 126"/>
                <a:gd name="T41" fmla="*/ 85 h 126"/>
                <a:gd name="T42" fmla="*/ 123 w 126"/>
                <a:gd name="T43" fmla="*/ 76 h 126"/>
                <a:gd name="T44" fmla="*/ 124 w 126"/>
                <a:gd name="T45" fmla="*/ 72 h 126"/>
                <a:gd name="T46" fmla="*/ 124 w 126"/>
                <a:gd name="T47" fmla="*/ 68 h 126"/>
                <a:gd name="T48" fmla="*/ 124 w 126"/>
                <a:gd name="T49" fmla="*/ 64 h 126"/>
                <a:gd name="T50" fmla="*/ 124 w 126"/>
                <a:gd name="T51" fmla="*/ 60 h 126"/>
                <a:gd name="T52" fmla="*/ 121 w 126"/>
                <a:gd name="T53" fmla="*/ 51 h 126"/>
                <a:gd name="T54" fmla="*/ 115 w 126"/>
                <a:gd name="T55" fmla="*/ 46 h 126"/>
                <a:gd name="T56" fmla="*/ 112 w 126"/>
                <a:gd name="T57" fmla="*/ 42 h 126"/>
                <a:gd name="T58" fmla="*/ 110 w 126"/>
                <a:gd name="T59" fmla="*/ 37 h 126"/>
                <a:gd name="T60" fmla="*/ 108 w 126"/>
                <a:gd name="T61" fmla="*/ 34 h 126"/>
                <a:gd name="T62" fmla="*/ 106 w 126"/>
                <a:gd name="T63" fmla="*/ 31 h 126"/>
                <a:gd name="T64" fmla="*/ 106 w 126"/>
                <a:gd name="T65" fmla="*/ 26 h 126"/>
                <a:gd name="T66" fmla="*/ 104 w 126"/>
                <a:gd name="T67" fmla="*/ 23 h 126"/>
                <a:gd name="T68" fmla="*/ 99 w 126"/>
                <a:gd name="T69" fmla="*/ 17 h 126"/>
                <a:gd name="T70" fmla="*/ 95 w 126"/>
                <a:gd name="T71" fmla="*/ 14 h 126"/>
                <a:gd name="T72" fmla="*/ 93 w 126"/>
                <a:gd name="T73" fmla="*/ 11 h 126"/>
                <a:gd name="T74" fmla="*/ 90 w 126"/>
                <a:gd name="T75" fmla="*/ 7 h 126"/>
                <a:gd name="T76" fmla="*/ 88 w 126"/>
                <a:gd name="T77" fmla="*/ 5 h 126"/>
                <a:gd name="T78" fmla="*/ 79 w 126"/>
                <a:gd name="T79" fmla="*/ 2 h 126"/>
                <a:gd name="T80" fmla="*/ 75 w 126"/>
                <a:gd name="T81" fmla="*/ 0 h 126"/>
                <a:gd name="T82" fmla="*/ 65 w 126"/>
                <a:gd name="T83" fmla="*/ 1 h 126"/>
                <a:gd name="T84" fmla="*/ 59 w 126"/>
                <a:gd name="T85" fmla="*/ 6 h 126"/>
                <a:gd name="T86" fmla="*/ 51 w 126"/>
                <a:gd name="T87" fmla="*/ 10 h 126"/>
                <a:gd name="T88" fmla="*/ 44 w 126"/>
                <a:gd name="T89" fmla="*/ 14 h 126"/>
                <a:gd name="T90" fmla="*/ 33 w 126"/>
                <a:gd name="T91" fmla="*/ 25 h 126"/>
                <a:gd name="T92" fmla="*/ 20 w 126"/>
                <a:gd name="T93" fmla="*/ 37 h 126"/>
                <a:gd name="T94" fmla="*/ 8 w 126"/>
                <a:gd name="T95" fmla="*/ 46 h 126"/>
                <a:gd name="T96" fmla="*/ 4 w 126"/>
                <a:gd name="T97" fmla="*/ 54 h 126"/>
                <a:gd name="T98" fmla="*/ 2 w 126"/>
                <a:gd name="T99" fmla="*/ 62 h 126"/>
                <a:gd name="T100" fmla="*/ 1 w 126"/>
                <a:gd name="T101" fmla="*/ 79 h 126"/>
                <a:gd name="T102" fmla="*/ 1 w 126"/>
                <a:gd name="T103" fmla="*/ 8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6">
                  <a:moveTo>
                    <a:pt x="1" y="88"/>
                  </a:moveTo>
                  <a:cubicBezTo>
                    <a:pt x="0" y="90"/>
                    <a:pt x="0" y="92"/>
                    <a:pt x="1" y="95"/>
                  </a:cubicBezTo>
                  <a:cubicBezTo>
                    <a:pt x="3" y="100"/>
                    <a:pt x="6" y="104"/>
                    <a:pt x="11" y="108"/>
                  </a:cubicBezTo>
                  <a:cubicBezTo>
                    <a:pt x="13" y="110"/>
                    <a:pt x="16" y="112"/>
                    <a:pt x="18" y="115"/>
                  </a:cubicBezTo>
                  <a:cubicBezTo>
                    <a:pt x="19" y="117"/>
                    <a:pt x="21" y="119"/>
                    <a:pt x="23" y="120"/>
                  </a:cubicBezTo>
                  <a:cubicBezTo>
                    <a:pt x="25" y="121"/>
                    <a:pt x="28" y="123"/>
                    <a:pt x="30" y="123"/>
                  </a:cubicBezTo>
                  <a:cubicBezTo>
                    <a:pt x="33" y="123"/>
                    <a:pt x="35" y="124"/>
                    <a:pt x="38" y="123"/>
                  </a:cubicBezTo>
                  <a:cubicBezTo>
                    <a:pt x="40" y="123"/>
                    <a:pt x="42" y="122"/>
                    <a:pt x="43" y="122"/>
                  </a:cubicBezTo>
                  <a:cubicBezTo>
                    <a:pt x="45" y="122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69" y="126"/>
                    <a:pt x="76" y="125"/>
                  </a:cubicBezTo>
                  <a:cubicBezTo>
                    <a:pt x="77" y="124"/>
                    <a:pt x="79" y="124"/>
                    <a:pt x="80" y="123"/>
                  </a:cubicBezTo>
                  <a:cubicBezTo>
                    <a:pt x="81" y="123"/>
                    <a:pt x="83" y="122"/>
                    <a:pt x="84" y="121"/>
                  </a:cubicBezTo>
                  <a:cubicBezTo>
                    <a:pt x="87" y="120"/>
                    <a:pt x="90" y="119"/>
                    <a:pt x="93" y="119"/>
                  </a:cubicBezTo>
                  <a:cubicBezTo>
                    <a:pt x="96" y="119"/>
                    <a:pt x="100" y="119"/>
                    <a:pt x="103" y="119"/>
                  </a:cubicBezTo>
                  <a:cubicBezTo>
                    <a:pt x="106" y="119"/>
                    <a:pt x="109" y="119"/>
                    <a:pt x="112" y="119"/>
                  </a:cubicBezTo>
                  <a:cubicBezTo>
                    <a:pt x="115" y="118"/>
                    <a:pt x="118" y="117"/>
                    <a:pt x="120" y="116"/>
                  </a:cubicBezTo>
                  <a:cubicBezTo>
                    <a:pt x="122" y="115"/>
                    <a:pt x="124" y="113"/>
                    <a:pt x="125" y="111"/>
                  </a:cubicBezTo>
                  <a:cubicBezTo>
                    <a:pt x="126" y="108"/>
                    <a:pt x="126" y="105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0" y="88"/>
                    <a:pt x="120" y="85"/>
                  </a:cubicBezTo>
                  <a:cubicBezTo>
                    <a:pt x="120" y="82"/>
                    <a:pt x="122" y="79"/>
                    <a:pt x="123" y="76"/>
                  </a:cubicBezTo>
                  <a:cubicBezTo>
                    <a:pt x="124" y="75"/>
                    <a:pt x="124" y="74"/>
                    <a:pt x="124" y="72"/>
                  </a:cubicBezTo>
                  <a:cubicBezTo>
                    <a:pt x="125" y="71"/>
                    <a:pt x="124" y="69"/>
                    <a:pt x="124" y="68"/>
                  </a:cubicBezTo>
                  <a:cubicBezTo>
                    <a:pt x="124" y="67"/>
                    <a:pt x="124" y="65"/>
                    <a:pt x="124" y="64"/>
                  </a:cubicBezTo>
                  <a:cubicBezTo>
                    <a:pt x="124" y="62"/>
                    <a:pt x="125" y="61"/>
                    <a:pt x="124" y="60"/>
                  </a:cubicBezTo>
                  <a:cubicBezTo>
                    <a:pt x="124" y="56"/>
                    <a:pt x="123" y="54"/>
                    <a:pt x="121" y="51"/>
                  </a:cubicBezTo>
                  <a:cubicBezTo>
                    <a:pt x="119" y="49"/>
                    <a:pt x="117" y="47"/>
                    <a:pt x="115" y="46"/>
                  </a:cubicBezTo>
                  <a:cubicBezTo>
                    <a:pt x="114" y="45"/>
                    <a:pt x="113" y="43"/>
                    <a:pt x="112" y="42"/>
                  </a:cubicBezTo>
                  <a:cubicBezTo>
                    <a:pt x="110" y="41"/>
                    <a:pt x="110" y="39"/>
                    <a:pt x="110" y="37"/>
                  </a:cubicBezTo>
                  <a:cubicBezTo>
                    <a:pt x="109" y="36"/>
                    <a:pt x="109" y="35"/>
                    <a:pt x="108" y="34"/>
                  </a:cubicBezTo>
                  <a:cubicBezTo>
                    <a:pt x="108" y="33"/>
                    <a:pt x="107" y="32"/>
                    <a:pt x="106" y="31"/>
                  </a:cubicBezTo>
                  <a:cubicBezTo>
                    <a:pt x="106" y="29"/>
                    <a:pt x="106" y="28"/>
                    <a:pt x="106" y="26"/>
                  </a:cubicBezTo>
                  <a:cubicBezTo>
                    <a:pt x="106" y="25"/>
                    <a:pt x="105" y="24"/>
                    <a:pt x="104" y="23"/>
                  </a:cubicBezTo>
                  <a:cubicBezTo>
                    <a:pt x="103" y="20"/>
                    <a:pt x="101" y="18"/>
                    <a:pt x="99" y="17"/>
                  </a:cubicBezTo>
                  <a:cubicBezTo>
                    <a:pt x="98" y="16"/>
                    <a:pt x="97" y="15"/>
                    <a:pt x="95" y="14"/>
                  </a:cubicBezTo>
                  <a:cubicBezTo>
                    <a:pt x="94" y="13"/>
                    <a:pt x="94" y="12"/>
                    <a:pt x="93" y="11"/>
                  </a:cubicBezTo>
                  <a:cubicBezTo>
                    <a:pt x="92" y="10"/>
                    <a:pt x="91" y="9"/>
                    <a:pt x="90" y="7"/>
                  </a:cubicBezTo>
                  <a:cubicBezTo>
                    <a:pt x="89" y="6"/>
                    <a:pt x="89" y="5"/>
                    <a:pt x="88" y="5"/>
                  </a:cubicBezTo>
                  <a:cubicBezTo>
                    <a:pt x="85" y="3"/>
                    <a:pt x="82" y="2"/>
                    <a:pt x="79" y="2"/>
                  </a:cubicBezTo>
                  <a:cubicBezTo>
                    <a:pt x="78" y="1"/>
                    <a:pt x="76" y="1"/>
                    <a:pt x="75" y="0"/>
                  </a:cubicBezTo>
                  <a:cubicBezTo>
                    <a:pt x="75" y="0"/>
                    <a:pt x="67" y="0"/>
                    <a:pt x="65" y="1"/>
                  </a:cubicBezTo>
                  <a:cubicBezTo>
                    <a:pt x="63" y="3"/>
                    <a:pt x="61" y="4"/>
                    <a:pt x="59" y="6"/>
                  </a:cubicBezTo>
                  <a:cubicBezTo>
                    <a:pt x="56" y="8"/>
                    <a:pt x="54" y="9"/>
                    <a:pt x="51" y="10"/>
                  </a:cubicBezTo>
                  <a:cubicBezTo>
                    <a:pt x="49" y="11"/>
                    <a:pt x="46" y="12"/>
                    <a:pt x="44" y="14"/>
                  </a:cubicBezTo>
                  <a:cubicBezTo>
                    <a:pt x="40" y="17"/>
                    <a:pt x="36" y="21"/>
                    <a:pt x="33" y="25"/>
                  </a:cubicBezTo>
                  <a:cubicBezTo>
                    <a:pt x="30" y="30"/>
                    <a:pt x="25" y="34"/>
                    <a:pt x="20" y="37"/>
                  </a:cubicBezTo>
                  <a:cubicBezTo>
                    <a:pt x="16" y="40"/>
                    <a:pt x="11" y="42"/>
                    <a:pt x="8" y="46"/>
                  </a:cubicBezTo>
                  <a:cubicBezTo>
                    <a:pt x="6" y="49"/>
                    <a:pt x="5" y="51"/>
                    <a:pt x="4" y="54"/>
                  </a:cubicBezTo>
                  <a:cubicBezTo>
                    <a:pt x="3" y="56"/>
                    <a:pt x="2" y="59"/>
                    <a:pt x="2" y="62"/>
                  </a:cubicBezTo>
                  <a:cubicBezTo>
                    <a:pt x="0" y="67"/>
                    <a:pt x="1" y="73"/>
                    <a:pt x="1" y="79"/>
                  </a:cubicBezTo>
                  <a:cubicBezTo>
                    <a:pt x="2" y="82"/>
                    <a:pt x="2" y="85"/>
                    <a:pt x="1" y="8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6" name="Freeform 338">
              <a:extLst>
                <a:ext uri="{FF2B5EF4-FFF2-40B4-BE49-F238E27FC236}">
                  <a16:creationId xmlns:a16="http://schemas.microsoft.com/office/drawing/2014/main" id="{72821E50-FEFC-414E-8883-E192E03E3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5376" y="2260600"/>
              <a:ext cx="84138" cy="193675"/>
            </a:xfrm>
            <a:custGeom>
              <a:avLst/>
              <a:gdLst>
                <a:gd name="T0" fmla="*/ 0 w 21"/>
                <a:gd name="T1" fmla="*/ 44 h 49"/>
                <a:gd name="T2" fmla="*/ 1 w 21"/>
                <a:gd name="T3" fmla="*/ 47 h 49"/>
                <a:gd name="T4" fmla="*/ 4 w 21"/>
                <a:gd name="T5" fmla="*/ 48 h 49"/>
                <a:gd name="T6" fmla="*/ 8 w 21"/>
                <a:gd name="T7" fmla="*/ 49 h 49"/>
                <a:gd name="T8" fmla="*/ 13 w 21"/>
                <a:gd name="T9" fmla="*/ 49 h 49"/>
                <a:gd name="T10" fmla="*/ 17 w 21"/>
                <a:gd name="T11" fmla="*/ 48 h 49"/>
                <a:gd name="T12" fmla="*/ 19 w 21"/>
                <a:gd name="T13" fmla="*/ 48 h 49"/>
                <a:gd name="T14" fmla="*/ 20 w 21"/>
                <a:gd name="T15" fmla="*/ 48 h 49"/>
                <a:gd name="T16" fmla="*/ 21 w 21"/>
                <a:gd name="T17" fmla="*/ 48 h 49"/>
                <a:gd name="T18" fmla="*/ 20 w 21"/>
                <a:gd name="T19" fmla="*/ 43 h 49"/>
                <a:gd name="T20" fmla="*/ 19 w 21"/>
                <a:gd name="T21" fmla="*/ 38 h 49"/>
                <a:gd name="T22" fmla="*/ 19 w 21"/>
                <a:gd name="T23" fmla="*/ 26 h 49"/>
                <a:gd name="T24" fmla="*/ 19 w 21"/>
                <a:gd name="T25" fmla="*/ 21 h 49"/>
                <a:gd name="T26" fmla="*/ 19 w 21"/>
                <a:gd name="T27" fmla="*/ 15 h 49"/>
                <a:gd name="T28" fmla="*/ 19 w 21"/>
                <a:gd name="T29" fmla="*/ 4 h 49"/>
                <a:gd name="T30" fmla="*/ 19 w 21"/>
                <a:gd name="T31" fmla="*/ 4 h 49"/>
                <a:gd name="T32" fmla="*/ 19 w 21"/>
                <a:gd name="T33" fmla="*/ 3 h 49"/>
                <a:gd name="T34" fmla="*/ 15 w 21"/>
                <a:gd name="T35" fmla="*/ 2 h 49"/>
                <a:gd name="T36" fmla="*/ 11 w 21"/>
                <a:gd name="T37" fmla="*/ 0 h 49"/>
                <a:gd name="T38" fmla="*/ 8 w 21"/>
                <a:gd name="T39" fmla="*/ 0 h 49"/>
                <a:gd name="T40" fmla="*/ 4 w 21"/>
                <a:gd name="T41" fmla="*/ 1 h 49"/>
                <a:gd name="T42" fmla="*/ 2 w 21"/>
                <a:gd name="T43" fmla="*/ 3 h 49"/>
                <a:gd name="T44" fmla="*/ 2 w 21"/>
                <a:gd name="T45" fmla="*/ 17 h 49"/>
                <a:gd name="T46" fmla="*/ 2 w 21"/>
                <a:gd name="T47" fmla="*/ 24 h 49"/>
                <a:gd name="T48" fmla="*/ 2 w 21"/>
                <a:gd name="T49" fmla="*/ 31 h 49"/>
                <a:gd name="T50" fmla="*/ 1 w 21"/>
                <a:gd name="T51" fmla="*/ 38 h 49"/>
                <a:gd name="T52" fmla="*/ 0 w 21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9">
                  <a:moveTo>
                    <a:pt x="0" y="44"/>
                  </a:moveTo>
                  <a:cubicBezTo>
                    <a:pt x="0" y="45"/>
                    <a:pt x="0" y="47"/>
                    <a:pt x="1" y="47"/>
                  </a:cubicBezTo>
                  <a:cubicBezTo>
                    <a:pt x="2" y="48"/>
                    <a:pt x="3" y="48"/>
                    <a:pt x="4" y="48"/>
                  </a:cubicBezTo>
                  <a:cubicBezTo>
                    <a:pt x="5" y="48"/>
                    <a:pt x="7" y="49"/>
                    <a:pt x="8" y="49"/>
                  </a:cubicBezTo>
                  <a:cubicBezTo>
                    <a:pt x="10" y="49"/>
                    <a:pt x="11" y="49"/>
                    <a:pt x="13" y="49"/>
                  </a:cubicBezTo>
                  <a:cubicBezTo>
                    <a:pt x="14" y="48"/>
                    <a:pt x="16" y="48"/>
                    <a:pt x="17" y="48"/>
                  </a:cubicBezTo>
                  <a:cubicBezTo>
                    <a:pt x="18" y="48"/>
                    <a:pt x="18" y="48"/>
                    <a:pt x="19" y="48"/>
                  </a:cubicBezTo>
                  <a:cubicBezTo>
                    <a:pt x="19" y="48"/>
                    <a:pt x="20" y="49"/>
                    <a:pt x="20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6"/>
                    <a:pt x="20" y="45"/>
                    <a:pt x="20" y="43"/>
                  </a:cubicBezTo>
                  <a:cubicBezTo>
                    <a:pt x="20" y="41"/>
                    <a:pt x="19" y="39"/>
                    <a:pt x="19" y="38"/>
                  </a:cubicBezTo>
                  <a:cubicBezTo>
                    <a:pt x="19" y="34"/>
                    <a:pt x="19" y="30"/>
                    <a:pt x="19" y="26"/>
                  </a:cubicBezTo>
                  <a:cubicBezTo>
                    <a:pt x="19" y="25"/>
                    <a:pt x="19" y="23"/>
                    <a:pt x="19" y="21"/>
                  </a:cubicBezTo>
                  <a:cubicBezTo>
                    <a:pt x="19" y="19"/>
                    <a:pt x="19" y="17"/>
                    <a:pt x="19" y="15"/>
                  </a:cubicBezTo>
                  <a:cubicBezTo>
                    <a:pt x="19" y="12"/>
                    <a:pt x="19" y="8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3"/>
                    <a:pt x="19" y="3"/>
                  </a:cubicBezTo>
                  <a:cubicBezTo>
                    <a:pt x="18" y="2"/>
                    <a:pt x="17" y="2"/>
                    <a:pt x="15" y="2"/>
                  </a:cubicBezTo>
                  <a:cubicBezTo>
                    <a:pt x="14" y="2"/>
                    <a:pt x="13" y="1"/>
                    <a:pt x="11" y="0"/>
                  </a:cubicBezTo>
                  <a:cubicBezTo>
                    <a:pt x="10" y="0"/>
                    <a:pt x="9" y="0"/>
                    <a:pt x="8" y="0"/>
                  </a:cubicBezTo>
                  <a:cubicBezTo>
                    <a:pt x="6" y="0"/>
                    <a:pt x="5" y="0"/>
                    <a:pt x="4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8"/>
                    <a:pt x="2" y="13"/>
                    <a:pt x="2" y="17"/>
                  </a:cubicBezTo>
                  <a:cubicBezTo>
                    <a:pt x="2" y="20"/>
                    <a:pt x="2" y="22"/>
                    <a:pt x="2" y="24"/>
                  </a:cubicBezTo>
                  <a:cubicBezTo>
                    <a:pt x="2" y="27"/>
                    <a:pt x="2" y="29"/>
                    <a:pt x="2" y="31"/>
                  </a:cubicBezTo>
                  <a:cubicBezTo>
                    <a:pt x="2" y="33"/>
                    <a:pt x="1" y="36"/>
                    <a:pt x="1" y="38"/>
                  </a:cubicBezTo>
                  <a:cubicBezTo>
                    <a:pt x="1" y="40"/>
                    <a:pt x="0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7" name="Freeform 339">
              <a:extLst>
                <a:ext uri="{FF2B5EF4-FFF2-40B4-BE49-F238E27FC236}">
                  <a16:creationId xmlns:a16="http://schemas.microsoft.com/office/drawing/2014/main" id="{12DD7CA7-0B9A-42AC-94D2-23FD6D2C7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5376" y="2260600"/>
              <a:ext cx="84138" cy="193675"/>
            </a:xfrm>
            <a:custGeom>
              <a:avLst/>
              <a:gdLst>
                <a:gd name="T0" fmla="*/ 0 w 21"/>
                <a:gd name="T1" fmla="*/ 44 h 49"/>
                <a:gd name="T2" fmla="*/ 1 w 21"/>
                <a:gd name="T3" fmla="*/ 47 h 49"/>
                <a:gd name="T4" fmla="*/ 4 w 21"/>
                <a:gd name="T5" fmla="*/ 48 h 49"/>
                <a:gd name="T6" fmla="*/ 8 w 21"/>
                <a:gd name="T7" fmla="*/ 49 h 49"/>
                <a:gd name="T8" fmla="*/ 13 w 21"/>
                <a:gd name="T9" fmla="*/ 49 h 49"/>
                <a:gd name="T10" fmla="*/ 17 w 21"/>
                <a:gd name="T11" fmla="*/ 48 h 49"/>
                <a:gd name="T12" fmla="*/ 19 w 21"/>
                <a:gd name="T13" fmla="*/ 48 h 49"/>
                <a:gd name="T14" fmla="*/ 20 w 21"/>
                <a:gd name="T15" fmla="*/ 48 h 49"/>
                <a:gd name="T16" fmla="*/ 21 w 21"/>
                <a:gd name="T17" fmla="*/ 48 h 49"/>
                <a:gd name="T18" fmla="*/ 20 w 21"/>
                <a:gd name="T19" fmla="*/ 43 h 49"/>
                <a:gd name="T20" fmla="*/ 19 w 21"/>
                <a:gd name="T21" fmla="*/ 38 h 49"/>
                <a:gd name="T22" fmla="*/ 19 w 21"/>
                <a:gd name="T23" fmla="*/ 26 h 49"/>
                <a:gd name="T24" fmla="*/ 19 w 21"/>
                <a:gd name="T25" fmla="*/ 21 h 49"/>
                <a:gd name="T26" fmla="*/ 19 w 21"/>
                <a:gd name="T27" fmla="*/ 15 h 49"/>
                <a:gd name="T28" fmla="*/ 19 w 21"/>
                <a:gd name="T29" fmla="*/ 4 h 49"/>
                <a:gd name="T30" fmla="*/ 19 w 21"/>
                <a:gd name="T31" fmla="*/ 4 h 49"/>
                <a:gd name="T32" fmla="*/ 19 w 21"/>
                <a:gd name="T33" fmla="*/ 3 h 49"/>
                <a:gd name="T34" fmla="*/ 15 w 21"/>
                <a:gd name="T35" fmla="*/ 2 h 49"/>
                <a:gd name="T36" fmla="*/ 11 w 21"/>
                <a:gd name="T37" fmla="*/ 0 h 49"/>
                <a:gd name="T38" fmla="*/ 8 w 21"/>
                <a:gd name="T39" fmla="*/ 0 h 49"/>
                <a:gd name="T40" fmla="*/ 4 w 21"/>
                <a:gd name="T41" fmla="*/ 1 h 49"/>
                <a:gd name="T42" fmla="*/ 2 w 21"/>
                <a:gd name="T43" fmla="*/ 3 h 49"/>
                <a:gd name="T44" fmla="*/ 2 w 21"/>
                <a:gd name="T45" fmla="*/ 17 h 49"/>
                <a:gd name="T46" fmla="*/ 2 w 21"/>
                <a:gd name="T47" fmla="*/ 24 h 49"/>
                <a:gd name="T48" fmla="*/ 2 w 21"/>
                <a:gd name="T49" fmla="*/ 31 h 49"/>
                <a:gd name="T50" fmla="*/ 1 w 21"/>
                <a:gd name="T51" fmla="*/ 38 h 49"/>
                <a:gd name="T52" fmla="*/ 0 w 21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9">
                  <a:moveTo>
                    <a:pt x="0" y="44"/>
                  </a:moveTo>
                  <a:cubicBezTo>
                    <a:pt x="0" y="45"/>
                    <a:pt x="0" y="47"/>
                    <a:pt x="1" y="47"/>
                  </a:cubicBezTo>
                  <a:cubicBezTo>
                    <a:pt x="2" y="48"/>
                    <a:pt x="3" y="48"/>
                    <a:pt x="4" y="48"/>
                  </a:cubicBezTo>
                  <a:cubicBezTo>
                    <a:pt x="5" y="48"/>
                    <a:pt x="7" y="49"/>
                    <a:pt x="8" y="49"/>
                  </a:cubicBezTo>
                  <a:cubicBezTo>
                    <a:pt x="10" y="49"/>
                    <a:pt x="11" y="49"/>
                    <a:pt x="13" y="49"/>
                  </a:cubicBezTo>
                  <a:cubicBezTo>
                    <a:pt x="14" y="48"/>
                    <a:pt x="16" y="48"/>
                    <a:pt x="17" y="48"/>
                  </a:cubicBezTo>
                  <a:cubicBezTo>
                    <a:pt x="18" y="48"/>
                    <a:pt x="18" y="48"/>
                    <a:pt x="19" y="48"/>
                  </a:cubicBezTo>
                  <a:cubicBezTo>
                    <a:pt x="19" y="48"/>
                    <a:pt x="20" y="49"/>
                    <a:pt x="20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6"/>
                    <a:pt x="20" y="45"/>
                    <a:pt x="20" y="43"/>
                  </a:cubicBezTo>
                  <a:cubicBezTo>
                    <a:pt x="20" y="41"/>
                    <a:pt x="19" y="39"/>
                    <a:pt x="19" y="38"/>
                  </a:cubicBezTo>
                  <a:cubicBezTo>
                    <a:pt x="19" y="34"/>
                    <a:pt x="19" y="30"/>
                    <a:pt x="19" y="26"/>
                  </a:cubicBezTo>
                  <a:cubicBezTo>
                    <a:pt x="19" y="25"/>
                    <a:pt x="19" y="23"/>
                    <a:pt x="19" y="21"/>
                  </a:cubicBezTo>
                  <a:cubicBezTo>
                    <a:pt x="19" y="19"/>
                    <a:pt x="19" y="17"/>
                    <a:pt x="19" y="15"/>
                  </a:cubicBezTo>
                  <a:cubicBezTo>
                    <a:pt x="19" y="12"/>
                    <a:pt x="19" y="8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3"/>
                    <a:pt x="19" y="3"/>
                  </a:cubicBezTo>
                  <a:cubicBezTo>
                    <a:pt x="18" y="2"/>
                    <a:pt x="17" y="2"/>
                    <a:pt x="15" y="2"/>
                  </a:cubicBezTo>
                  <a:cubicBezTo>
                    <a:pt x="14" y="2"/>
                    <a:pt x="13" y="1"/>
                    <a:pt x="11" y="0"/>
                  </a:cubicBezTo>
                  <a:cubicBezTo>
                    <a:pt x="10" y="0"/>
                    <a:pt x="9" y="0"/>
                    <a:pt x="8" y="0"/>
                  </a:cubicBezTo>
                  <a:cubicBezTo>
                    <a:pt x="6" y="0"/>
                    <a:pt x="5" y="0"/>
                    <a:pt x="4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8"/>
                    <a:pt x="2" y="13"/>
                    <a:pt x="2" y="17"/>
                  </a:cubicBezTo>
                  <a:cubicBezTo>
                    <a:pt x="2" y="20"/>
                    <a:pt x="2" y="22"/>
                    <a:pt x="2" y="24"/>
                  </a:cubicBezTo>
                  <a:cubicBezTo>
                    <a:pt x="2" y="27"/>
                    <a:pt x="2" y="29"/>
                    <a:pt x="2" y="31"/>
                  </a:cubicBezTo>
                  <a:cubicBezTo>
                    <a:pt x="2" y="33"/>
                    <a:pt x="1" y="36"/>
                    <a:pt x="1" y="38"/>
                  </a:cubicBezTo>
                  <a:cubicBezTo>
                    <a:pt x="1" y="40"/>
                    <a:pt x="0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8" name="Freeform 340">
              <a:extLst>
                <a:ext uri="{FF2B5EF4-FFF2-40B4-BE49-F238E27FC236}">
                  <a16:creationId xmlns:a16="http://schemas.microsoft.com/office/drawing/2014/main" id="{2838BC9F-1FAF-44C0-AA1C-C88B6A127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1063" y="1811338"/>
              <a:ext cx="500063" cy="496888"/>
            </a:xfrm>
            <a:custGeom>
              <a:avLst/>
              <a:gdLst>
                <a:gd name="T0" fmla="*/ 1 w 126"/>
                <a:gd name="T1" fmla="*/ 87 h 125"/>
                <a:gd name="T2" fmla="*/ 1 w 126"/>
                <a:gd name="T3" fmla="*/ 94 h 125"/>
                <a:gd name="T4" fmla="*/ 11 w 126"/>
                <a:gd name="T5" fmla="*/ 108 h 125"/>
                <a:gd name="T6" fmla="*/ 18 w 126"/>
                <a:gd name="T7" fmla="*/ 115 h 125"/>
                <a:gd name="T8" fmla="*/ 23 w 126"/>
                <a:gd name="T9" fmla="*/ 120 h 125"/>
                <a:gd name="T10" fmla="*/ 30 w 126"/>
                <a:gd name="T11" fmla="*/ 122 h 125"/>
                <a:gd name="T12" fmla="*/ 38 w 126"/>
                <a:gd name="T13" fmla="*/ 123 h 125"/>
                <a:gd name="T14" fmla="*/ 43 w 126"/>
                <a:gd name="T15" fmla="*/ 122 h 125"/>
                <a:gd name="T16" fmla="*/ 48 w 126"/>
                <a:gd name="T17" fmla="*/ 123 h 125"/>
                <a:gd name="T18" fmla="*/ 57 w 126"/>
                <a:gd name="T19" fmla="*/ 123 h 125"/>
                <a:gd name="T20" fmla="*/ 76 w 126"/>
                <a:gd name="T21" fmla="*/ 124 h 125"/>
                <a:gd name="T22" fmla="*/ 80 w 126"/>
                <a:gd name="T23" fmla="*/ 123 h 125"/>
                <a:gd name="T24" fmla="*/ 84 w 126"/>
                <a:gd name="T25" fmla="*/ 121 h 125"/>
                <a:gd name="T26" fmla="*/ 93 w 126"/>
                <a:gd name="T27" fmla="*/ 119 h 125"/>
                <a:gd name="T28" fmla="*/ 103 w 126"/>
                <a:gd name="T29" fmla="*/ 119 h 125"/>
                <a:gd name="T30" fmla="*/ 112 w 126"/>
                <a:gd name="T31" fmla="*/ 118 h 125"/>
                <a:gd name="T32" fmla="*/ 120 w 126"/>
                <a:gd name="T33" fmla="*/ 116 h 125"/>
                <a:gd name="T34" fmla="*/ 125 w 126"/>
                <a:gd name="T35" fmla="*/ 110 h 125"/>
                <a:gd name="T36" fmla="*/ 126 w 126"/>
                <a:gd name="T37" fmla="*/ 102 h 125"/>
                <a:gd name="T38" fmla="*/ 124 w 126"/>
                <a:gd name="T39" fmla="*/ 93 h 125"/>
                <a:gd name="T40" fmla="*/ 120 w 126"/>
                <a:gd name="T41" fmla="*/ 85 h 125"/>
                <a:gd name="T42" fmla="*/ 123 w 126"/>
                <a:gd name="T43" fmla="*/ 76 h 125"/>
                <a:gd name="T44" fmla="*/ 124 w 126"/>
                <a:gd name="T45" fmla="*/ 72 h 125"/>
                <a:gd name="T46" fmla="*/ 124 w 126"/>
                <a:gd name="T47" fmla="*/ 68 h 125"/>
                <a:gd name="T48" fmla="*/ 124 w 126"/>
                <a:gd name="T49" fmla="*/ 63 h 125"/>
                <a:gd name="T50" fmla="*/ 124 w 126"/>
                <a:gd name="T51" fmla="*/ 59 h 125"/>
                <a:gd name="T52" fmla="*/ 121 w 126"/>
                <a:gd name="T53" fmla="*/ 51 h 125"/>
                <a:gd name="T54" fmla="*/ 115 w 126"/>
                <a:gd name="T55" fmla="*/ 45 h 125"/>
                <a:gd name="T56" fmla="*/ 112 w 126"/>
                <a:gd name="T57" fmla="*/ 42 h 125"/>
                <a:gd name="T58" fmla="*/ 110 w 126"/>
                <a:gd name="T59" fmla="*/ 37 h 125"/>
                <a:gd name="T60" fmla="*/ 108 w 126"/>
                <a:gd name="T61" fmla="*/ 34 h 125"/>
                <a:gd name="T62" fmla="*/ 106 w 126"/>
                <a:gd name="T63" fmla="*/ 30 h 125"/>
                <a:gd name="T64" fmla="*/ 106 w 126"/>
                <a:gd name="T65" fmla="*/ 26 h 125"/>
                <a:gd name="T66" fmla="*/ 104 w 126"/>
                <a:gd name="T67" fmla="*/ 22 h 125"/>
                <a:gd name="T68" fmla="*/ 99 w 126"/>
                <a:gd name="T69" fmla="*/ 17 h 125"/>
                <a:gd name="T70" fmla="*/ 95 w 126"/>
                <a:gd name="T71" fmla="*/ 14 h 125"/>
                <a:gd name="T72" fmla="*/ 93 w 126"/>
                <a:gd name="T73" fmla="*/ 11 h 125"/>
                <a:gd name="T74" fmla="*/ 90 w 126"/>
                <a:gd name="T75" fmla="*/ 7 h 125"/>
                <a:gd name="T76" fmla="*/ 88 w 126"/>
                <a:gd name="T77" fmla="*/ 4 h 125"/>
                <a:gd name="T78" fmla="*/ 79 w 126"/>
                <a:gd name="T79" fmla="*/ 1 h 125"/>
                <a:gd name="T80" fmla="*/ 75 w 126"/>
                <a:gd name="T81" fmla="*/ 0 h 125"/>
                <a:gd name="T82" fmla="*/ 65 w 126"/>
                <a:gd name="T83" fmla="*/ 1 h 125"/>
                <a:gd name="T84" fmla="*/ 59 w 126"/>
                <a:gd name="T85" fmla="*/ 5 h 125"/>
                <a:gd name="T86" fmla="*/ 51 w 126"/>
                <a:gd name="T87" fmla="*/ 10 h 125"/>
                <a:gd name="T88" fmla="*/ 44 w 126"/>
                <a:gd name="T89" fmla="*/ 14 h 125"/>
                <a:gd name="T90" fmla="*/ 33 w 126"/>
                <a:gd name="T91" fmla="*/ 25 h 125"/>
                <a:gd name="T92" fmla="*/ 20 w 126"/>
                <a:gd name="T93" fmla="*/ 37 h 125"/>
                <a:gd name="T94" fmla="*/ 8 w 126"/>
                <a:gd name="T95" fmla="*/ 46 h 125"/>
                <a:gd name="T96" fmla="*/ 4 w 126"/>
                <a:gd name="T97" fmla="*/ 53 h 125"/>
                <a:gd name="T98" fmla="*/ 2 w 126"/>
                <a:gd name="T99" fmla="*/ 61 h 125"/>
                <a:gd name="T100" fmla="*/ 1 w 126"/>
                <a:gd name="T101" fmla="*/ 78 h 125"/>
                <a:gd name="T102" fmla="*/ 1 w 126"/>
                <a:gd name="T103" fmla="*/ 8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5">
                  <a:moveTo>
                    <a:pt x="1" y="87"/>
                  </a:moveTo>
                  <a:cubicBezTo>
                    <a:pt x="0" y="90"/>
                    <a:pt x="0" y="92"/>
                    <a:pt x="1" y="94"/>
                  </a:cubicBezTo>
                  <a:cubicBezTo>
                    <a:pt x="3" y="100"/>
                    <a:pt x="6" y="104"/>
                    <a:pt x="11" y="108"/>
                  </a:cubicBezTo>
                  <a:cubicBezTo>
                    <a:pt x="13" y="110"/>
                    <a:pt x="16" y="112"/>
                    <a:pt x="18" y="115"/>
                  </a:cubicBezTo>
                  <a:cubicBezTo>
                    <a:pt x="20" y="116"/>
                    <a:pt x="21" y="119"/>
                    <a:pt x="23" y="120"/>
                  </a:cubicBezTo>
                  <a:cubicBezTo>
                    <a:pt x="25" y="121"/>
                    <a:pt x="28" y="122"/>
                    <a:pt x="30" y="122"/>
                  </a:cubicBezTo>
                  <a:cubicBezTo>
                    <a:pt x="33" y="122"/>
                    <a:pt x="35" y="124"/>
                    <a:pt x="38" y="123"/>
                  </a:cubicBezTo>
                  <a:cubicBezTo>
                    <a:pt x="40" y="123"/>
                    <a:pt x="42" y="122"/>
                    <a:pt x="43" y="122"/>
                  </a:cubicBezTo>
                  <a:cubicBezTo>
                    <a:pt x="45" y="122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69" y="125"/>
                    <a:pt x="76" y="124"/>
                  </a:cubicBezTo>
                  <a:cubicBezTo>
                    <a:pt x="77" y="124"/>
                    <a:pt x="79" y="124"/>
                    <a:pt x="80" y="123"/>
                  </a:cubicBezTo>
                  <a:cubicBezTo>
                    <a:pt x="81" y="122"/>
                    <a:pt x="83" y="121"/>
                    <a:pt x="84" y="121"/>
                  </a:cubicBezTo>
                  <a:cubicBezTo>
                    <a:pt x="87" y="119"/>
                    <a:pt x="90" y="119"/>
                    <a:pt x="93" y="119"/>
                  </a:cubicBezTo>
                  <a:cubicBezTo>
                    <a:pt x="96" y="119"/>
                    <a:pt x="100" y="119"/>
                    <a:pt x="103" y="119"/>
                  </a:cubicBezTo>
                  <a:cubicBezTo>
                    <a:pt x="106" y="119"/>
                    <a:pt x="109" y="119"/>
                    <a:pt x="112" y="118"/>
                  </a:cubicBezTo>
                  <a:cubicBezTo>
                    <a:pt x="115" y="118"/>
                    <a:pt x="118" y="117"/>
                    <a:pt x="120" y="116"/>
                  </a:cubicBezTo>
                  <a:cubicBezTo>
                    <a:pt x="122" y="114"/>
                    <a:pt x="124" y="113"/>
                    <a:pt x="125" y="110"/>
                  </a:cubicBezTo>
                  <a:cubicBezTo>
                    <a:pt x="126" y="108"/>
                    <a:pt x="126" y="105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0" y="88"/>
                    <a:pt x="120" y="85"/>
                  </a:cubicBezTo>
                  <a:cubicBezTo>
                    <a:pt x="120" y="81"/>
                    <a:pt x="121" y="79"/>
                    <a:pt x="123" y="76"/>
                  </a:cubicBezTo>
                  <a:cubicBezTo>
                    <a:pt x="124" y="75"/>
                    <a:pt x="124" y="73"/>
                    <a:pt x="124" y="72"/>
                  </a:cubicBezTo>
                  <a:cubicBezTo>
                    <a:pt x="125" y="71"/>
                    <a:pt x="124" y="69"/>
                    <a:pt x="124" y="68"/>
                  </a:cubicBezTo>
                  <a:cubicBezTo>
                    <a:pt x="124" y="66"/>
                    <a:pt x="124" y="65"/>
                    <a:pt x="124" y="63"/>
                  </a:cubicBezTo>
                  <a:cubicBezTo>
                    <a:pt x="124" y="62"/>
                    <a:pt x="125" y="61"/>
                    <a:pt x="124" y="59"/>
                  </a:cubicBezTo>
                  <a:cubicBezTo>
                    <a:pt x="124" y="56"/>
                    <a:pt x="123" y="53"/>
                    <a:pt x="121" y="51"/>
                  </a:cubicBezTo>
                  <a:cubicBezTo>
                    <a:pt x="119" y="49"/>
                    <a:pt x="117" y="47"/>
                    <a:pt x="115" y="45"/>
                  </a:cubicBezTo>
                  <a:cubicBezTo>
                    <a:pt x="114" y="44"/>
                    <a:pt x="113" y="43"/>
                    <a:pt x="112" y="42"/>
                  </a:cubicBezTo>
                  <a:cubicBezTo>
                    <a:pt x="110" y="40"/>
                    <a:pt x="110" y="39"/>
                    <a:pt x="110" y="37"/>
                  </a:cubicBezTo>
                  <a:cubicBezTo>
                    <a:pt x="109" y="36"/>
                    <a:pt x="109" y="35"/>
                    <a:pt x="108" y="34"/>
                  </a:cubicBezTo>
                  <a:cubicBezTo>
                    <a:pt x="108" y="33"/>
                    <a:pt x="107" y="32"/>
                    <a:pt x="106" y="30"/>
                  </a:cubicBezTo>
                  <a:cubicBezTo>
                    <a:pt x="106" y="29"/>
                    <a:pt x="106" y="27"/>
                    <a:pt x="106" y="26"/>
                  </a:cubicBezTo>
                  <a:cubicBezTo>
                    <a:pt x="106" y="24"/>
                    <a:pt x="105" y="23"/>
                    <a:pt x="104" y="22"/>
                  </a:cubicBezTo>
                  <a:cubicBezTo>
                    <a:pt x="103" y="20"/>
                    <a:pt x="101" y="18"/>
                    <a:pt x="99" y="17"/>
                  </a:cubicBezTo>
                  <a:cubicBezTo>
                    <a:pt x="98" y="16"/>
                    <a:pt x="97" y="15"/>
                    <a:pt x="95" y="14"/>
                  </a:cubicBezTo>
                  <a:cubicBezTo>
                    <a:pt x="94" y="13"/>
                    <a:pt x="94" y="12"/>
                    <a:pt x="93" y="11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89" y="6"/>
                    <a:pt x="89" y="5"/>
                    <a:pt x="88" y="4"/>
                  </a:cubicBezTo>
                  <a:cubicBezTo>
                    <a:pt x="85" y="3"/>
                    <a:pt x="82" y="2"/>
                    <a:pt x="79" y="1"/>
                  </a:cubicBezTo>
                  <a:cubicBezTo>
                    <a:pt x="78" y="1"/>
                    <a:pt x="76" y="1"/>
                    <a:pt x="75" y="0"/>
                  </a:cubicBezTo>
                  <a:cubicBezTo>
                    <a:pt x="75" y="0"/>
                    <a:pt x="67" y="0"/>
                    <a:pt x="65" y="1"/>
                  </a:cubicBezTo>
                  <a:cubicBezTo>
                    <a:pt x="63" y="2"/>
                    <a:pt x="61" y="4"/>
                    <a:pt x="59" y="5"/>
                  </a:cubicBezTo>
                  <a:cubicBezTo>
                    <a:pt x="56" y="7"/>
                    <a:pt x="54" y="9"/>
                    <a:pt x="51" y="10"/>
                  </a:cubicBezTo>
                  <a:cubicBezTo>
                    <a:pt x="49" y="11"/>
                    <a:pt x="46" y="12"/>
                    <a:pt x="44" y="14"/>
                  </a:cubicBezTo>
                  <a:cubicBezTo>
                    <a:pt x="40" y="17"/>
                    <a:pt x="36" y="21"/>
                    <a:pt x="33" y="25"/>
                  </a:cubicBezTo>
                  <a:cubicBezTo>
                    <a:pt x="30" y="30"/>
                    <a:pt x="25" y="33"/>
                    <a:pt x="20" y="37"/>
                  </a:cubicBezTo>
                  <a:cubicBezTo>
                    <a:pt x="16" y="40"/>
                    <a:pt x="11" y="42"/>
                    <a:pt x="8" y="46"/>
                  </a:cubicBezTo>
                  <a:cubicBezTo>
                    <a:pt x="6" y="48"/>
                    <a:pt x="5" y="51"/>
                    <a:pt x="4" y="53"/>
                  </a:cubicBezTo>
                  <a:cubicBezTo>
                    <a:pt x="3" y="56"/>
                    <a:pt x="2" y="59"/>
                    <a:pt x="2" y="61"/>
                  </a:cubicBezTo>
                  <a:cubicBezTo>
                    <a:pt x="0" y="67"/>
                    <a:pt x="1" y="73"/>
                    <a:pt x="1" y="78"/>
                  </a:cubicBezTo>
                  <a:cubicBezTo>
                    <a:pt x="2" y="81"/>
                    <a:pt x="2" y="85"/>
                    <a:pt x="1" y="8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9" name="Freeform 341">
              <a:extLst>
                <a:ext uri="{FF2B5EF4-FFF2-40B4-BE49-F238E27FC236}">
                  <a16:creationId xmlns:a16="http://schemas.microsoft.com/office/drawing/2014/main" id="{976A35C6-2FAA-4033-855D-27702B0FD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1063" y="1811338"/>
              <a:ext cx="500063" cy="496888"/>
            </a:xfrm>
            <a:custGeom>
              <a:avLst/>
              <a:gdLst>
                <a:gd name="T0" fmla="*/ 1 w 126"/>
                <a:gd name="T1" fmla="*/ 87 h 125"/>
                <a:gd name="T2" fmla="*/ 1 w 126"/>
                <a:gd name="T3" fmla="*/ 94 h 125"/>
                <a:gd name="T4" fmla="*/ 11 w 126"/>
                <a:gd name="T5" fmla="*/ 108 h 125"/>
                <a:gd name="T6" fmla="*/ 18 w 126"/>
                <a:gd name="T7" fmla="*/ 115 h 125"/>
                <a:gd name="T8" fmla="*/ 23 w 126"/>
                <a:gd name="T9" fmla="*/ 120 h 125"/>
                <a:gd name="T10" fmla="*/ 30 w 126"/>
                <a:gd name="T11" fmla="*/ 122 h 125"/>
                <a:gd name="T12" fmla="*/ 38 w 126"/>
                <a:gd name="T13" fmla="*/ 123 h 125"/>
                <a:gd name="T14" fmla="*/ 43 w 126"/>
                <a:gd name="T15" fmla="*/ 122 h 125"/>
                <a:gd name="T16" fmla="*/ 48 w 126"/>
                <a:gd name="T17" fmla="*/ 123 h 125"/>
                <a:gd name="T18" fmla="*/ 57 w 126"/>
                <a:gd name="T19" fmla="*/ 123 h 125"/>
                <a:gd name="T20" fmla="*/ 76 w 126"/>
                <a:gd name="T21" fmla="*/ 124 h 125"/>
                <a:gd name="T22" fmla="*/ 80 w 126"/>
                <a:gd name="T23" fmla="*/ 123 h 125"/>
                <a:gd name="T24" fmla="*/ 84 w 126"/>
                <a:gd name="T25" fmla="*/ 121 h 125"/>
                <a:gd name="T26" fmla="*/ 93 w 126"/>
                <a:gd name="T27" fmla="*/ 119 h 125"/>
                <a:gd name="T28" fmla="*/ 103 w 126"/>
                <a:gd name="T29" fmla="*/ 119 h 125"/>
                <a:gd name="T30" fmla="*/ 112 w 126"/>
                <a:gd name="T31" fmla="*/ 118 h 125"/>
                <a:gd name="T32" fmla="*/ 120 w 126"/>
                <a:gd name="T33" fmla="*/ 116 h 125"/>
                <a:gd name="T34" fmla="*/ 125 w 126"/>
                <a:gd name="T35" fmla="*/ 110 h 125"/>
                <a:gd name="T36" fmla="*/ 126 w 126"/>
                <a:gd name="T37" fmla="*/ 102 h 125"/>
                <a:gd name="T38" fmla="*/ 124 w 126"/>
                <a:gd name="T39" fmla="*/ 93 h 125"/>
                <a:gd name="T40" fmla="*/ 120 w 126"/>
                <a:gd name="T41" fmla="*/ 85 h 125"/>
                <a:gd name="T42" fmla="*/ 123 w 126"/>
                <a:gd name="T43" fmla="*/ 76 h 125"/>
                <a:gd name="T44" fmla="*/ 124 w 126"/>
                <a:gd name="T45" fmla="*/ 72 h 125"/>
                <a:gd name="T46" fmla="*/ 124 w 126"/>
                <a:gd name="T47" fmla="*/ 68 h 125"/>
                <a:gd name="T48" fmla="*/ 124 w 126"/>
                <a:gd name="T49" fmla="*/ 63 h 125"/>
                <a:gd name="T50" fmla="*/ 124 w 126"/>
                <a:gd name="T51" fmla="*/ 59 h 125"/>
                <a:gd name="T52" fmla="*/ 121 w 126"/>
                <a:gd name="T53" fmla="*/ 51 h 125"/>
                <a:gd name="T54" fmla="*/ 115 w 126"/>
                <a:gd name="T55" fmla="*/ 45 h 125"/>
                <a:gd name="T56" fmla="*/ 112 w 126"/>
                <a:gd name="T57" fmla="*/ 42 h 125"/>
                <a:gd name="T58" fmla="*/ 110 w 126"/>
                <a:gd name="T59" fmla="*/ 37 h 125"/>
                <a:gd name="T60" fmla="*/ 108 w 126"/>
                <a:gd name="T61" fmla="*/ 34 h 125"/>
                <a:gd name="T62" fmla="*/ 106 w 126"/>
                <a:gd name="T63" fmla="*/ 30 h 125"/>
                <a:gd name="T64" fmla="*/ 106 w 126"/>
                <a:gd name="T65" fmla="*/ 26 h 125"/>
                <a:gd name="T66" fmla="*/ 104 w 126"/>
                <a:gd name="T67" fmla="*/ 22 h 125"/>
                <a:gd name="T68" fmla="*/ 99 w 126"/>
                <a:gd name="T69" fmla="*/ 17 h 125"/>
                <a:gd name="T70" fmla="*/ 95 w 126"/>
                <a:gd name="T71" fmla="*/ 14 h 125"/>
                <a:gd name="T72" fmla="*/ 93 w 126"/>
                <a:gd name="T73" fmla="*/ 11 h 125"/>
                <a:gd name="T74" fmla="*/ 90 w 126"/>
                <a:gd name="T75" fmla="*/ 7 h 125"/>
                <a:gd name="T76" fmla="*/ 88 w 126"/>
                <a:gd name="T77" fmla="*/ 4 h 125"/>
                <a:gd name="T78" fmla="*/ 79 w 126"/>
                <a:gd name="T79" fmla="*/ 1 h 125"/>
                <a:gd name="T80" fmla="*/ 75 w 126"/>
                <a:gd name="T81" fmla="*/ 0 h 125"/>
                <a:gd name="T82" fmla="*/ 65 w 126"/>
                <a:gd name="T83" fmla="*/ 1 h 125"/>
                <a:gd name="T84" fmla="*/ 59 w 126"/>
                <a:gd name="T85" fmla="*/ 5 h 125"/>
                <a:gd name="T86" fmla="*/ 51 w 126"/>
                <a:gd name="T87" fmla="*/ 10 h 125"/>
                <a:gd name="T88" fmla="*/ 44 w 126"/>
                <a:gd name="T89" fmla="*/ 14 h 125"/>
                <a:gd name="T90" fmla="*/ 33 w 126"/>
                <a:gd name="T91" fmla="*/ 25 h 125"/>
                <a:gd name="T92" fmla="*/ 20 w 126"/>
                <a:gd name="T93" fmla="*/ 37 h 125"/>
                <a:gd name="T94" fmla="*/ 8 w 126"/>
                <a:gd name="T95" fmla="*/ 46 h 125"/>
                <a:gd name="T96" fmla="*/ 4 w 126"/>
                <a:gd name="T97" fmla="*/ 53 h 125"/>
                <a:gd name="T98" fmla="*/ 2 w 126"/>
                <a:gd name="T99" fmla="*/ 61 h 125"/>
                <a:gd name="T100" fmla="*/ 1 w 126"/>
                <a:gd name="T101" fmla="*/ 78 h 125"/>
                <a:gd name="T102" fmla="*/ 1 w 126"/>
                <a:gd name="T103" fmla="*/ 8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5">
                  <a:moveTo>
                    <a:pt x="1" y="87"/>
                  </a:moveTo>
                  <a:cubicBezTo>
                    <a:pt x="0" y="90"/>
                    <a:pt x="0" y="92"/>
                    <a:pt x="1" y="94"/>
                  </a:cubicBezTo>
                  <a:cubicBezTo>
                    <a:pt x="3" y="100"/>
                    <a:pt x="6" y="104"/>
                    <a:pt x="11" y="108"/>
                  </a:cubicBezTo>
                  <a:cubicBezTo>
                    <a:pt x="13" y="110"/>
                    <a:pt x="16" y="112"/>
                    <a:pt x="18" y="115"/>
                  </a:cubicBezTo>
                  <a:cubicBezTo>
                    <a:pt x="20" y="116"/>
                    <a:pt x="21" y="119"/>
                    <a:pt x="23" y="120"/>
                  </a:cubicBezTo>
                  <a:cubicBezTo>
                    <a:pt x="25" y="121"/>
                    <a:pt x="28" y="122"/>
                    <a:pt x="30" y="122"/>
                  </a:cubicBezTo>
                  <a:cubicBezTo>
                    <a:pt x="33" y="122"/>
                    <a:pt x="35" y="124"/>
                    <a:pt x="38" y="123"/>
                  </a:cubicBezTo>
                  <a:cubicBezTo>
                    <a:pt x="40" y="123"/>
                    <a:pt x="42" y="122"/>
                    <a:pt x="43" y="122"/>
                  </a:cubicBezTo>
                  <a:cubicBezTo>
                    <a:pt x="45" y="122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69" y="125"/>
                    <a:pt x="76" y="124"/>
                  </a:cubicBezTo>
                  <a:cubicBezTo>
                    <a:pt x="77" y="124"/>
                    <a:pt x="79" y="124"/>
                    <a:pt x="80" y="123"/>
                  </a:cubicBezTo>
                  <a:cubicBezTo>
                    <a:pt x="81" y="122"/>
                    <a:pt x="83" y="121"/>
                    <a:pt x="84" y="121"/>
                  </a:cubicBezTo>
                  <a:cubicBezTo>
                    <a:pt x="87" y="119"/>
                    <a:pt x="90" y="119"/>
                    <a:pt x="93" y="119"/>
                  </a:cubicBezTo>
                  <a:cubicBezTo>
                    <a:pt x="96" y="119"/>
                    <a:pt x="100" y="119"/>
                    <a:pt x="103" y="119"/>
                  </a:cubicBezTo>
                  <a:cubicBezTo>
                    <a:pt x="106" y="119"/>
                    <a:pt x="109" y="119"/>
                    <a:pt x="112" y="118"/>
                  </a:cubicBezTo>
                  <a:cubicBezTo>
                    <a:pt x="115" y="118"/>
                    <a:pt x="118" y="117"/>
                    <a:pt x="120" y="116"/>
                  </a:cubicBezTo>
                  <a:cubicBezTo>
                    <a:pt x="122" y="114"/>
                    <a:pt x="124" y="113"/>
                    <a:pt x="125" y="110"/>
                  </a:cubicBezTo>
                  <a:cubicBezTo>
                    <a:pt x="126" y="108"/>
                    <a:pt x="126" y="105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0" y="88"/>
                    <a:pt x="120" y="85"/>
                  </a:cubicBezTo>
                  <a:cubicBezTo>
                    <a:pt x="120" y="81"/>
                    <a:pt x="121" y="79"/>
                    <a:pt x="123" y="76"/>
                  </a:cubicBezTo>
                  <a:cubicBezTo>
                    <a:pt x="124" y="75"/>
                    <a:pt x="124" y="73"/>
                    <a:pt x="124" y="72"/>
                  </a:cubicBezTo>
                  <a:cubicBezTo>
                    <a:pt x="125" y="71"/>
                    <a:pt x="124" y="69"/>
                    <a:pt x="124" y="68"/>
                  </a:cubicBezTo>
                  <a:cubicBezTo>
                    <a:pt x="124" y="66"/>
                    <a:pt x="124" y="65"/>
                    <a:pt x="124" y="63"/>
                  </a:cubicBezTo>
                  <a:cubicBezTo>
                    <a:pt x="124" y="62"/>
                    <a:pt x="125" y="61"/>
                    <a:pt x="124" y="59"/>
                  </a:cubicBezTo>
                  <a:cubicBezTo>
                    <a:pt x="124" y="56"/>
                    <a:pt x="123" y="53"/>
                    <a:pt x="121" y="51"/>
                  </a:cubicBezTo>
                  <a:cubicBezTo>
                    <a:pt x="119" y="49"/>
                    <a:pt x="117" y="47"/>
                    <a:pt x="115" y="45"/>
                  </a:cubicBezTo>
                  <a:cubicBezTo>
                    <a:pt x="114" y="44"/>
                    <a:pt x="113" y="43"/>
                    <a:pt x="112" y="42"/>
                  </a:cubicBezTo>
                  <a:cubicBezTo>
                    <a:pt x="110" y="40"/>
                    <a:pt x="110" y="39"/>
                    <a:pt x="110" y="37"/>
                  </a:cubicBezTo>
                  <a:cubicBezTo>
                    <a:pt x="109" y="36"/>
                    <a:pt x="109" y="35"/>
                    <a:pt x="108" y="34"/>
                  </a:cubicBezTo>
                  <a:cubicBezTo>
                    <a:pt x="108" y="33"/>
                    <a:pt x="107" y="32"/>
                    <a:pt x="106" y="30"/>
                  </a:cubicBezTo>
                  <a:cubicBezTo>
                    <a:pt x="106" y="29"/>
                    <a:pt x="106" y="27"/>
                    <a:pt x="106" y="26"/>
                  </a:cubicBezTo>
                  <a:cubicBezTo>
                    <a:pt x="106" y="24"/>
                    <a:pt x="105" y="23"/>
                    <a:pt x="104" y="22"/>
                  </a:cubicBezTo>
                  <a:cubicBezTo>
                    <a:pt x="103" y="20"/>
                    <a:pt x="101" y="18"/>
                    <a:pt x="99" y="17"/>
                  </a:cubicBezTo>
                  <a:cubicBezTo>
                    <a:pt x="98" y="16"/>
                    <a:pt x="97" y="15"/>
                    <a:pt x="95" y="14"/>
                  </a:cubicBezTo>
                  <a:cubicBezTo>
                    <a:pt x="94" y="13"/>
                    <a:pt x="94" y="12"/>
                    <a:pt x="93" y="11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89" y="6"/>
                    <a:pt x="89" y="5"/>
                    <a:pt x="88" y="4"/>
                  </a:cubicBezTo>
                  <a:cubicBezTo>
                    <a:pt x="85" y="3"/>
                    <a:pt x="82" y="2"/>
                    <a:pt x="79" y="1"/>
                  </a:cubicBezTo>
                  <a:cubicBezTo>
                    <a:pt x="78" y="1"/>
                    <a:pt x="76" y="1"/>
                    <a:pt x="75" y="0"/>
                  </a:cubicBezTo>
                  <a:cubicBezTo>
                    <a:pt x="75" y="0"/>
                    <a:pt x="67" y="0"/>
                    <a:pt x="65" y="1"/>
                  </a:cubicBezTo>
                  <a:cubicBezTo>
                    <a:pt x="63" y="2"/>
                    <a:pt x="61" y="4"/>
                    <a:pt x="59" y="5"/>
                  </a:cubicBezTo>
                  <a:cubicBezTo>
                    <a:pt x="56" y="7"/>
                    <a:pt x="54" y="9"/>
                    <a:pt x="51" y="10"/>
                  </a:cubicBezTo>
                  <a:cubicBezTo>
                    <a:pt x="49" y="11"/>
                    <a:pt x="46" y="12"/>
                    <a:pt x="44" y="14"/>
                  </a:cubicBezTo>
                  <a:cubicBezTo>
                    <a:pt x="40" y="17"/>
                    <a:pt x="36" y="21"/>
                    <a:pt x="33" y="25"/>
                  </a:cubicBezTo>
                  <a:cubicBezTo>
                    <a:pt x="30" y="30"/>
                    <a:pt x="25" y="33"/>
                    <a:pt x="20" y="37"/>
                  </a:cubicBezTo>
                  <a:cubicBezTo>
                    <a:pt x="16" y="40"/>
                    <a:pt x="11" y="42"/>
                    <a:pt x="8" y="46"/>
                  </a:cubicBezTo>
                  <a:cubicBezTo>
                    <a:pt x="6" y="48"/>
                    <a:pt x="5" y="51"/>
                    <a:pt x="4" y="53"/>
                  </a:cubicBezTo>
                  <a:cubicBezTo>
                    <a:pt x="3" y="56"/>
                    <a:pt x="2" y="59"/>
                    <a:pt x="2" y="61"/>
                  </a:cubicBezTo>
                  <a:cubicBezTo>
                    <a:pt x="0" y="67"/>
                    <a:pt x="1" y="73"/>
                    <a:pt x="1" y="78"/>
                  </a:cubicBezTo>
                  <a:cubicBezTo>
                    <a:pt x="2" y="81"/>
                    <a:pt x="2" y="85"/>
                    <a:pt x="1" y="8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0" name="Freeform 342">
              <a:extLst>
                <a:ext uri="{FF2B5EF4-FFF2-40B4-BE49-F238E27FC236}">
                  <a16:creationId xmlns:a16="http://schemas.microsoft.com/office/drawing/2014/main" id="{308A064C-CB74-4287-9126-EE7C68364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8988" y="2363788"/>
              <a:ext cx="47625" cy="166688"/>
            </a:xfrm>
            <a:custGeom>
              <a:avLst/>
              <a:gdLst>
                <a:gd name="T0" fmla="*/ 12 w 12"/>
                <a:gd name="T1" fmla="*/ 37 h 42"/>
                <a:gd name="T2" fmla="*/ 11 w 12"/>
                <a:gd name="T3" fmla="*/ 32 h 42"/>
                <a:gd name="T4" fmla="*/ 11 w 12"/>
                <a:gd name="T5" fmla="*/ 23 h 42"/>
                <a:gd name="T6" fmla="*/ 11 w 12"/>
                <a:gd name="T7" fmla="*/ 18 h 42"/>
                <a:gd name="T8" fmla="*/ 11 w 12"/>
                <a:gd name="T9" fmla="*/ 14 h 42"/>
                <a:gd name="T10" fmla="*/ 11 w 12"/>
                <a:gd name="T11" fmla="*/ 4 h 42"/>
                <a:gd name="T12" fmla="*/ 11 w 12"/>
                <a:gd name="T13" fmla="*/ 4 h 42"/>
                <a:gd name="T14" fmla="*/ 11 w 12"/>
                <a:gd name="T15" fmla="*/ 3 h 42"/>
                <a:gd name="T16" fmla="*/ 9 w 12"/>
                <a:gd name="T17" fmla="*/ 2 h 42"/>
                <a:gd name="T18" fmla="*/ 7 w 12"/>
                <a:gd name="T19" fmla="*/ 1 h 42"/>
                <a:gd name="T20" fmla="*/ 5 w 12"/>
                <a:gd name="T21" fmla="*/ 1 h 42"/>
                <a:gd name="T22" fmla="*/ 3 w 12"/>
                <a:gd name="T23" fmla="*/ 1 h 42"/>
                <a:gd name="T24" fmla="*/ 2 w 12"/>
                <a:gd name="T25" fmla="*/ 3 h 42"/>
                <a:gd name="T26" fmla="*/ 2 w 12"/>
                <a:gd name="T27" fmla="*/ 15 h 42"/>
                <a:gd name="T28" fmla="*/ 2 w 12"/>
                <a:gd name="T29" fmla="*/ 21 h 42"/>
                <a:gd name="T30" fmla="*/ 1 w 12"/>
                <a:gd name="T31" fmla="*/ 27 h 42"/>
                <a:gd name="T32" fmla="*/ 1 w 12"/>
                <a:gd name="T33" fmla="*/ 33 h 42"/>
                <a:gd name="T34" fmla="*/ 1 w 12"/>
                <a:gd name="T35" fmla="*/ 38 h 42"/>
                <a:gd name="T36" fmla="*/ 1 w 12"/>
                <a:gd name="T37" fmla="*/ 41 h 42"/>
                <a:gd name="T38" fmla="*/ 3 w 12"/>
                <a:gd name="T39" fmla="*/ 42 h 42"/>
                <a:gd name="T40" fmla="*/ 5 w 12"/>
                <a:gd name="T41" fmla="*/ 42 h 42"/>
                <a:gd name="T42" fmla="*/ 7 w 12"/>
                <a:gd name="T43" fmla="*/ 42 h 42"/>
                <a:gd name="T44" fmla="*/ 10 w 12"/>
                <a:gd name="T45" fmla="*/ 42 h 42"/>
                <a:gd name="T46" fmla="*/ 11 w 12"/>
                <a:gd name="T47" fmla="*/ 42 h 42"/>
                <a:gd name="T48" fmla="*/ 12 w 12"/>
                <a:gd name="T49" fmla="*/ 42 h 42"/>
                <a:gd name="T50" fmla="*/ 12 w 12"/>
                <a:gd name="T51" fmla="*/ 41 h 42"/>
                <a:gd name="T52" fmla="*/ 12 w 12"/>
                <a:gd name="T53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42">
                  <a:moveTo>
                    <a:pt x="12" y="37"/>
                  </a:moveTo>
                  <a:cubicBezTo>
                    <a:pt x="11" y="36"/>
                    <a:pt x="11" y="34"/>
                    <a:pt x="11" y="32"/>
                  </a:cubicBezTo>
                  <a:cubicBezTo>
                    <a:pt x="11" y="29"/>
                    <a:pt x="11" y="26"/>
                    <a:pt x="11" y="23"/>
                  </a:cubicBezTo>
                  <a:cubicBezTo>
                    <a:pt x="11" y="21"/>
                    <a:pt x="11" y="20"/>
                    <a:pt x="11" y="18"/>
                  </a:cubicBezTo>
                  <a:cubicBezTo>
                    <a:pt x="11" y="17"/>
                    <a:pt x="11" y="15"/>
                    <a:pt x="11" y="14"/>
                  </a:cubicBezTo>
                  <a:cubicBezTo>
                    <a:pt x="11" y="10"/>
                    <a:pt x="11" y="7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2"/>
                    <a:pt x="10" y="2"/>
                    <a:pt x="9" y="2"/>
                  </a:cubicBezTo>
                  <a:cubicBezTo>
                    <a:pt x="8" y="2"/>
                    <a:pt x="8" y="1"/>
                    <a:pt x="7" y="1"/>
                  </a:cubicBezTo>
                  <a:cubicBezTo>
                    <a:pt x="6" y="0"/>
                    <a:pt x="5" y="1"/>
                    <a:pt x="5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2" y="7"/>
                    <a:pt x="2" y="11"/>
                    <a:pt x="2" y="15"/>
                  </a:cubicBezTo>
                  <a:cubicBezTo>
                    <a:pt x="2" y="17"/>
                    <a:pt x="2" y="19"/>
                    <a:pt x="2" y="21"/>
                  </a:cubicBezTo>
                  <a:cubicBezTo>
                    <a:pt x="1" y="23"/>
                    <a:pt x="1" y="25"/>
                    <a:pt x="1" y="27"/>
                  </a:cubicBezTo>
                  <a:cubicBezTo>
                    <a:pt x="1" y="29"/>
                    <a:pt x="1" y="31"/>
                    <a:pt x="1" y="33"/>
                  </a:cubicBezTo>
                  <a:cubicBezTo>
                    <a:pt x="1" y="35"/>
                    <a:pt x="1" y="36"/>
                    <a:pt x="1" y="38"/>
                  </a:cubicBezTo>
                  <a:cubicBezTo>
                    <a:pt x="0" y="39"/>
                    <a:pt x="0" y="40"/>
                    <a:pt x="1" y="41"/>
                  </a:cubicBezTo>
                  <a:cubicBezTo>
                    <a:pt x="1" y="41"/>
                    <a:pt x="2" y="41"/>
                    <a:pt x="3" y="42"/>
                  </a:cubicBezTo>
                  <a:cubicBezTo>
                    <a:pt x="3" y="42"/>
                    <a:pt x="4" y="42"/>
                    <a:pt x="5" y="42"/>
                  </a:cubicBezTo>
                  <a:cubicBezTo>
                    <a:pt x="6" y="42"/>
                    <a:pt x="7" y="42"/>
                    <a:pt x="7" y="42"/>
                  </a:cubicBezTo>
                  <a:cubicBezTo>
                    <a:pt x="8" y="42"/>
                    <a:pt x="9" y="42"/>
                    <a:pt x="10" y="42"/>
                  </a:cubicBezTo>
                  <a:cubicBezTo>
                    <a:pt x="10" y="42"/>
                    <a:pt x="11" y="42"/>
                    <a:pt x="11" y="42"/>
                  </a:cubicBezTo>
                  <a:cubicBezTo>
                    <a:pt x="11" y="42"/>
                    <a:pt x="12" y="42"/>
                    <a:pt x="12" y="42"/>
                  </a:cubicBezTo>
                  <a:cubicBezTo>
                    <a:pt x="12" y="42"/>
                    <a:pt x="12" y="41"/>
                    <a:pt x="12" y="41"/>
                  </a:cubicBezTo>
                  <a:cubicBezTo>
                    <a:pt x="12" y="40"/>
                    <a:pt x="12" y="38"/>
                    <a:pt x="12" y="3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1" name="Freeform 343">
              <a:extLst>
                <a:ext uri="{FF2B5EF4-FFF2-40B4-BE49-F238E27FC236}">
                  <a16:creationId xmlns:a16="http://schemas.microsoft.com/office/drawing/2014/main" id="{8807374A-A3D9-4C41-81A4-86CBD4F07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8988" y="2363788"/>
              <a:ext cx="47625" cy="166688"/>
            </a:xfrm>
            <a:custGeom>
              <a:avLst/>
              <a:gdLst>
                <a:gd name="T0" fmla="*/ 12 w 12"/>
                <a:gd name="T1" fmla="*/ 37 h 42"/>
                <a:gd name="T2" fmla="*/ 11 w 12"/>
                <a:gd name="T3" fmla="*/ 32 h 42"/>
                <a:gd name="T4" fmla="*/ 11 w 12"/>
                <a:gd name="T5" fmla="*/ 23 h 42"/>
                <a:gd name="T6" fmla="*/ 11 w 12"/>
                <a:gd name="T7" fmla="*/ 18 h 42"/>
                <a:gd name="T8" fmla="*/ 11 w 12"/>
                <a:gd name="T9" fmla="*/ 14 h 42"/>
                <a:gd name="T10" fmla="*/ 11 w 12"/>
                <a:gd name="T11" fmla="*/ 4 h 42"/>
                <a:gd name="T12" fmla="*/ 11 w 12"/>
                <a:gd name="T13" fmla="*/ 4 h 42"/>
                <a:gd name="T14" fmla="*/ 11 w 12"/>
                <a:gd name="T15" fmla="*/ 3 h 42"/>
                <a:gd name="T16" fmla="*/ 9 w 12"/>
                <a:gd name="T17" fmla="*/ 2 h 42"/>
                <a:gd name="T18" fmla="*/ 7 w 12"/>
                <a:gd name="T19" fmla="*/ 1 h 42"/>
                <a:gd name="T20" fmla="*/ 5 w 12"/>
                <a:gd name="T21" fmla="*/ 1 h 42"/>
                <a:gd name="T22" fmla="*/ 3 w 12"/>
                <a:gd name="T23" fmla="*/ 1 h 42"/>
                <a:gd name="T24" fmla="*/ 2 w 12"/>
                <a:gd name="T25" fmla="*/ 3 h 42"/>
                <a:gd name="T26" fmla="*/ 2 w 12"/>
                <a:gd name="T27" fmla="*/ 15 h 42"/>
                <a:gd name="T28" fmla="*/ 2 w 12"/>
                <a:gd name="T29" fmla="*/ 21 h 42"/>
                <a:gd name="T30" fmla="*/ 1 w 12"/>
                <a:gd name="T31" fmla="*/ 27 h 42"/>
                <a:gd name="T32" fmla="*/ 1 w 12"/>
                <a:gd name="T33" fmla="*/ 33 h 42"/>
                <a:gd name="T34" fmla="*/ 1 w 12"/>
                <a:gd name="T35" fmla="*/ 38 h 42"/>
                <a:gd name="T36" fmla="*/ 1 w 12"/>
                <a:gd name="T37" fmla="*/ 41 h 42"/>
                <a:gd name="T38" fmla="*/ 3 w 12"/>
                <a:gd name="T39" fmla="*/ 42 h 42"/>
                <a:gd name="T40" fmla="*/ 5 w 12"/>
                <a:gd name="T41" fmla="*/ 42 h 42"/>
                <a:gd name="T42" fmla="*/ 7 w 12"/>
                <a:gd name="T43" fmla="*/ 42 h 42"/>
                <a:gd name="T44" fmla="*/ 10 w 12"/>
                <a:gd name="T45" fmla="*/ 42 h 42"/>
                <a:gd name="T46" fmla="*/ 11 w 12"/>
                <a:gd name="T47" fmla="*/ 42 h 42"/>
                <a:gd name="T48" fmla="*/ 12 w 12"/>
                <a:gd name="T49" fmla="*/ 42 h 42"/>
                <a:gd name="T50" fmla="*/ 12 w 12"/>
                <a:gd name="T51" fmla="*/ 41 h 42"/>
                <a:gd name="T52" fmla="*/ 12 w 12"/>
                <a:gd name="T53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42">
                  <a:moveTo>
                    <a:pt x="12" y="37"/>
                  </a:moveTo>
                  <a:cubicBezTo>
                    <a:pt x="11" y="36"/>
                    <a:pt x="11" y="34"/>
                    <a:pt x="11" y="32"/>
                  </a:cubicBezTo>
                  <a:cubicBezTo>
                    <a:pt x="11" y="29"/>
                    <a:pt x="11" y="26"/>
                    <a:pt x="11" y="23"/>
                  </a:cubicBezTo>
                  <a:cubicBezTo>
                    <a:pt x="11" y="21"/>
                    <a:pt x="11" y="20"/>
                    <a:pt x="11" y="18"/>
                  </a:cubicBezTo>
                  <a:cubicBezTo>
                    <a:pt x="11" y="17"/>
                    <a:pt x="11" y="15"/>
                    <a:pt x="11" y="14"/>
                  </a:cubicBezTo>
                  <a:cubicBezTo>
                    <a:pt x="11" y="10"/>
                    <a:pt x="11" y="7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2"/>
                    <a:pt x="10" y="2"/>
                    <a:pt x="9" y="2"/>
                  </a:cubicBezTo>
                  <a:cubicBezTo>
                    <a:pt x="8" y="2"/>
                    <a:pt x="8" y="1"/>
                    <a:pt x="7" y="1"/>
                  </a:cubicBezTo>
                  <a:cubicBezTo>
                    <a:pt x="6" y="0"/>
                    <a:pt x="5" y="1"/>
                    <a:pt x="5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2" y="7"/>
                    <a:pt x="2" y="11"/>
                    <a:pt x="2" y="15"/>
                  </a:cubicBezTo>
                  <a:cubicBezTo>
                    <a:pt x="2" y="17"/>
                    <a:pt x="2" y="19"/>
                    <a:pt x="2" y="21"/>
                  </a:cubicBezTo>
                  <a:cubicBezTo>
                    <a:pt x="1" y="23"/>
                    <a:pt x="1" y="25"/>
                    <a:pt x="1" y="27"/>
                  </a:cubicBezTo>
                  <a:cubicBezTo>
                    <a:pt x="1" y="29"/>
                    <a:pt x="1" y="31"/>
                    <a:pt x="1" y="33"/>
                  </a:cubicBezTo>
                  <a:cubicBezTo>
                    <a:pt x="1" y="35"/>
                    <a:pt x="1" y="36"/>
                    <a:pt x="1" y="38"/>
                  </a:cubicBezTo>
                  <a:cubicBezTo>
                    <a:pt x="0" y="39"/>
                    <a:pt x="0" y="40"/>
                    <a:pt x="1" y="41"/>
                  </a:cubicBezTo>
                  <a:cubicBezTo>
                    <a:pt x="1" y="41"/>
                    <a:pt x="2" y="41"/>
                    <a:pt x="3" y="42"/>
                  </a:cubicBezTo>
                  <a:cubicBezTo>
                    <a:pt x="3" y="42"/>
                    <a:pt x="4" y="42"/>
                    <a:pt x="5" y="42"/>
                  </a:cubicBezTo>
                  <a:cubicBezTo>
                    <a:pt x="6" y="42"/>
                    <a:pt x="7" y="42"/>
                    <a:pt x="7" y="42"/>
                  </a:cubicBezTo>
                  <a:cubicBezTo>
                    <a:pt x="8" y="42"/>
                    <a:pt x="9" y="42"/>
                    <a:pt x="10" y="42"/>
                  </a:cubicBezTo>
                  <a:cubicBezTo>
                    <a:pt x="10" y="42"/>
                    <a:pt x="11" y="42"/>
                    <a:pt x="11" y="42"/>
                  </a:cubicBezTo>
                  <a:cubicBezTo>
                    <a:pt x="11" y="42"/>
                    <a:pt x="12" y="42"/>
                    <a:pt x="12" y="42"/>
                  </a:cubicBezTo>
                  <a:cubicBezTo>
                    <a:pt x="12" y="42"/>
                    <a:pt x="12" y="41"/>
                    <a:pt x="12" y="41"/>
                  </a:cubicBezTo>
                  <a:cubicBezTo>
                    <a:pt x="12" y="40"/>
                    <a:pt x="12" y="38"/>
                    <a:pt x="12" y="3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2" name="Freeform 344">
              <a:extLst>
                <a:ext uri="{FF2B5EF4-FFF2-40B4-BE49-F238E27FC236}">
                  <a16:creationId xmlns:a16="http://schemas.microsoft.com/office/drawing/2014/main" id="{37B11728-46D5-450A-8CE5-20FF95CE0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7551" y="1668463"/>
              <a:ext cx="195263" cy="738188"/>
            </a:xfrm>
            <a:custGeom>
              <a:avLst/>
              <a:gdLst>
                <a:gd name="T0" fmla="*/ 0 w 49"/>
                <a:gd name="T1" fmla="*/ 130 h 186"/>
                <a:gd name="T2" fmla="*/ 0 w 49"/>
                <a:gd name="T3" fmla="*/ 140 h 186"/>
                <a:gd name="T4" fmla="*/ 4 w 49"/>
                <a:gd name="T5" fmla="*/ 160 h 186"/>
                <a:gd name="T6" fmla="*/ 7 w 49"/>
                <a:gd name="T7" fmla="*/ 170 h 186"/>
                <a:gd name="T8" fmla="*/ 12 w 49"/>
                <a:gd name="T9" fmla="*/ 182 h 186"/>
                <a:gd name="T10" fmla="*/ 29 w 49"/>
                <a:gd name="T11" fmla="*/ 185 h 186"/>
                <a:gd name="T12" fmla="*/ 43 w 49"/>
                <a:gd name="T13" fmla="*/ 176 h 186"/>
                <a:gd name="T14" fmla="*/ 49 w 49"/>
                <a:gd name="T15" fmla="*/ 164 h 186"/>
                <a:gd name="T16" fmla="*/ 49 w 49"/>
                <a:gd name="T17" fmla="*/ 152 h 186"/>
                <a:gd name="T18" fmla="*/ 48 w 49"/>
                <a:gd name="T19" fmla="*/ 139 h 186"/>
                <a:gd name="T20" fmla="*/ 47 w 49"/>
                <a:gd name="T21" fmla="*/ 126 h 186"/>
                <a:gd name="T22" fmla="*/ 48 w 49"/>
                <a:gd name="T23" fmla="*/ 113 h 186"/>
                <a:gd name="T24" fmla="*/ 48 w 49"/>
                <a:gd name="T25" fmla="*/ 94 h 186"/>
                <a:gd name="T26" fmla="*/ 48 w 49"/>
                <a:gd name="T27" fmla="*/ 88 h 186"/>
                <a:gd name="T28" fmla="*/ 47 w 49"/>
                <a:gd name="T29" fmla="*/ 76 h 186"/>
                <a:gd name="T30" fmla="*/ 43 w 49"/>
                <a:gd name="T31" fmla="*/ 55 h 186"/>
                <a:gd name="T32" fmla="*/ 42 w 49"/>
                <a:gd name="T33" fmla="*/ 50 h 186"/>
                <a:gd name="T34" fmla="*/ 40 w 49"/>
                <a:gd name="T35" fmla="*/ 33 h 186"/>
                <a:gd name="T36" fmla="*/ 38 w 49"/>
                <a:gd name="T37" fmla="*/ 25 h 186"/>
                <a:gd name="T38" fmla="*/ 34 w 49"/>
                <a:gd name="T39" fmla="*/ 6 h 186"/>
                <a:gd name="T40" fmla="*/ 31 w 49"/>
                <a:gd name="T41" fmla="*/ 2 h 186"/>
                <a:gd name="T42" fmla="*/ 29 w 49"/>
                <a:gd name="T43" fmla="*/ 0 h 186"/>
                <a:gd name="T44" fmla="*/ 25 w 49"/>
                <a:gd name="T45" fmla="*/ 2 h 186"/>
                <a:gd name="T46" fmla="*/ 23 w 49"/>
                <a:gd name="T47" fmla="*/ 8 h 186"/>
                <a:gd name="T48" fmla="*/ 13 w 49"/>
                <a:gd name="T49" fmla="*/ 37 h 186"/>
                <a:gd name="T50" fmla="*/ 8 w 49"/>
                <a:gd name="T51" fmla="*/ 55 h 186"/>
                <a:gd name="T52" fmla="*/ 3 w 49"/>
                <a:gd name="T53" fmla="*/ 68 h 186"/>
                <a:gd name="T54" fmla="*/ 0 w 49"/>
                <a:gd name="T55" fmla="*/ 13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9" h="186">
                  <a:moveTo>
                    <a:pt x="0" y="130"/>
                  </a:moveTo>
                  <a:cubicBezTo>
                    <a:pt x="0" y="134"/>
                    <a:pt x="0" y="137"/>
                    <a:pt x="0" y="140"/>
                  </a:cubicBezTo>
                  <a:cubicBezTo>
                    <a:pt x="1" y="149"/>
                    <a:pt x="2" y="155"/>
                    <a:pt x="4" y="160"/>
                  </a:cubicBezTo>
                  <a:cubicBezTo>
                    <a:pt x="5" y="164"/>
                    <a:pt x="6" y="167"/>
                    <a:pt x="7" y="170"/>
                  </a:cubicBezTo>
                  <a:cubicBezTo>
                    <a:pt x="8" y="173"/>
                    <a:pt x="11" y="182"/>
                    <a:pt x="12" y="182"/>
                  </a:cubicBezTo>
                  <a:cubicBezTo>
                    <a:pt x="13" y="182"/>
                    <a:pt x="27" y="186"/>
                    <a:pt x="29" y="185"/>
                  </a:cubicBezTo>
                  <a:cubicBezTo>
                    <a:pt x="30" y="185"/>
                    <a:pt x="42" y="177"/>
                    <a:pt x="43" y="176"/>
                  </a:cubicBezTo>
                  <a:cubicBezTo>
                    <a:pt x="44" y="175"/>
                    <a:pt x="48" y="167"/>
                    <a:pt x="49" y="164"/>
                  </a:cubicBezTo>
                  <a:cubicBezTo>
                    <a:pt x="49" y="160"/>
                    <a:pt x="49" y="156"/>
                    <a:pt x="49" y="152"/>
                  </a:cubicBezTo>
                  <a:cubicBezTo>
                    <a:pt x="49" y="147"/>
                    <a:pt x="48" y="143"/>
                    <a:pt x="48" y="139"/>
                  </a:cubicBezTo>
                  <a:cubicBezTo>
                    <a:pt x="48" y="134"/>
                    <a:pt x="47" y="131"/>
                    <a:pt x="47" y="126"/>
                  </a:cubicBezTo>
                  <a:cubicBezTo>
                    <a:pt x="47" y="121"/>
                    <a:pt x="47" y="117"/>
                    <a:pt x="48" y="113"/>
                  </a:cubicBezTo>
                  <a:cubicBezTo>
                    <a:pt x="48" y="111"/>
                    <a:pt x="48" y="97"/>
                    <a:pt x="48" y="94"/>
                  </a:cubicBezTo>
                  <a:cubicBezTo>
                    <a:pt x="48" y="93"/>
                    <a:pt x="48" y="90"/>
                    <a:pt x="48" y="88"/>
                  </a:cubicBezTo>
                  <a:cubicBezTo>
                    <a:pt x="48" y="84"/>
                    <a:pt x="48" y="79"/>
                    <a:pt x="47" y="76"/>
                  </a:cubicBezTo>
                  <a:cubicBezTo>
                    <a:pt x="46" y="72"/>
                    <a:pt x="43" y="58"/>
                    <a:pt x="43" y="55"/>
                  </a:cubicBezTo>
                  <a:cubicBezTo>
                    <a:pt x="42" y="53"/>
                    <a:pt x="42" y="52"/>
                    <a:pt x="42" y="50"/>
                  </a:cubicBezTo>
                  <a:cubicBezTo>
                    <a:pt x="42" y="49"/>
                    <a:pt x="41" y="35"/>
                    <a:pt x="40" y="33"/>
                  </a:cubicBezTo>
                  <a:cubicBezTo>
                    <a:pt x="40" y="30"/>
                    <a:pt x="39" y="27"/>
                    <a:pt x="38" y="25"/>
                  </a:cubicBezTo>
                  <a:cubicBezTo>
                    <a:pt x="38" y="23"/>
                    <a:pt x="34" y="7"/>
                    <a:pt x="34" y="6"/>
                  </a:cubicBezTo>
                  <a:cubicBezTo>
                    <a:pt x="33" y="4"/>
                    <a:pt x="32" y="3"/>
                    <a:pt x="31" y="2"/>
                  </a:cubicBezTo>
                  <a:cubicBezTo>
                    <a:pt x="30" y="2"/>
                    <a:pt x="30" y="1"/>
                    <a:pt x="29" y="0"/>
                  </a:cubicBezTo>
                  <a:cubicBezTo>
                    <a:pt x="29" y="0"/>
                    <a:pt x="26" y="0"/>
                    <a:pt x="25" y="2"/>
                  </a:cubicBezTo>
                  <a:cubicBezTo>
                    <a:pt x="24" y="3"/>
                    <a:pt x="24" y="6"/>
                    <a:pt x="23" y="8"/>
                  </a:cubicBezTo>
                  <a:cubicBezTo>
                    <a:pt x="22" y="11"/>
                    <a:pt x="14" y="31"/>
                    <a:pt x="13" y="37"/>
                  </a:cubicBezTo>
                  <a:cubicBezTo>
                    <a:pt x="11" y="44"/>
                    <a:pt x="10" y="50"/>
                    <a:pt x="8" y="55"/>
                  </a:cubicBezTo>
                  <a:cubicBezTo>
                    <a:pt x="6" y="59"/>
                    <a:pt x="4" y="62"/>
                    <a:pt x="3" y="68"/>
                  </a:cubicBezTo>
                  <a:cubicBezTo>
                    <a:pt x="2" y="72"/>
                    <a:pt x="1" y="126"/>
                    <a:pt x="0" y="13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3" name="Freeform 345">
              <a:extLst>
                <a:ext uri="{FF2B5EF4-FFF2-40B4-BE49-F238E27FC236}">
                  <a16:creationId xmlns:a16="http://schemas.microsoft.com/office/drawing/2014/main" id="{6FF2C678-9B4E-40EA-97FB-6122944A7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7551" y="1668463"/>
              <a:ext cx="195263" cy="738188"/>
            </a:xfrm>
            <a:custGeom>
              <a:avLst/>
              <a:gdLst>
                <a:gd name="T0" fmla="*/ 0 w 49"/>
                <a:gd name="T1" fmla="*/ 130 h 186"/>
                <a:gd name="T2" fmla="*/ 0 w 49"/>
                <a:gd name="T3" fmla="*/ 140 h 186"/>
                <a:gd name="T4" fmla="*/ 4 w 49"/>
                <a:gd name="T5" fmla="*/ 160 h 186"/>
                <a:gd name="T6" fmla="*/ 7 w 49"/>
                <a:gd name="T7" fmla="*/ 170 h 186"/>
                <a:gd name="T8" fmla="*/ 12 w 49"/>
                <a:gd name="T9" fmla="*/ 182 h 186"/>
                <a:gd name="T10" fmla="*/ 29 w 49"/>
                <a:gd name="T11" fmla="*/ 185 h 186"/>
                <a:gd name="T12" fmla="*/ 43 w 49"/>
                <a:gd name="T13" fmla="*/ 176 h 186"/>
                <a:gd name="T14" fmla="*/ 49 w 49"/>
                <a:gd name="T15" fmla="*/ 164 h 186"/>
                <a:gd name="T16" fmla="*/ 49 w 49"/>
                <a:gd name="T17" fmla="*/ 152 h 186"/>
                <a:gd name="T18" fmla="*/ 48 w 49"/>
                <a:gd name="T19" fmla="*/ 139 h 186"/>
                <a:gd name="T20" fmla="*/ 47 w 49"/>
                <a:gd name="T21" fmla="*/ 126 h 186"/>
                <a:gd name="T22" fmla="*/ 48 w 49"/>
                <a:gd name="T23" fmla="*/ 113 h 186"/>
                <a:gd name="T24" fmla="*/ 48 w 49"/>
                <a:gd name="T25" fmla="*/ 94 h 186"/>
                <a:gd name="T26" fmla="*/ 48 w 49"/>
                <a:gd name="T27" fmla="*/ 88 h 186"/>
                <a:gd name="T28" fmla="*/ 47 w 49"/>
                <a:gd name="T29" fmla="*/ 76 h 186"/>
                <a:gd name="T30" fmla="*/ 43 w 49"/>
                <a:gd name="T31" fmla="*/ 55 h 186"/>
                <a:gd name="T32" fmla="*/ 42 w 49"/>
                <a:gd name="T33" fmla="*/ 50 h 186"/>
                <a:gd name="T34" fmla="*/ 40 w 49"/>
                <a:gd name="T35" fmla="*/ 33 h 186"/>
                <a:gd name="T36" fmla="*/ 38 w 49"/>
                <a:gd name="T37" fmla="*/ 25 h 186"/>
                <a:gd name="T38" fmla="*/ 34 w 49"/>
                <a:gd name="T39" fmla="*/ 6 h 186"/>
                <a:gd name="T40" fmla="*/ 31 w 49"/>
                <a:gd name="T41" fmla="*/ 2 h 186"/>
                <a:gd name="T42" fmla="*/ 29 w 49"/>
                <a:gd name="T43" fmla="*/ 0 h 186"/>
                <a:gd name="T44" fmla="*/ 25 w 49"/>
                <a:gd name="T45" fmla="*/ 2 h 186"/>
                <a:gd name="T46" fmla="*/ 23 w 49"/>
                <a:gd name="T47" fmla="*/ 8 h 186"/>
                <a:gd name="T48" fmla="*/ 13 w 49"/>
                <a:gd name="T49" fmla="*/ 37 h 186"/>
                <a:gd name="T50" fmla="*/ 8 w 49"/>
                <a:gd name="T51" fmla="*/ 55 h 186"/>
                <a:gd name="T52" fmla="*/ 3 w 49"/>
                <a:gd name="T53" fmla="*/ 68 h 186"/>
                <a:gd name="T54" fmla="*/ 0 w 49"/>
                <a:gd name="T55" fmla="*/ 13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9" h="186">
                  <a:moveTo>
                    <a:pt x="0" y="130"/>
                  </a:moveTo>
                  <a:cubicBezTo>
                    <a:pt x="0" y="134"/>
                    <a:pt x="0" y="137"/>
                    <a:pt x="0" y="140"/>
                  </a:cubicBezTo>
                  <a:cubicBezTo>
                    <a:pt x="1" y="149"/>
                    <a:pt x="2" y="155"/>
                    <a:pt x="4" y="160"/>
                  </a:cubicBezTo>
                  <a:cubicBezTo>
                    <a:pt x="5" y="164"/>
                    <a:pt x="6" y="167"/>
                    <a:pt x="7" y="170"/>
                  </a:cubicBezTo>
                  <a:cubicBezTo>
                    <a:pt x="8" y="173"/>
                    <a:pt x="11" y="182"/>
                    <a:pt x="12" y="182"/>
                  </a:cubicBezTo>
                  <a:cubicBezTo>
                    <a:pt x="13" y="182"/>
                    <a:pt x="27" y="186"/>
                    <a:pt x="29" y="185"/>
                  </a:cubicBezTo>
                  <a:cubicBezTo>
                    <a:pt x="30" y="185"/>
                    <a:pt x="42" y="177"/>
                    <a:pt x="43" y="176"/>
                  </a:cubicBezTo>
                  <a:cubicBezTo>
                    <a:pt x="44" y="175"/>
                    <a:pt x="48" y="167"/>
                    <a:pt x="49" y="164"/>
                  </a:cubicBezTo>
                  <a:cubicBezTo>
                    <a:pt x="49" y="160"/>
                    <a:pt x="49" y="156"/>
                    <a:pt x="49" y="152"/>
                  </a:cubicBezTo>
                  <a:cubicBezTo>
                    <a:pt x="49" y="147"/>
                    <a:pt x="48" y="143"/>
                    <a:pt x="48" y="139"/>
                  </a:cubicBezTo>
                  <a:cubicBezTo>
                    <a:pt x="48" y="134"/>
                    <a:pt x="47" y="131"/>
                    <a:pt x="47" y="126"/>
                  </a:cubicBezTo>
                  <a:cubicBezTo>
                    <a:pt x="47" y="121"/>
                    <a:pt x="47" y="117"/>
                    <a:pt x="48" y="113"/>
                  </a:cubicBezTo>
                  <a:cubicBezTo>
                    <a:pt x="48" y="111"/>
                    <a:pt x="48" y="97"/>
                    <a:pt x="48" y="94"/>
                  </a:cubicBezTo>
                  <a:cubicBezTo>
                    <a:pt x="48" y="93"/>
                    <a:pt x="48" y="90"/>
                    <a:pt x="48" y="88"/>
                  </a:cubicBezTo>
                  <a:cubicBezTo>
                    <a:pt x="48" y="84"/>
                    <a:pt x="48" y="79"/>
                    <a:pt x="47" y="76"/>
                  </a:cubicBezTo>
                  <a:cubicBezTo>
                    <a:pt x="46" y="72"/>
                    <a:pt x="43" y="58"/>
                    <a:pt x="43" y="55"/>
                  </a:cubicBezTo>
                  <a:cubicBezTo>
                    <a:pt x="42" y="53"/>
                    <a:pt x="42" y="52"/>
                    <a:pt x="42" y="50"/>
                  </a:cubicBezTo>
                  <a:cubicBezTo>
                    <a:pt x="42" y="49"/>
                    <a:pt x="41" y="35"/>
                    <a:pt x="40" y="33"/>
                  </a:cubicBezTo>
                  <a:cubicBezTo>
                    <a:pt x="40" y="30"/>
                    <a:pt x="39" y="27"/>
                    <a:pt x="38" y="25"/>
                  </a:cubicBezTo>
                  <a:cubicBezTo>
                    <a:pt x="38" y="23"/>
                    <a:pt x="34" y="7"/>
                    <a:pt x="34" y="6"/>
                  </a:cubicBezTo>
                  <a:cubicBezTo>
                    <a:pt x="33" y="4"/>
                    <a:pt x="32" y="3"/>
                    <a:pt x="31" y="2"/>
                  </a:cubicBezTo>
                  <a:cubicBezTo>
                    <a:pt x="30" y="2"/>
                    <a:pt x="30" y="1"/>
                    <a:pt x="29" y="0"/>
                  </a:cubicBezTo>
                  <a:cubicBezTo>
                    <a:pt x="29" y="0"/>
                    <a:pt x="26" y="0"/>
                    <a:pt x="25" y="2"/>
                  </a:cubicBezTo>
                  <a:cubicBezTo>
                    <a:pt x="24" y="3"/>
                    <a:pt x="24" y="6"/>
                    <a:pt x="23" y="8"/>
                  </a:cubicBezTo>
                  <a:cubicBezTo>
                    <a:pt x="22" y="11"/>
                    <a:pt x="14" y="31"/>
                    <a:pt x="13" y="37"/>
                  </a:cubicBezTo>
                  <a:cubicBezTo>
                    <a:pt x="11" y="44"/>
                    <a:pt x="10" y="50"/>
                    <a:pt x="8" y="55"/>
                  </a:cubicBezTo>
                  <a:cubicBezTo>
                    <a:pt x="6" y="59"/>
                    <a:pt x="4" y="62"/>
                    <a:pt x="3" y="68"/>
                  </a:cubicBezTo>
                  <a:cubicBezTo>
                    <a:pt x="2" y="72"/>
                    <a:pt x="1" y="126"/>
                    <a:pt x="0" y="13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4" name="Freeform 346">
              <a:extLst>
                <a:ext uri="{FF2B5EF4-FFF2-40B4-BE49-F238E27FC236}">
                  <a16:creationId xmlns:a16="http://schemas.microsoft.com/office/drawing/2014/main" id="{9531A781-DCA8-4F1F-90EE-3EFD15130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0188" y="2324100"/>
              <a:ext cx="84138" cy="190500"/>
            </a:xfrm>
            <a:custGeom>
              <a:avLst/>
              <a:gdLst>
                <a:gd name="T0" fmla="*/ 0 w 21"/>
                <a:gd name="T1" fmla="*/ 44 h 48"/>
                <a:gd name="T2" fmla="*/ 1 w 21"/>
                <a:gd name="T3" fmla="*/ 47 h 48"/>
                <a:gd name="T4" fmla="*/ 4 w 21"/>
                <a:gd name="T5" fmla="*/ 48 h 48"/>
                <a:gd name="T6" fmla="*/ 8 w 21"/>
                <a:gd name="T7" fmla="*/ 48 h 48"/>
                <a:gd name="T8" fmla="*/ 13 w 21"/>
                <a:gd name="T9" fmla="*/ 48 h 48"/>
                <a:gd name="T10" fmla="*/ 17 w 21"/>
                <a:gd name="T11" fmla="*/ 48 h 48"/>
                <a:gd name="T12" fmla="*/ 19 w 21"/>
                <a:gd name="T13" fmla="*/ 48 h 48"/>
                <a:gd name="T14" fmla="*/ 21 w 21"/>
                <a:gd name="T15" fmla="*/ 48 h 48"/>
                <a:gd name="T16" fmla="*/ 21 w 21"/>
                <a:gd name="T17" fmla="*/ 47 h 48"/>
                <a:gd name="T18" fmla="*/ 20 w 21"/>
                <a:gd name="T19" fmla="*/ 43 h 48"/>
                <a:gd name="T20" fmla="*/ 20 w 21"/>
                <a:gd name="T21" fmla="*/ 37 h 48"/>
                <a:gd name="T22" fmla="*/ 19 w 21"/>
                <a:gd name="T23" fmla="*/ 26 h 48"/>
                <a:gd name="T24" fmla="*/ 20 w 21"/>
                <a:gd name="T25" fmla="*/ 21 h 48"/>
                <a:gd name="T26" fmla="*/ 19 w 21"/>
                <a:gd name="T27" fmla="*/ 15 h 48"/>
                <a:gd name="T28" fmla="*/ 19 w 21"/>
                <a:gd name="T29" fmla="*/ 4 h 48"/>
                <a:gd name="T30" fmla="*/ 19 w 21"/>
                <a:gd name="T31" fmla="*/ 4 h 48"/>
                <a:gd name="T32" fmla="*/ 19 w 21"/>
                <a:gd name="T33" fmla="*/ 2 h 48"/>
                <a:gd name="T34" fmla="*/ 16 w 21"/>
                <a:gd name="T35" fmla="*/ 2 h 48"/>
                <a:gd name="T36" fmla="*/ 12 w 21"/>
                <a:gd name="T37" fmla="*/ 0 h 48"/>
                <a:gd name="T38" fmla="*/ 8 w 21"/>
                <a:gd name="T39" fmla="*/ 0 h 48"/>
                <a:gd name="T40" fmla="*/ 4 w 21"/>
                <a:gd name="T41" fmla="*/ 1 h 48"/>
                <a:gd name="T42" fmla="*/ 3 w 21"/>
                <a:gd name="T43" fmla="*/ 3 h 48"/>
                <a:gd name="T44" fmla="*/ 3 w 21"/>
                <a:gd name="T45" fmla="*/ 17 h 48"/>
                <a:gd name="T46" fmla="*/ 2 w 21"/>
                <a:gd name="T47" fmla="*/ 24 h 48"/>
                <a:gd name="T48" fmla="*/ 2 w 21"/>
                <a:gd name="T49" fmla="*/ 31 h 48"/>
                <a:gd name="T50" fmla="*/ 1 w 21"/>
                <a:gd name="T51" fmla="*/ 38 h 48"/>
                <a:gd name="T52" fmla="*/ 0 w 21"/>
                <a:gd name="T53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8">
                  <a:moveTo>
                    <a:pt x="0" y="44"/>
                  </a:moveTo>
                  <a:cubicBezTo>
                    <a:pt x="0" y="45"/>
                    <a:pt x="0" y="46"/>
                    <a:pt x="1" y="47"/>
                  </a:cubicBezTo>
                  <a:cubicBezTo>
                    <a:pt x="2" y="47"/>
                    <a:pt x="3" y="48"/>
                    <a:pt x="4" y="48"/>
                  </a:cubicBezTo>
                  <a:cubicBezTo>
                    <a:pt x="5" y="48"/>
                    <a:pt x="7" y="48"/>
                    <a:pt x="8" y="48"/>
                  </a:cubicBezTo>
                  <a:cubicBezTo>
                    <a:pt x="10" y="48"/>
                    <a:pt x="11" y="48"/>
                    <a:pt x="13" y="48"/>
                  </a:cubicBezTo>
                  <a:cubicBezTo>
                    <a:pt x="14" y="48"/>
                    <a:pt x="16" y="48"/>
                    <a:pt x="17" y="48"/>
                  </a:cubicBezTo>
                  <a:cubicBezTo>
                    <a:pt x="18" y="48"/>
                    <a:pt x="19" y="48"/>
                    <a:pt x="19" y="48"/>
                  </a:cubicBezTo>
                  <a:cubicBezTo>
                    <a:pt x="20" y="48"/>
                    <a:pt x="20" y="48"/>
                    <a:pt x="21" y="48"/>
                  </a:cubicBezTo>
                  <a:cubicBezTo>
                    <a:pt x="21" y="48"/>
                    <a:pt x="21" y="48"/>
                    <a:pt x="21" y="47"/>
                  </a:cubicBezTo>
                  <a:cubicBezTo>
                    <a:pt x="21" y="46"/>
                    <a:pt x="20" y="44"/>
                    <a:pt x="20" y="43"/>
                  </a:cubicBezTo>
                  <a:cubicBezTo>
                    <a:pt x="20" y="41"/>
                    <a:pt x="20" y="39"/>
                    <a:pt x="20" y="37"/>
                  </a:cubicBezTo>
                  <a:cubicBezTo>
                    <a:pt x="20" y="34"/>
                    <a:pt x="19" y="30"/>
                    <a:pt x="19" y="26"/>
                  </a:cubicBezTo>
                  <a:cubicBezTo>
                    <a:pt x="19" y="24"/>
                    <a:pt x="20" y="23"/>
                    <a:pt x="20" y="21"/>
                  </a:cubicBezTo>
                  <a:cubicBezTo>
                    <a:pt x="20" y="19"/>
                    <a:pt x="19" y="17"/>
                    <a:pt x="19" y="15"/>
                  </a:cubicBezTo>
                  <a:cubicBezTo>
                    <a:pt x="19" y="12"/>
                    <a:pt x="19" y="8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20" y="3"/>
                    <a:pt x="20" y="3"/>
                    <a:pt x="19" y="2"/>
                  </a:cubicBezTo>
                  <a:cubicBezTo>
                    <a:pt x="18" y="2"/>
                    <a:pt x="17" y="2"/>
                    <a:pt x="16" y="2"/>
                  </a:cubicBezTo>
                  <a:cubicBezTo>
                    <a:pt x="14" y="1"/>
                    <a:pt x="13" y="0"/>
                    <a:pt x="12" y="0"/>
                  </a:cubicBezTo>
                  <a:cubicBezTo>
                    <a:pt x="10" y="0"/>
                    <a:pt x="9" y="0"/>
                    <a:pt x="8" y="0"/>
                  </a:cubicBezTo>
                  <a:cubicBezTo>
                    <a:pt x="7" y="0"/>
                    <a:pt x="5" y="0"/>
                    <a:pt x="4" y="1"/>
                  </a:cubicBezTo>
                  <a:cubicBezTo>
                    <a:pt x="3" y="1"/>
                    <a:pt x="3" y="1"/>
                    <a:pt x="3" y="3"/>
                  </a:cubicBezTo>
                  <a:cubicBezTo>
                    <a:pt x="2" y="8"/>
                    <a:pt x="3" y="12"/>
                    <a:pt x="3" y="17"/>
                  </a:cubicBezTo>
                  <a:cubicBezTo>
                    <a:pt x="3" y="19"/>
                    <a:pt x="2" y="22"/>
                    <a:pt x="2" y="24"/>
                  </a:cubicBezTo>
                  <a:cubicBezTo>
                    <a:pt x="2" y="26"/>
                    <a:pt x="2" y="28"/>
                    <a:pt x="2" y="31"/>
                  </a:cubicBezTo>
                  <a:cubicBezTo>
                    <a:pt x="2" y="33"/>
                    <a:pt x="1" y="35"/>
                    <a:pt x="1" y="38"/>
                  </a:cubicBezTo>
                  <a:cubicBezTo>
                    <a:pt x="1" y="40"/>
                    <a:pt x="1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5" name="Freeform 347">
              <a:extLst>
                <a:ext uri="{FF2B5EF4-FFF2-40B4-BE49-F238E27FC236}">
                  <a16:creationId xmlns:a16="http://schemas.microsoft.com/office/drawing/2014/main" id="{43F2008C-3899-4958-86F1-BB10228E9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0188" y="2324100"/>
              <a:ext cx="84138" cy="190500"/>
            </a:xfrm>
            <a:custGeom>
              <a:avLst/>
              <a:gdLst>
                <a:gd name="T0" fmla="*/ 0 w 21"/>
                <a:gd name="T1" fmla="*/ 44 h 48"/>
                <a:gd name="T2" fmla="*/ 1 w 21"/>
                <a:gd name="T3" fmla="*/ 47 h 48"/>
                <a:gd name="T4" fmla="*/ 4 w 21"/>
                <a:gd name="T5" fmla="*/ 48 h 48"/>
                <a:gd name="T6" fmla="*/ 8 w 21"/>
                <a:gd name="T7" fmla="*/ 48 h 48"/>
                <a:gd name="T8" fmla="*/ 13 w 21"/>
                <a:gd name="T9" fmla="*/ 48 h 48"/>
                <a:gd name="T10" fmla="*/ 17 w 21"/>
                <a:gd name="T11" fmla="*/ 48 h 48"/>
                <a:gd name="T12" fmla="*/ 19 w 21"/>
                <a:gd name="T13" fmla="*/ 48 h 48"/>
                <a:gd name="T14" fmla="*/ 21 w 21"/>
                <a:gd name="T15" fmla="*/ 48 h 48"/>
                <a:gd name="T16" fmla="*/ 21 w 21"/>
                <a:gd name="T17" fmla="*/ 47 h 48"/>
                <a:gd name="T18" fmla="*/ 20 w 21"/>
                <a:gd name="T19" fmla="*/ 43 h 48"/>
                <a:gd name="T20" fmla="*/ 20 w 21"/>
                <a:gd name="T21" fmla="*/ 37 h 48"/>
                <a:gd name="T22" fmla="*/ 19 w 21"/>
                <a:gd name="T23" fmla="*/ 26 h 48"/>
                <a:gd name="T24" fmla="*/ 20 w 21"/>
                <a:gd name="T25" fmla="*/ 21 h 48"/>
                <a:gd name="T26" fmla="*/ 19 w 21"/>
                <a:gd name="T27" fmla="*/ 15 h 48"/>
                <a:gd name="T28" fmla="*/ 19 w 21"/>
                <a:gd name="T29" fmla="*/ 4 h 48"/>
                <a:gd name="T30" fmla="*/ 19 w 21"/>
                <a:gd name="T31" fmla="*/ 4 h 48"/>
                <a:gd name="T32" fmla="*/ 19 w 21"/>
                <a:gd name="T33" fmla="*/ 2 h 48"/>
                <a:gd name="T34" fmla="*/ 16 w 21"/>
                <a:gd name="T35" fmla="*/ 2 h 48"/>
                <a:gd name="T36" fmla="*/ 12 w 21"/>
                <a:gd name="T37" fmla="*/ 0 h 48"/>
                <a:gd name="T38" fmla="*/ 8 w 21"/>
                <a:gd name="T39" fmla="*/ 0 h 48"/>
                <a:gd name="T40" fmla="*/ 4 w 21"/>
                <a:gd name="T41" fmla="*/ 1 h 48"/>
                <a:gd name="T42" fmla="*/ 3 w 21"/>
                <a:gd name="T43" fmla="*/ 3 h 48"/>
                <a:gd name="T44" fmla="*/ 3 w 21"/>
                <a:gd name="T45" fmla="*/ 17 h 48"/>
                <a:gd name="T46" fmla="*/ 2 w 21"/>
                <a:gd name="T47" fmla="*/ 24 h 48"/>
                <a:gd name="T48" fmla="*/ 2 w 21"/>
                <a:gd name="T49" fmla="*/ 31 h 48"/>
                <a:gd name="T50" fmla="*/ 1 w 21"/>
                <a:gd name="T51" fmla="*/ 38 h 48"/>
                <a:gd name="T52" fmla="*/ 0 w 21"/>
                <a:gd name="T53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8">
                  <a:moveTo>
                    <a:pt x="0" y="44"/>
                  </a:moveTo>
                  <a:cubicBezTo>
                    <a:pt x="0" y="45"/>
                    <a:pt x="0" y="46"/>
                    <a:pt x="1" y="47"/>
                  </a:cubicBezTo>
                  <a:cubicBezTo>
                    <a:pt x="2" y="47"/>
                    <a:pt x="3" y="48"/>
                    <a:pt x="4" y="48"/>
                  </a:cubicBezTo>
                  <a:cubicBezTo>
                    <a:pt x="5" y="48"/>
                    <a:pt x="7" y="48"/>
                    <a:pt x="8" y="48"/>
                  </a:cubicBezTo>
                  <a:cubicBezTo>
                    <a:pt x="10" y="48"/>
                    <a:pt x="11" y="48"/>
                    <a:pt x="13" y="48"/>
                  </a:cubicBezTo>
                  <a:cubicBezTo>
                    <a:pt x="14" y="48"/>
                    <a:pt x="16" y="48"/>
                    <a:pt x="17" y="48"/>
                  </a:cubicBezTo>
                  <a:cubicBezTo>
                    <a:pt x="18" y="48"/>
                    <a:pt x="19" y="48"/>
                    <a:pt x="19" y="48"/>
                  </a:cubicBezTo>
                  <a:cubicBezTo>
                    <a:pt x="20" y="48"/>
                    <a:pt x="20" y="48"/>
                    <a:pt x="21" y="48"/>
                  </a:cubicBezTo>
                  <a:cubicBezTo>
                    <a:pt x="21" y="48"/>
                    <a:pt x="21" y="48"/>
                    <a:pt x="21" y="47"/>
                  </a:cubicBezTo>
                  <a:cubicBezTo>
                    <a:pt x="21" y="46"/>
                    <a:pt x="20" y="44"/>
                    <a:pt x="20" y="43"/>
                  </a:cubicBezTo>
                  <a:cubicBezTo>
                    <a:pt x="20" y="41"/>
                    <a:pt x="20" y="39"/>
                    <a:pt x="20" y="37"/>
                  </a:cubicBezTo>
                  <a:cubicBezTo>
                    <a:pt x="20" y="34"/>
                    <a:pt x="19" y="30"/>
                    <a:pt x="19" y="26"/>
                  </a:cubicBezTo>
                  <a:cubicBezTo>
                    <a:pt x="19" y="24"/>
                    <a:pt x="20" y="23"/>
                    <a:pt x="20" y="21"/>
                  </a:cubicBezTo>
                  <a:cubicBezTo>
                    <a:pt x="20" y="19"/>
                    <a:pt x="19" y="17"/>
                    <a:pt x="19" y="15"/>
                  </a:cubicBezTo>
                  <a:cubicBezTo>
                    <a:pt x="19" y="12"/>
                    <a:pt x="19" y="8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20" y="3"/>
                    <a:pt x="20" y="3"/>
                    <a:pt x="19" y="2"/>
                  </a:cubicBezTo>
                  <a:cubicBezTo>
                    <a:pt x="18" y="2"/>
                    <a:pt x="17" y="2"/>
                    <a:pt x="16" y="2"/>
                  </a:cubicBezTo>
                  <a:cubicBezTo>
                    <a:pt x="14" y="1"/>
                    <a:pt x="13" y="0"/>
                    <a:pt x="12" y="0"/>
                  </a:cubicBezTo>
                  <a:cubicBezTo>
                    <a:pt x="10" y="0"/>
                    <a:pt x="9" y="0"/>
                    <a:pt x="8" y="0"/>
                  </a:cubicBezTo>
                  <a:cubicBezTo>
                    <a:pt x="7" y="0"/>
                    <a:pt x="5" y="0"/>
                    <a:pt x="4" y="1"/>
                  </a:cubicBezTo>
                  <a:cubicBezTo>
                    <a:pt x="3" y="1"/>
                    <a:pt x="3" y="1"/>
                    <a:pt x="3" y="3"/>
                  </a:cubicBezTo>
                  <a:cubicBezTo>
                    <a:pt x="2" y="8"/>
                    <a:pt x="3" y="12"/>
                    <a:pt x="3" y="17"/>
                  </a:cubicBezTo>
                  <a:cubicBezTo>
                    <a:pt x="3" y="19"/>
                    <a:pt x="2" y="22"/>
                    <a:pt x="2" y="24"/>
                  </a:cubicBezTo>
                  <a:cubicBezTo>
                    <a:pt x="2" y="26"/>
                    <a:pt x="2" y="28"/>
                    <a:pt x="2" y="31"/>
                  </a:cubicBezTo>
                  <a:cubicBezTo>
                    <a:pt x="2" y="33"/>
                    <a:pt x="1" y="35"/>
                    <a:pt x="1" y="38"/>
                  </a:cubicBezTo>
                  <a:cubicBezTo>
                    <a:pt x="1" y="40"/>
                    <a:pt x="1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6" name="Freeform 348">
              <a:extLst>
                <a:ext uri="{FF2B5EF4-FFF2-40B4-BE49-F238E27FC236}">
                  <a16:creationId xmlns:a16="http://schemas.microsoft.com/office/drawing/2014/main" id="{A923E1EE-560F-4769-AC03-041078A6C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5876" y="1871663"/>
              <a:ext cx="501650" cy="500063"/>
            </a:xfrm>
            <a:custGeom>
              <a:avLst/>
              <a:gdLst>
                <a:gd name="T0" fmla="*/ 1 w 126"/>
                <a:gd name="T1" fmla="*/ 88 h 126"/>
                <a:gd name="T2" fmla="*/ 1 w 126"/>
                <a:gd name="T3" fmla="*/ 95 h 126"/>
                <a:gd name="T4" fmla="*/ 11 w 126"/>
                <a:gd name="T5" fmla="*/ 109 h 126"/>
                <a:gd name="T6" fmla="*/ 18 w 126"/>
                <a:gd name="T7" fmla="*/ 115 h 126"/>
                <a:gd name="T8" fmla="*/ 23 w 126"/>
                <a:gd name="T9" fmla="*/ 121 h 126"/>
                <a:gd name="T10" fmla="*/ 30 w 126"/>
                <a:gd name="T11" fmla="*/ 123 h 126"/>
                <a:gd name="T12" fmla="*/ 38 w 126"/>
                <a:gd name="T13" fmla="*/ 124 h 126"/>
                <a:gd name="T14" fmla="*/ 44 w 126"/>
                <a:gd name="T15" fmla="*/ 123 h 126"/>
                <a:gd name="T16" fmla="*/ 48 w 126"/>
                <a:gd name="T17" fmla="*/ 123 h 126"/>
                <a:gd name="T18" fmla="*/ 57 w 126"/>
                <a:gd name="T19" fmla="*/ 123 h 126"/>
                <a:gd name="T20" fmla="*/ 76 w 126"/>
                <a:gd name="T21" fmla="*/ 125 h 126"/>
                <a:gd name="T22" fmla="*/ 80 w 126"/>
                <a:gd name="T23" fmla="*/ 124 h 126"/>
                <a:gd name="T24" fmla="*/ 84 w 126"/>
                <a:gd name="T25" fmla="*/ 122 h 126"/>
                <a:gd name="T26" fmla="*/ 93 w 126"/>
                <a:gd name="T27" fmla="*/ 119 h 126"/>
                <a:gd name="T28" fmla="*/ 103 w 126"/>
                <a:gd name="T29" fmla="*/ 119 h 126"/>
                <a:gd name="T30" fmla="*/ 112 w 126"/>
                <a:gd name="T31" fmla="*/ 119 h 126"/>
                <a:gd name="T32" fmla="*/ 121 w 126"/>
                <a:gd name="T33" fmla="*/ 116 h 126"/>
                <a:gd name="T34" fmla="*/ 125 w 126"/>
                <a:gd name="T35" fmla="*/ 111 h 126"/>
                <a:gd name="T36" fmla="*/ 126 w 126"/>
                <a:gd name="T37" fmla="*/ 103 h 126"/>
                <a:gd name="T38" fmla="*/ 124 w 126"/>
                <a:gd name="T39" fmla="*/ 94 h 126"/>
                <a:gd name="T40" fmla="*/ 121 w 126"/>
                <a:gd name="T41" fmla="*/ 85 h 126"/>
                <a:gd name="T42" fmla="*/ 123 w 126"/>
                <a:gd name="T43" fmla="*/ 77 h 126"/>
                <a:gd name="T44" fmla="*/ 125 w 126"/>
                <a:gd name="T45" fmla="*/ 73 h 126"/>
                <a:gd name="T46" fmla="*/ 124 w 126"/>
                <a:gd name="T47" fmla="*/ 68 h 126"/>
                <a:gd name="T48" fmla="*/ 124 w 126"/>
                <a:gd name="T49" fmla="*/ 64 h 126"/>
                <a:gd name="T50" fmla="*/ 125 w 126"/>
                <a:gd name="T51" fmla="*/ 60 h 126"/>
                <a:gd name="T52" fmla="*/ 121 w 126"/>
                <a:gd name="T53" fmla="*/ 51 h 126"/>
                <a:gd name="T54" fmla="*/ 115 w 126"/>
                <a:gd name="T55" fmla="*/ 46 h 126"/>
                <a:gd name="T56" fmla="*/ 112 w 126"/>
                <a:gd name="T57" fmla="*/ 43 h 126"/>
                <a:gd name="T58" fmla="*/ 110 w 126"/>
                <a:gd name="T59" fmla="*/ 38 h 126"/>
                <a:gd name="T60" fmla="*/ 108 w 126"/>
                <a:gd name="T61" fmla="*/ 35 h 126"/>
                <a:gd name="T62" fmla="*/ 107 w 126"/>
                <a:gd name="T63" fmla="*/ 31 h 126"/>
                <a:gd name="T64" fmla="*/ 106 w 126"/>
                <a:gd name="T65" fmla="*/ 26 h 126"/>
                <a:gd name="T66" fmla="*/ 104 w 126"/>
                <a:gd name="T67" fmla="*/ 23 h 126"/>
                <a:gd name="T68" fmla="*/ 99 w 126"/>
                <a:gd name="T69" fmla="*/ 17 h 126"/>
                <a:gd name="T70" fmla="*/ 96 w 126"/>
                <a:gd name="T71" fmla="*/ 15 h 126"/>
                <a:gd name="T72" fmla="*/ 93 w 126"/>
                <a:gd name="T73" fmla="*/ 11 h 126"/>
                <a:gd name="T74" fmla="*/ 90 w 126"/>
                <a:gd name="T75" fmla="*/ 8 h 126"/>
                <a:gd name="T76" fmla="*/ 88 w 126"/>
                <a:gd name="T77" fmla="*/ 5 h 126"/>
                <a:gd name="T78" fmla="*/ 80 w 126"/>
                <a:gd name="T79" fmla="*/ 2 h 126"/>
                <a:gd name="T80" fmla="*/ 75 w 126"/>
                <a:gd name="T81" fmla="*/ 1 h 126"/>
                <a:gd name="T82" fmla="*/ 65 w 126"/>
                <a:gd name="T83" fmla="*/ 2 h 126"/>
                <a:gd name="T84" fmla="*/ 59 w 126"/>
                <a:gd name="T85" fmla="*/ 6 h 126"/>
                <a:gd name="T86" fmla="*/ 51 w 126"/>
                <a:gd name="T87" fmla="*/ 11 h 126"/>
                <a:gd name="T88" fmla="*/ 44 w 126"/>
                <a:gd name="T89" fmla="*/ 14 h 126"/>
                <a:gd name="T90" fmla="*/ 33 w 126"/>
                <a:gd name="T91" fmla="*/ 26 h 126"/>
                <a:gd name="T92" fmla="*/ 20 w 126"/>
                <a:gd name="T93" fmla="*/ 38 h 126"/>
                <a:gd name="T94" fmla="*/ 8 w 126"/>
                <a:gd name="T95" fmla="*/ 47 h 126"/>
                <a:gd name="T96" fmla="*/ 5 w 126"/>
                <a:gd name="T97" fmla="*/ 54 h 126"/>
                <a:gd name="T98" fmla="*/ 2 w 126"/>
                <a:gd name="T99" fmla="*/ 62 h 126"/>
                <a:gd name="T100" fmla="*/ 2 w 126"/>
                <a:gd name="T101" fmla="*/ 79 h 126"/>
                <a:gd name="T102" fmla="*/ 1 w 126"/>
                <a:gd name="T103" fmla="*/ 8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6">
                  <a:moveTo>
                    <a:pt x="1" y="88"/>
                  </a:moveTo>
                  <a:cubicBezTo>
                    <a:pt x="0" y="91"/>
                    <a:pt x="0" y="93"/>
                    <a:pt x="1" y="95"/>
                  </a:cubicBezTo>
                  <a:cubicBezTo>
                    <a:pt x="3" y="101"/>
                    <a:pt x="7" y="105"/>
                    <a:pt x="11" y="109"/>
                  </a:cubicBezTo>
                  <a:cubicBezTo>
                    <a:pt x="14" y="111"/>
                    <a:pt x="16" y="113"/>
                    <a:pt x="18" y="115"/>
                  </a:cubicBezTo>
                  <a:cubicBezTo>
                    <a:pt x="20" y="117"/>
                    <a:pt x="21" y="120"/>
                    <a:pt x="23" y="121"/>
                  </a:cubicBezTo>
                  <a:cubicBezTo>
                    <a:pt x="26" y="121"/>
                    <a:pt x="28" y="123"/>
                    <a:pt x="30" y="123"/>
                  </a:cubicBezTo>
                  <a:cubicBezTo>
                    <a:pt x="33" y="123"/>
                    <a:pt x="36" y="124"/>
                    <a:pt x="38" y="124"/>
                  </a:cubicBezTo>
                  <a:cubicBezTo>
                    <a:pt x="40" y="123"/>
                    <a:pt x="42" y="123"/>
                    <a:pt x="44" y="123"/>
                  </a:cubicBezTo>
                  <a:cubicBezTo>
                    <a:pt x="45" y="123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70" y="126"/>
                    <a:pt x="76" y="125"/>
                  </a:cubicBezTo>
                  <a:cubicBezTo>
                    <a:pt x="78" y="125"/>
                    <a:pt x="79" y="124"/>
                    <a:pt x="80" y="124"/>
                  </a:cubicBezTo>
                  <a:cubicBezTo>
                    <a:pt x="82" y="123"/>
                    <a:pt x="83" y="122"/>
                    <a:pt x="84" y="122"/>
                  </a:cubicBezTo>
                  <a:cubicBezTo>
                    <a:pt x="87" y="120"/>
                    <a:pt x="90" y="119"/>
                    <a:pt x="93" y="119"/>
                  </a:cubicBezTo>
                  <a:cubicBezTo>
                    <a:pt x="97" y="119"/>
                    <a:pt x="100" y="119"/>
                    <a:pt x="103" y="119"/>
                  </a:cubicBezTo>
                  <a:cubicBezTo>
                    <a:pt x="106" y="119"/>
                    <a:pt x="109" y="120"/>
                    <a:pt x="112" y="119"/>
                  </a:cubicBezTo>
                  <a:cubicBezTo>
                    <a:pt x="115" y="118"/>
                    <a:pt x="118" y="118"/>
                    <a:pt x="121" y="116"/>
                  </a:cubicBezTo>
                  <a:cubicBezTo>
                    <a:pt x="123" y="115"/>
                    <a:pt x="124" y="113"/>
                    <a:pt x="125" y="111"/>
                  </a:cubicBezTo>
                  <a:cubicBezTo>
                    <a:pt x="126" y="108"/>
                    <a:pt x="126" y="105"/>
                    <a:pt x="126" y="103"/>
                  </a:cubicBezTo>
                  <a:cubicBezTo>
                    <a:pt x="126" y="100"/>
                    <a:pt x="125" y="97"/>
                    <a:pt x="124" y="94"/>
                  </a:cubicBezTo>
                  <a:cubicBezTo>
                    <a:pt x="123" y="91"/>
                    <a:pt x="121" y="89"/>
                    <a:pt x="121" y="85"/>
                  </a:cubicBezTo>
                  <a:cubicBezTo>
                    <a:pt x="120" y="82"/>
                    <a:pt x="122" y="80"/>
                    <a:pt x="123" y="77"/>
                  </a:cubicBezTo>
                  <a:cubicBezTo>
                    <a:pt x="124" y="76"/>
                    <a:pt x="124" y="74"/>
                    <a:pt x="125" y="73"/>
                  </a:cubicBezTo>
                  <a:cubicBezTo>
                    <a:pt x="125" y="71"/>
                    <a:pt x="125" y="70"/>
                    <a:pt x="124" y="68"/>
                  </a:cubicBezTo>
                  <a:cubicBezTo>
                    <a:pt x="124" y="67"/>
                    <a:pt x="124" y="66"/>
                    <a:pt x="124" y="64"/>
                  </a:cubicBezTo>
                  <a:cubicBezTo>
                    <a:pt x="124" y="63"/>
                    <a:pt x="125" y="61"/>
                    <a:pt x="125" y="60"/>
                  </a:cubicBezTo>
                  <a:cubicBezTo>
                    <a:pt x="124" y="57"/>
                    <a:pt x="123" y="54"/>
                    <a:pt x="121" y="51"/>
                  </a:cubicBezTo>
                  <a:cubicBezTo>
                    <a:pt x="120" y="49"/>
                    <a:pt x="118" y="48"/>
                    <a:pt x="115" y="46"/>
                  </a:cubicBezTo>
                  <a:cubicBezTo>
                    <a:pt x="114" y="45"/>
                    <a:pt x="113" y="44"/>
                    <a:pt x="112" y="43"/>
                  </a:cubicBezTo>
                  <a:cubicBezTo>
                    <a:pt x="110" y="41"/>
                    <a:pt x="111" y="39"/>
                    <a:pt x="110" y="38"/>
                  </a:cubicBezTo>
                  <a:cubicBezTo>
                    <a:pt x="110" y="37"/>
                    <a:pt x="109" y="36"/>
                    <a:pt x="108" y="35"/>
                  </a:cubicBezTo>
                  <a:cubicBezTo>
                    <a:pt x="108" y="33"/>
                    <a:pt x="107" y="32"/>
                    <a:pt x="107" y="31"/>
                  </a:cubicBezTo>
                  <a:cubicBezTo>
                    <a:pt x="106" y="30"/>
                    <a:pt x="107" y="28"/>
                    <a:pt x="106" y="26"/>
                  </a:cubicBezTo>
                  <a:cubicBezTo>
                    <a:pt x="106" y="25"/>
                    <a:pt x="105" y="24"/>
                    <a:pt x="104" y="23"/>
                  </a:cubicBezTo>
                  <a:cubicBezTo>
                    <a:pt x="103" y="21"/>
                    <a:pt x="102" y="19"/>
                    <a:pt x="99" y="17"/>
                  </a:cubicBezTo>
                  <a:cubicBezTo>
                    <a:pt x="98" y="16"/>
                    <a:pt x="97" y="16"/>
                    <a:pt x="96" y="15"/>
                  </a:cubicBezTo>
                  <a:cubicBezTo>
                    <a:pt x="95" y="14"/>
                    <a:pt x="94" y="12"/>
                    <a:pt x="93" y="11"/>
                  </a:cubicBezTo>
                  <a:cubicBezTo>
                    <a:pt x="92" y="10"/>
                    <a:pt x="91" y="9"/>
                    <a:pt x="90" y="8"/>
                  </a:cubicBezTo>
                  <a:cubicBezTo>
                    <a:pt x="90" y="7"/>
                    <a:pt x="89" y="6"/>
                    <a:pt x="88" y="5"/>
                  </a:cubicBezTo>
                  <a:cubicBezTo>
                    <a:pt x="85" y="3"/>
                    <a:pt x="83" y="3"/>
                    <a:pt x="80" y="2"/>
                  </a:cubicBezTo>
                  <a:cubicBezTo>
                    <a:pt x="78" y="2"/>
                    <a:pt x="77" y="1"/>
                    <a:pt x="75" y="1"/>
                  </a:cubicBezTo>
                  <a:cubicBezTo>
                    <a:pt x="75" y="1"/>
                    <a:pt x="67" y="0"/>
                    <a:pt x="65" y="2"/>
                  </a:cubicBezTo>
                  <a:cubicBezTo>
                    <a:pt x="63" y="3"/>
                    <a:pt x="61" y="5"/>
                    <a:pt x="59" y="6"/>
                  </a:cubicBezTo>
                  <a:cubicBezTo>
                    <a:pt x="57" y="8"/>
                    <a:pt x="54" y="9"/>
                    <a:pt x="51" y="11"/>
                  </a:cubicBezTo>
                  <a:cubicBezTo>
                    <a:pt x="49" y="12"/>
                    <a:pt x="46" y="13"/>
                    <a:pt x="44" y="14"/>
                  </a:cubicBezTo>
                  <a:cubicBezTo>
                    <a:pt x="40" y="17"/>
                    <a:pt x="36" y="21"/>
                    <a:pt x="33" y="26"/>
                  </a:cubicBezTo>
                  <a:cubicBezTo>
                    <a:pt x="30" y="31"/>
                    <a:pt x="25" y="34"/>
                    <a:pt x="20" y="38"/>
                  </a:cubicBezTo>
                  <a:cubicBezTo>
                    <a:pt x="16" y="40"/>
                    <a:pt x="11" y="42"/>
                    <a:pt x="8" y="47"/>
                  </a:cubicBezTo>
                  <a:cubicBezTo>
                    <a:pt x="7" y="49"/>
                    <a:pt x="6" y="51"/>
                    <a:pt x="5" y="54"/>
                  </a:cubicBezTo>
                  <a:cubicBezTo>
                    <a:pt x="4" y="57"/>
                    <a:pt x="3" y="59"/>
                    <a:pt x="2" y="62"/>
                  </a:cubicBezTo>
                  <a:cubicBezTo>
                    <a:pt x="1" y="68"/>
                    <a:pt x="1" y="73"/>
                    <a:pt x="2" y="79"/>
                  </a:cubicBezTo>
                  <a:cubicBezTo>
                    <a:pt x="2" y="82"/>
                    <a:pt x="2" y="85"/>
                    <a:pt x="1" y="8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7" name="Freeform 349">
              <a:extLst>
                <a:ext uri="{FF2B5EF4-FFF2-40B4-BE49-F238E27FC236}">
                  <a16:creationId xmlns:a16="http://schemas.microsoft.com/office/drawing/2014/main" id="{C0E15B72-07AB-4820-B8A1-A433CC466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5876" y="1871663"/>
              <a:ext cx="501650" cy="500063"/>
            </a:xfrm>
            <a:custGeom>
              <a:avLst/>
              <a:gdLst>
                <a:gd name="T0" fmla="*/ 1 w 126"/>
                <a:gd name="T1" fmla="*/ 88 h 126"/>
                <a:gd name="T2" fmla="*/ 1 w 126"/>
                <a:gd name="T3" fmla="*/ 95 h 126"/>
                <a:gd name="T4" fmla="*/ 11 w 126"/>
                <a:gd name="T5" fmla="*/ 109 h 126"/>
                <a:gd name="T6" fmla="*/ 18 w 126"/>
                <a:gd name="T7" fmla="*/ 115 h 126"/>
                <a:gd name="T8" fmla="*/ 23 w 126"/>
                <a:gd name="T9" fmla="*/ 121 h 126"/>
                <a:gd name="T10" fmla="*/ 30 w 126"/>
                <a:gd name="T11" fmla="*/ 123 h 126"/>
                <a:gd name="T12" fmla="*/ 38 w 126"/>
                <a:gd name="T13" fmla="*/ 124 h 126"/>
                <a:gd name="T14" fmla="*/ 44 w 126"/>
                <a:gd name="T15" fmla="*/ 123 h 126"/>
                <a:gd name="T16" fmla="*/ 48 w 126"/>
                <a:gd name="T17" fmla="*/ 123 h 126"/>
                <a:gd name="T18" fmla="*/ 57 w 126"/>
                <a:gd name="T19" fmla="*/ 123 h 126"/>
                <a:gd name="T20" fmla="*/ 76 w 126"/>
                <a:gd name="T21" fmla="*/ 125 h 126"/>
                <a:gd name="T22" fmla="*/ 80 w 126"/>
                <a:gd name="T23" fmla="*/ 124 h 126"/>
                <a:gd name="T24" fmla="*/ 84 w 126"/>
                <a:gd name="T25" fmla="*/ 122 h 126"/>
                <a:gd name="T26" fmla="*/ 93 w 126"/>
                <a:gd name="T27" fmla="*/ 119 h 126"/>
                <a:gd name="T28" fmla="*/ 103 w 126"/>
                <a:gd name="T29" fmla="*/ 119 h 126"/>
                <a:gd name="T30" fmla="*/ 112 w 126"/>
                <a:gd name="T31" fmla="*/ 119 h 126"/>
                <a:gd name="T32" fmla="*/ 121 w 126"/>
                <a:gd name="T33" fmla="*/ 116 h 126"/>
                <a:gd name="T34" fmla="*/ 125 w 126"/>
                <a:gd name="T35" fmla="*/ 111 h 126"/>
                <a:gd name="T36" fmla="*/ 126 w 126"/>
                <a:gd name="T37" fmla="*/ 103 h 126"/>
                <a:gd name="T38" fmla="*/ 124 w 126"/>
                <a:gd name="T39" fmla="*/ 94 h 126"/>
                <a:gd name="T40" fmla="*/ 121 w 126"/>
                <a:gd name="T41" fmla="*/ 85 h 126"/>
                <a:gd name="T42" fmla="*/ 123 w 126"/>
                <a:gd name="T43" fmla="*/ 77 h 126"/>
                <a:gd name="T44" fmla="*/ 125 w 126"/>
                <a:gd name="T45" fmla="*/ 73 h 126"/>
                <a:gd name="T46" fmla="*/ 124 w 126"/>
                <a:gd name="T47" fmla="*/ 68 h 126"/>
                <a:gd name="T48" fmla="*/ 124 w 126"/>
                <a:gd name="T49" fmla="*/ 64 h 126"/>
                <a:gd name="T50" fmla="*/ 125 w 126"/>
                <a:gd name="T51" fmla="*/ 60 h 126"/>
                <a:gd name="T52" fmla="*/ 121 w 126"/>
                <a:gd name="T53" fmla="*/ 51 h 126"/>
                <a:gd name="T54" fmla="*/ 115 w 126"/>
                <a:gd name="T55" fmla="*/ 46 h 126"/>
                <a:gd name="T56" fmla="*/ 112 w 126"/>
                <a:gd name="T57" fmla="*/ 43 h 126"/>
                <a:gd name="T58" fmla="*/ 110 w 126"/>
                <a:gd name="T59" fmla="*/ 38 h 126"/>
                <a:gd name="T60" fmla="*/ 108 w 126"/>
                <a:gd name="T61" fmla="*/ 35 h 126"/>
                <a:gd name="T62" fmla="*/ 107 w 126"/>
                <a:gd name="T63" fmla="*/ 31 h 126"/>
                <a:gd name="T64" fmla="*/ 106 w 126"/>
                <a:gd name="T65" fmla="*/ 26 h 126"/>
                <a:gd name="T66" fmla="*/ 104 w 126"/>
                <a:gd name="T67" fmla="*/ 23 h 126"/>
                <a:gd name="T68" fmla="*/ 99 w 126"/>
                <a:gd name="T69" fmla="*/ 17 h 126"/>
                <a:gd name="T70" fmla="*/ 96 w 126"/>
                <a:gd name="T71" fmla="*/ 15 h 126"/>
                <a:gd name="T72" fmla="*/ 93 w 126"/>
                <a:gd name="T73" fmla="*/ 11 h 126"/>
                <a:gd name="T74" fmla="*/ 90 w 126"/>
                <a:gd name="T75" fmla="*/ 8 h 126"/>
                <a:gd name="T76" fmla="*/ 88 w 126"/>
                <a:gd name="T77" fmla="*/ 5 h 126"/>
                <a:gd name="T78" fmla="*/ 80 w 126"/>
                <a:gd name="T79" fmla="*/ 2 h 126"/>
                <a:gd name="T80" fmla="*/ 75 w 126"/>
                <a:gd name="T81" fmla="*/ 1 h 126"/>
                <a:gd name="T82" fmla="*/ 65 w 126"/>
                <a:gd name="T83" fmla="*/ 2 h 126"/>
                <a:gd name="T84" fmla="*/ 59 w 126"/>
                <a:gd name="T85" fmla="*/ 6 h 126"/>
                <a:gd name="T86" fmla="*/ 51 w 126"/>
                <a:gd name="T87" fmla="*/ 11 h 126"/>
                <a:gd name="T88" fmla="*/ 44 w 126"/>
                <a:gd name="T89" fmla="*/ 14 h 126"/>
                <a:gd name="T90" fmla="*/ 33 w 126"/>
                <a:gd name="T91" fmla="*/ 26 h 126"/>
                <a:gd name="T92" fmla="*/ 20 w 126"/>
                <a:gd name="T93" fmla="*/ 38 h 126"/>
                <a:gd name="T94" fmla="*/ 8 w 126"/>
                <a:gd name="T95" fmla="*/ 47 h 126"/>
                <a:gd name="T96" fmla="*/ 5 w 126"/>
                <a:gd name="T97" fmla="*/ 54 h 126"/>
                <a:gd name="T98" fmla="*/ 2 w 126"/>
                <a:gd name="T99" fmla="*/ 62 h 126"/>
                <a:gd name="T100" fmla="*/ 2 w 126"/>
                <a:gd name="T101" fmla="*/ 79 h 126"/>
                <a:gd name="T102" fmla="*/ 1 w 126"/>
                <a:gd name="T103" fmla="*/ 8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6">
                  <a:moveTo>
                    <a:pt x="1" y="88"/>
                  </a:moveTo>
                  <a:cubicBezTo>
                    <a:pt x="0" y="91"/>
                    <a:pt x="0" y="93"/>
                    <a:pt x="1" y="95"/>
                  </a:cubicBezTo>
                  <a:cubicBezTo>
                    <a:pt x="3" y="101"/>
                    <a:pt x="7" y="105"/>
                    <a:pt x="11" y="109"/>
                  </a:cubicBezTo>
                  <a:cubicBezTo>
                    <a:pt x="14" y="111"/>
                    <a:pt x="16" y="113"/>
                    <a:pt x="18" y="115"/>
                  </a:cubicBezTo>
                  <a:cubicBezTo>
                    <a:pt x="20" y="117"/>
                    <a:pt x="21" y="120"/>
                    <a:pt x="23" y="121"/>
                  </a:cubicBezTo>
                  <a:cubicBezTo>
                    <a:pt x="26" y="121"/>
                    <a:pt x="28" y="123"/>
                    <a:pt x="30" y="123"/>
                  </a:cubicBezTo>
                  <a:cubicBezTo>
                    <a:pt x="33" y="123"/>
                    <a:pt x="36" y="124"/>
                    <a:pt x="38" y="124"/>
                  </a:cubicBezTo>
                  <a:cubicBezTo>
                    <a:pt x="40" y="123"/>
                    <a:pt x="42" y="123"/>
                    <a:pt x="44" y="123"/>
                  </a:cubicBezTo>
                  <a:cubicBezTo>
                    <a:pt x="45" y="123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70" y="126"/>
                    <a:pt x="76" y="125"/>
                  </a:cubicBezTo>
                  <a:cubicBezTo>
                    <a:pt x="78" y="125"/>
                    <a:pt x="79" y="124"/>
                    <a:pt x="80" y="124"/>
                  </a:cubicBezTo>
                  <a:cubicBezTo>
                    <a:pt x="82" y="123"/>
                    <a:pt x="83" y="122"/>
                    <a:pt x="84" y="122"/>
                  </a:cubicBezTo>
                  <a:cubicBezTo>
                    <a:pt x="87" y="120"/>
                    <a:pt x="90" y="119"/>
                    <a:pt x="93" y="119"/>
                  </a:cubicBezTo>
                  <a:cubicBezTo>
                    <a:pt x="97" y="119"/>
                    <a:pt x="100" y="119"/>
                    <a:pt x="103" y="119"/>
                  </a:cubicBezTo>
                  <a:cubicBezTo>
                    <a:pt x="106" y="119"/>
                    <a:pt x="109" y="120"/>
                    <a:pt x="112" y="119"/>
                  </a:cubicBezTo>
                  <a:cubicBezTo>
                    <a:pt x="115" y="118"/>
                    <a:pt x="118" y="118"/>
                    <a:pt x="121" y="116"/>
                  </a:cubicBezTo>
                  <a:cubicBezTo>
                    <a:pt x="123" y="115"/>
                    <a:pt x="124" y="113"/>
                    <a:pt x="125" y="111"/>
                  </a:cubicBezTo>
                  <a:cubicBezTo>
                    <a:pt x="126" y="108"/>
                    <a:pt x="126" y="105"/>
                    <a:pt x="126" y="103"/>
                  </a:cubicBezTo>
                  <a:cubicBezTo>
                    <a:pt x="126" y="100"/>
                    <a:pt x="125" y="97"/>
                    <a:pt x="124" y="94"/>
                  </a:cubicBezTo>
                  <a:cubicBezTo>
                    <a:pt x="123" y="91"/>
                    <a:pt x="121" y="89"/>
                    <a:pt x="121" y="85"/>
                  </a:cubicBezTo>
                  <a:cubicBezTo>
                    <a:pt x="120" y="82"/>
                    <a:pt x="122" y="80"/>
                    <a:pt x="123" y="77"/>
                  </a:cubicBezTo>
                  <a:cubicBezTo>
                    <a:pt x="124" y="76"/>
                    <a:pt x="124" y="74"/>
                    <a:pt x="125" y="73"/>
                  </a:cubicBezTo>
                  <a:cubicBezTo>
                    <a:pt x="125" y="71"/>
                    <a:pt x="125" y="70"/>
                    <a:pt x="124" y="68"/>
                  </a:cubicBezTo>
                  <a:cubicBezTo>
                    <a:pt x="124" y="67"/>
                    <a:pt x="124" y="66"/>
                    <a:pt x="124" y="64"/>
                  </a:cubicBezTo>
                  <a:cubicBezTo>
                    <a:pt x="124" y="63"/>
                    <a:pt x="125" y="61"/>
                    <a:pt x="125" y="60"/>
                  </a:cubicBezTo>
                  <a:cubicBezTo>
                    <a:pt x="124" y="57"/>
                    <a:pt x="123" y="54"/>
                    <a:pt x="121" y="51"/>
                  </a:cubicBezTo>
                  <a:cubicBezTo>
                    <a:pt x="120" y="49"/>
                    <a:pt x="118" y="48"/>
                    <a:pt x="115" y="46"/>
                  </a:cubicBezTo>
                  <a:cubicBezTo>
                    <a:pt x="114" y="45"/>
                    <a:pt x="113" y="44"/>
                    <a:pt x="112" y="43"/>
                  </a:cubicBezTo>
                  <a:cubicBezTo>
                    <a:pt x="110" y="41"/>
                    <a:pt x="111" y="39"/>
                    <a:pt x="110" y="38"/>
                  </a:cubicBezTo>
                  <a:cubicBezTo>
                    <a:pt x="110" y="37"/>
                    <a:pt x="109" y="36"/>
                    <a:pt x="108" y="35"/>
                  </a:cubicBezTo>
                  <a:cubicBezTo>
                    <a:pt x="108" y="33"/>
                    <a:pt x="107" y="32"/>
                    <a:pt x="107" y="31"/>
                  </a:cubicBezTo>
                  <a:cubicBezTo>
                    <a:pt x="106" y="30"/>
                    <a:pt x="107" y="28"/>
                    <a:pt x="106" y="26"/>
                  </a:cubicBezTo>
                  <a:cubicBezTo>
                    <a:pt x="106" y="25"/>
                    <a:pt x="105" y="24"/>
                    <a:pt x="104" y="23"/>
                  </a:cubicBezTo>
                  <a:cubicBezTo>
                    <a:pt x="103" y="21"/>
                    <a:pt x="102" y="19"/>
                    <a:pt x="99" y="17"/>
                  </a:cubicBezTo>
                  <a:cubicBezTo>
                    <a:pt x="98" y="16"/>
                    <a:pt x="97" y="16"/>
                    <a:pt x="96" y="15"/>
                  </a:cubicBezTo>
                  <a:cubicBezTo>
                    <a:pt x="95" y="14"/>
                    <a:pt x="94" y="12"/>
                    <a:pt x="93" y="11"/>
                  </a:cubicBezTo>
                  <a:cubicBezTo>
                    <a:pt x="92" y="10"/>
                    <a:pt x="91" y="9"/>
                    <a:pt x="90" y="8"/>
                  </a:cubicBezTo>
                  <a:cubicBezTo>
                    <a:pt x="90" y="7"/>
                    <a:pt x="89" y="6"/>
                    <a:pt x="88" y="5"/>
                  </a:cubicBezTo>
                  <a:cubicBezTo>
                    <a:pt x="85" y="3"/>
                    <a:pt x="83" y="3"/>
                    <a:pt x="80" y="2"/>
                  </a:cubicBezTo>
                  <a:cubicBezTo>
                    <a:pt x="78" y="2"/>
                    <a:pt x="77" y="1"/>
                    <a:pt x="75" y="1"/>
                  </a:cubicBezTo>
                  <a:cubicBezTo>
                    <a:pt x="75" y="1"/>
                    <a:pt x="67" y="0"/>
                    <a:pt x="65" y="2"/>
                  </a:cubicBezTo>
                  <a:cubicBezTo>
                    <a:pt x="63" y="3"/>
                    <a:pt x="61" y="5"/>
                    <a:pt x="59" y="6"/>
                  </a:cubicBezTo>
                  <a:cubicBezTo>
                    <a:pt x="57" y="8"/>
                    <a:pt x="54" y="9"/>
                    <a:pt x="51" y="11"/>
                  </a:cubicBezTo>
                  <a:cubicBezTo>
                    <a:pt x="49" y="12"/>
                    <a:pt x="46" y="13"/>
                    <a:pt x="44" y="14"/>
                  </a:cubicBezTo>
                  <a:cubicBezTo>
                    <a:pt x="40" y="17"/>
                    <a:pt x="36" y="21"/>
                    <a:pt x="33" y="26"/>
                  </a:cubicBezTo>
                  <a:cubicBezTo>
                    <a:pt x="30" y="31"/>
                    <a:pt x="25" y="34"/>
                    <a:pt x="20" y="38"/>
                  </a:cubicBezTo>
                  <a:cubicBezTo>
                    <a:pt x="16" y="40"/>
                    <a:pt x="11" y="42"/>
                    <a:pt x="8" y="47"/>
                  </a:cubicBezTo>
                  <a:cubicBezTo>
                    <a:pt x="7" y="49"/>
                    <a:pt x="6" y="51"/>
                    <a:pt x="5" y="54"/>
                  </a:cubicBezTo>
                  <a:cubicBezTo>
                    <a:pt x="4" y="57"/>
                    <a:pt x="3" y="59"/>
                    <a:pt x="2" y="62"/>
                  </a:cubicBezTo>
                  <a:cubicBezTo>
                    <a:pt x="1" y="68"/>
                    <a:pt x="1" y="73"/>
                    <a:pt x="2" y="79"/>
                  </a:cubicBezTo>
                  <a:cubicBezTo>
                    <a:pt x="2" y="82"/>
                    <a:pt x="2" y="85"/>
                    <a:pt x="1" y="8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8" name="Freeform 350">
              <a:extLst>
                <a:ext uri="{FF2B5EF4-FFF2-40B4-BE49-F238E27FC236}">
                  <a16:creationId xmlns:a16="http://schemas.microsoft.com/office/drawing/2014/main" id="{DBD132F9-F160-438A-8E87-EA593103A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8063" y="2427288"/>
              <a:ext cx="47625" cy="166688"/>
            </a:xfrm>
            <a:custGeom>
              <a:avLst/>
              <a:gdLst>
                <a:gd name="T0" fmla="*/ 12 w 12"/>
                <a:gd name="T1" fmla="*/ 37 h 42"/>
                <a:gd name="T2" fmla="*/ 11 w 12"/>
                <a:gd name="T3" fmla="*/ 32 h 42"/>
                <a:gd name="T4" fmla="*/ 11 w 12"/>
                <a:gd name="T5" fmla="*/ 23 h 42"/>
                <a:gd name="T6" fmla="*/ 11 w 12"/>
                <a:gd name="T7" fmla="*/ 18 h 42"/>
                <a:gd name="T8" fmla="*/ 11 w 12"/>
                <a:gd name="T9" fmla="*/ 13 h 42"/>
                <a:gd name="T10" fmla="*/ 11 w 12"/>
                <a:gd name="T11" fmla="*/ 4 h 42"/>
                <a:gd name="T12" fmla="*/ 11 w 12"/>
                <a:gd name="T13" fmla="*/ 3 h 42"/>
                <a:gd name="T14" fmla="*/ 11 w 12"/>
                <a:gd name="T15" fmla="*/ 2 h 42"/>
                <a:gd name="T16" fmla="*/ 9 w 12"/>
                <a:gd name="T17" fmla="*/ 2 h 42"/>
                <a:gd name="T18" fmla="*/ 7 w 12"/>
                <a:gd name="T19" fmla="*/ 0 h 42"/>
                <a:gd name="T20" fmla="*/ 5 w 12"/>
                <a:gd name="T21" fmla="*/ 0 h 42"/>
                <a:gd name="T22" fmla="*/ 3 w 12"/>
                <a:gd name="T23" fmla="*/ 1 h 42"/>
                <a:gd name="T24" fmla="*/ 2 w 12"/>
                <a:gd name="T25" fmla="*/ 3 h 42"/>
                <a:gd name="T26" fmla="*/ 2 w 12"/>
                <a:gd name="T27" fmla="*/ 15 h 42"/>
                <a:gd name="T28" fmla="*/ 2 w 12"/>
                <a:gd name="T29" fmla="*/ 21 h 42"/>
                <a:gd name="T30" fmla="*/ 1 w 12"/>
                <a:gd name="T31" fmla="*/ 26 h 42"/>
                <a:gd name="T32" fmla="*/ 1 w 12"/>
                <a:gd name="T33" fmla="*/ 32 h 42"/>
                <a:gd name="T34" fmla="*/ 1 w 12"/>
                <a:gd name="T35" fmla="*/ 38 h 42"/>
                <a:gd name="T36" fmla="*/ 1 w 12"/>
                <a:gd name="T37" fmla="*/ 40 h 42"/>
                <a:gd name="T38" fmla="*/ 3 w 12"/>
                <a:gd name="T39" fmla="*/ 41 h 42"/>
                <a:gd name="T40" fmla="*/ 5 w 12"/>
                <a:gd name="T41" fmla="*/ 42 h 42"/>
                <a:gd name="T42" fmla="*/ 8 w 12"/>
                <a:gd name="T43" fmla="*/ 42 h 42"/>
                <a:gd name="T44" fmla="*/ 10 w 12"/>
                <a:gd name="T45" fmla="*/ 41 h 42"/>
                <a:gd name="T46" fmla="*/ 11 w 12"/>
                <a:gd name="T47" fmla="*/ 41 h 42"/>
                <a:gd name="T48" fmla="*/ 12 w 12"/>
                <a:gd name="T49" fmla="*/ 42 h 42"/>
                <a:gd name="T50" fmla="*/ 12 w 12"/>
                <a:gd name="T51" fmla="*/ 41 h 42"/>
                <a:gd name="T52" fmla="*/ 12 w 12"/>
                <a:gd name="T53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42">
                  <a:moveTo>
                    <a:pt x="12" y="37"/>
                  </a:moveTo>
                  <a:cubicBezTo>
                    <a:pt x="11" y="35"/>
                    <a:pt x="11" y="34"/>
                    <a:pt x="11" y="32"/>
                  </a:cubicBezTo>
                  <a:cubicBezTo>
                    <a:pt x="11" y="29"/>
                    <a:pt x="11" y="26"/>
                    <a:pt x="11" y="23"/>
                  </a:cubicBezTo>
                  <a:cubicBezTo>
                    <a:pt x="11" y="21"/>
                    <a:pt x="11" y="20"/>
                    <a:pt x="11" y="18"/>
                  </a:cubicBezTo>
                  <a:cubicBezTo>
                    <a:pt x="11" y="16"/>
                    <a:pt x="11" y="15"/>
                    <a:pt x="11" y="13"/>
                  </a:cubicBezTo>
                  <a:cubicBezTo>
                    <a:pt x="11" y="10"/>
                    <a:pt x="11" y="7"/>
                    <a:pt x="11" y="4"/>
                  </a:cubicBezTo>
                  <a:cubicBezTo>
                    <a:pt x="11" y="4"/>
                    <a:pt x="11" y="4"/>
                    <a:pt x="11" y="3"/>
                  </a:cubicBezTo>
                  <a:cubicBezTo>
                    <a:pt x="11" y="3"/>
                    <a:pt x="11" y="3"/>
                    <a:pt x="11" y="2"/>
                  </a:cubicBezTo>
                  <a:cubicBezTo>
                    <a:pt x="10" y="2"/>
                    <a:pt x="10" y="2"/>
                    <a:pt x="9" y="2"/>
                  </a:cubicBezTo>
                  <a:cubicBezTo>
                    <a:pt x="8" y="1"/>
                    <a:pt x="8" y="1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0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2" y="7"/>
                    <a:pt x="2" y="11"/>
                    <a:pt x="2" y="15"/>
                  </a:cubicBezTo>
                  <a:cubicBezTo>
                    <a:pt x="2" y="17"/>
                    <a:pt x="2" y="19"/>
                    <a:pt x="2" y="21"/>
                  </a:cubicBezTo>
                  <a:cubicBezTo>
                    <a:pt x="1" y="23"/>
                    <a:pt x="1" y="25"/>
                    <a:pt x="1" y="26"/>
                  </a:cubicBezTo>
                  <a:cubicBezTo>
                    <a:pt x="1" y="28"/>
                    <a:pt x="1" y="31"/>
                    <a:pt x="1" y="32"/>
                  </a:cubicBezTo>
                  <a:cubicBezTo>
                    <a:pt x="1" y="34"/>
                    <a:pt x="1" y="36"/>
                    <a:pt x="1" y="38"/>
                  </a:cubicBezTo>
                  <a:cubicBezTo>
                    <a:pt x="0" y="39"/>
                    <a:pt x="0" y="40"/>
                    <a:pt x="1" y="40"/>
                  </a:cubicBezTo>
                  <a:cubicBezTo>
                    <a:pt x="1" y="41"/>
                    <a:pt x="2" y="41"/>
                    <a:pt x="3" y="41"/>
                  </a:cubicBezTo>
                  <a:cubicBezTo>
                    <a:pt x="3" y="42"/>
                    <a:pt x="4" y="42"/>
                    <a:pt x="5" y="42"/>
                  </a:cubicBezTo>
                  <a:cubicBezTo>
                    <a:pt x="6" y="42"/>
                    <a:pt x="7" y="42"/>
                    <a:pt x="8" y="42"/>
                  </a:cubicBezTo>
                  <a:cubicBezTo>
                    <a:pt x="8" y="42"/>
                    <a:pt x="9" y="41"/>
                    <a:pt x="10" y="41"/>
                  </a:cubicBezTo>
                  <a:cubicBezTo>
                    <a:pt x="10" y="41"/>
                    <a:pt x="11" y="41"/>
                    <a:pt x="11" y="41"/>
                  </a:cubicBezTo>
                  <a:cubicBezTo>
                    <a:pt x="11" y="41"/>
                    <a:pt x="12" y="42"/>
                    <a:pt x="12" y="42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2" y="40"/>
                    <a:pt x="12" y="38"/>
                    <a:pt x="12" y="3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9" name="Freeform 351">
              <a:extLst>
                <a:ext uri="{FF2B5EF4-FFF2-40B4-BE49-F238E27FC236}">
                  <a16:creationId xmlns:a16="http://schemas.microsoft.com/office/drawing/2014/main" id="{9E45FE4D-5172-43C6-AD41-CEE3688B1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8063" y="2427288"/>
              <a:ext cx="47625" cy="166688"/>
            </a:xfrm>
            <a:custGeom>
              <a:avLst/>
              <a:gdLst>
                <a:gd name="T0" fmla="*/ 12 w 12"/>
                <a:gd name="T1" fmla="*/ 37 h 42"/>
                <a:gd name="T2" fmla="*/ 11 w 12"/>
                <a:gd name="T3" fmla="*/ 32 h 42"/>
                <a:gd name="T4" fmla="*/ 11 w 12"/>
                <a:gd name="T5" fmla="*/ 23 h 42"/>
                <a:gd name="T6" fmla="*/ 11 w 12"/>
                <a:gd name="T7" fmla="*/ 18 h 42"/>
                <a:gd name="T8" fmla="*/ 11 w 12"/>
                <a:gd name="T9" fmla="*/ 13 h 42"/>
                <a:gd name="T10" fmla="*/ 11 w 12"/>
                <a:gd name="T11" fmla="*/ 4 h 42"/>
                <a:gd name="T12" fmla="*/ 11 w 12"/>
                <a:gd name="T13" fmla="*/ 3 h 42"/>
                <a:gd name="T14" fmla="*/ 11 w 12"/>
                <a:gd name="T15" fmla="*/ 2 h 42"/>
                <a:gd name="T16" fmla="*/ 9 w 12"/>
                <a:gd name="T17" fmla="*/ 2 h 42"/>
                <a:gd name="T18" fmla="*/ 7 w 12"/>
                <a:gd name="T19" fmla="*/ 0 h 42"/>
                <a:gd name="T20" fmla="*/ 5 w 12"/>
                <a:gd name="T21" fmla="*/ 0 h 42"/>
                <a:gd name="T22" fmla="*/ 3 w 12"/>
                <a:gd name="T23" fmla="*/ 1 h 42"/>
                <a:gd name="T24" fmla="*/ 2 w 12"/>
                <a:gd name="T25" fmla="*/ 3 h 42"/>
                <a:gd name="T26" fmla="*/ 2 w 12"/>
                <a:gd name="T27" fmla="*/ 15 h 42"/>
                <a:gd name="T28" fmla="*/ 2 w 12"/>
                <a:gd name="T29" fmla="*/ 21 h 42"/>
                <a:gd name="T30" fmla="*/ 1 w 12"/>
                <a:gd name="T31" fmla="*/ 26 h 42"/>
                <a:gd name="T32" fmla="*/ 1 w 12"/>
                <a:gd name="T33" fmla="*/ 32 h 42"/>
                <a:gd name="T34" fmla="*/ 1 w 12"/>
                <a:gd name="T35" fmla="*/ 38 h 42"/>
                <a:gd name="T36" fmla="*/ 1 w 12"/>
                <a:gd name="T37" fmla="*/ 40 h 42"/>
                <a:gd name="T38" fmla="*/ 3 w 12"/>
                <a:gd name="T39" fmla="*/ 41 h 42"/>
                <a:gd name="T40" fmla="*/ 5 w 12"/>
                <a:gd name="T41" fmla="*/ 42 h 42"/>
                <a:gd name="T42" fmla="*/ 8 w 12"/>
                <a:gd name="T43" fmla="*/ 42 h 42"/>
                <a:gd name="T44" fmla="*/ 10 w 12"/>
                <a:gd name="T45" fmla="*/ 41 h 42"/>
                <a:gd name="T46" fmla="*/ 11 w 12"/>
                <a:gd name="T47" fmla="*/ 41 h 42"/>
                <a:gd name="T48" fmla="*/ 12 w 12"/>
                <a:gd name="T49" fmla="*/ 42 h 42"/>
                <a:gd name="T50" fmla="*/ 12 w 12"/>
                <a:gd name="T51" fmla="*/ 41 h 42"/>
                <a:gd name="T52" fmla="*/ 12 w 12"/>
                <a:gd name="T53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42">
                  <a:moveTo>
                    <a:pt x="12" y="37"/>
                  </a:moveTo>
                  <a:cubicBezTo>
                    <a:pt x="11" y="35"/>
                    <a:pt x="11" y="34"/>
                    <a:pt x="11" y="32"/>
                  </a:cubicBezTo>
                  <a:cubicBezTo>
                    <a:pt x="11" y="29"/>
                    <a:pt x="11" y="26"/>
                    <a:pt x="11" y="23"/>
                  </a:cubicBezTo>
                  <a:cubicBezTo>
                    <a:pt x="11" y="21"/>
                    <a:pt x="11" y="20"/>
                    <a:pt x="11" y="18"/>
                  </a:cubicBezTo>
                  <a:cubicBezTo>
                    <a:pt x="11" y="16"/>
                    <a:pt x="11" y="15"/>
                    <a:pt x="11" y="13"/>
                  </a:cubicBezTo>
                  <a:cubicBezTo>
                    <a:pt x="11" y="10"/>
                    <a:pt x="11" y="7"/>
                    <a:pt x="11" y="4"/>
                  </a:cubicBezTo>
                  <a:cubicBezTo>
                    <a:pt x="11" y="4"/>
                    <a:pt x="11" y="4"/>
                    <a:pt x="11" y="3"/>
                  </a:cubicBezTo>
                  <a:cubicBezTo>
                    <a:pt x="11" y="3"/>
                    <a:pt x="11" y="3"/>
                    <a:pt x="11" y="2"/>
                  </a:cubicBezTo>
                  <a:cubicBezTo>
                    <a:pt x="10" y="2"/>
                    <a:pt x="10" y="2"/>
                    <a:pt x="9" y="2"/>
                  </a:cubicBezTo>
                  <a:cubicBezTo>
                    <a:pt x="8" y="1"/>
                    <a:pt x="8" y="1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0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2" y="7"/>
                    <a:pt x="2" y="11"/>
                    <a:pt x="2" y="15"/>
                  </a:cubicBezTo>
                  <a:cubicBezTo>
                    <a:pt x="2" y="17"/>
                    <a:pt x="2" y="19"/>
                    <a:pt x="2" y="21"/>
                  </a:cubicBezTo>
                  <a:cubicBezTo>
                    <a:pt x="1" y="23"/>
                    <a:pt x="1" y="25"/>
                    <a:pt x="1" y="26"/>
                  </a:cubicBezTo>
                  <a:cubicBezTo>
                    <a:pt x="1" y="28"/>
                    <a:pt x="1" y="31"/>
                    <a:pt x="1" y="32"/>
                  </a:cubicBezTo>
                  <a:cubicBezTo>
                    <a:pt x="1" y="34"/>
                    <a:pt x="1" y="36"/>
                    <a:pt x="1" y="38"/>
                  </a:cubicBezTo>
                  <a:cubicBezTo>
                    <a:pt x="0" y="39"/>
                    <a:pt x="0" y="40"/>
                    <a:pt x="1" y="40"/>
                  </a:cubicBezTo>
                  <a:cubicBezTo>
                    <a:pt x="1" y="41"/>
                    <a:pt x="2" y="41"/>
                    <a:pt x="3" y="41"/>
                  </a:cubicBezTo>
                  <a:cubicBezTo>
                    <a:pt x="3" y="42"/>
                    <a:pt x="4" y="42"/>
                    <a:pt x="5" y="42"/>
                  </a:cubicBezTo>
                  <a:cubicBezTo>
                    <a:pt x="6" y="42"/>
                    <a:pt x="7" y="42"/>
                    <a:pt x="8" y="42"/>
                  </a:cubicBezTo>
                  <a:cubicBezTo>
                    <a:pt x="8" y="42"/>
                    <a:pt x="9" y="41"/>
                    <a:pt x="10" y="41"/>
                  </a:cubicBezTo>
                  <a:cubicBezTo>
                    <a:pt x="10" y="41"/>
                    <a:pt x="11" y="41"/>
                    <a:pt x="11" y="41"/>
                  </a:cubicBezTo>
                  <a:cubicBezTo>
                    <a:pt x="11" y="41"/>
                    <a:pt x="12" y="42"/>
                    <a:pt x="12" y="42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2" y="40"/>
                    <a:pt x="12" y="38"/>
                    <a:pt x="12" y="3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0" name="Freeform 352">
              <a:extLst>
                <a:ext uri="{FF2B5EF4-FFF2-40B4-BE49-F238E27FC236}">
                  <a16:creationId xmlns:a16="http://schemas.microsoft.com/office/drawing/2014/main" id="{0E170EB1-F1ED-4588-9EAE-95E3DC69D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6626" y="1728788"/>
              <a:ext cx="195263" cy="741363"/>
            </a:xfrm>
            <a:custGeom>
              <a:avLst/>
              <a:gdLst>
                <a:gd name="T0" fmla="*/ 0 w 49"/>
                <a:gd name="T1" fmla="*/ 131 h 187"/>
                <a:gd name="T2" fmla="*/ 0 w 49"/>
                <a:gd name="T3" fmla="*/ 141 h 187"/>
                <a:gd name="T4" fmla="*/ 4 w 49"/>
                <a:gd name="T5" fmla="*/ 161 h 187"/>
                <a:gd name="T6" fmla="*/ 7 w 49"/>
                <a:gd name="T7" fmla="*/ 171 h 187"/>
                <a:gd name="T8" fmla="*/ 12 w 49"/>
                <a:gd name="T9" fmla="*/ 183 h 187"/>
                <a:gd name="T10" fmla="*/ 29 w 49"/>
                <a:gd name="T11" fmla="*/ 186 h 187"/>
                <a:gd name="T12" fmla="*/ 43 w 49"/>
                <a:gd name="T13" fmla="*/ 177 h 187"/>
                <a:gd name="T14" fmla="*/ 49 w 49"/>
                <a:gd name="T15" fmla="*/ 165 h 187"/>
                <a:gd name="T16" fmla="*/ 49 w 49"/>
                <a:gd name="T17" fmla="*/ 152 h 187"/>
                <a:gd name="T18" fmla="*/ 48 w 49"/>
                <a:gd name="T19" fmla="*/ 139 h 187"/>
                <a:gd name="T20" fmla="*/ 47 w 49"/>
                <a:gd name="T21" fmla="*/ 127 h 187"/>
                <a:gd name="T22" fmla="*/ 48 w 49"/>
                <a:gd name="T23" fmla="*/ 114 h 187"/>
                <a:gd name="T24" fmla="*/ 48 w 49"/>
                <a:gd name="T25" fmla="*/ 95 h 187"/>
                <a:gd name="T26" fmla="*/ 48 w 49"/>
                <a:gd name="T27" fmla="*/ 89 h 187"/>
                <a:gd name="T28" fmla="*/ 47 w 49"/>
                <a:gd name="T29" fmla="*/ 76 h 187"/>
                <a:gd name="T30" fmla="*/ 43 w 49"/>
                <a:gd name="T31" fmla="*/ 56 h 187"/>
                <a:gd name="T32" fmla="*/ 42 w 49"/>
                <a:gd name="T33" fmla="*/ 51 h 187"/>
                <a:gd name="T34" fmla="*/ 40 w 49"/>
                <a:gd name="T35" fmla="*/ 34 h 187"/>
                <a:gd name="T36" fmla="*/ 39 w 49"/>
                <a:gd name="T37" fmla="*/ 26 h 187"/>
                <a:gd name="T38" fmla="*/ 34 w 49"/>
                <a:gd name="T39" fmla="*/ 7 h 187"/>
                <a:gd name="T40" fmla="*/ 31 w 49"/>
                <a:gd name="T41" fmla="*/ 3 h 187"/>
                <a:gd name="T42" fmla="*/ 29 w 49"/>
                <a:gd name="T43" fmla="*/ 1 h 187"/>
                <a:gd name="T44" fmla="*/ 25 w 49"/>
                <a:gd name="T45" fmla="*/ 2 h 187"/>
                <a:gd name="T46" fmla="*/ 23 w 49"/>
                <a:gd name="T47" fmla="*/ 9 h 187"/>
                <a:gd name="T48" fmla="*/ 13 w 49"/>
                <a:gd name="T49" fmla="*/ 38 h 187"/>
                <a:gd name="T50" fmla="*/ 8 w 49"/>
                <a:gd name="T51" fmla="*/ 56 h 187"/>
                <a:gd name="T52" fmla="*/ 3 w 49"/>
                <a:gd name="T53" fmla="*/ 69 h 187"/>
                <a:gd name="T54" fmla="*/ 0 w 49"/>
                <a:gd name="T55" fmla="*/ 13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9" h="187">
                  <a:moveTo>
                    <a:pt x="0" y="131"/>
                  </a:moveTo>
                  <a:cubicBezTo>
                    <a:pt x="0" y="134"/>
                    <a:pt x="0" y="138"/>
                    <a:pt x="0" y="141"/>
                  </a:cubicBezTo>
                  <a:cubicBezTo>
                    <a:pt x="1" y="149"/>
                    <a:pt x="3" y="156"/>
                    <a:pt x="4" y="161"/>
                  </a:cubicBezTo>
                  <a:cubicBezTo>
                    <a:pt x="5" y="164"/>
                    <a:pt x="6" y="167"/>
                    <a:pt x="7" y="171"/>
                  </a:cubicBezTo>
                  <a:cubicBezTo>
                    <a:pt x="8" y="174"/>
                    <a:pt x="11" y="183"/>
                    <a:pt x="12" y="183"/>
                  </a:cubicBezTo>
                  <a:cubicBezTo>
                    <a:pt x="13" y="183"/>
                    <a:pt x="27" y="187"/>
                    <a:pt x="29" y="186"/>
                  </a:cubicBezTo>
                  <a:cubicBezTo>
                    <a:pt x="30" y="185"/>
                    <a:pt x="42" y="178"/>
                    <a:pt x="43" y="177"/>
                  </a:cubicBezTo>
                  <a:cubicBezTo>
                    <a:pt x="45" y="176"/>
                    <a:pt x="48" y="168"/>
                    <a:pt x="49" y="165"/>
                  </a:cubicBezTo>
                  <a:cubicBezTo>
                    <a:pt x="49" y="161"/>
                    <a:pt x="49" y="156"/>
                    <a:pt x="49" y="152"/>
                  </a:cubicBezTo>
                  <a:cubicBezTo>
                    <a:pt x="49" y="148"/>
                    <a:pt x="49" y="144"/>
                    <a:pt x="48" y="139"/>
                  </a:cubicBezTo>
                  <a:cubicBezTo>
                    <a:pt x="48" y="135"/>
                    <a:pt x="47" y="132"/>
                    <a:pt x="47" y="127"/>
                  </a:cubicBezTo>
                  <a:cubicBezTo>
                    <a:pt x="47" y="122"/>
                    <a:pt x="47" y="118"/>
                    <a:pt x="48" y="114"/>
                  </a:cubicBezTo>
                  <a:cubicBezTo>
                    <a:pt x="48" y="112"/>
                    <a:pt x="48" y="97"/>
                    <a:pt x="48" y="95"/>
                  </a:cubicBezTo>
                  <a:cubicBezTo>
                    <a:pt x="48" y="93"/>
                    <a:pt x="49" y="91"/>
                    <a:pt x="48" y="89"/>
                  </a:cubicBezTo>
                  <a:cubicBezTo>
                    <a:pt x="48" y="84"/>
                    <a:pt x="48" y="80"/>
                    <a:pt x="47" y="76"/>
                  </a:cubicBezTo>
                  <a:cubicBezTo>
                    <a:pt x="46" y="73"/>
                    <a:pt x="43" y="58"/>
                    <a:pt x="43" y="56"/>
                  </a:cubicBezTo>
                  <a:cubicBezTo>
                    <a:pt x="43" y="54"/>
                    <a:pt x="42" y="53"/>
                    <a:pt x="42" y="51"/>
                  </a:cubicBezTo>
                  <a:cubicBezTo>
                    <a:pt x="42" y="50"/>
                    <a:pt x="41" y="35"/>
                    <a:pt x="40" y="34"/>
                  </a:cubicBezTo>
                  <a:cubicBezTo>
                    <a:pt x="40" y="31"/>
                    <a:pt x="39" y="28"/>
                    <a:pt x="39" y="26"/>
                  </a:cubicBezTo>
                  <a:cubicBezTo>
                    <a:pt x="38" y="24"/>
                    <a:pt x="34" y="8"/>
                    <a:pt x="34" y="7"/>
                  </a:cubicBezTo>
                  <a:cubicBezTo>
                    <a:pt x="33" y="5"/>
                    <a:pt x="32" y="4"/>
                    <a:pt x="31" y="3"/>
                  </a:cubicBezTo>
                  <a:cubicBezTo>
                    <a:pt x="30" y="2"/>
                    <a:pt x="30" y="2"/>
                    <a:pt x="29" y="1"/>
                  </a:cubicBezTo>
                  <a:cubicBezTo>
                    <a:pt x="29" y="1"/>
                    <a:pt x="26" y="0"/>
                    <a:pt x="25" y="2"/>
                  </a:cubicBezTo>
                  <a:cubicBezTo>
                    <a:pt x="24" y="4"/>
                    <a:pt x="24" y="7"/>
                    <a:pt x="23" y="9"/>
                  </a:cubicBezTo>
                  <a:cubicBezTo>
                    <a:pt x="22" y="12"/>
                    <a:pt x="14" y="31"/>
                    <a:pt x="13" y="38"/>
                  </a:cubicBezTo>
                  <a:cubicBezTo>
                    <a:pt x="12" y="45"/>
                    <a:pt x="10" y="50"/>
                    <a:pt x="8" y="56"/>
                  </a:cubicBezTo>
                  <a:cubicBezTo>
                    <a:pt x="6" y="60"/>
                    <a:pt x="4" y="63"/>
                    <a:pt x="3" y="69"/>
                  </a:cubicBezTo>
                  <a:cubicBezTo>
                    <a:pt x="2" y="73"/>
                    <a:pt x="1" y="127"/>
                    <a:pt x="0" y="13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1" name="Freeform 353">
              <a:extLst>
                <a:ext uri="{FF2B5EF4-FFF2-40B4-BE49-F238E27FC236}">
                  <a16:creationId xmlns:a16="http://schemas.microsoft.com/office/drawing/2014/main" id="{1600B84C-CBC7-4186-80E0-6FC36063A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6626" y="1728788"/>
              <a:ext cx="195263" cy="741363"/>
            </a:xfrm>
            <a:custGeom>
              <a:avLst/>
              <a:gdLst>
                <a:gd name="T0" fmla="*/ 0 w 49"/>
                <a:gd name="T1" fmla="*/ 131 h 187"/>
                <a:gd name="T2" fmla="*/ 0 w 49"/>
                <a:gd name="T3" fmla="*/ 141 h 187"/>
                <a:gd name="T4" fmla="*/ 4 w 49"/>
                <a:gd name="T5" fmla="*/ 161 h 187"/>
                <a:gd name="T6" fmla="*/ 7 w 49"/>
                <a:gd name="T7" fmla="*/ 171 h 187"/>
                <a:gd name="T8" fmla="*/ 12 w 49"/>
                <a:gd name="T9" fmla="*/ 183 h 187"/>
                <a:gd name="T10" fmla="*/ 29 w 49"/>
                <a:gd name="T11" fmla="*/ 186 h 187"/>
                <a:gd name="T12" fmla="*/ 43 w 49"/>
                <a:gd name="T13" fmla="*/ 177 h 187"/>
                <a:gd name="T14" fmla="*/ 49 w 49"/>
                <a:gd name="T15" fmla="*/ 165 h 187"/>
                <a:gd name="T16" fmla="*/ 49 w 49"/>
                <a:gd name="T17" fmla="*/ 152 h 187"/>
                <a:gd name="T18" fmla="*/ 48 w 49"/>
                <a:gd name="T19" fmla="*/ 139 h 187"/>
                <a:gd name="T20" fmla="*/ 47 w 49"/>
                <a:gd name="T21" fmla="*/ 127 h 187"/>
                <a:gd name="T22" fmla="*/ 48 w 49"/>
                <a:gd name="T23" fmla="*/ 114 h 187"/>
                <a:gd name="T24" fmla="*/ 48 w 49"/>
                <a:gd name="T25" fmla="*/ 95 h 187"/>
                <a:gd name="T26" fmla="*/ 48 w 49"/>
                <a:gd name="T27" fmla="*/ 89 h 187"/>
                <a:gd name="T28" fmla="*/ 47 w 49"/>
                <a:gd name="T29" fmla="*/ 76 h 187"/>
                <a:gd name="T30" fmla="*/ 43 w 49"/>
                <a:gd name="T31" fmla="*/ 56 h 187"/>
                <a:gd name="T32" fmla="*/ 42 w 49"/>
                <a:gd name="T33" fmla="*/ 51 h 187"/>
                <a:gd name="T34" fmla="*/ 40 w 49"/>
                <a:gd name="T35" fmla="*/ 34 h 187"/>
                <a:gd name="T36" fmla="*/ 39 w 49"/>
                <a:gd name="T37" fmla="*/ 26 h 187"/>
                <a:gd name="T38" fmla="*/ 34 w 49"/>
                <a:gd name="T39" fmla="*/ 7 h 187"/>
                <a:gd name="T40" fmla="*/ 31 w 49"/>
                <a:gd name="T41" fmla="*/ 3 h 187"/>
                <a:gd name="T42" fmla="*/ 29 w 49"/>
                <a:gd name="T43" fmla="*/ 1 h 187"/>
                <a:gd name="T44" fmla="*/ 25 w 49"/>
                <a:gd name="T45" fmla="*/ 2 h 187"/>
                <a:gd name="T46" fmla="*/ 23 w 49"/>
                <a:gd name="T47" fmla="*/ 9 h 187"/>
                <a:gd name="T48" fmla="*/ 13 w 49"/>
                <a:gd name="T49" fmla="*/ 38 h 187"/>
                <a:gd name="T50" fmla="*/ 8 w 49"/>
                <a:gd name="T51" fmla="*/ 56 h 187"/>
                <a:gd name="T52" fmla="*/ 3 w 49"/>
                <a:gd name="T53" fmla="*/ 69 h 187"/>
                <a:gd name="T54" fmla="*/ 0 w 49"/>
                <a:gd name="T55" fmla="*/ 13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9" h="187">
                  <a:moveTo>
                    <a:pt x="0" y="131"/>
                  </a:moveTo>
                  <a:cubicBezTo>
                    <a:pt x="0" y="134"/>
                    <a:pt x="0" y="138"/>
                    <a:pt x="0" y="141"/>
                  </a:cubicBezTo>
                  <a:cubicBezTo>
                    <a:pt x="1" y="149"/>
                    <a:pt x="3" y="156"/>
                    <a:pt x="4" y="161"/>
                  </a:cubicBezTo>
                  <a:cubicBezTo>
                    <a:pt x="5" y="164"/>
                    <a:pt x="6" y="167"/>
                    <a:pt x="7" y="171"/>
                  </a:cubicBezTo>
                  <a:cubicBezTo>
                    <a:pt x="8" y="174"/>
                    <a:pt x="11" y="183"/>
                    <a:pt x="12" y="183"/>
                  </a:cubicBezTo>
                  <a:cubicBezTo>
                    <a:pt x="13" y="183"/>
                    <a:pt x="27" y="187"/>
                    <a:pt x="29" y="186"/>
                  </a:cubicBezTo>
                  <a:cubicBezTo>
                    <a:pt x="30" y="185"/>
                    <a:pt x="42" y="178"/>
                    <a:pt x="43" y="177"/>
                  </a:cubicBezTo>
                  <a:cubicBezTo>
                    <a:pt x="45" y="176"/>
                    <a:pt x="48" y="168"/>
                    <a:pt x="49" y="165"/>
                  </a:cubicBezTo>
                  <a:cubicBezTo>
                    <a:pt x="49" y="161"/>
                    <a:pt x="49" y="156"/>
                    <a:pt x="49" y="152"/>
                  </a:cubicBezTo>
                  <a:cubicBezTo>
                    <a:pt x="49" y="148"/>
                    <a:pt x="49" y="144"/>
                    <a:pt x="48" y="139"/>
                  </a:cubicBezTo>
                  <a:cubicBezTo>
                    <a:pt x="48" y="135"/>
                    <a:pt x="47" y="132"/>
                    <a:pt x="47" y="127"/>
                  </a:cubicBezTo>
                  <a:cubicBezTo>
                    <a:pt x="47" y="122"/>
                    <a:pt x="47" y="118"/>
                    <a:pt x="48" y="114"/>
                  </a:cubicBezTo>
                  <a:cubicBezTo>
                    <a:pt x="48" y="112"/>
                    <a:pt x="48" y="97"/>
                    <a:pt x="48" y="95"/>
                  </a:cubicBezTo>
                  <a:cubicBezTo>
                    <a:pt x="48" y="93"/>
                    <a:pt x="49" y="91"/>
                    <a:pt x="48" y="89"/>
                  </a:cubicBezTo>
                  <a:cubicBezTo>
                    <a:pt x="48" y="84"/>
                    <a:pt x="48" y="80"/>
                    <a:pt x="47" y="76"/>
                  </a:cubicBezTo>
                  <a:cubicBezTo>
                    <a:pt x="46" y="73"/>
                    <a:pt x="43" y="58"/>
                    <a:pt x="43" y="56"/>
                  </a:cubicBezTo>
                  <a:cubicBezTo>
                    <a:pt x="43" y="54"/>
                    <a:pt x="42" y="53"/>
                    <a:pt x="42" y="51"/>
                  </a:cubicBezTo>
                  <a:cubicBezTo>
                    <a:pt x="42" y="50"/>
                    <a:pt x="41" y="35"/>
                    <a:pt x="40" y="34"/>
                  </a:cubicBezTo>
                  <a:cubicBezTo>
                    <a:pt x="40" y="31"/>
                    <a:pt x="39" y="28"/>
                    <a:pt x="39" y="26"/>
                  </a:cubicBezTo>
                  <a:cubicBezTo>
                    <a:pt x="38" y="24"/>
                    <a:pt x="34" y="8"/>
                    <a:pt x="34" y="7"/>
                  </a:cubicBezTo>
                  <a:cubicBezTo>
                    <a:pt x="33" y="5"/>
                    <a:pt x="32" y="4"/>
                    <a:pt x="31" y="3"/>
                  </a:cubicBezTo>
                  <a:cubicBezTo>
                    <a:pt x="30" y="2"/>
                    <a:pt x="30" y="2"/>
                    <a:pt x="29" y="1"/>
                  </a:cubicBezTo>
                  <a:cubicBezTo>
                    <a:pt x="29" y="1"/>
                    <a:pt x="26" y="0"/>
                    <a:pt x="25" y="2"/>
                  </a:cubicBezTo>
                  <a:cubicBezTo>
                    <a:pt x="24" y="4"/>
                    <a:pt x="24" y="7"/>
                    <a:pt x="23" y="9"/>
                  </a:cubicBezTo>
                  <a:cubicBezTo>
                    <a:pt x="22" y="12"/>
                    <a:pt x="14" y="31"/>
                    <a:pt x="13" y="38"/>
                  </a:cubicBezTo>
                  <a:cubicBezTo>
                    <a:pt x="12" y="45"/>
                    <a:pt x="10" y="50"/>
                    <a:pt x="8" y="56"/>
                  </a:cubicBezTo>
                  <a:cubicBezTo>
                    <a:pt x="6" y="60"/>
                    <a:pt x="4" y="63"/>
                    <a:pt x="3" y="69"/>
                  </a:cubicBezTo>
                  <a:cubicBezTo>
                    <a:pt x="2" y="73"/>
                    <a:pt x="1" y="127"/>
                    <a:pt x="0" y="13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2" name="Freeform 354">
              <a:extLst>
                <a:ext uri="{FF2B5EF4-FFF2-40B4-BE49-F238E27FC236}">
                  <a16:creationId xmlns:a16="http://schemas.microsoft.com/office/drawing/2014/main" id="{86EDA76A-32B3-4446-99B9-B60312814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7063" y="2430463"/>
              <a:ext cx="82550" cy="195263"/>
            </a:xfrm>
            <a:custGeom>
              <a:avLst/>
              <a:gdLst>
                <a:gd name="T0" fmla="*/ 0 w 21"/>
                <a:gd name="T1" fmla="*/ 44 h 49"/>
                <a:gd name="T2" fmla="*/ 0 w 21"/>
                <a:gd name="T3" fmla="*/ 47 h 49"/>
                <a:gd name="T4" fmla="*/ 4 w 21"/>
                <a:gd name="T5" fmla="*/ 48 h 49"/>
                <a:gd name="T6" fmla="*/ 8 w 21"/>
                <a:gd name="T7" fmla="*/ 49 h 49"/>
                <a:gd name="T8" fmla="*/ 12 w 21"/>
                <a:gd name="T9" fmla="*/ 48 h 49"/>
                <a:gd name="T10" fmla="*/ 17 w 21"/>
                <a:gd name="T11" fmla="*/ 48 h 49"/>
                <a:gd name="T12" fmla="*/ 19 w 21"/>
                <a:gd name="T13" fmla="*/ 48 h 49"/>
                <a:gd name="T14" fmla="*/ 20 w 21"/>
                <a:gd name="T15" fmla="*/ 48 h 49"/>
                <a:gd name="T16" fmla="*/ 21 w 21"/>
                <a:gd name="T17" fmla="*/ 48 h 49"/>
                <a:gd name="T18" fmla="*/ 20 w 21"/>
                <a:gd name="T19" fmla="*/ 43 h 49"/>
                <a:gd name="T20" fmla="*/ 19 w 21"/>
                <a:gd name="T21" fmla="*/ 37 h 49"/>
                <a:gd name="T22" fmla="*/ 19 w 21"/>
                <a:gd name="T23" fmla="*/ 26 h 49"/>
                <a:gd name="T24" fmla="*/ 19 w 21"/>
                <a:gd name="T25" fmla="*/ 21 h 49"/>
                <a:gd name="T26" fmla="*/ 19 w 21"/>
                <a:gd name="T27" fmla="*/ 15 h 49"/>
                <a:gd name="T28" fmla="*/ 19 w 21"/>
                <a:gd name="T29" fmla="*/ 4 h 49"/>
                <a:gd name="T30" fmla="*/ 19 w 21"/>
                <a:gd name="T31" fmla="*/ 4 h 49"/>
                <a:gd name="T32" fmla="*/ 19 w 21"/>
                <a:gd name="T33" fmla="*/ 3 h 49"/>
                <a:gd name="T34" fmla="*/ 15 w 21"/>
                <a:gd name="T35" fmla="*/ 2 h 49"/>
                <a:gd name="T36" fmla="*/ 11 w 21"/>
                <a:gd name="T37" fmla="*/ 0 h 49"/>
                <a:gd name="T38" fmla="*/ 7 w 21"/>
                <a:gd name="T39" fmla="*/ 0 h 49"/>
                <a:gd name="T40" fmla="*/ 4 w 21"/>
                <a:gd name="T41" fmla="*/ 1 h 49"/>
                <a:gd name="T42" fmla="*/ 2 w 21"/>
                <a:gd name="T43" fmla="*/ 3 h 49"/>
                <a:gd name="T44" fmla="*/ 2 w 21"/>
                <a:gd name="T45" fmla="*/ 17 h 49"/>
                <a:gd name="T46" fmla="*/ 2 w 21"/>
                <a:gd name="T47" fmla="*/ 24 h 49"/>
                <a:gd name="T48" fmla="*/ 2 w 21"/>
                <a:gd name="T49" fmla="*/ 31 h 49"/>
                <a:gd name="T50" fmla="*/ 1 w 21"/>
                <a:gd name="T51" fmla="*/ 38 h 49"/>
                <a:gd name="T52" fmla="*/ 0 w 21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9">
                  <a:moveTo>
                    <a:pt x="0" y="44"/>
                  </a:moveTo>
                  <a:cubicBezTo>
                    <a:pt x="0" y="45"/>
                    <a:pt x="0" y="47"/>
                    <a:pt x="0" y="47"/>
                  </a:cubicBezTo>
                  <a:cubicBezTo>
                    <a:pt x="1" y="48"/>
                    <a:pt x="3" y="48"/>
                    <a:pt x="4" y="48"/>
                  </a:cubicBezTo>
                  <a:cubicBezTo>
                    <a:pt x="5" y="48"/>
                    <a:pt x="7" y="49"/>
                    <a:pt x="8" y="49"/>
                  </a:cubicBezTo>
                  <a:cubicBezTo>
                    <a:pt x="10" y="49"/>
                    <a:pt x="11" y="49"/>
                    <a:pt x="12" y="48"/>
                  </a:cubicBezTo>
                  <a:cubicBezTo>
                    <a:pt x="14" y="48"/>
                    <a:pt x="16" y="48"/>
                    <a:pt x="17" y="48"/>
                  </a:cubicBezTo>
                  <a:cubicBezTo>
                    <a:pt x="18" y="48"/>
                    <a:pt x="18" y="48"/>
                    <a:pt x="19" y="48"/>
                  </a:cubicBezTo>
                  <a:cubicBezTo>
                    <a:pt x="19" y="48"/>
                    <a:pt x="20" y="48"/>
                    <a:pt x="20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6"/>
                    <a:pt x="20" y="44"/>
                    <a:pt x="20" y="43"/>
                  </a:cubicBezTo>
                  <a:cubicBezTo>
                    <a:pt x="19" y="41"/>
                    <a:pt x="19" y="39"/>
                    <a:pt x="19" y="37"/>
                  </a:cubicBezTo>
                  <a:cubicBezTo>
                    <a:pt x="19" y="34"/>
                    <a:pt x="19" y="30"/>
                    <a:pt x="19" y="26"/>
                  </a:cubicBezTo>
                  <a:cubicBezTo>
                    <a:pt x="19" y="24"/>
                    <a:pt x="19" y="23"/>
                    <a:pt x="19" y="21"/>
                  </a:cubicBezTo>
                  <a:cubicBezTo>
                    <a:pt x="19" y="19"/>
                    <a:pt x="19" y="17"/>
                    <a:pt x="19" y="15"/>
                  </a:cubicBezTo>
                  <a:cubicBezTo>
                    <a:pt x="19" y="12"/>
                    <a:pt x="19" y="8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2"/>
                    <a:pt x="17" y="2"/>
                    <a:pt x="15" y="2"/>
                  </a:cubicBezTo>
                  <a:cubicBezTo>
                    <a:pt x="14" y="1"/>
                    <a:pt x="13" y="1"/>
                    <a:pt x="11" y="0"/>
                  </a:cubicBezTo>
                  <a:cubicBezTo>
                    <a:pt x="10" y="0"/>
                    <a:pt x="9" y="0"/>
                    <a:pt x="7" y="0"/>
                  </a:cubicBezTo>
                  <a:cubicBezTo>
                    <a:pt x="6" y="0"/>
                    <a:pt x="5" y="0"/>
                    <a:pt x="4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8"/>
                    <a:pt x="2" y="13"/>
                    <a:pt x="2" y="17"/>
                  </a:cubicBezTo>
                  <a:cubicBezTo>
                    <a:pt x="2" y="20"/>
                    <a:pt x="2" y="22"/>
                    <a:pt x="2" y="24"/>
                  </a:cubicBezTo>
                  <a:cubicBezTo>
                    <a:pt x="2" y="26"/>
                    <a:pt x="2" y="28"/>
                    <a:pt x="2" y="31"/>
                  </a:cubicBezTo>
                  <a:cubicBezTo>
                    <a:pt x="2" y="33"/>
                    <a:pt x="1" y="36"/>
                    <a:pt x="1" y="38"/>
                  </a:cubicBezTo>
                  <a:cubicBezTo>
                    <a:pt x="1" y="40"/>
                    <a:pt x="0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3" name="Freeform 355">
              <a:extLst>
                <a:ext uri="{FF2B5EF4-FFF2-40B4-BE49-F238E27FC236}">
                  <a16:creationId xmlns:a16="http://schemas.microsoft.com/office/drawing/2014/main" id="{95D32096-4C9C-4812-8BB4-CEE92B22A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7063" y="2430463"/>
              <a:ext cx="82550" cy="195263"/>
            </a:xfrm>
            <a:custGeom>
              <a:avLst/>
              <a:gdLst>
                <a:gd name="T0" fmla="*/ 0 w 21"/>
                <a:gd name="T1" fmla="*/ 44 h 49"/>
                <a:gd name="T2" fmla="*/ 0 w 21"/>
                <a:gd name="T3" fmla="*/ 47 h 49"/>
                <a:gd name="T4" fmla="*/ 4 w 21"/>
                <a:gd name="T5" fmla="*/ 48 h 49"/>
                <a:gd name="T6" fmla="*/ 8 w 21"/>
                <a:gd name="T7" fmla="*/ 49 h 49"/>
                <a:gd name="T8" fmla="*/ 12 w 21"/>
                <a:gd name="T9" fmla="*/ 48 h 49"/>
                <a:gd name="T10" fmla="*/ 17 w 21"/>
                <a:gd name="T11" fmla="*/ 48 h 49"/>
                <a:gd name="T12" fmla="*/ 19 w 21"/>
                <a:gd name="T13" fmla="*/ 48 h 49"/>
                <a:gd name="T14" fmla="*/ 20 w 21"/>
                <a:gd name="T15" fmla="*/ 48 h 49"/>
                <a:gd name="T16" fmla="*/ 21 w 21"/>
                <a:gd name="T17" fmla="*/ 48 h 49"/>
                <a:gd name="T18" fmla="*/ 20 w 21"/>
                <a:gd name="T19" fmla="*/ 43 h 49"/>
                <a:gd name="T20" fmla="*/ 19 w 21"/>
                <a:gd name="T21" fmla="*/ 37 h 49"/>
                <a:gd name="T22" fmla="*/ 19 w 21"/>
                <a:gd name="T23" fmla="*/ 26 h 49"/>
                <a:gd name="T24" fmla="*/ 19 w 21"/>
                <a:gd name="T25" fmla="*/ 21 h 49"/>
                <a:gd name="T26" fmla="*/ 19 w 21"/>
                <a:gd name="T27" fmla="*/ 15 h 49"/>
                <a:gd name="T28" fmla="*/ 19 w 21"/>
                <a:gd name="T29" fmla="*/ 4 h 49"/>
                <a:gd name="T30" fmla="*/ 19 w 21"/>
                <a:gd name="T31" fmla="*/ 4 h 49"/>
                <a:gd name="T32" fmla="*/ 19 w 21"/>
                <a:gd name="T33" fmla="*/ 3 h 49"/>
                <a:gd name="T34" fmla="*/ 15 w 21"/>
                <a:gd name="T35" fmla="*/ 2 h 49"/>
                <a:gd name="T36" fmla="*/ 11 w 21"/>
                <a:gd name="T37" fmla="*/ 0 h 49"/>
                <a:gd name="T38" fmla="*/ 7 w 21"/>
                <a:gd name="T39" fmla="*/ 0 h 49"/>
                <a:gd name="T40" fmla="*/ 4 w 21"/>
                <a:gd name="T41" fmla="*/ 1 h 49"/>
                <a:gd name="T42" fmla="*/ 2 w 21"/>
                <a:gd name="T43" fmla="*/ 3 h 49"/>
                <a:gd name="T44" fmla="*/ 2 w 21"/>
                <a:gd name="T45" fmla="*/ 17 h 49"/>
                <a:gd name="T46" fmla="*/ 2 w 21"/>
                <a:gd name="T47" fmla="*/ 24 h 49"/>
                <a:gd name="T48" fmla="*/ 2 w 21"/>
                <a:gd name="T49" fmla="*/ 31 h 49"/>
                <a:gd name="T50" fmla="*/ 1 w 21"/>
                <a:gd name="T51" fmla="*/ 38 h 49"/>
                <a:gd name="T52" fmla="*/ 0 w 21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9">
                  <a:moveTo>
                    <a:pt x="0" y="44"/>
                  </a:moveTo>
                  <a:cubicBezTo>
                    <a:pt x="0" y="45"/>
                    <a:pt x="0" y="47"/>
                    <a:pt x="0" y="47"/>
                  </a:cubicBezTo>
                  <a:cubicBezTo>
                    <a:pt x="1" y="48"/>
                    <a:pt x="3" y="48"/>
                    <a:pt x="4" y="48"/>
                  </a:cubicBezTo>
                  <a:cubicBezTo>
                    <a:pt x="5" y="48"/>
                    <a:pt x="7" y="49"/>
                    <a:pt x="8" y="49"/>
                  </a:cubicBezTo>
                  <a:cubicBezTo>
                    <a:pt x="10" y="49"/>
                    <a:pt x="11" y="49"/>
                    <a:pt x="12" y="48"/>
                  </a:cubicBezTo>
                  <a:cubicBezTo>
                    <a:pt x="14" y="48"/>
                    <a:pt x="16" y="48"/>
                    <a:pt x="17" y="48"/>
                  </a:cubicBezTo>
                  <a:cubicBezTo>
                    <a:pt x="18" y="48"/>
                    <a:pt x="18" y="48"/>
                    <a:pt x="19" y="48"/>
                  </a:cubicBezTo>
                  <a:cubicBezTo>
                    <a:pt x="19" y="48"/>
                    <a:pt x="20" y="48"/>
                    <a:pt x="20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6"/>
                    <a:pt x="20" y="44"/>
                    <a:pt x="20" y="43"/>
                  </a:cubicBezTo>
                  <a:cubicBezTo>
                    <a:pt x="19" y="41"/>
                    <a:pt x="19" y="39"/>
                    <a:pt x="19" y="37"/>
                  </a:cubicBezTo>
                  <a:cubicBezTo>
                    <a:pt x="19" y="34"/>
                    <a:pt x="19" y="30"/>
                    <a:pt x="19" y="26"/>
                  </a:cubicBezTo>
                  <a:cubicBezTo>
                    <a:pt x="19" y="24"/>
                    <a:pt x="19" y="23"/>
                    <a:pt x="19" y="21"/>
                  </a:cubicBezTo>
                  <a:cubicBezTo>
                    <a:pt x="19" y="19"/>
                    <a:pt x="19" y="17"/>
                    <a:pt x="19" y="15"/>
                  </a:cubicBezTo>
                  <a:cubicBezTo>
                    <a:pt x="19" y="12"/>
                    <a:pt x="19" y="8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2"/>
                    <a:pt x="17" y="2"/>
                    <a:pt x="15" y="2"/>
                  </a:cubicBezTo>
                  <a:cubicBezTo>
                    <a:pt x="14" y="1"/>
                    <a:pt x="13" y="1"/>
                    <a:pt x="11" y="0"/>
                  </a:cubicBezTo>
                  <a:cubicBezTo>
                    <a:pt x="10" y="0"/>
                    <a:pt x="9" y="0"/>
                    <a:pt x="7" y="0"/>
                  </a:cubicBezTo>
                  <a:cubicBezTo>
                    <a:pt x="6" y="0"/>
                    <a:pt x="5" y="0"/>
                    <a:pt x="4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8"/>
                    <a:pt x="2" y="13"/>
                    <a:pt x="2" y="17"/>
                  </a:cubicBezTo>
                  <a:cubicBezTo>
                    <a:pt x="2" y="20"/>
                    <a:pt x="2" y="22"/>
                    <a:pt x="2" y="24"/>
                  </a:cubicBezTo>
                  <a:cubicBezTo>
                    <a:pt x="2" y="26"/>
                    <a:pt x="2" y="28"/>
                    <a:pt x="2" y="31"/>
                  </a:cubicBezTo>
                  <a:cubicBezTo>
                    <a:pt x="2" y="33"/>
                    <a:pt x="1" y="36"/>
                    <a:pt x="1" y="38"/>
                  </a:cubicBezTo>
                  <a:cubicBezTo>
                    <a:pt x="1" y="40"/>
                    <a:pt x="0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4" name="Freeform 356">
              <a:extLst>
                <a:ext uri="{FF2B5EF4-FFF2-40B4-BE49-F238E27FC236}">
                  <a16:creationId xmlns:a16="http://schemas.microsoft.com/office/drawing/2014/main" id="{D136E80A-E101-468D-A201-FF8374310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1163" y="1982788"/>
              <a:ext cx="501650" cy="495300"/>
            </a:xfrm>
            <a:custGeom>
              <a:avLst/>
              <a:gdLst>
                <a:gd name="T0" fmla="*/ 1 w 126"/>
                <a:gd name="T1" fmla="*/ 87 h 125"/>
                <a:gd name="T2" fmla="*/ 1 w 126"/>
                <a:gd name="T3" fmla="*/ 94 h 125"/>
                <a:gd name="T4" fmla="*/ 11 w 126"/>
                <a:gd name="T5" fmla="*/ 108 h 125"/>
                <a:gd name="T6" fmla="*/ 18 w 126"/>
                <a:gd name="T7" fmla="*/ 114 h 125"/>
                <a:gd name="T8" fmla="*/ 23 w 126"/>
                <a:gd name="T9" fmla="*/ 120 h 125"/>
                <a:gd name="T10" fmla="*/ 30 w 126"/>
                <a:gd name="T11" fmla="*/ 122 h 125"/>
                <a:gd name="T12" fmla="*/ 38 w 126"/>
                <a:gd name="T13" fmla="*/ 123 h 125"/>
                <a:gd name="T14" fmla="*/ 43 w 126"/>
                <a:gd name="T15" fmla="*/ 122 h 125"/>
                <a:gd name="T16" fmla="*/ 48 w 126"/>
                <a:gd name="T17" fmla="*/ 123 h 125"/>
                <a:gd name="T18" fmla="*/ 57 w 126"/>
                <a:gd name="T19" fmla="*/ 123 h 125"/>
                <a:gd name="T20" fmla="*/ 76 w 126"/>
                <a:gd name="T21" fmla="*/ 124 h 125"/>
                <a:gd name="T22" fmla="*/ 80 w 126"/>
                <a:gd name="T23" fmla="*/ 123 h 125"/>
                <a:gd name="T24" fmla="*/ 84 w 126"/>
                <a:gd name="T25" fmla="*/ 121 h 125"/>
                <a:gd name="T26" fmla="*/ 93 w 126"/>
                <a:gd name="T27" fmla="*/ 119 h 125"/>
                <a:gd name="T28" fmla="*/ 103 w 126"/>
                <a:gd name="T29" fmla="*/ 119 h 125"/>
                <a:gd name="T30" fmla="*/ 112 w 126"/>
                <a:gd name="T31" fmla="*/ 118 h 125"/>
                <a:gd name="T32" fmla="*/ 120 w 126"/>
                <a:gd name="T33" fmla="*/ 115 h 125"/>
                <a:gd name="T34" fmla="*/ 125 w 126"/>
                <a:gd name="T35" fmla="*/ 110 h 125"/>
                <a:gd name="T36" fmla="*/ 126 w 126"/>
                <a:gd name="T37" fmla="*/ 102 h 125"/>
                <a:gd name="T38" fmla="*/ 124 w 126"/>
                <a:gd name="T39" fmla="*/ 93 h 125"/>
                <a:gd name="T40" fmla="*/ 120 w 126"/>
                <a:gd name="T41" fmla="*/ 85 h 125"/>
                <a:gd name="T42" fmla="*/ 123 w 126"/>
                <a:gd name="T43" fmla="*/ 76 h 125"/>
                <a:gd name="T44" fmla="*/ 124 w 126"/>
                <a:gd name="T45" fmla="*/ 72 h 125"/>
                <a:gd name="T46" fmla="*/ 124 w 126"/>
                <a:gd name="T47" fmla="*/ 68 h 125"/>
                <a:gd name="T48" fmla="*/ 124 w 126"/>
                <a:gd name="T49" fmla="*/ 63 h 125"/>
                <a:gd name="T50" fmla="*/ 124 w 126"/>
                <a:gd name="T51" fmla="*/ 59 h 125"/>
                <a:gd name="T52" fmla="*/ 121 w 126"/>
                <a:gd name="T53" fmla="*/ 51 h 125"/>
                <a:gd name="T54" fmla="*/ 115 w 126"/>
                <a:gd name="T55" fmla="*/ 45 h 125"/>
                <a:gd name="T56" fmla="*/ 111 w 126"/>
                <a:gd name="T57" fmla="*/ 42 h 125"/>
                <a:gd name="T58" fmla="*/ 110 w 126"/>
                <a:gd name="T59" fmla="*/ 37 h 125"/>
                <a:gd name="T60" fmla="*/ 108 w 126"/>
                <a:gd name="T61" fmla="*/ 34 h 125"/>
                <a:gd name="T62" fmla="*/ 106 w 126"/>
                <a:gd name="T63" fmla="*/ 30 h 125"/>
                <a:gd name="T64" fmla="*/ 106 w 126"/>
                <a:gd name="T65" fmla="*/ 25 h 125"/>
                <a:gd name="T66" fmla="*/ 104 w 126"/>
                <a:gd name="T67" fmla="*/ 22 h 125"/>
                <a:gd name="T68" fmla="*/ 99 w 126"/>
                <a:gd name="T69" fmla="*/ 17 h 125"/>
                <a:gd name="T70" fmla="*/ 95 w 126"/>
                <a:gd name="T71" fmla="*/ 14 h 125"/>
                <a:gd name="T72" fmla="*/ 93 w 126"/>
                <a:gd name="T73" fmla="*/ 10 h 125"/>
                <a:gd name="T74" fmla="*/ 90 w 126"/>
                <a:gd name="T75" fmla="*/ 7 h 125"/>
                <a:gd name="T76" fmla="*/ 88 w 126"/>
                <a:gd name="T77" fmla="*/ 4 h 125"/>
                <a:gd name="T78" fmla="*/ 79 w 126"/>
                <a:gd name="T79" fmla="*/ 1 h 125"/>
                <a:gd name="T80" fmla="*/ 75 w 126"/>
                <a:gd name="T81" fmla="*/ 0 h 125"/>
                <a:gd name="T82" fmla="*/ 65 w 126"/>
                <a:gd name="T83" fmla="*/ 1 h 125"/>
                <a:gd name="T84" fmla="*/ 59 w 126"/>
                <a:gd name="T85" fmla="*/ 5 h 125"/>
                <a:gd name="T86" fmla="*/ 51 w 126"/>
                <a:gd name="T87" fmla="*/ 10 h 125"/>
                <a:gd name="T88" fmla="*/ 44 w 126"/>
                <a:gd name="T89" fmla="*/ 14 h 125"/>
                <a:gd name="T90" fmla="*/ 33 w 126"/>
                <a:gd name="T91" fmla="*/ 25 h 125"/>
                <a:gd name="T92" fmla="*/ 20 w 126"/>
                <a:gd name="T93" fmla="*/ 37 h 125"/>
                <a:gd name="T94" fmla="*/ 8 w 126"/>
                <a:gd name="T95" fmla="*/ 46 h 125"/>
                <a:gd name="T96" fmla="*/ 4 w 126"/>
                <a:gd name="T97" fmla="*/ 53 h 125"/>
                <a:gd name="T98" fmla="*/ 2 w 126"/>
                <a:gd name="T99" fmla="*/ 61 h 125"/>
                <a:gd name="T100" fmla="*/ 1 w 126"/>
                <a:gd name="T101" fmla="*/ 78 h 125"/>
                <a:gd name="T102" fmla="*/ 1 w 126"/>
                <a:gd name="T103" fmla="*/ 8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5">
                  <a:moveTo>
                    <a:pt x="1" y="87"/>
                  </a:moveTo>
                  <a:cubicBezTo>
                    <a:pt x="0" y="90"/>
                    <a:pt x="0" y="92"/>
                    <a:pt x="1" y="94"/>
                  </a:cubicBezTo>
                  <a:cubicBezTo>
                    <a:pt x="3" y="100"/>
                    <a:pt x="6" y="104"/>
                    <a:pt x="11" y="108"/>
                  </a:cubicBezTo>
                  <a:cubicBezTo>
                    <a:pt x="13" y="110"/>
                    <a:pt x="16" y="112"/>
                    <a:pt x="18" y="114"/>
                  </a:cubicBezTo>
                  <a:cubicBezTo>
                    <a:pt x="19" y="116"/>
                    <a:pt x="21" y="119"/>
                    <a:pt x="23" y="120"/>
                  </a:cubicBezTo>
                  <a:cubicBezTo>
                    <a:pt x="25" y="121"/>
                    <a:pt x="28" y="122"/>
                    <a:pt x="30" y="122"/>
                  </a:cubicBezTo>
                  <a:cubicBezTo>
                    <a:pt x="33" y="122"/>
                    <a:pt x="35" y="123"/>
                    <a:pt x="38" y="123"/>
                  </a:cubicBezTo>
                  <a:cubicBezTo>
                    <a:pt x="40" y="123"/>
                    <a:pt x="41" y="122"/>
                    <a:pt x="43" y="122"/>
                  </a:cubicBezTo>
                  <a:cubicBezTo>
                    <a:pt x="45" y="122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69" y="125"/>
                    <a:pt x="76" y="124"/>
                  </a:cubicBezTo>
                  <a:cubicBezTo>
                    <a:pt x="77" y="124"/>
                    <a:pt x="79" y="124"/>
                    <a:pt x="80" y="123"/>
                  </a:cubicBezTo>
                  <a:cubicBezTo>
                    <a:pt x="81" y="122"/>
                    <a:pt x="83" y="121"/>
                    <a:pt x="84" y="121"/>
                  </a:cubicBezTo>
                  <a:cubicBezTo>
                    <a:pt x="87" y="119"/>
                    <a:pt x="90" y="118"/>
                    <a:pt x="93" y="119"/>
                  </a:cubicBezTo>
                  <a:cubicBezTo>
                    <a:pt x="96" y="119"/>
                    <a:pt x="100" y="119"/>
                    <a:pt x="103" y="119"/>
                  </a:cubicBezTo>
                  <a:cubicBezTo>
                    <a:pt x="106" y="119"/>
                    <a:pt x="109" y="119"/>
                    <a:pt x="112" y="118"/>
                  </a:cubicBezTo>
                  <a:cubicBezTo>
                    <a:pt x="115" y="117"/>
                    <a:pt x="118" y="117"/>
                    <a:pt x="120" y="115"/>
                  </a:cubicBezTo>
                  <a:cubicBezTo>
                    <a:pt x="122" y="114"/>
                    <a:pt x="124" y="112"/>
                    <a:pt x="125" y="110"/>
                  </a:cubicBezTo>
                  <a:cubicBezTo>
                    <a:pt x="126" y="108"/>
                    <a:pt x="126" y="105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0" y="88"/>
                    <a:pt x="120" y="85"/>
                  </a:cubicBezTo>
                  <a:cubicBezTo>
                    <a:pt x="120" y="81"/>
                    <a:pt x="121" y="79"/>
                    <a:pt x="123" y="76"/>
                  </a:cubicBezTo>
                  <a:cubicBezTo>
                    <a:pt x="124" y="75"/>
                    <a:pt x="124" y="73"/>
                    <a:pt x="124" y="72"/>
                  </a:cubicBezTo>
                  <a:cubicBezTo>
                    <a:pt x="125" y="71"/>
                    <a:pt x="124" y="69"/>
                    <a:pt x="124" y="68"/>
                  </a:cubicBezTo>
                  <a:cubicBezTo>
                    <a:pt x="124" y="66"/>
                    <a:pt x="124" y="65"/>
                    <a:pt x="124" y="63"/>
                  </a:cubicBezTo>
                  <a:cubicBezTo>
                    <a:pt x="124" y="62"/>
                    <a:pt x="125" y="60"/>
                    <a:pt x="124" y="59"/>
                  </a:cubicBezTo>
                  <a:cubicBezTo>
                    <a:pt x="124" y="56"/>
                    <a:pt x="123" y="53"/>
                    <a:pt x="121" y="51"/>
                  </a:cubicBezTo>
                  <a:cubicBezTo>
                    <a:pt x="119" y="48"/>
                    <a:pt x="117" y="47"/>
                    <a:pt x="115" y="45"/>
                  </a:cubicBezTo>
                  <a:cubicBezTo>
                    <a:pt x="114" y="44"/>
                    <a:pt x="113" y="43"/>
                    <a:pt x="111" y="42"/>
                  </a:cubicBezTo>
                  <a:cubicBezTo>
                    <a:pt x="110" y="40"/>
                    <a:pt x="110" y="39"/>
                    <a:pt x="110" y="37"/>
                  </a:cubicBezTo>
                  <a:cubicBezTo>
                    <a:pt x="109" y="36"/>
                    <a:pt x="109" y="35"/>
                    <a:pt x="108" y="34"/>
                  </a:cubicBezTo>
                  <a:cubicBezTo>
                    <a:pt x="108" y="33"/>
                    <a:pt x="106" y="32"/>
                    <a:pt x="106" y="30"/>
                  </a:cubicBezTo>
                  <a:cubicBezTo>
                    <a:pt x="106" y="29"/>
                    <a:pt x="106" y="27"/>
                    <a:pt x="106" y="25"/>
                  </a:cubicBezTo>
                  <a:cubicBezTo>
                    <a:pt x="106" y="24"/>
                    <a:pt x="105" y="23"/>
                    <a:pt x="104" y="22"/>
                  </a:cubicBezTo>
                  <a:cubicBezTo>
                    <a:pt x="103" y="20"/>
                    <a:pt x="101" y="18"/>
                    <a:pt x="99" y="17"/>
                  </a:cubicBezTo>
                  <a:cubicBezTo>
                    <a:pt x="98" y="16"/>
                    <a:pt x="96" y="15"/>
                    <a:pt x="95" y="14"/>
                  </a:cubicBezTo>
                  <a:cubicBezTo>
                    <a:pt x="94" y="13"/>
                    <a:pt x="94" y="12"/>
                    <a:pt x="93" y="10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89" y="6"/>
                    <a:pt x="89" y="5"/>
                    <a:pt x="88" y="4"/>
                  </a:cubicBezTo>
                  <a:cubicBezTo>
                    <a:pt x="85" y="2"/>
                    <a:pt x="82" y="2"/>
                    <a:pt x="79" y="1"/>
                  </a:cubicBezTo>
                  <a:cubicBezTo>
                    <a:pt x="78" y="1"/>
                    <a:pt x="76" y="1"/>
                    <a:pt x="75" y="0"/>
                  </a:cubicBezTo>
                  <a:cubicBezTo>
                    <a:pt x="75" y="0"/>
                    <a:pt x="67" y="0"/>
                    <a:pt x="65" y="1"/>
                  </a:cubicBezTo>
                  <a:cubicBezTo>
                    <a:pt x="63" y="2"/>
                    <a:pt x="61" y="4"/>
                    <a:pt x="59" y="5"/>
                  </a:cubicBezTo>
                  <a:cubicBezTo>
                    <a:pt x="56" y="7"/>
                    <a:pt x="54" y="9"/>
                    <a:pt x="51" y="10"/>
                  </a:cubicBezTo>
                  <a:cubicBezTo>
                    <a:pt x="49" y="11"/>
                    <a:pt x="46" y="12"/>
                    <a:pt x="44" y="14"/>
                  </a:cubicBezTo>
                  <a:cubicBezTo>
                    <a:pt x="39" y="17"/>
                    <a:pt x="36" y="21"/>
                    <a:pt x="33" y="25"/>
                  </a:cubicBezTo>
                  <a:cubicBezTo>
                    <a:pt x="30" y="30"/>
                    <a:pt x="25" y="33"/>
                    <a:pt x="20" y="37"/>
                  </a:cubicBezTo>
                  <a:cubicBezTo>
                    <a:pt x="16" y="40"/>
                    <a:pt x="11" y="41"/>
                    <a:pt x="8" y="46"/>
                  </a:cubicBezTo>
                  <a:cubicBezTo>
                    <a:pt x="6" y="48"/>
                    <a:pt x="5" y="51"/>
                    <a:pt x="4" y="53"/>
                  </a:cubicBezTo>
                  <a:cubicBezTo>
                    <a:pt x="3" y="56"/>
                    <a:pt x="2" y="58"/>
                    <a:pt x="2" y="61"/>
                  </a:cubicBezTo>
                  <a:cubicBezTo>
                    <a:pt x="0" y="67"/>
                    <a:pt x="1" y="73"/>
                    <a:pt x="1" y="78"/>
                  </a:cubicBezTo>
                  <a:cubicBezTo>
                    <a:pt x="2" y="81"/>
                    <a:pt x="2" y="84"/>
                    <a:pt x="1" y="8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5" name="Freeform 357">
              <a:extLst>
                <a:ext uri="{FF2B5EF4-FFF2-40B4-BE49-F238E27FC236}">
                  <a16:creationId xmlns:a16="http://schemas.microsoft.com/office/drawing/2014/main" id="{6D533EAC-7ED2-4BE6-8344-53F5259A4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1163" y="1982788"/>
              <a:ext cx="501650" cy="495300"/>
            </a:xfrm>
            <a:custGeom>
              <a:avLst/>
              <a:gdLst>
                <a:gd name="T0" fmla="*/ 1 w 126"/>
                <a:gd name="T1" fmla="*/ 87 h 125"/>
                <a:gd name="T2" fmla="*/ 1 w 126"/>
                <a:gd name="T3" fmla="*/ 94 h 125"/>
                <a:gd name="T4" fmla="*/ 11 w 126"/>
                <a:gd name="T5" fmla="*/ 108 h 125"/>
                <a:gd name="T6" fmla="*/ 18 w 126"/>
                <a:gd name="T7" fmla="*/ 114 h 125"/>
                <a:gd name="T8" fmla="*/ 23 w 126"/>
                <a:gd name="T9" fmla="*/ 120 h 125"/>
                <a:gd name="T10" fmla="*/ 30 w 126"/>
                <a:gd name="T11" fmla="*/ 122 h 125"/>
                <a:gd name="T12" fmla="*/ 38 w 126"/>
                <a:gd name="T13" fmla="*/ 123 h 125"/>
                <a:gd name="T14" fmla="*/ 43 w 126"/>
                <a:gd name="T15" fmla="*/ 122 h 125"/>
                <a:gd name="T16" fmla="*/ 48 w 126"/>
                <a:gd name="T17" fmla="*/ 123 h 125"/>
                <a:gd name="T18" fmla="*/ 57 w 126"/>
                <a:gd name="T19" fmla="*/ 123 h 125"/>
                <a:gd name="T20" fmla="*/ 76 w 126"/>
                <a:gd name="T21" fmla="*/ 124 h 125"/>
                <a:gd name="T22" fmla="*/ 80 w 126"/>
                <a:gd name="T23" fmla="*/ 123 h 125"/>
                <a:gd name="T24" fmla="*/ 84 w 126"/>
                <a:gd name="T25" fmla="*/ 121 h 125"/>
                <a:gd name="T26" fmla="*/ 93 w 126"/>
                <a:gd name="T27" fmla="*/ 119 h 125"/>
                <a:gd name="T28" fmla="*/ 103 w 126"/>
                <a:gd name="T29" fmla="*/ 119 h 125"/>
                <a:gd name="T30" fmla="*/ 112 w 126"/>
                <a:gd name="T31" fmla="*/ 118 h 125"/>
                <a:gd name="T32" fmla="*/ 120 w 126"/>
                <a:gd name="T33" fmla="*/ 115 h 125"/>
                <a:gd name="T34" fmla="*/ 125 w 126"/>
                <a:gd name="T35" fmla="*/ 110 h 125"/>
                <a:gd name="T36" fmla="*/ 126 w 126"/>
                <a:gd name="T37" fmla="*/ 102 h 125"/>
                <a:gd name="T38" fmla="*/ 124 w 126"/>
                <a:gd name="T39" fmla="*/ 93 h 125"/>
                <a:gd name="T40" fmla="*/ 120 w 126"/>
                <a:gd name="T41" fmla="*/ 85 h 125"/>
                <a:gd name="T42" fmla="*/ 123 w 126"/>
                <a:gd name="T43" fmla="*/ 76 h 125"/>
                <a:gd name="T44" fmla="*/ 124 w 126"/>
                <a:gd name="T45" fmla="*/ 72 h 125"/>
                <a:gd name="T46" fmla="*/ 124 w 126"/>
                <a:gd name="T47" fmla="*/ 68 h 125"/>
                <a:gd name="T48" fmla="*/ 124 w 126"/>
                <a:gd name="T49" fmla="*/ 63 h 125"/>
                <a:gd name="T50" fmla="*/ 124 w 126"/>
                <a:gd name="T51" fmla="*/ 59 h 125"/>
                <a:gd name="T52" fmla="*/ 121 w 126"/>
                <a:gd name="T53" fmla="*/ 51 h 125"/>
                <a:gd name="T54" fmla="*/ 115 w 126"/>
                <a:gd name="T55" fmla="*/ 45 h 125"/>
                <a:gd name="T56" fmla="*/ 111 w 126"/>
                <a:gd name="T57" fmla="*/ 42 h 125"/>
                <a:gd name="T58" fmla="*/ 110 w 126"/>
                <a:gd name="T59" fmla="*/ 37 h 125"/>
                <a:gd name="T60" fmla="*/ 108 w 126"/>
                <a:gd name="T61" fmla="*/ 34 h 125"/>
                <a:gd name="T62" fmla="*/ 106 w 126"/>
                <a:gd name="T63" fmla="*/ 30 h 125"/>
                <a:gd name="T64" fmla="*/ 106 w 126"/>
                <a:gd name="T65" fmla="*/ 25 h 125"/>
                <a:gd name="T66" fmla="*/ 104 w 126"/>
                <a:gd name="T67" fmla="*/ 22 h 125"/>
                <a:gd name="T68" fmla="*/ 99 w 126"/>
                <a:gd name="T69" fmla="*/ 17 h 125"/>
                <a:gd name="T70" fmla="*/ 95 w 126"/>
                <a:gd name="T71" fmla="*/ 14 h 125"/>
                <a:gd name="T72" fmla="*/ 93 w 126"/>
                <a:gd name="T73" fmla="*/ 10 h 125"/>
                <a:gd name="T74" fmla="*/ 90 w 126"/>
                <a:gd name="T75" fmla="*/ 7 h 125"/>
                <a:gd name="T76" fmla="*/ 88 w 126"/>
                <a:gd name="T77" fmla="*/ 4 h 125"/>
                <a:gd name="T78" fmla="*/ 79 w 126"/>
                <a:gd name="T79" fmla="*/ 1 h 125"/>
                <a:gd name="T80" fmla="*/ 75 w 126"/>
                <a:gd name="T81" fmla="*/ 0 h 125"/>
                <a:gd name="T82" fmla="*/ 65 w 126"/>
                <a:gd name="T83" fmla="*/ 1 h 125"/>
                <a:gd name="T84" fmla="*/ 59 w 126"/>
                <a:gd name="T85" fmla="*/ 5 h 125"/>
                <a:gd name="T86" fmla="*/ 51 w 126"/>
                <a:gd name="T87" fmla="*/ 10 h 125"/>
                <a:gd name="T88" fmla="*/ 44 w 126"/>
                <a:gd name="T89" fmla="*/ 14 h 125"/>
                <a:gd name="T90" fmla="*/ 33 w 126"/>
                <a:gd name="T91" fmla="*/ 25 h 125"/>
                <a:gd name="T92" fmla="*/ 20 w 126"/>
                <a:gd name="T93" fmla="*/ 37 h 125"/>
                <a:gd name="T94" fmla="*/ 8 w 126"/>
                <a:gd name="T95" fmla="*/ 46 h 125"/>
                <a:gd name="T96" fmla="*/ 4 w 126"/>
                <a:gd name="T97" fmla="*/ 53 h 125"/>
                <a:gd name="T98" fmla="*/ 2 w 126"/>
                <a:gd name="T99" fmla="*/ 61 h 125"/>
                <a:gd name="T100" fmla="*/ 1 w 126"/>
                <a:gd name="T101" fmla="*/ 78 h 125"/>
                <a:gd name="T102" fmla="*/ 1 w 126"/>
                <a:gd name="T103" fmla="*/ 8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5">
                  <a:moveTo>
                    <a:pt x="1" y="87"/>
                  </a:moveTo>
                  <a:cubicBezTo>
                    <a:pt x="0" y="90"/>
                    <a:pt x="0" y="92"/>
                    <a:pt x="1" y="94"/>
                  </a:cubicBezTo>
                  <a:cubicBezTo>
                    <a:pt x="3" y="100"/>
                    <a:pt x="6" y="104"/>
                    <a:pt x="11" y="108"/>
                  </a:cubicBezTo>
                  <a:cubicBezTo>
                    <a:pt x="13" y="110"/>
                    <a:pt x="16" y="112"/>
                    <a:pt x="18" y="114"/>
                  </a:cubicBezTo>
                  <a:cubicBezTo>
                    <a:pt x="19" y="116"/>
                    <a:pt x="21" y="119"/>
                    <a:pt x="23" y="120"/>
                  </a:cubicBezTo>
                  <a:cubicBezTo>
                    <a:pt x="25" y="121"/>
                    <a:pt x="28" y="122"/>
                    <a:pt x="30" y="122"/>
                  </a:cubicBezTo>
                  <a:cubicBezTo>
                    <a:pt x="33" y="122"/>
                    <a:pt x="35" y="123"/>
                    <a:pt x="38" y="123"/>
                  </a:cubicBezTo>
                  <a:cubicBezTo>
                    <a:pt x="40" y="123"/>
                    <a:pt x="41" y="122"/>
                    <a:pt x="43" y="122"/>
                  </a:cubicBezTo>
                  <a:cubicBezTo>
                    <a:pt x="45" y="122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69" y="125"/>
                    <a:pt x="76" y="124"/>
                  </a:cubicBezTo>
                  <a:cubicBezTo>
                    <a:pt x="77" y="124"/>
                    <a:pt x="79" y="124"/>
                    <a:pt x="80" y="123"/>
                  </a:cubicBezTo>
                  <a:cubicBezTo>
                    <a:pt x="81" y="122"/>
                    <a:pt x="83" y="121"/>
                    <a:pt x="84" y="121"/>
                  </a:cubicBezTo>
                  <a:cubicBezTo>
                    <a:pt x="87" y="119"/>
                    <a:pt x="90" y="118"/>
                    <a:pt x="93" y="119"/>
                  </a:cubicBezTo>
                  <a:cubicBezTo>
                    <a:pt x="96" y="119"/>
                    <a:pt x="100" y="119"/>
                    <a:pt x="103" y="119"/>
                  </a:cubicBezTo>
                  <a:cubicBezTo>
                    <a:pt x="106" y="119"/>
                    <a:pt x="109" y="119"/>
                    <a:pt x="112" y="118"/>
                  </a:cubicBezTo>
                  <a:cubicBezTo>
                    <a:pt x="115" y="117"/>
                    <a:pt x="118" y="117"/>
                    <a:pt x="120" y="115"/>
                  </a:cubicBezTo>
                  <a:cubicBezTo>
                    <a:pt x="122" y="114"/>
                    <a:pt x="124" y="112"/>
                    <a:pt x="125" y="110"/>
                  </a:cubicBezTo>
                  <a:cubicBezTo>
                    <a:pt x="126" y="108"/>
                    <a:pt x="126" y="105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0" y="88"/>
                    <a:pt x="120" y="85"/>
                  </a:cubicBezTo>
                  <a:cubicBezTo>
                    <a:pt x="120" y="81"/>
                    <a:pt x="121" y="79"/>
                    <a:pt x="123" y="76"/>
                  </a:cubicBezTo>
                  <a:cubicBezTo>
                    <a:pt x="124" y="75"/>
                    <a:pt x="124" y="73"/>
                    <a:pt x="124" y="72"/>
                  </a:cubicBezTo>
                  <a:cubicBezTo>
                    <a:pt x="125" y="71"/>
                    <a:pt x="124" y="69"/>
                    <a:pt x="124" y="68"/>
                  </a:cubicBezTo>
                  <a:cubicBezTo>
                    <a:pt x="124" y="66"/>
                    <a:pt x="124" y="65"/>
                    <a:pt x="124" y="63"/>
                  </a:cubicBezTo>
                  <a:cubicBezTo>
                    <a:pt x="124" y="62"/>
                    <a:pt x="125" y="60"/>
                    <a:pt x="124" y="59"/>
                  </a:cubicBezTo>
                  <a:cubicBezTo>
                    <a:pt x="124" y="56"/>
                    <a:pt x="123" y="53"/>
                    <a:pt x="121" y="51"/>
                  </a:cubicBezTo>
                  <a:cubicBezTo>
                    <a:pt x="119" y="48"/>
                    <a:pt x="117" y="47"/>
                    <a:pt x="115" y="45"/>
                  </a:cubicBezTo>
                  <a:cubicBezTo>
                    <a:pt x="114" y="44"/>
                    <a:pt x="113" y="43"/>
                    <a:pt x="111" y="42"/>
                  </a:cubicBezTo>
                  <a:cubicBezTo>
                    <a:pt x="110" y="40"/>
                    <a:pt x="110" y="39"/>
                    <a:pt x="110" y="37"/>
                  </a:cubicBezTo>
                  <a:cubicBezTo>
                    <a:pt x="109" y="36"/>
                    <a:pt x="109" y="35"/>
                    <a:pt x="108" y="34"/>
                  </a:cubicBezTo>
                  <a:cubicBezTo>
                    <a:pt x="108" y="33"/>
                    <a:pt x="106" y="32"/>
                    <a:pt x="106" y="30"/>
                  </a:cubicBezTo>
                  <a:cubicBezTo>
                    <a:pt x="106" y="29"/>
                    <a:pt x="106" y="27"/>
                    <a:pt x="106" y="25"/>
                  </a:cubicBezTo>
                  <a:cubicBezTo>
                    <a:pt x="106" y="24"/>
                    <a:pt x="105" y="23"/>
                    <a:pt x="104" y="22"/>
                  </a:cubicBezTo>
                  <a:cubicBezTo>
                    <a:pt x="103" y="20"/>
                    <a:pt x="101" y="18"/>
                    <a:pt x="99" y="17"/>
                  </a:cubicBezTo>
                  <a:cubicBezTo>
                    <a:pt x="98" y="16"/>
                    <a:pt x="96" y="15"/>
                    <a:pt x="95" y="14"/>
                  </a:cubicBezTo>
                  <a:cubicBezTo>
                    <a:pt x="94" y="13"/>
                    <a:pt x="94" y="12"/>
                    <a:pt x="93" y="10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89" y="6"/>
                    <a:pt x="89" y="5"/>
                    <a:pt x="88" y="4"/>
                  </a:cubicBezTo>
                  <a:cubicBezTo>
                    <a:pt x="85" y="2"/>
                    <a:pt x="82" y="2"/>
                    <a:pt x="79" y="1"/>
                  </a:cubicBezTo>
                  <a:cubicBezTo>
                    <a:pt x="78" y="1"/>
                    <a:pt x="76" y="1"/>
                    <a:pt x="75" y="0"/>
                  </a:cubicBezTo>
                  <a:cubicBezTo>
                    <a:pt x="75" y="0"/>
                    <a:pt x="67" y="0"/>
                    <a:pt x="65" y="1"/>
                  </a:cubicBezTo>
                  <a:cubicBezTo>
                    <a:pt x="63" y="2"/>
                    <a:pt x="61" y="4"/>
                    <a:pt x="59" y="5"/>
                  </a:cubicBezTo>
                  <a:cubicBezTo>
                    <a:pt x="56" y="7"/>
                    <a:pt x="54" y="9"/>
                    <a:pt x="51" y="10"/>
                  </a:cubicBezTo>
                  <a:cubicBezTo>
                    <a:pt x="49" y="11"/>
                    <a:pt x="46" y="12"/>
                    <a:pt x="44" y="14"/>
                  </a:cubicBezTo>
                  <a:cubicBezTo>
                    <a:pt x="39" y="17"/>
                    <a:pt x="36" y="21"/>
                    <a:pt x="33" y="25"/>
                  </a:cubicBezTo>
                  <a:cubicBezTo>
                    <a:pt x="30" y="30"/>
                    <a:pt x="25" y="33"/>
                    <a:pt x="20" y="37"/>
                  </a:cubicBezTo>
                  <a:cubicBezTo>
                    <a:pt x="16" y="40"/>
                    <a:pt x="11" y="41"/>
                    <a:pt x="8" y="46"/>
                  </a:cubicBezTo>
                  <a:cubicBezTo>
                    <a:pt x="6" y="48"/>
                    <a:pt x="5" y="51"/>
                    <a:pt x="4" y="53"/>
                  </a:cubicBezTo>
                  <a:cubicBezTo>
                    <a:pt x="3" y="56"/>
                    <a:pt x="2" y="58"/>
                    <a:pt x="2" y="61"/>
                  </a:cubicBezTo>
                  <a:cubicBezTo>
                    <a:pt x="0" y="67"/>
                    <a:pt x="1" y="73"/>
                    <a:pt x="1" y="78"/>
                  </a:cubicBezTo>
                  <a:cubicBezTo>
                    <a:pt x="2" y="81"/>
                    <a:pt x="2" y="84"/>
                    <a:pt x="1" y="8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6" name="Freeform 358">
              <a:extLst>
                <a:ext uri="{FF2B5EF4-FFF2-40B4-BE49-F238E27FC236}">
                  <a16:creationId xmlns:a16="http://schemas.microsoft.com/office/drawing/2014/main" id="{594EC2C6-47DE-4057-A464-43590AB0D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4451" y="2398713"/>
              <a:ext cx="82550" cy="195263"/>
            </a:xfrm>
            <a:custGeom>
              <a:avLst/>
              <a:gdLst>
                <a:gd name="T0" fmla="*/ 0 w 21"/>
                <a:gd name="T1" fmla="*/ 44 h 49"/>
                <a:gd name="T2" fmla="*/ 1 w 21"/>
                <a:gd name="T3" fmla="*/ 47 h 49"/>
                <a:gd name="T4" fmla="*/ 4 w 21"/>
                <a:gd name="T5" fmla="*/ 48 h 49"/>
                <a:gd name="T6" fmla="*/ 8 w 21"/>
                <a:gd name="T7" fmla="*/ 49 h 49"/>
                <a:gd name="T8" fmla="*/ 13 w 21"/>
                <a:gd name="T9" fmla="*/ 49 h 49"/>
                <a:gd name="T10" fmla="*/ 17 w 21"/>
                <a:gd name="T11" fmla="*/ 48 h 49"/>
                <a:gd name="T12" fmla="*/ 19 w 21"/>
                <a:gd name="T13" fmla="*/ 48 h 49"/>
                <a:gd name="T14" fmla="*/ 21 w 21"/>
                <a:gd name="T15" fmla="*/ 48 h 49"/>
                <a:gd name="T16" fmla="*/ 21 w 21"/>
                <a:gd name="T17" fmla="*/ 48 h 49"/>
                <a:gd name="T18" fmla="*/ 20 w 21"/>
                <a:gd name="T19" fmla="*/ 43 h 49"/>
                <a:gd name="T20" fmla="*/ 19 w 21"/>
                <a:gd name="T21" fmla="*/ 38 h 49"/>
                <a:gd name="T22" fmla="*/ 19 w 21"/>
                <a:gd name="T23" fmla="*/ 26 h 49"/>
                <a:gd name="T24" fmla="*/ 19 w 21"/>
                <a:gd name="T25" fmla="*/ 21 h 49"/>
                <a:gd name="T26" fmla="*/ 19 w 21"/>
                <a:gd name="T27" fmla="*/ 16 h 49"/>
                <a:gd name="T28" fmla="*/ 19 w 21"/>
                <a:gd name="T29" fmla="*/ 4 h 49"/>
                <a:gd name="T30" fmla="*/ 19 w 21"/>
                <a:gd name="T31" fmla="*/ 4 h 49"/>
                <a:gd name="T32" fmla="*/ 19 w 21"/>
                <a:gd name="T33" fmla="*/ 3 h 49"/>
                <a:gd name="T34" fmla="*/ 16 w 21"/>
                <a:gd name="T35" fmla="*/ 2 h 49"/>
                <a:gd name="T36" fmla="*/ 11 w 21"/>
                <a:gd name="T37" fmla="*/ 0 h 49"/>
                <a:gd name="T38" fmla="*/ 8 w 21"/>
                <a:gd name="T39" fmla="*/ 0 h 49"/>
                <a:gd name="T40" fmla="*/ 4 w 21"/>
                <a:gd name="T41" fmla="*/ 1 h 49"/>
                <a:gd name="T42" fmla="*/ 2 w 21"/>
                <a:gd name="T43" fmla="*/ 3 h 49"/>
                <a:gd name="T44" fmla="*/ 2 w 21"/>
                <a:gd name="T45" fmla="*/ 17 h 49"/>
                <a:gd name="T46" fmla="*/ 2 w 21"/>
                <a:gd name="T47" fmla="*/ 24 h 49"/>
                <a:gd name="T48" fmla="*/ 2 w 21"/>
                <a:gd name="T49" fmla="*/ 31 h 49"/>
                <a:gd name="T50" fmla="*/ 1 w 21"/>
                <a:gd name="T51" fmla="*/ 38 h 49"/>
                <a:gd name="T52" fmla="*/ 0 w 21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9">
                  <a:moveTo>
                    <a:pt x="0" y="44"/>
                  </a:moveTo>
                  <a:cubicBezTo>
                    <a:pt x="0" y="45"/>
                    <a:pt x="0" y="47"/>
                    <a:pt x="1" y="47"/>
                  </a:cubicBezTo>
                  <a:cubicBezTo>
                    <a:pt x="2" y="48"/>
                    <a:pt x="3" y="48"/>
                    <a:pt x="4" y="48"/>
                  </a:cubicBezTo>
                  <a:cubicBezTo>
                    <a:pt x="5" y="48"/>
                    <a:pt x="7" y="49"/>
                    <a:pt x="8" y="49"/>
                  </a:cubicBezTo>
                  <a:cubicBezTo>
                    <a:pt x="10" y="49"/>
                    <a:pt x="11" y="49"/>
                    <a:pt x="13" y="49"/>
                  </a:cubicBezTo>
                  <a:cubicBezTo>
                    <a:pt x="14" y="49"/>
                    <a:pt x="16" y="48"/>
                    <a:pt x="17" y="48"/>
                  </a:cubicBezTo>
                  <a:cubicBezTo>
                    <a:pt x="18" y="48"/>
                    <a:pt x="18" y="48"/>
                    <a:pt x="19" y="48"/>
                  </a:cubicBezTo>
                  <a:cubicBezTo>
                    <a:pt x="20" y="48"/>
                    <a:pt x="20" y="49"/>
                    <a:pt x="21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6"/>
                    <a:pt x="20" y="45"/>
                    <a:pt x="20" y="43"/>
                  </a:cubicBezTo>
                  <a:cubicBezTo>
                    <a:pt x="20" y="41"/>
                    <a:pt x="19" y="39"/>
                    <a:pt x="19" y="38"/>
                  </a:cubicBezTo>
                  <a:cubicBezTo>
                    <a:pt x="19" y="34"/>
                    <a:pt x="19" y="30"/>
                    <a:pt x="19" y="26"/>
                  </a:cubicBezTo>
                  <a:cubicBezTo>
                    <a:pt x="19" y="25"/>
                    <a:pt x="19" y="23"/>
                    <a:pt x="19" y="21"/>
                  </a:cubicBezTo>
                  <a:cubicBezTo>
                    <a:pt x="19" y="19"/>
                    <a:pt x="19" y="17"/>
                    <a:pt x="19" y="16"/>
                  </a:cubicBezTo>
                  <a:cubicBezTo>
                    <a:pt x="19" y="12"/>
                    <a:pt x="19" y="8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3"/>
                    <a:pt x="19" y="3"/>
                  </a:cubicBezTo>
                  <a:cubicBezTo>
                    <a:pt x="18" y="2"/>
                    <a:pt x="17" y="2"/>
                    <a:pt x="16" y="2"/>
                  </a:cubicBezTo>
                  <a:cubicBezTo>
                    <a:pt x="14" y="2"/>
                    <a:pt x="13" y="1"/>
                    <a:pt x="11" y="0"/>
                  </a:cubicBezTo>
                  <a:cubicBezTo>
                    <a:pt x="10" y="0"/>
                    <a:pt x="9" y="0"/>
                    <a:pt x="8" y="0"/>
                  </a:cubicBezTo>
                  <a:cubicBezTo>
                    <a:pt x="6" y="0"/>
                    <a:pt x="5" y="1"/>
                    <a:pt x="4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8"/>
                    <a:pt x="2" y="13"/>
                    <a:pt x="2" y="17"/>
                  </a:cubicBezTo>
                  <a:cubicBezTo>
                    <a:pt x="2" y="20"/>
                    <a:pt x="2" y="22"/>
                    <a:pt x="2" y="24"/>
                  </a:cubicBezTo>
                  <a:cubicBezTo>
                    <a:pt x="2" y="27"/>
                    <a:pt x="2" y="29"/>
                    <a:pt x="2" y="31"/>
                  </a:cubicBezTo>
                  <a:cubicBezTo>
                    <a:pt x="2" y="33"/>
                    <a:pt x="1" y="36"/>
                    <a:pt x="1" y="38"/>
                  </a:cubicBezTo>
                  <a:cubicBezTo>
                    <a:pt x="1" y="40"/>
                    <a:pt x="0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7" name="Freeform 359">
              <a:extLst>
                <a:ext uri="{FF2B5EF4-FFF2-40B4-BE49-F238E27FC236}">
                  <a16:creationId xmlns:a16="http://schemas.microsoft.com/office/drawing/2014/main" id="{C4E9CBF2-45D8-485E-BCC8-9252CC149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4451" y="2398713"/>
              <a:ext cx="82550" cy="195263"/>
            </a:xfrm>
            <a:custGeom>
              <a:avLst/>
              <a:gdLst>
                <a:gd name="T0" fmla="*/ 0 w 21"/>
                <a:gd name="T1" fmla="*/ 44 h 49"/>
                <a:gd name="T2" fmla="*/ 1 w 21"/>
                <a:gd name="T3" fmla="*/ 47 h 49"/>
                <a:gd name="T4" fmla="*/ 4 w 21"/>
                <a:gd name="T5" fmla="*/ 48 h 49"/>
                <a:gd name="T6" fmla="*/ 8 w 21"/>
                <a:gd name="T7" fmla="*/ 49 h 49"/>
                <a:gd name="T8" fmla="*/ 13 w 21"/>
                <a:gd name="T9" fmla="*/ 49 h 49"/>
                <a:gd name="T10" fmla="*/ 17 w 21"/>
                <a:gd name="T11" fmla="*/ 48 h 49"/>
                <a:gd name="T12" fmla="*/ 19 w 21"/>
                <a:gd name="T13" fmla="*/ 48 h 49"/>
                <a:gd name="T14" fmla="*/ 21 w 21"/>
                <a:gd name="T15" fmla="*/ 48 h 49"/>
                <a:gd name="T16" fmla="*/ 21 w 21"/>
                <a:gd name="T17" fmla="*/ 48 h 49"/>
                <a:gd name="T18" fmla="*/ 20 w 21"/>
                <a:gd name="T19" fmla="*/ 43 h 49"/>
                <a:gd name="T20" fmla="*/ 19 w 21"/>
                <a:gd name="T21" fmla="*/ 38 h 49"/>
                <a:gd name="T22" fmla="*/ 19 w 21"/>
                <a:gd name="T23" fmla="*/ 26 h 49"/>
                <a:gd name="T24" fmla="*/ 19 w 21"/>
                <a:gd name="T25" fmla="*/ 21 h 49"/>
                <a:gd name="T26" fmla="*/ 19 w 21"/>
                <a:gd name="T27" fmla="*/ 16 h 49"/>
                <a:gd name="T28" fmla="*/ 19 w 21"/>
                <a:gd name="T29" fmla="*/ 4 h 49"/>
                <a:gd name="T30" fmla="*/ 19 w 21"/>
                <a:gd name="T31" fmla="*/ 4 h 49"/>
                <a:gd name="T32" fmla="*/ 19 w 21"/>
                <a:gd name="T33" fmla="*/ 3 h 49"/>
                <a:gd name="T34" fmla="*/ 16 w 21"/>
                <a:gd name="T35" fmla="*/ 2 h 49"/>
                <a:gd name="T36" fmla="*/ 11 w 21"/>
                <a:gd name="T37" fmla="*/ 0 h 49"/>
                <a:gd name="T38" fmla="*/ 8 w 21"/>
                <a:gd name="T39" fmla="*/ 0 h 49"/>
                <a:gd name="T40" fmla="*/ 4 w 21"/>
                <a:gd name="T41" fmla="*/ 1 h 49"/>
                <a:gd name="T42" fmla="*/ 2 w 21"/>
                <a:gd name="T43" fmla="*/ 3 h 49"/>
                <a:gd name="T44" fmla="*/ 2 w 21"/>
                <a:gd name="T45" fmla="*/ 17 h 49"/>
                <a:gd name="T46" fmla="*/ 2 w 21"/>
                <a:gd name="T47" fmla="*/ 24 h 49"/>
                <a:gd name="T48" fmla="*/ 2 w 21"/>
                <a:gd name="T49" fmla="*/ 31 h 49"/>
                <a:gd name="T50" fmla="*/ 1 w 21"/>
                <a:gd name="T51" fmla="*/ 38 h 49"/>
                <a:gd name="T52" fmla="*/ 0 w 21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9">
                  <a:moveTo>
                    <a:pt x="0" y="44"/>
                  </a:moveTo>
                  <a:cubicBezTo>
                    <a:pt x="0" y="45"/>
                    <a:pt x="0" y="47"/>
                    <a:pt x="1" y="47"/>
                  </a:cubicBezTo>
                  <a:cubicBezTo>
                    <a:pt x="2" y="48"/>
                    <a:pt x="3" y="48"/>
                    <a:pt x="4" y="48"/>
                  </a:cubicBezTo>
                  <a:cubicBezTo>
                    <a:pt x="5" y="48"/>
                    <a:pt x="7" y="49"/>
                    <a:pt x="8" y="49"/>
                  </a:cubicBezTo>
                  <a:cubicBezTo>
                    <a:pt x="10" y="49"/>
                    <a:pt x="11" y="49"/>
                    <a:pt x="13" y="49"/>
                  </a:cubicBezTo>
                  <a:cubicBezTo>
                    <a:pt x="14" y="49"/>
                    <a:pt x="16" y="48"/>
                    <a:pt x="17" y="48"/>
                  </a:cubicBezTo>
                  <a:cubicBezTo>
                    <a:pt x="18" y="48"/>
                    <a:pt x="18" y="48"/>
                    <a:pt x="19" y="48"/>
                  </a:cubicBezTo>
                  <a:cubicBezTo>
                    <a:pt x="20" y="48"/>
                    <a:pt x="20" y="49"/>
                    <a:pt x="21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6"/>
                    <a:pt x="20" y="45"/>
                    <a:pt x="20" y="43"/>
                  </a:cubicBezTo>
                  <a:cubicBezTo>
                    <a:pt x="20" y="41"/>
                    <a:pt x="19" y="39"/>
                    <a:pt x="19" y="38"/>
                  </a:cubicBezTo>
                  <a:cubicBezTo>
                    <a:pt x="19" y="34"/>
                    <a:pt x="19" y="30"/>
                    <a:pt x="19" y="26"/>
                  </a:cubicBezTo>
                  <a:cubicBezTo>
                    <a:pt x="19" y="25"/>
                    <a:pt x="19" y="23"/>
                    <a:pt x="19" y="21"/>
                  </a:cubicBezTo>
                  <a:cubicBezTo>
                    <a:pt x="19" y="19"/>
                    <a:pt x="19" y="17"/>
                    <a:pt x="19" y="16"/>
                  </a:cubicBezTo>
                  <a:cubicBezTo>
                    <a:pt x="19" y="12"/>
                    <a:pt x="19" y="8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3"/>
                    <a:pt x="19" y="3"/>
                  </a:cubicBezTo>
                  <a:cubicBezTo>
                    <a:pt x="18" y="2"/>
                    <a:pt x="17" y="2"/>
                    <a:pt x="16" y="2"/>
                  </a:cubicBezTo>
                  <a:cubicBezTo>
                    <a:pt x="14" y="2"/>
                    <a:pt x="13" y="1"/>
                    <a:pt x="11" y="0"/>
                  </a:cubicBezTo>
                  <a:cubicBezTo>
                    <a:pt x="10" y="0"/>
                    <a:pt x="9" y="0"/>
                    <a:pt x="8" y="0"/>
                  </a:cubicBezTo>
                  <a:cubicBezTo>
                    <a:pt x="6" y="0"/>
                    <a:pt x="5" y="1"/>
                    <a:pt x="4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8"/>
                    <a:pt x="2" y="13"/>
                    <a:pt x="2" y="17"/>
                  </a:cubicBezTo>
                  <a:cubicBezTo>
                    <a:pt x="2" y="20"/>
                    <a:pt x="2" y="22"/>
                    <a:pt x="2" y="24"/>
                  </a:cubicBezTo>
                  <a:cubicBezTo>
                    <a:pt x="2" y="27"/>
                    <a:pt x="2" y="29"/>
                    <a:pt x="2" y="31"/>
                  </a:cubicBezTo>
                  <a:cubicBezTo>
                    <a:pt x="2" y="33"/>
                    <a:pt x="1" y="36"/>
                    <a:pt x="1" y="38"/>
                  </a:cubicBezTo>
                  <a:cubicBezTo>
                    <a:pt x="1" y="40"/>
                    <a:pt x="0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8" name="Freeform 360">
              <a:extLst>
                <a:ext uri="{FF2B5EF4-FFF2-40B4-BE49-F238E27FC236}">
                  <a16:creationId xmlns:a16="http://schemas.microsoft.com/office/drawing/2014/main" id="{11D98455-A7E1-4247-A619-1B5F57464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8551" y="1951038"/>
              <a:ext cx="501650" cy="495300"/>
            </a:xfrm>
            <a:custGeom>
              <a:avLst/>
              <a:gdLst>
                <a:gd name="T0" fmla="*/ 1 w 126"/>
                <a:gd name="T1" fmla="*/ 87 h 125"/>
                <a:gd name="T2" fmla="*/ 1 w 126"/>
                <a:gd name="T3" fmla="*/ 94 h 125"/>
                <a:gd name="T4" fmla="*/ 11 w 126"/>
                <a:gd name="T5" fmla="*/ 108 h 125"/>
                <a:gd name="T6" fmla="*/ 18 w 126"/>
                <a:gd name="T7" fmla="*/ 115 h 125"/>
                <a:gd name="T8" fmla="*/ 23 w 126"/>
                <a:gd name="T9" fmla="*/ 120 h 125"/>
                <a:gd name="T10" fmla="*/ 30 w 126"/>
                <a:gd name="T11" fmla="*/ 122 h 125"/>
                <a:gd name="T12" fmla="*/ 38 w 126"/>
                <a:gd name="T13" fmla="*/ 123 h 125"/>
                <a:gd name="T14" fmla="*/ 43 w 126"/>
                <a:gd name="T15" fmla="*/ 122 h 125"/>
                <a:gd name="T16" fmla="*/ 48 w 126"/>
                <a:gd name="T17" fmla="*/ 123 h 125"/>
                <a:gd name="T18" fmla="*/ 57 w 126"/>
                <a:gd name="T19" fmla="*/ 123 h 125"/>
                <a:gd name="T20" fmla="*/ 76 w 126"/>
                <a:gd name="T21" fmla="*/ 124 h 125"/>
                <a:gd name="T22" fmla="*/ 80 w 126"/>
                <a:gd name="T23" fmla="*/ 123 h 125"/>
                <a:gd name="T24" fmla="*/ 84 w 126"/>
                <a:gd name="T25" fmla="*/ 121 h 125"/>
                <a:gd name="T26" fmla="*/ 93 w 126"/>
                <a:gd name="T27" fmla="*/ 119 h 125"/>
                <a:gd name="T28" fmla="*/ 103 w 126"/>
                <a:gd name="T29" fmla="*/ 119 h 125"/>
                <a:gd name="T30" fmla="*/ 112 w 126"/>
                <a:gd name="T31" fmla="*/ 118 h 125"/>
                <a:gd name="T32" fmla="*/ 120 w 126"/>
                <a:gd name="T33" fmla="*/ 116 h 125"/>
                <a:gd name="T34" fmla="*/ 125 w 126"/>
                <a:gd name="T35" fmla="*/ 110 h 125"/>
                <a:gd name="T36" fmla="*/ 126 w 126"/>
                <a:gd name="T37" fmla="*/ 102 h 125"/>
                <a:gd name="T38" fmla="*/ 124 w 126"/>
                <a:gd name="T39" fmla="*/ 93 h 125"/>
                <a:gd name="T40" fmla="*/ 120 w 126"/>
                <a:gd name="T41" fmla="*/ 85 h 125"/>
                <a:gd name="T42" fmla="*/ 123 w 126"/>
                <a:gd name="T43" fmla="*/ 76 h 125"/>
                <a:gd name="T44" fmla="*/ 125 w 126"/>
                <a:gd name="T45" fmla="*/ 72 h 125"/>
                <a:gd name="T46" fmla="*/ 124 w 126"/>
                <a:gd name="T47" fmla="*/ 68 h 125"/>
                <a:gd name="T48" fmla="*/ 124 w 126"/>
                <a:gd name="T49" fmla="*/ 64 h 125"/>
                <a:gd name="T50" fmla="*/ 125 w 126"/>
                <a:gd name="T51" fmla="*/ 59 h 125"/>
                <a:gd name="T52" fmla="*/ 121 w 126"/>
                <a:gd name="T53" fmla="*/ 51 h 125"/>
                <a:gd name="T54" fmla="*/ 115 w 126"/>
                <a:gd name="T55" fmla="*/ 45 h 125"/>
                <a:gd name="T56" fmla="*/ 112 w 126"/>
                <a:gd name="T57" fmla="*/ 42 h 125"/>
                <a:gd name="T58" fmla="*/ 110 w 126"/>
                <a:gd name="T59" fmla="*/ 37 h 125"/>
                <a:gd name="T60" fmla="*/ 108 w 126"/>
                <a:gd name="T61" fmla="*/ 34 h 125"/>
                <a:gd name="T62" fmla="*/ 106 w 126"/>
                <a:gd name="T63" fmla="*/ 31 h 125"/>
                <a:gd name="T64" fmla="*/ 106 w 126"/>
                <a:gd name="T65" fmla="*/ 26 h 125"/>
                <a:gd name="T66" fmla="*/ 104 w 126"/>
                <a:gd name="T67" fmla="*/ 22 h 125"/>
                <a:gd name="T68" fmla="*/ 99 w 126"/>
                <a:gd name="T69" fmla="*/ 17 h 125"/>
                <a:gd name="T70" fmla="*/ 95 w 126"/>
                <a:gd name="T71" fmla="*/ 14 h 125"/>
                <a:gd name="T72" fmla="*/ 93 w 126"/>
                <a:gd name="T73" fmla="*/ 11 h 125"/>
                <a:gd name="T74" fmla="*/ 90 w 126"/>
                <a:gd name="T75" fmla="*/ 7 h 125"/>
                <a:gd name="T76" fmla="*/ 88 w 126"/>
                <a:gd name="T77" fmla="*/ 4 h 125"/>
                <a:gd name="T78" fmla="*/ 79 w 126"/>
                <a:gd name="T79" fmla="*/ 1 h 125"/>
                <a:gd name="T80" fmla="*/ 75 w 126"/>
                <a:gd name="T81" fmla="*/ 0 h 125"/>
                <a:gd name="T82" fmla="*/ 65 w 126"/>
                <a:gd name="T83" fmla="*/ 1 h 125"/>
                <a:gd name="T84" fmla="*/ 59 w 126"/>
                <a:gd name="T85" fmla="*/ 5 h 125"/>
                <a:gd name="T86" fmla="*/ 51 w 126"/>
                <a:gd name="T87" fmla="*/ 10 h 125"/>
                <a:gd name="T88" fmla="*/ 44 w 126"/>
                <a:gd name="T89" fmla="*/ 14 h 125"/>
                <a:gd name="T90" fmla="*/ 33 w 126"/>
                <a:gd name="T91" fmla="*/ 25 h 125"/>
                <a:gd name="T92" fmla="*/ 20 w 126"/>
                <a:gd name="T93" fmla="*/ 37 h 125"/>
                <a:gd name="T94" fmla="*/ 8 w 126"/>
                <a:gd name="T95" fmla="*/ 46 h 125"/>
                <a:gd name="T96" fmla="*/ 4 w 126"/>
                <a:gd name="T97" fmla="*/ 53 h 125"/>
                <a:gd name="T98" fmla="*/ 2 w 126"/>
                <a:gd name="T99" fmla="*/ 61 h 125"/>
                <a:gd name="T100" fmla="*/ 1 w 126"/>
                <a:gd name="T101" fmla="*/ 78 h 125"/>
                <a:gd name="T102" fmla="*/ 1 w 126"/>
                <a:gd name="T103" fmla="*/ 8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5">
                  <a:moveTo>
                    <a:pt x="1" y="87"/>
                  </a:moveTo>
                  <a:cubicBezTo>
                    <a:pt x="0" y="90"/>
                    <a:pt x="0" y="92"/>
                    <a:pt x="1" y="94"/>
                  </a:cubicBezTo>
                  <a:cubicBezTo>
                    <a:pt x="3" y="100"/>
                    <a:pt x="6" y="104"/>
                    <a:pt x="11" y="108"/>
                  </a:cubicBezTo>
                  <a:cubicBezTo>
                    <a:pt x="13" y="110"/>
                    <a:pt x="16" y="112"/>
                    <a:pt x="18" y="115"/>
                  </a:cubicBezTo>
                  <a:cubicBezTo>
                    <a:pt x="20" y="116"/>
                    <a:pt x="21" y="119"/>
                    <a:pt x="23" y="120"/>
                  </a:cubicBezTo>
                  <a:cubicBezTo>
                    <a:pt x="25" y="121"/>
                    <a:pt x="28" y="122"/>
                    <a:pt x="30" y="122"/>
                  </a:cubicBezTo>
                  <a:cubicBezTo>
                    <a:pt x="33" y="122"/>
                    <a:pt x="35" y="124"/>
                    <a:pt x="38" y="123"/>
                  </a:cubicBezTo>
                  <a:cubicBezTo>
                    <a:pt x="40" y="123"/>
                    <a:pt x="42" y="122"/>
                    <a:pt x="43" y="122"/>
                  </a:cubicBezTo>
                  <a:cubicBezTo>
                    <a:pt x="45" y="122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70" y="125"/>
                    <a:pt x="76" y="124"/>
                  </a:cubicBezTo>
                  <a:cubicBezTo>
                    <a:pt x="77" y="124"/>
                    <a:pt x="79" y="124"/>
                    <a:pt x="80" y="123"/>
                  </a:cubicBezTo>
                  <a:cubicBezTo>
                    <a:pt x="82" y="122"/>
                    <a:pt x="83" y="121"/>
                    <a:pt x="84" y="121"/>
                  </a:cubicBezTo>
                  <a:cubicBezTo>
                    <a:pt x="87" y="119"/>
                    <a:pt x="90" y="119"/>
                    <a:pt x="93" y="119"/>
                  </a:cubicBezTo>
                  <a:cubicBezTo>
                    <a:pt x="97" y="119"/>
                    <a:pt x="100" y="119"/>
                    <a:pt x="103" y="119"/>
                  </a:cubicBezTo>
                  <a:cubicBezTo>
                    <a:pt x="106" y="119"/>
                    <a:pt x="109" y="119"/>
                    <a:pt x="112" y="118"/>
                  </a:cubicBezTo>
                  <a:cubicBezTo>
                    <a:pt x="115" y="118"/>
                    <a:pt x="118" y="117"/>
                    <a:pt x="120" y="116"/>
                  </a:cubicBezTo>
                  <a:cubicBezTo>
                    <a:pt x="123" y="114"/>
                    <a:pt x="124" y="113"/>
                    <a:pt x="125" y="110"/>
                  </a:cubicBezTo>
                  <a:cubicBezTo>
                    <a:pt x="126" y="108"/>
                    <a:pt x="126" y="105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0" y="88"/>
                    <a:pt x="120" y="85"/>
                  </a:cubicBezTo>
                  <a:cubicBezTo>
                    <a:pt x="120" y="81"/>
                    <a:pt x="122" y="79"/>
                    <a:pt x="123" y="76"/>
                  </a:cubicBezTo>
                  <a:cubicBezTo>
                    <a:pt x="124" y="75"/>
                    <a:pt x="124" y="73"/>
                    <a:pt x="125" y="72"/>
                  </a:cubicBezTo>
                  <a:cubicBezTo>
                    <a:pt x="125" y="71"/>
                    <a:pt x="124" y="69"/>
                    <a:pt x="124" y="68"/>
                  </a:cubicBezTo>
                  <a:cubicBezTo>
                    <a:pt x="124" y="66"/>
                    <a:pt x="124" y="65"/>
                    <a:pt x="124" y="64"/>
                  </a:cubicBezTo>
                  <a:cubicBezTo>
                    <a:pt x="124" y="62"/>
                    <a:pt x="125" y="61"/>
                    <a:pt x="125" y="59"/>
                  </a:cubicBezTo>
                  <a:cubicBezTo>
                    <a:pt x="124" y="56"/>
                    <a:pt x="123" y="53"/>
                    <a:pt x="121" y="51"/>
                  </a:cubicBezTo>
                  <a:cubicBezTo>
                    <a:pt x="119" y="49"/>
                    <a:pt x="117" y="47"/>
                    <a:pt x="115" y="45"/>
                  </a:cubicBezTo>
                  <a:cubicBezTo>
                    <a:pt x="114" y="44"/>
                    <a:pt x="113" y="43"/>
                    <a:pt x="112" y="42"/>
                  </a:cubicBezTo>
                  <a:cubicBezTo>
                    <a:pt x="110" y="40"/>
                    <a:pt x="111" y="39"/>
                    <a:pt x="110" y="37"/>
                  </a:cubicBezTo>
                  <a:cubicBezTo>
                    <a:pt x="110" y="36"/>
                    <a:pt x="109" y="35"/>
                    <a:pt x="108" y="34"/>
                  </a:cubicBezTo>
                  <a:cubicBezTo>
                    <a:pt x="108" y="33"/>
                    <a:pt x="107" y="32"/>
                    <a:pt x="106" y="31"/>
                  </a:cubicBezTo>
                  <a:cubicBezTo>
                    <a:pt x="106" y="29"/>
                    <a:pt x="106" y="27"/>
                    <a:pt x="106" y="26"/>
                  </a:cubicBezTo>
                  <a:cubicBezTo>
                    <a:pt x="106" y="24"/>
                    <a:pt x="105" y="23"/>
                    <a:pt x="104" y="22"/>
                  </a:cubicBezTo>
                  <a:cubicBezTo>
                    <a:pt x="103" y="20"/>
                    <a:pt x="101" y="18"/>
                    <a:pt x="99" y="17"/>
                  </a:cubicBezTo>
                  <a:cubicBezTo>
                    <a:pt x="98" y="16"/>
                    <a:pt x="97" y="15"/>
                    <a:pt x="95" y="14"/>
                  </a:cubicBezTo>
                  <a:cubicBezTo>
                    <a:pt x="94" y="13"/>
                    <a:pt x="94" y="12"/>
                    <a:pt x="93" y="11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89" y="6"/>
                    <a:pt x="89" y="5"/>
                    <a:pt x="88" y="4"/>
                  </a:cubicBezTo>
                  <a:cubicBezTo>
                    <a:pt x="85" y="3"/>
                    <a:pt x="82" y="2"/>
                    <a:pt x="79" y="1"/>
                  </a:cubicBezTo>
                  <a:cubicBezTo>
                    <a:pt x="78" y="1"/>
                    <a:pt x="76" y="1"/>
                    <a:pt x="75" y="0"/>
                  </a:cubicBezTo>
                  <a:cubicBezTo>
                    <a:pt x="75" y="0"/>
                    <a:pt x="67" y="0"/>
                    <a:pt x="65" y="1"/>
                  </a:cubicBezTo>
                  <a:cubicBezTo>
                    <a:pt x="63" y="2"/>
                    <a:pt x="61" y="4"/>
                    <a:pt x="59" y="5"/>
                  </a:cubicBezTo>
                  <a:cubicBezTo>
                    <a:pt x="56" y="7"/>
                    <a:pt x="54" y="9"/>
                    <a:pt x="51" y="10"/>
                  </a:cubicBezTo>
                  <a:cubicBezTo>
                    <a:pt x="49" y="11"/>
                    <a:pt x="46" y="12"/>
                    <a:pt x="44" y="14"/>
                  </a:cubicBezTo>
                  <a:cubicBezTo>
                    <a:pt x="40" y="17"/>
                    <a:pt x="36" y="21"/>
                    <a:pt x="33" y="25"/>
                  </a:cubicBezTo>
                  <a:cubicBezTo>
                    <a:pt x="30" y="30"/>
                    <a:pt x="25" y="33"/>
                    <a:pt x="20" y="37"/>
                  </a:cubicBezTo>
                  <a:cubicBezTo>
                    <a:pt x="16" y="40"/>
                    <a:pt x="11" y="42"/>
                    <a:pt x="8" y="46"/>
                  </a:cubicBezTo>
                  <a:cubicBezTo>
                    <a:pt x="6" y="48"/>
                    <a:pt x="5" y="51"/>
                    <a:pt x="4" y="53"/>
                  </a:cubicBezTo>
                  <a:cubicBezTo>
                    <a:pt x="3" y="56"/>
                    <a:pt x="2" y="59"/>
                    <a:pt x="2" y="61"/>
                  </a:cubicBezTo>
                  <a:cubicBezTo>
                    <a:pt x="1" y="67"/>
                    <a:pt x="1" y="73"/>
                    <a:pt x="1" y="78"/>
                  </a:cubicBezTo>
                  <a:cubicBezTo>
                    <a:pt x="2" y="81"/>
                    <a:pt x="2" y="85"/>
                    <a:pt x="1" y="8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9" name="Freeform 361">
              <a:extLst>
                <a:ext uri="{FF2B5EF4-FFF2-40B4-BE49-F238E27FC236}">
                  <a16:creationId xmlns:a16="http://schemas.microsoft.com/office/drawing/2014/main" id="{6AD94A62-D275-492B-B9E7-85CBC6AE7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8551" y="1951038"/>
              <a:ext cx="501650" cy="495300"/>
            </a:xfrm>
            <a:custGeom>
              <a:avLst/>
              <a:gdLst>
                <a:gd name="T0" fmla="*/ 1 w 126"/>
                <a:gd name="T1" fmla="*/ 87 h 125"/>
                <a:gd name="T2" fmla="*/ 1 w 126"/>
                <a:gd name="T3" fmla="*/ 94 h 125"/>
                <a:gd name="T4" fmla="*/ 11 w 126"/>
                <a:gd name="T5" fmla="*/ 108 h 125"/>
                <a:gd name="T6" fmla="*/ 18 w 126"/>
                <a:gd name="T7" fmla="*/ 115 h 125"/>
                <a:gd name="T8" fmla="*/ 23 w 126"/>
                <a:gd name="T9" fmla="*/ 120 h 125"/>
                <a:gd name="T10" fmla="*/ 30 w 126"/>
                <a:gd name="T11" fmla="*/ 122 h 125"/>
                <a:gd name="T12" fmla="*/ 38 w 126"/>
                <a:gd name="T13" fmla="*/ 123 h 125"/>
                <a:gd name="T14" fmla="*/ 43 w 126"/>
                <a:gd name="T15" fmla="*/ 122 h 125"/>
                <a:gd name="T16" fmla="*/ 48 w 126"/>
                <a:gd name="T17" fmla="*/ 123 h 125"/>
                <a:gd name="T18" fmla="*/ 57 w 126"/>
                <a:gd name="T19" fmla="*/ 123 h 125"/>
                <a:gd name="T20" fmla="*/ 76 w 126"/>
                <a:gd name="T21" fmla="*/ 124 h 125"/>
                <a:gd name="T22" fmla="*/ 80 w 126"/>
                <a:gd name="T23" fmla="*/ 123 h 125"/>
                <a:gd name="T24" fmla="*/ 84 w 126"/>
                <a:gd name="T25" fmla="*/ 121 h 125"/>
                <a:gd name="T26" fmla="*/ 93 w 126"/>
                <a:gd name="T27" fmla="*/ 119 h 125"/>
                <a:gd name="T28" fmla="*/ 103 w 126"/>
                <a:gd name="T29" fmla="*/ 119 h 125"/>
                <a:gd name="T30" fmla="*/ 112 w 126"/>
                <a:gd name="T31" fmla="*/ 118 h 125"/>
                <a:gd name="T32" fmla="*/ 120 w 126"/>
                <a:gd name="T33" fmla="*/ 116 h 125"/>
                <a:gd name="T34" fmla="*/ 125 w 126"/>
                <a:gd name="T35" fmla="*/ 110 h 125"/>
                <a:gd name="T36" fmla="*/ 126 w 126"/>
                <a:gd name="T37" fmla="*/ 102 h 125"/>
                <a:gd name="T38" fmla="*/ 124 w 126"/>
                <a:gd name="T39" fmla="*/ 93 h 125"/>
                <a:gd name="T40" fmla="*/ 120 w 126"/>
                <a:gd name="T41" fmla="*/ 85 h 125"/>
                <a:gd name="T42" fmla="*/ 123 w 126"/>
                <a:gd name="T43" fmla="*/ 76 h 125"/>
                <a:gd name="T44" fmla="*/ 125 w 126"/>
                <a:gd name="T45" fmla="*/ 72 h 125"/>
                <a:gd name="T46" fmla="*/ 124 w 126"/>
                <a:gd name="T47" fmla="*/ 68 h 125"/>
                <a:gd name="T48" fmla="*/ 124 w 126"/>
                <a:gd name="T49" fmla="*/ 64 h 125"/>
                <a:gd name="T50" fmla="*/ 125 w 126"/>
                <a:gd name="T51" fmla="*/ 59 h 125"/>
                <a:gd name="T52" fmla="*/ 121 w 126"/>
                <a:gd name="T53" fmla="*/ 51 h 125"/>
                <a:gd name="T54" fmla="*/ 115 w 126"/>
                <a:gd name="T55" fmla="*/ 45 h 125"/>
                <a:gd name="T56" fmla="*/ 112 w 126"/>
                <a:gd name="T57" fmla="*/ 42 h 125"/>
                <a:gd name="T58" fmla="*/ 110 w 126"/>
                <a:gd name="T59" fmla="*/ 37 h 125"/>
                <a:gd name="T60" fmla="*/ 108 w 126"/>
                <a:gd name="T61" fmla="*/ 34 h 125"/>
                <a:gd name="T62" fmla="*/ 106 w 126"/>
                <a:gd name="T63" fmla="*/ 31 h 125"/>
                <a:gd name="T64" fmla="*/ 106 w 126"/>
                <a:gd name="T65" fmla="*/ 26 h 125"/>
                <a:gd name="T66" fmla="*/ 104 w 126"/>
                <a:gd name="T67" fmla="*/ 22 h 125"/>
                <a:gd name="T68" fmla="*/ 99 w 126"/>
                <a:gd name="T69" fmla="*/ 17 h 125"/>
                <a:gd name="T70" fmla="*/ 95 w 126"/>
                <a:gd name="T71" fmla="*/ 14 h 125"/>
                <a:gd name="T72" fmla="*/ 93 w 126"/>
                <a:gd name="T73" fmla="*/ 11 h 125"/>
                <a:gd name="T74" fmla="*/ 90 w 126"/>
                <a:gd name="T75" fmla="*/ 7 h 125"/>
                <a:gd name="T76" fmla="*/ 88 w 126"/>
                <a:gd name="T77" fmla="*/ 4 h 125"/>
                <a:gd name="T78" fmla="*/ 79 w 126"/>
                <a:gd name="T79" fmla="*/ 1 h 125"/>
                <a:gd name="T80" fmla="*/ 75 w 126"/>
                <a:gd name="T81" fmla="*/ 0 h 125"/>
                <a:gd name="T82" fmla="*/ 65 w 126"/>
                <a:gd name="T83" fmla="*/ 1 h 125"/>
                <a:gd name="T84" fmla="*/ 59 w 126"/>
                <a:gd name="T85" fmla="*/ 5 h 125"/>
                <a:gd name="T86" fmla="*/ 51 w 126"/>
                <a:gd name="T87" fmla="*/ 10 h 125"/>
                <a:gd name="T88" fmla="*/ 44 w 126"/>
                <a:gd name="T89" fmla="*/ 14 h 125"/>
                <a:gd name="T90" fmla="*/ 33 w 126"/>
                <a:gd name="T91" fmla="*/ 25 h 125"/>
                <a:gd name="T92" fmla="*/ 20 w 126"/>
                <a:gd name="T93" fmla="*/ 37 h 125"/>
                <a:gd name="T94" fmla="*/ 8 w 126"/>
                <a:gd name="T95" fmla="*/ 46 h 125"/>
                <a:gd name="T96" fmla="*/ 4 w 126"/>
                <a:gd name="T97" fmla="*/ 53 h 125"/>
                <a:gd name="T98" fmla="*/ 2 w 126"/>
                <a:gd name="T99" fmla="*/ 61 h 125"/>
                <a:gd name="T100" fmla="*/ 1 w 126"/>
                <a:gd name="T101" fmla="*/ 78 h 125"/>
                <a:gd name="T102" fmla="*/ 1 w 126"/>
                <a:gd name="T103" fmla="*/ 8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5">
                  <a:moveTo>
                    <a:pt x="1" y="87"/>
                  </a:moveTo>
                  <a:cubicBezTo>
                    <a:pt x="0" y="90"/>
                    <a:pt x="0" y="92"/>
                    <a:pt x="1" y="94"/>
                  </a:cubicBezTo>
                  <a:cubicBezTo>
                    <a:pt x="3" y="100"/>
                    <a:pt x="6" y="104"/>
                    <a:pt x="11" y="108"/>
                  </a:cubicBezTo>
                  <a:cubicBezTo>
                    <a:pt x="13" y="110"/>
                    <a:pt x="16" y="112"/>
                    <a:pt x="18" y="115"/>
                  </a:cubicBezTo>
                  <a:cubicBezTo>
                    <a:pt x="20" y="116"/>
                    <a:pt x="21" y="119"/>
                    <a:pt x="23" y="120"/>
                  </a:cubicBezTo>
                  <a:cubicBezTo>
                    <a:pt x="25" y="121"/>
                    <a:pt x="28" y="122"/>
                    <a:pt x="30" y="122"/>
                  </a:cubicBezTo>
                  <a:cubicBezTo>
                    <a:pt x="33" y="122"/>
                    <a:pt x="35" y="124"/>
                    <a:pt x="38" y="123"/>
                  </a:cubicBezTo>
                  <a:cubicBezTo>
                    <a:pt x="40" y="123"/>
                    <a:pt x="42" y="122"/>
                    <a:pt x="43" y="122"/>
                  </a:cubicBezTo>
                  <a:cubicBezTo>
                    <a:pt x="45" y="122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70" y="125"/>
                    <a:pt x="76" y="124"/>
                  </a:cubicBezTo>
                  <a:cubicBezTo>
                    <a:pt x="77" y="124"/>
                    <a:pt x="79" y="124"/>
                    <a:pt x="80" y="123"/>
                  </a:cubicBezTo>
                  <a:cubicBezTo>
                    <a:pt x="82" y="122"/>
                    <a:pt x="83" y="121"/>
                    <a:pt x="84" y="121"/>
                  </a:cubicBezTo>
                  <a:cubicBezTo>
                    <a:pt x="87" y="119"/>
                    <a:pt x="90" y="119"/>
                    <a:pt x="93" y="119"/>
                  </a:cubicBezTo>
                  <a:cubicBezTo>
                    <a:pt x="97" y="119"/>
                    <a:pt x="100" y="119"/>
                    <a:pt x="103" y="119"/>
                  </a:cubicBezTo>
                  <a:cubicBezTo>
                    <a:pt x="106" y="119"/>
                    <a:pt x="109" y="119"/>
                    <a:pt x="112" y="118"/>
                  </a:cubicBezTo>
                  <a:cubicBezTo>
                    <a:pt x="115" y="118"/>
                    <a:pt x="118" y="117"/>
                    <a:pt x="120" y="116"/>
                  </a:cubicBezTo>
                  <a:cubicBezTo>
                    <a:pt x="123" y="114"/>
                    <a:pt x="124" y="113"/>
                    <a:pt x="125" y="110"/>
                  </a:cubicBezTo>
                  <a:cubicBezTo>
                    <a:pt x="126" y="108"/>
                    <a:pt x="126" y="105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0" y="88"/>
                    <a:pt x="120" y="85"/>
                  </a:cubicBezTo>
                  <a:cubicBezTo>
                    <a:pt x="120" y="81"/>
                    <a:pt x="122" y="79"/>
                    <a:pt x="123" y="76"/>
                  </a:cubicBezTo>
                  <a:cubicBezTo>
                    <a:pt x="124" y="75"/>
                    <a:pt x="124" y="73"/>
                    <a:pt x="125" y="72"/>
                  </a:cubicBezTo>
                  <a:cubicBezTo>
                    <a:pt x="125" y="71"/>
                    <a:pt x="124" y="69"/>
                    <a:pt x="124" y="68"/>
                  </a:cubicBezTo>
                  <a:cubicBezTo>
                    <a:pt x="124" y="66"/>
                    <a:pt x="124" y="65"/>
                    <a:pt x="124" y="64"/>
                  </a:cubicBezTo>
                  <a:cubicBezTo>
                    <a:pt x="124" y="62"/>
                    <a:pt x="125" y="61"/>
                    <a:pt x="125" y="59"/>
                  </a:cubicBezTo>
                  <a:cubicBezTo>
                    <a:pt x="124" y="56"/>
                    <a:pt x="123" y="53"/>
                    <a:pt x="121" y="51"/>
                  </a:cubicBezTo>
                  <a:cubicBezTo>
                    <a:pt x="119" y="49"/>
                    <a:pt x="117" y="47"/>
                    <a:pt x="115" y="45"/>
                  </a:cubicBezTo>
                  <a:cubicBezTo>
                    <a:pt x="114" y="44"/>
                    <a:pt x="113" y="43"/>
                    <a:pt x="112" y="42"/>
                  </a:cubicBezTo>
                  <a:cubicBezTo>
                    <a:pt x="110" y="40"/>
                    <a:pt x="111" y="39"/>
                    <a:pt x="110" y="37"/>
                  </a:cubicBezTo>
                  <a:cubicBezTo>
                    <a:pt x="110" y="36"/>
                    <a:pt x="109" y="35"/>
                    <a:pt x="108" y="34"/>
                  </a:cubicBezTo>
                  <a:cubicBezTo>
                    <a:pt x="108" y="33"/>
                    <a:pt x="107" y="32"/>
                    <a:pt x="106" y="31"/>
                  </a:cubicBezTo>
                  <a:cubicBezTo>
                    <a:pt x="106" y="29"/>
                    <a:pt x="106" y="27"/>
                    <a:pt x="106" y="26"/>
                  </a:cubicBezTo>
                  <a:cubicBezTo>
                    <a:pt x="106" y="24"/>
                    <a:pt x="105" y="23"/>
                    <a:pt x="104" y="22"/>
                  </a:cubicBezTo>
                  <a:cubicBezTo>
                    <a:pt x="103" y="20"/>
                    <a:pt x="101" y="18"/>
                    <a:pt x="99" y="17"/>
                  </a:cubicBezTo>
                  <a:cubicBezTo>
                    <a:pt x="98" y="16"/>
                    <a:pt x="97" y="15"/>
                    <a:pt x="95" y="14"/>
                  </a:cubicBezTo>
                  <a:cubicBezTo>
                    <a:pt x="94" y="13"/>
                    <a:pt x="94" y="12"/>
                    <a:pt x="93" y="11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89" y="6"/>
                    <a:pt x="89" y="5"/>
                    <a:pt x="88" y="4"/>
                  </a:cubicBezTo>
                  <a:cubicBezTo>
                    <a:pt x="85" y="3"/>
                    <a:pt x="82" y="2"/>
                    <a:pt x="79" y="1"/>
                  </a:cubicBezTo>
                  <a:cubicBezTo>
                    <a:pt x="78" y="1"/>
                    <a:pt x="76" y="1"/>
                    <a:pt x="75" y="0"/>
                  </a:cubicBezTo>
                  <a:cubicBezTo>
                    <a:pt x="75" y="0"/>
                    <a:pt x="67" y="0"/>
                    <a:pt x="65" y="1"/>
                  </a:cubicBezTo>
                  <a:cubicBezTo>
                    <a:pt x="63" y="2"/>
                    <a:pt x="61" y="4"/>
                    <a:pt x="59" y="5"/>
                  </a:cubicBezTo>
                  <a:cubicBezTo>
                    <a:pt x="56" y="7"/>
                    <a:pt x="54" y="9"/>
                    <a:pt x="51" y="10"/>
                  </a:cubicBezTo>
                  <a:cubicBezTo>
                    <a:pt x="49" y="11"/>
                    <a:pt x="46" y="12"/>
                    <a:pt x="44" y="14"/>
                  </a:cubicBezTo>
                  <a:cubicBezTo>
                    <a:pt x="40" y="17"/>
                    <a:pt x="36" y="21"/>
                    <a:pt x="33" y="25"/>
                  </a:cubicBezTo>
                  <a:cubicBezTo>
                    <a:pt x="30" y="30"/>
                    <a:pt x="25" y="33"/>
                    <a:pt x="20" y="37"/>
                  </a:cubicBezTo>
                  <a:cubicBezTo>
                    <a:pt x="16" y="40"/>
                    <a:pt x="11" y="42"/>
                    <a:pt x="8" y="46"/>
                  </a:cubicBezTo>
                  <a:cubicBezTo>
                    <a:pt x="6" y="48"/>
                    <a:pt x="5" y="51"/>
                    <a:pt x="4" y="53"/>
                  </a:cubicBezTo>
                  <a:cubicBezTo>
                    <a:pt x="3" y="56"/>
                    <a:pt x="2" y="59"/>
                    <a:pt x="2" y="61"/>
                  </a:cubicBezTo>
                  <a:cubicBezTo>
                    <a:pt x="1" y="67"/>
                    <a:pt x="1" y="73"/>
                    <a:pt x="1" y="78"/>
                  </a:cubicBezTo>
                  <a:cubicBezTo>
                    <a:pt x="2" y="81"/>
                    <a:pt x="2" y="85"/>
                    <a:pt x="1" y="8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0" name="Freeform 362">
              <a:extLst>
                <a:ext uri="{FF2B5EF4-FFF2-40B4-BE49-F238E27FC236}">
                  <a16:creationId xmlns:a16="http://schemas.microsoft.com/office/drawing/2014/main" id="{E2AAED8D-7800-4609-8D36-093AAAC2F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0113" y="2493963"/>
              <a:ext cx="47625" cy="163513"/>
            </a:xfrm>
            <a:custGeom>
              <a:avLst/>
              <a:gdLst>
                <a:gd name="T0" fmla="*/ 11 w 12"/>
                <a:gd name="T1" fmla="*/ 36 h 41"/>
                <a:gd name="T2" fmla="*/ 11 w 12"/>
                <a:gd name="T3" fmla="*/ 32 h 41"/>
                <a:gd name="T4" fmla="*/ 11 w 12"/>
                <a:gd name="T5" fmla="*/ 22 h 41"/>
                <a:gd name="T6" fmla="*/ 11 w 12"/>
                <a:gd name="T7" fmla="*/ 17 h 41"/>
                <a:gd name="T8" fmla="*/ 11 w 12"/>
                <a:gd name="T9" fmla="*/ 13 h 41"/>
                <a:gd name="T10" fmla="*/ 11 w 12"/>
                <a:gd name="T11" fmla="*/ 3 h 41"/>
                <a:gd name="T12" fmla="*/ 11 w 12"/>
                <a:gd name="T13" fmla="*/ 3 h 41"/>
                <a:gd name="T14" fmla="*/ 11 w 12"/>
                <a:gd name="T15" fmla="*/ 2 h 41"/>
                <a:gd name="T16" fmla="*/ 9 w 12"/>
                <a:gd name="T17" fmla="*/ 1 h 41"/>
                <a:gd name="T18" fmla="*/ 6 w 12"/>
                <a:gd name="T19" fmla="*/ 0 h 41"/>
                <a:gd name="T20" fmla="*/ 4 w 12"/>
                <a:gd name="T21" fmla="*/ 0 h 41"/>
                <a:gd name="T22" fmla="*/ 2 w 12"/>
                <a:gd name="T23" fmla="*/ 0 h 41"/>
                <a:gd name="T24" fmla="*/ 1 w 12"/>
                <a:gd name="T25" fmla="*/ 2 h 41"/>
                <a:gd name="T26" fmla="*/ 1 w 12"/>
                <a:gd name="T27" fmla="*/ 14 h 41"/>
                <a:gd name="T28" fmla="*/ 1 w 12"/>
                <a:gd name="T29" fmla="*/ 20 h 41"/>
                <a:gd name="T30" fmla="*/ 1 w 12"/>
                <a:gd name="T31" fmla="*/ 26 h 41"/>
                <a:gd name="T32" fmla="*/ 1 w 12"/>
                <a:gd name="T33" fmla="*/ 32 h 41"/>
                <a:gd name="T34" fmla="*/ 0 w 12"/>
                <a:gd name="T35" fmla="*/ 37 h 41"/>
                <a:gd name="T36" fmla="*/ 0 w 12"/>
                <a:gd name="T37" fmla="*/ 40 h 41"/>
                <a:gd name="T38" fmla="*/ 2 w 12"/>
                <a:gd name="T39" fmla="*/ 41 h 41"/>
                <a:gd name="T40" fmla="*/ 5 w 12"/>
                <a:gd name="T41" fmla="*/ 41 h 41"/>
                <a:gd name="T42" fmla="*/ 7 w 12"/>
                <a:gd name="T43" fmla="*/ 41 h 41"/>
                <a:gd name="T44" fmla="*/ 10 w 12"/>
                <a:gd name="T45" fmla="*/ 41 h 41"/>
                <a:gd name="T46" fmla="*/ 11 w 12"/>
                <a:gd name="T47" fmla="*/ 41 h 41"/>
                <a:gd name="T48" fmla="*/ 11 w 12"/>
                <a:gd name="T49" fmla="*/ 41 h 41"/>
                <a:gd name="T50" fmla="*/ 12 w 12"/>
                <a:gd name="T51" fmla="*/ 40 h 41"/>
                <a:gd name="T52" fmla="*/ 11 w 12"/>
                <a:gd name="T53" fmla="*/ 3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41">
                  <a:moveTo>
                    <a:pt x="11" y="36"/>
                  </a:moveTo>
                  <a:cubicBezTo>
                    <a:pt x="11" y="35"/>
                    <a:pt x="11" y="33"/>
                    <a:pt x="11" y="32"/>
                  </a:cubicBezTo>
                  <a:cubicBezTo>
                    <a:pt x="11" y="28"/>
                    <a:pt x="11" y="25"/>
                    <a:pt x="11" y="22"/>
                  </a:cubicBezTo>
                  <a:cubicBezTo>
                    <a:pt x="11" y="21"/>
                    <a:pt x="11" y="19"/>
                    <a:pt x="11" y="17"/>
                  </a:cubicBezTo>
                  <a:cubicBezTo>
                    <a:pt x="11" y="16"/>
                    <a:pt x="11" y="14"/>
                    <a:pt x="11" y="13"/>
                  </a:cubicBezTo>
                  <a:cubicBezTo>
                    <a:pt x="11" y="10"/>
                    <a:pt x="10" y="6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2"/>
                    <a:pt x="11" y="2"/>
                  </a:cubicBezTo>
                  <a:cubicBezTo>
                    <a:pt x="10" y="1"/>
                    <a:pt x="9" y="1"/>
                    <a:pt x="9" y="1"/>
                  </a:cubicBezTo>
                  <a:cubicBezTo>
                    <a:pt x="8" y="1"/>
                    <a:pt x="7" y="0"/>
                    <a:pt x="6" y="0"/>
                  </a:cubicBez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1" y="6"/>
                    <a:pt x="1" y="10"/>
                    <a:pt x="1" y="14"/>
                  </a:cubicBezTo>
                  <a:cubicBezTo>
                    <a:pt x="1" y="16"/>
                    <a:pt x="1" y="18"/>
                    <a:pt x="1" y="20"/>
                  </a:cubicBezTo>
                  <a:cubicBezTo>
                    <a:pt x="1" y="22"/>
                    <a:pt x="1" y="24"/>
                    <a:pt x="1" y="26"/>
                  </a:cubicBezTo>
                  <a:cubicBezTo>
                    <a:pt x="1" y="28"/>
                    <a:pt x="1" y="30"/>
                    <a:pt x="1" y="32"/>
                  </a:cubicBezTo>
                  <a:cubicBezTo>
                    <a:pt x="0" y="34"/>
                    <a:pt x="0" y="35"/>
                    <a:pt x="0" y="37"/>
                  </a:cubicBezTo>
                  <a:cubicBezTo>
                    <a:pt x="0" y="38"/>
                    <a:pt x="0" y="39"/>
                    <a:pt x="0" y="40"/>
                  </a:cubicBezTo>
                  <a:cubicBezTo>
                    <a:pt x="1" y="40"/>
                    <a:pt x="1" y="41"/>
                    <a:pt x="2" y="41"/>
                  </a:cubicBezTo>
                  <a:cubicBezTo>
                    <a:pt x="3" y="41"/>
                    <a:pt x="4" y="41"/>
                    <a:pt x="5" y="41"/>
                  </a:cubicBezTo>
                  <a:cubicBezTo>
                    <a:pt x="5" y="41"/>
                    <a:pt x="6" y="41"/>
                    <a:pt x="7" y="41"/>
                  </a:cubicBezTo>
                  <a:cubicBezTo>
                    <a:pt x="8" y="41"/>
                    <a:pt x="9" y="41"/>
                    <a:pt x="10" y="41"/>
                  </a:cubicBezTo>
                  <a:cubicBezTo>
                    <a:pt x="10" y="41"/>
                    <a:pt x="10" y="41"/>
                    <a:pt x="11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1"/>
                    <a:pt x="12" y="41"/>
                    <a:pt x="12" y="40"/>
                  </a:cubicBezTo>
                  <a:cubicBezTo>
                    <a:pt x="12" y="39"/>
                    <a:pt x="11" y="38"/>
                    <a:pt x="11" y="3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1" name="Freeform 363">
              <a:extLst>
                <a:ext uri="{FF2B5EF4-FFF2-40B4-BE49-F238E27FC236}">
                  <a16:creationId xmlns:a16="http://schemas.microsoft.com/office/drawing/2014/main" id="{8DC49C08-D79F-4298-AB97-1B98C662F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0113" y="2493963"/>
              <a:ext cx="47625" cy="163513"/>
            </a:xfrm>
            <a:custGeom>
              <a:avLst/>
              <a:gdLst>
                <a:gd name="T0" fmla="*/ 11 w 12"/>
                <a:gd name="T1" fmla="*/ 36 h 41"/>
                <a:gd name="T2" fmla="*/ 11 w 12"/>
                <a:gd name="T3" fmla="*/ 32 h 41"/>
                <a:gd name="T4" fmla="*/ 11 w 12"/>
                <a:gd name="T5" fmla="*/ 22 h 41"/>
                <a:gd name="T6" fmla="*/ 11 w 12"/>
                <a:gd name="T7" fmla="*/ 17 h 41"/>
                <a:gd name="T8" fmla="*/ 11 w 12"/>
                <a:gd name="T9" fmla="*/ 13 h 41"/>
                <a:gd name="T10" fmla="*/ 11 w 12"/>
                <a:gd name="T11" fmla="*/ 3 h 41"/>
                <a:gd name="T12" fmla="*/ 11 w 12"/>
                <a:gd name="T13" fmla="*/ 3 h 41"/>
                <a:gd name="T14" fmla="*/ 11 w 12"/>
                <a:gd name="T15" fmla="*/ 2 h 41"/>
                <a:gd name="T16" fmla="*/ 9 w 12"/>
                <a:gd name="T17" fmla="*/ 1 h 41"/>
                <a:gd name="T18" fmla="*/ 6 w 12"/>
                <a:gd name="T19" fmla="*/ 0 h 41"/>
                <a:gd name="T20" fmla="*/ 4 w 12"/>
                <a:gd name="T21" fmla="*/ 0 h 41"/>
                <a:gd name="T22" fmla="*/ 2 w 12"/>
                <a:gd name="T23" fmla="*/ 0 h 41"/>
                <a:gd name="T24" fmla="*/ 1 w 12"/>
                <a:gd name="T25" fmla="*/ 2 h 41"/>
                <a:gd name="T26" fmla="*/ 1 w 12"/>
                <a:gd name="T27" fmla="*/ 14 h 41"/>
                <a:gd name="T28" fmla="*/ 1 w 12"/>
                <a:gd name="T29" fmla="*/ 20 h 41"/>
                <a:gd name="T30" fmla="*/ 1 w 12"/>
                <a:gd name="T31" fmla="*/ 26 h 41"/>
                <a:gd name="T32" fmla="*/ 1 w 12"/>
                <a:gd name="T33" fmla="*/ 32 h 41"/>
                <a:gd name="T34" fmla="*/ 0 w 12"/>
                <a:gd name="T35" fmla="*/ 37 h 41"/>
                <a:gd name="T36" fmla="*/ 0 w 12"/>
                <a:gd name="T37" fmla="*/ 40 h 41"/>
                <a:gd name="T38" fmla="*/ 2 w 12"/>
                <a:gd name="T39" fmla="*/ 41 h 41"/>
                <a:gd name="T40" fmla="*/ 5 w 12"/>
                <a:gd name="T41" fmla="*/ 41 h 41"/>
                <a:gd name="T42" fmla="*/ 7 w 12"/>
                <a:gd name="T43" fmla="*/ 41 h 41"/>
                <a:gd name="T44" fmla="*/ 10 w 12"/>
                <a:gd name="T45" fmla="*/ 41 h 41"/>
                <a:gd name="T46" fmla="*/ 11 w 12"/>
                <a:gd name="T47" fmla="*/ 41 h 41"/>
                <a:gd name="T48" fmla="*/ 11 w 12"/>
                <a:gd name="T49" fmla="*/ 41 h 41"/>
                <a:gd name="T50" fmla="*/ 12 w 12"/>
                <a:gd name="T51" fmla="*/ 40 h 41"/>
                <a:gd name="T52" fmla="*/ 11 w 12"/>
                <a:gd name="T53" fmla="*/ 3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41">
                  <a:moveTo>
                    <a:pt x="11" y="36"/>
                  </a:moveTo>
                  <a:cubicBezTo>
                    <a:pt x="11" y="35"/>
                    <a:pt x="11" y="33"/>
                    <a:pt x="11" y="32"/>
                  </a:cubicBezTo>
                  <a:cubicBezTo>
                    <a:pt x="11" y="28"/>
                    <a:pt x="11" y="25"/>
                    <a:pt x="11" y="22"/>
                  </a:cubicBezTo>
                  <a:cubicBezTo>
                    <a:pt x="11" y="21"/>
                    <a:pt x="11" y="19"/>
                    <a:pt x="11" y="17"/>
                  </a:cubicBezTo>
                  <a:cubicBezTo>
                    <a:pt x="11" y="16"/>
                    <a:pt x="11" y="14"/>
                    <a:pt x="11" y="13"/>
                  </a:cubicBezTo>
                  <a:cubicBezTo>
                    <a:pt x="11" y="10"/>
                    <a:pt x="10" y="6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2"/>
                    <a:pt x="11" y="2"/>
                  </a:cubicBezTo>
                  <a:cubicBezTo>
                    <a:pt x="10" y="1"/>
                    <a:pt x="9" y="1"/>
                    <a:pt x="9" y="1"/>
                  </a:cubicBezTo>
                  <a:cubicBezTo>
                    <a:pt x="8" y="1"/>
                    <a:pt x="7" y="0"/>
                    <a:pt x="6" y="0"/>
                  </a:cubicBez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1" y="6"/>
                    <a:pt x="1" y="10"/>
                    <a:pt x="1" y="14"/>
                  </a:cubicBezTo>
                  <a:cubicBezTo>
                    <a:pt x="1" y="16"/>
                    <a:pt x="1" y="18"/>
                    <a:pt x="1" y="20"/>
                  </a:cubicBezTo>
                  <a:cubicBezTo>
                    <a:pt x="1" y="22"/>
                    <a:pt x="1" y="24"/>
                    <a:pt x="1" y="26"/>
                  </a:cubicBezTo>
                  <a:cubicBezTo>
                    <a:pt x="1" y="28"/>
                    <a:pt x="1" y="30"/>
                    <a:pt x="1" y="32"/>
                  </a:cubicBezTo>
                  <a:cubicBezTo>
                    <a:pt x="0" y="34"/>
                    <a:pt x="0" y="35"/>
                    <a:pt x="0" y="37"/>
                  </a:cubicBezTo>
                  <a:cubicBezTo>
                    <a:pt x="0" y="38"/>
                    <a:pt x="0" y="39"/>
                    <a:pt x="0" y="40"/>
                  </a:cubicBezTo>
                  <a:cubicBezTo>
                    <a:pt x="1" y="40"/>
                    <a:pt x="1" y="41"/>
                    <a:pt x="2" y="41"/>
                  </a:cubicBezTo>
                  <a:cubicBezTo>
                    <a:pt x="3" y="41"/>
                    <a:pt x="4" y="41"/>
                    <a:pt x="5" y="41"/>
                  </a:cubicBezTo>
                  <a:cubicBezTo>
                    <a:pt x="5" y="41"/>
                    <a:pt x="6" y="41"/>
                    <a:pt x="7" y="41"/>
                  </a:cubicBezTo>
                  <a:cubicBezTo>
                    <a:pt x="8" y="41"/>
                    <a:pt x="9" y="41"/>
                    <a:pt x="10" y="41"/>
                  </a:cubicBezTo>
                  <a:cubicBezTo>
                    <a:pt x="10" y="41"/>
                    <a:pt x="10" y="41"/>
                    <a:pt x="11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1"/>
                    <a:pt x="12" y="41"/>
                    <a:pt x="12" y="40"/>
                  </a:cubicBezTo>
                  <a:cubicBezTo>
                    <a:pt x="12" y="39"/>
                    <a:pt x="11" y="38"/>
                    <a:pt x="11" y="3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2" name="Freeform 364">
              <a:extLst>
                <a:ext uri="{FF2B5EF4-FFF2-40B4-BE49-F238E27FC236}">
                  <a16:creationId xmlns:a16="http://schemas.microsoft.com/office/drawing/2014/main" id="{09071EC1-EDDF-41D6-A948-B6C261D26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5501" y="1795463"/>
              <a:ext cx="193675" cy="738188"/>
            </a:xfrm>
            <a:custGeom>
              <a:avLst/>
              <a:gdLst>
                <a:gd name="T0" fmla="*/ 1 w 49"/>
                <a:gd name="T1" fmla="*/ 130 h 186"/>
                <a:gd name="T2" fmla="*/ 1 w 49"/>
                <a:gd name="T3" fmla="*/ 141 h 186"/>
                <a:gd name="T4" fmla="*/ 5 w 49"/>
                <a:gd name="T5" fmla="*/ 161 h 186"/>
                <a:gd name="T6" fmla="*/ 8 w 49"/>
                <a:gd name="T7" fmla="*/ 171 h 186"/>
                <a:gd name="T8" fmla="*/ 12 w 49"/>
                <a:gd name="T9" fmla="*/ 182 h 186"/>
                <a:gd name="T10" fmla="*/ 30 w 49"/>
                <a:gd name="T11" fmla="*/ 185 h 186"/>
                <a:gd name="T12" fmla="*/ 44 w 49"/>
                <a:gd name="T13" fmla="*/ 176 h 186"/>
                <a:gd name="T14" fmla="*/ 49 w 49"/>
                <a:gd name="T15" fmla="*/ 164 h 186"/>
                <a:gd name="T16" fmla="*/ 49 w 49"/>
                <a:gd name="T17" fmla="*/ 152 h 186"/>
                <a:gd name="T18" fmla="*/ 49 w 49"/>
                <a:gd name="T19" fmla="*/ 139 h 186"/>
                <a:gd name="T20" fmla="*/ 47 w 49"/>
                <a:gd name="T21" fmla="*/ 126 h 186"/>
                <a:gd name="T22" fmla="*/ 48 w 49"/>
                <a:gd name="T23" fmla="*/ 113 h 186"/>
                <a:gd name="T24" fmla="*/ 49 w 49"/>
                <a:gd name="T25" fmla="*/ 95 h 186"/>
                <a:gd name="T26" fmla="*/ 49 w 49"/>
                <a:gd name="T27" fmla="*/ 88 h 186"/>
                <a:gd name="T28" fmla="*/ 47 w 49"/>
                <a:gd name="T29" fmla="*/ 76 h 186"/>
                <a:gd name="T30" fmla="*/ 43 w 49"/>
                <a:gd name="T31" fmla="*/ 55 h 186"/>
                <a:gd name="T32" fmla="*/ 43 w 49"/>
                <a:gd name="T33" fmla="*/ 51 h 186"/>
                <a:gd name="T34" fmla="*/ 41 w 49"/>
                <a:gd name="T35" fmla="*/ 33 h 186"/>
                <a:gd name="T36" fmla="*/ 39 w 49"/>
                <a:gd name="T37" fmla="*/ 25 h 186"/>
                <a:gd name="T38" fmla="*/ 35 w 49"/>
                <a:gd name="T39" fmla="*/ 7 h 186"/>
                <a:gd name="T40" fmla="*/ 31 w 49"/>
                <a:gd name="T41" fmla="*/ 2 h 186"/>
                <a:gd name="T42" fmla="*/ 30 w 49"/>
                <a:gd name="T43" fmla="*/ 0 h 186"/>
                <a:gd name="T44" fmla="*/ 26 w 49"/>
                <a:gd name="T45" fmla="*/ 2 h 186"/>
                <a:gd name="T46" fmla="*/ 23 w 49"/>
                <a:gd name="T47" fmla="*/ 8 h 186"/>
                <a:gd name="T48" fmla="*/ 13 w 49"/>
                <a:gd name="T49" fmla="*/ 37 h 186"/>
                <a:gd name="T50" fmla="*/ 8 w 49"/>
                <a:gd name="T51" fmla="*/ 55 h 186"/>
                <a:gd name="T52" fmla="*/ 4 w 49"/>
                <a:gd name="T53" fmla="*/ 69 h 186"/>
                <a:gd name="T54" fmla="*/ 1 w 49"/>
                <a:gd name="T55" fmla="*/ 13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9" h="186">
                  <a:moveTo>
                    <a:pt x="1" y="130"/>
                  </a:moveTo>
                  <a:cubicBezTo>
                    <a:pt x="0" y="134"/>
                    <a:pt x="0" y="137"/>
                    <a:pt x="1" y="141"/>
                  </a:cubicBezTo>
                  <a:cubicBezTo>
                    <a:pt x="2" y="149"/>
                    <a:pt x="3" y="155"/>
                    <a:pt x="5" y="161"/>
                  </a:cubicBezTo>
                  <a:cubicBezTo>
                    <a:pt x="6" y="164"/>
                    <a:pt x="7" y="167"/>
                    <a:pt x="8" y="171"/>
                  </a:cubicBezTo>
                  <a:cubicBezTo>
                    <a:pt x="8" y="173"/>
                    <a:pt x="11" y="182"/>
                    <a:pt x="12" y="182"/>
                  </a:cubicBezTo>
                  <a:cubicBezTo>
                    <a:pt x="13" y="182"/>
                    <a:pt x="27" y="186"/>
                    <a:pt x="30" y="185"/>
                  </a:cubicBezTo>
                  <a:cubicBezTo>
                    <a:pt x="31" y="185"/>
                    <a:pt x="43" y="177"/>
                    <a:pt x="44" y="176"/>
                  </a:cubicBezTo>
                  <a:cubicBezTo>
                    <a:pt x="45" y="175"/>
                    <a:pt x="49" y="168"/>
                    <a:pt x="49" y="164"/>
                  </a:cubicBezTo>
                  <a:cubicBezTo>
                    <a:pt x="49" y="160"/>
                    <a:pt x="49" y="156"/>
                    <a:pt x="49" y="152"/>
                  </a:cubicBezTo>
                  <a:cubicBezTo>
                    <a:pt x="49" y="147"/>
                    <a:pt x="49" y="143"/>
                    <a:pt x="49" y="139"/>
                  </a:cubicBezTo>
                  <a:cubicBezTo>
                    <a:pt x="48" y="134"/>
                    <a:pt x="47" y="131"/>
                    <a:pt x="47" y="126"/>
                  </a:cubicBezTo>
                  <a:cubicBezTo>
                    <a:pt x="47" y="121"/>
                    <a:pt x="48" y="118"/>
                    <a:pt x="48" y="113"/>
                  </a:cubicBezTo>
                  <a:cubicBezTo>
                    <a:pt x="48" y="111"/>
                    <a:pt x="49" y="97"/>
                    <a:pt x="49" y="95"/>
                  </a:cubicBezTo>
                  <a:cubicBezTo>
                    <a:pt x="49" y="93"/>
                    <a:pt x="49" y="90"/>
                    <a:pt x="49" y="88"/>
                  </a:cubicBezTo>
                  <a:cubicBezTo>
                    <a:pt x="49" y="84"/>
                    <a:pt x="48" y="80"/>
                    <a:pt x="47" y="76"/>
                  </a:cubicBezTo>
                  <a:cubicBezTo>
                    <a:pt x="47" y="72"/>
                    <a:pt x="43" y="58"/>
                    <a:pt x="43" y="55"/>
                  </a:cubicBezTo>
                  <a:cubicBezTo>
                    <a:pt x="43" y="54"/>
                    <a:pt x="43" y="52"/>
                    <a:pt x="43" y="51"/>
                  </a:cubicBezTo>
                  <a:cubicBezTo>
                    <a:pt x="42" y="49"/>
                    <a:pt x="41" y="35"/>
                    <a:pt x="41" y="33"/>
                  </a:cubicBezTo>
                  <a:cubicBezTo>
                    <a:pt x="40" y="30"/>
                    <a:pt x="40" y="27"/>
                    <a:pt x="39" y="25"/>
                  </a:cubicBezTo>
                  <a:cubicBezTo>
                    <a:pt x="39" y="24"/>
                    <a:pt x="35" y="7"/>
                    <a:pt x="35" y="7"/>
                  </a:cubicBezTo>
                  <a:cubicBezTo>
                    <a:pt x="34" y="4"/>
                    <a:pt x="32" y="4"/>
                    <a:pt x="31" y="2"/>
                  </a:cubicBezTo>
                  <a:cubicBezTo>
                    <a:pt x="31" y="2"/>
                    <a:pt x="30" y="1"/>
                    <a:pt x="30" y="0"/>
                  </a:cubicBezTo>
                  <a:cubicBezTo>
                    <a:pt x="29" y="0"/>
                    <a:pt x="27" y="0"/>
                    <a:pt x="26" y="2"/>
                  </a:cubicBezTo>
                  <a:cubicBezTo>
                    <a:pt x="25" y="4"/>
                    <a:pt x="24" y="6"/>
                    <a:pt x="23" y="8"/>
                  </a:cubicBezTo>
                  <a:cubicBezTo>
                    <a:pt x="22" y="11"/>
                    <a:pt x="15" y="31"/>
                    <a:pt x="13" y="37"/>
                  </a:cubicBezTo>
                  <a:cubicBezTo>
                    <a:pt x="12" y="45"/>
                    <a:pt x="10" y="50"/>
                    <a:pt x="8" y="55"/>
                  </a:cubicBezTo>
                  <a:cubicBezTo>
                    <a:pt x="7" y="59"/>
                    <a:pt x="5" y="62"/>
                    <a:pt x="4" y="69"/>
                  </a:cubicBezTo>
                  <a:cubicBezTo>
                    <a:pt x="3" y="72"/>
                    <a:pt x="1" y="126"/>
                    <a:pt x="1" y="13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3" name="Freeform 365">
              <a:extLst>
                <a:ext uri="{FF2B5EF4-FFF2-40B4-BE49-F238E27FC236}">
                  <a16:creationId xmlns:a16="http://schemas.microsoft.com/office/drawing/2014/main" id="{E221A7C9-1A0B-4FF9-95A1-6C004F797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5501" y="1795463"/>
              <a:ext cx="193675" cy="738188"/>
            </a:xfrm>
            <a:custGeom>
              <a:avLst/>
              <a:gdLst>
                <a:gd name="T0" fmla="*/ 1 w 49"/>
                <a:gd name="T1" fmla="*/ 130 h 186"/>
                <a:gd name="T2" fmla="*/ 1 w 49"/>
                <a:gd name="T3" fmla="*/ 141 h 186"/>
                <a:gd name="T4" fmla="*/ 5 w 49"/>
                <a:gd name="T5" fmla="*/ 161 h 186"/>
                <a:gd name="T6" fmla="*/ 8 w 49"/>
                <a:gd name="T7" fmla="*/ 171 h 186"/>
                <a:gd name="T8" fmla="*/ 12 w 49"/>
                <a:gd name="T9" fmla="*/ 182 h 186"/>
                <a:gd name="T10" fmla="*/ 30 w 49"/>
                <a:gd name="T11" fmla="*/ 185 h 186"/>
                <a:gd name="T12" fmla="*/ 44 w 49"/>
                <a:gd name="T13" fmla="*/ 176 h 186"/>
                <a:gd name="T14" fmla="*/ 49 w 49"/>
                <a:gd name="T15" fmla="*/ 164 h 186"/>
                <a:gd name="T16" fmla="*/ 49 w 49"/>
                <a:gd name="T17" fmla="*/ 152 h 186"/>
                <a:gd name="T18" fmla="*/ 49 w 49"/>
                <a:gd name="T19" fmla="*/ 139 h 186"/>
                <a:gd name="T20" fmla="*/ 47 w 49"/>
                <a:gd name="T21" fmla="*/ 126 h 186"/>
                <a:gd name="T22" fmla="*/ 48 w 49"/>
                <a:gd name="T23" fmla="*/ 113 h 186"/>
                <a:gd name="T24" fmla="*/ 49 w 49"/>
                <a:gd name="T25" fmla="*/ 95 h 186"/>
                <a:gd name="T26" fmla="*/ 49 w 49"/>
                <a:gd name="T27" fmla="*/ 88 h 186"/>
                <a:gd name="T28" fmla="*/ 47 w 49"/>
                <a:gd name="T29" fmla="*/ 76 h 186"/>
                <a:gd name="T30" fmla="*/ 43 w 49"/>
                <a:gd name="T31" fmla="*/ 55 h 186"/>
                <a:gd name="T32" fmla="*/ 43 w 49"/>
                <a:gd name="T33" fmla="*/ 51 h 186"/>
                <a:gd name="T34" fmla="*/ 41 w 49"/>
                <a:gd name="T35" fmla="*/ 33 h 186"/>
                <a:gd name="T36" fmla="*/ 39 w 49"/>
                <a:gd name="T37" fmla="*/ 25 h 186"/>
                <a:gd name="T38" fmla="*/ 35 w 49"/>
                <a:gd name="T39" fmla="*/ 7 h 186"/>
                <a:gd name="T40" fmla="*/ 31 w 49"/>
                <a:gd name="T41" fmla="*/ 2 h 186"/>
                <a:gd name="T42" fmla="*/ 30 w 49"/>
                <a:gd name="T43" fmla="*/ 0 h 186"/>
                <a:gd name="T44" fmla="*/ 26 w 49"/>
                <a:gd name="T45" fmla="*/ 2 h 186"/>
                <a:gd name="T46" fmla="*/ 23 w 49"/>
                <a:gd name="T47" fmla="*/ 8 h 186"/>
                <a:gd name="T48" fmla="*/ 13 w 49"/>
                <a:gd name="T49" fmla="*/ 37 h 186"/>
                <a:gd name="T50" fmla="*/ 8 w 49"/>
                <a:gd name="T51" fmla="*/ 55 h 186"/>
                <a:gd name="T52" fmla="*/ 4 w 49"/>
                <a:gd name="T53" fmla="*/ 69 h 186"/>
                <a:gd name="T54" fmla="*/ 1 w 49"/>
                <a:gd name="T55" fmla="*/ 13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9" h="186">
                  <a:moveTo>
                    <a:pt x="1" y="130"/>
                  </a:moveTo>
                  <a:cubicBezTo>
                    <a:pt x="0" y="134"/>
                    <a:pt x="0" y="137"/>
                    <a:pt x="1" y="141"/>
                  </a:cubicBezTo>
                  <a:cubicBezTo>
                    <a:pt x="2" y="149"/>
                    <a:pt x="3" y="155"/>
                    <a:pt x="5" y="161"/>
                  </a:cubicBezTo>
                  <a:cubicBezTo>
                    <a:pt x="6" y="164"/>
                    <a:pt x="7" y="167"/>
                    <a:pt x="8" y="171"/>
                  </a:cubicBezTo>
                  <a:cubicBezTo>
                    <a:pt x="8" y="173"/>
                    <a:pt x="11" y="182"/>
                    <a:pt x="12" y="182"/>
                  </a:cubicBezTo>
                  <a:cubicBezTo>
                    <a:pt x="13" y="182"/>
                    <a:pt x="27" y="186"/>
                    <a:pt x="30" y="185"/>
                  </a:cubicBezTo>
                  <a:cubicBezTo>
                    <a:pt x="31" y="185"/>
                    <a:pt x="43" y="177"/>
                    <a:pt x="44" y="176"/>
                  </a:cubicBezTo>
                  <a:cubicBezTo>
                    <a:pt x="45" y="175"/>
                    <a:pt x="49" y="168"/>
                    <a:pt x="49" y="164"/>
                  </a:cubicBezTo>
                  <a:cubicBezTo>
                    <a:pt x="49" y="160"/>
                    <a:pt x="49" y="156"/>
                    <a:pt x="49" y="152"/>
                  </a:cubicBezTo>
                  <a:cubicBezTo>
                    <a:pt x="49" y="147"/>
                    <a:pt x="49" y="143"/>
                    <a:pt x="49" y="139"/>
                  </a:cubicBezTo>
                  <a:cubicBezTo>
                    <a:pt x="48" y="134"/>
                    <a:pt x="47" y="131"/>
                    <a:pt x="47" y="126"/>
                  </a:cubicBezTo>
                  <a:cubicBezTo>
                    <a:pt x="47" y="121"/>
                    <a:pt x="48" y="118"/>
                    <a:pt x="48" y="113"/>
                  </a:cubicBezTo>
                  <a:cubicBezTo>
                    <a:pt x="48" y="111"/>
                    <a:pt x="49" y="97"/>
                    <a:pt x="49" y="95"/>
                  </a:cubicBezTo>
                  <a:cubicBezTo>
                    <a:pt x="49" y="93"/>
                    <a:pt x="49" y="90"/>
                    <a:pt x="49" y="88"/>
                  </a:cubicBezTo>
                  <a:cubicBezTo>
                    <a:pt x="49" y="84"/>
                    <a:pt x="48" y="80"/>
                    <a:pt x="47" y="76"/>
                  </a:cubicBezTo>
                  <a:cubicBezTo>
                    <a:pt x="47" y="72"/>
                    <a:pt x="43" y="58"/>
                    <a:pt x="43" y="55"/>
                  </a:cubicBezTo>
                  <a:cubicBezTo>
                    <a:pt x="43" y="54"/>
                    <a:pt x="43" y="52"/>
                    <a:pt x="43" y="51"/>
                  </a:cubicBezTo>
                  <a:cubicBezTo>
                    <a:pt x="42" y="49"/>
                    <a:pt x="41" y="35"/>
                    <a:pt x="41" y="33"/>
                  </a:cubicBezTo>
                  <a:cubicBezTo>
                    <a:pt x="40" y="30"/>
                    <a:pt x="40" y="27"/>
                    <a:pt x="39" y="25"/>
                  </a:cubicBezTo>
                  <a:cubicBezTo>
                    <a:pt x="39" y="24"/>
                    <a:pt x="35" y="7"/>
                    <a:pt x="35" y="7"/>
                  </a:cubicBezTo>
                  <a:cubicBezTo>
                    <a:pt x="34" y="4"/>
                    <a:pt x="32" y="4"/>
                    <a:pt x="31" y="2"/>
                  </a:cubicBezTo>
                  <a:cubicBezTo>
                    <a:pt x="31" y="2"/>
                    <a:pt x="30" y="1"/>
                    <a:pt x="30" y="0"/>
                  </a:cubicBezTo>
                  <a:cubicBezTo>
                    <a:pt x="29" y="0"/>
                    <a:pt x="27" y="0"/>
                    <a:pt x="26" y="2"/>
                  </a:cubicBezTo>
                  <a:cubicBezTo>
                    <a:pt x="25" y="4"/>
                    <a:pt x="24" y="6"/>
                    <a:pt x="23" y="8"/>
                  </a:cubicBezTo>
                  <a:cubicBezTo>
                    <a:pt x="22" y="11"/>
                    <a:pt x="15" y="31"/>
                    <a:pt x="13" y="37"/>
                  </a:cubicBezTo>
                  <a:cubicBezTo>
                    <a:pt x="12" y="45"/>
                    <a:pt x="10" y="50"/>
                    <a:pt x="8" y="55"/>
                  </a:cubicBezTo>
                  <a:cubicBezTo>
                    <a:pt x="7" y="59"/>
                    <a:pt x="5" y="62"/>
                    <a:pt x="4" y="69"/>
                  </a:cubicBezTo>
                  <a:cubicBezTo>
                    <a:pt x="3" y="72"/>
                    <a:pt x="1" y="126"/>
                    <a:pt x="1" y="13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4" name="Freeform 366">
              <a:extLst>
                <a:ext uri="{FF2B5EF4-FFF2-40B4-BE49-F238E27FC236}">
                  <a16:creationId xmlns:a16="http://schemas.microsoft.com/office/drawing/2014/main" id="{83470812-973C-491C-9B01-ACB72799B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5701" y="2509838"/>
              <a:ext cx="87313" cy="195263"/>
            </a:xfrm>
            <a:custGeom>
              <a:avLst/>
              <a:gdLst>
                <a:gd name="T0" fmla="*/ 1 w 22"/>
                <a:gd name="T1" fmla="*/ 44 h 49"/>
                <a:gd name="T2" fmla="*/ 1 w 22"/>
                <a:gd name="T3" fmla="*/ 47 h 49"/>
                <a:gd name="T4" fmla="*/ 4 w 22"/>
                <a:gd name="T5" fmla="*/ 48 h 49"/>
                <a:gd name="T6" fmla="*/ 9 w 22"/>
                <a:gd name="T7" fmla="*/ 49 h 49"/>
                <a:gd name="T8" fmla="*/ 13 w 22"/>
                <a:gd name="T9" fmla="*/ 49 h 49"/>
                <a:gd name="T10" fmla="*/ 18 w 22"/>
                <a:gd name="T11" fmla="*/ 48 h 49"/>
                <a:gd name="T12" fmla="*/ 20 w 22"/>
                <a:gd name="T13" fmla="*/ 48 h 49"/>
                <a:gd name="T14" fmla="*/ 21 w 22"/>
                <a:gd name="T15" fmla="*/ 48 h 49"/>
                <a:gd name="T16" fmla="*/ 22 w 22"/>
                <a:gd name="T17" fmla="*/ 48 h 49"/>
                <a:gd name="T18" fmla="*/ 21 w 22"/>
                <a:gd name="T19" fmla="*/ 43 h 49"/>
                <a:gd name="T20" fmla="*/ 20 w 22"/>
                <a:gd name="T21" fmla="*/ 37 h 49"/>
                <a:gd name="T22" fmla="*/ 20 w 22"/>
                <a:gd name="T23" fmla="*/ 26 h 49"/>
                <a:gd name="T24" fmla="*/ 20 w 22"/>
                <a:gd name="T25" fmla="*/ 21 h 49"/>
                <a:gd name="T26" fmla="*/ 20 w 22"/>
                <a:gd name="T27" fmla="*/ 15 h 49"/>
                <a:gd name="T28" fmla="*/ 20 w 22"/>
                <a:gd name="T29" fmla="*/ 4 h 49"/>
                <a:gd name="T30" fmla="*/ 20 w 22"/>
                <a:gd name="T31" fmla="*/ 4 h 49"/>
                <a:gd name="T32" fmla="*/ 20 w 22"/>
                <a:gd name="T33" fmla="*/ 3 h 49"/>
                <a:gd name="T34" fmla="*/ 16 w 22"/>
                <a:gd name="T35" fmla="*/ 2 h 49"/>
                <a:gd name="T36" fmla="*/ 12 w 22"/>
                <a:gd name="T37" fmla="*/ 0 h 49"/>
                <a:gd name="T38" fmla="*/ 8 w 22"/>
                <a:gd name="T39" fmla="*/ 0 h 49"/>
                <a:gd name="T40" fmla="*/ 4 w 22"/>
                <a:gd name="T41" fmla="*/ 1 h 49"/>
                <a:gd name="T42" fmla="*/ 3 w 22"/>
                <a:gd name="T43" fmla="*/ 3 h 49"/>
                <a:gd name="T44" fmla="*/ 3 w 22"/>
                <a:gd name="T45" fmla="*/ 17 h 49"/>
                <a:gd name="T46" fmla="*/ 3 w 22"/>
                <a:gd name="T47" fmla="*/ 24 h 49"/>
                <a:gd name="T48" fmla="*/ 2 w 22"/>
                <a:gd name="T49" fmla="*/ 31 h 49"/>
                <a:gd name="T50" fmla="*/ 2 w 22"/>
                <a:gd name="T51" fmla="*/ 38 h 49"/>
                <a:gd name="T52" fmla="*/ 1 w 22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" h="49">
                  <a:moveTo>
                    <a:pt x="1" y="44"/>
                  </a:moveTo>
                  <a:cubicBezTo>
                    <a:pt x="1" y="45"/>
                    <a:pt x="0" y="47"/>
                    <a:pt x="1" y="47"/>
                  </a:cubicBezTo>
                  <a:cubicBezTo>
                    <a:pt x="2" y="48"/>
                    <a:pt x="3" y="48"/>
                    <a:pt x="4" y="48"/>
                  </a:cubicBezTo>
                  <a:cubicBezTo>
                    <a:pt x="6" y="48"/>
                    <a:pt x="7" y="49"/>
                    <a:pt x="9" y="49"/>
                  </a:cubicBezTo>
                  <a:cubicBezTo>
                    <a:pt x="10" y="49"/>
                    <a:pt x="12" y="49"/>
                    <a:pt x="13" y="49"/>
                  </a:cubicBezTo>
                  <a:cubicBezTo>
                    <a:pt x="15" y="48"/>
                    <a:pt x="16" y="48"/>
                    <a:pt x="18" y="48"/>
                  </a:cubicBezTo>
                  <a:cubicBezTo>
                    <a:pt x="18" y="48"/>
                    <a:pt x="19" y="48"/>
                    <a:pt x="20" y="48"/>
                  </a:cubicBezTo>
                  <a:cubicBezTo>
                    <a:pt x="20" y="48"/>
                    <a:pt x="21" y="49"/>
                    <a:pt x="21" y="48"/>
                  </a:cubicBezTo>
                  <a:cubicBezTo>
                    <a:pt x="21" y="48"/>
                    <a:pt x="21" y="48"/>
                    <a:pt x="22" y="48"/>
                  </a:cubicBezTo>
                  <a:cubicBezTo>
                    <a:pt x="22" y="46"/>
                    <a:pt x="21" y="45"/>
                    <a:pt x="21" y="43"/>
                  </a:cubicBezTo>
                  <a:cubicBezTo>
                    <a:pt x="20" y="41"/>
                    <a:pt x="20" y="39"/>
                    <a:pt x="20" y="37"/>
                  </a:cubicBezTo>
                  <a:cubicBezTo>
                    <a:pt x="20" y="34"/>
                    <a:pt x="20" y="30"/>
                    <a:pt x="20" y="26"/>
                  </a:cubicBezTo>
                  <a:cubicBezTo>
                    <a:pt x="20" y="25"/>
                    <a:pt x="20" y="23"/>
                    <a:pt x="20" y="21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20" y="12"/>
                    <a:pt x="19" y="8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3"/>
                    <a:pt x="20" y="3"/>
                  </a:cubicBezTo>
                  <a:cubicBezTo>
                    <a:pt x="18" y="2"/>
                    <a:pt x="17" y="2"/>
                    <a:pt x="16" y="2"/>
                  </a:cubicBezTo>
                  <a:cubicBezTo>
                    <a:pt x="15" y="1"/>
                    <a:pt x="13" y="1"/>
                    <a:pt x="12" y="0"/>
                  </a:cubicBezTo>
                  <a:cubicBezTo>
                    <a:pt x="11" y="0"/>
                    <a:pt x="9" y="0"/>
                    <a:pt x="8" y="0"/>
                  </a:cubicBezTo>
                  <a:cubicBezTo>
                    <a:pt x="7" y="0"/>
                    <a:pt x="6" y="0"/>
                    <a:pt x="4" y="1"/>
                  </a:cubicBezTo>
                  <a:cubicBezTo>
                    <a:pt x="4" y="1"/>
                    <a:pt x="3" y="2"/>
                    <a:pt x="3" y="3"/>
                  </a:cubicBezTo>
                  <a:cubicBezTo>
                    <a:pt x="3" y="8"/>
                    <a:pt x="3" y="13"/>
                    <a:pt x="3" y="17"/>
                  </a:cubicBezTo>
                  <a:cubicBezTo>
                    <a:pt x="3" y="20"/>
                    <a:pt x="3" y="22"/>
                    <a:pt x="3" y="24"/>
                  </a:cubicBezTo>
                  <a:cubicBezTo>
                    <a:pt x="2" y="26"/>
                    <a:pt x="2" y="29"/>
                    <a:pt x="2" y="31"/>
                  </a:cubicBezTo>
                  <a:cubicBezTo>
                    <a:pt x="2" y="33"/>
                    <a:pt x="2" y="36"/>
                    <a:pt x="2" y="38"/>
                  </a:cubicBezTo>
                  <a:cubicBezTo>
                    <a:pt x="1" y="40"/>
                    <a:pt x="1" y="42"/>
                    <a:pt x="1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5" name="Freeform 367">
              <a:extLst>
                <a:ext uri="{FF2B5EF4-FFF2-40B4-BE49-F238E27FC236}">
                  <a16:creationId xmlns:a16="http://schemas.microsoft.com/office/drawing/2014/main" id="{B2259451-B170-44FC-9C75-3FACB60DE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5701" y="2509838"/>
              <a:ext cx="87313" cy="195263"/>
            </a:xfrm>
            <a:custGeom>
              <a:avLst/>
              <a:gdLst>
                <a:gd name="T0" fmla="*/ 1 w 22"/>
                <a:gd name="T1" fmla="*/ 44 h 49"/>
                <a:gd name="T2" fmla="*/ 1 w 22"/>
                <a:gd name="T3" fmla="*/ 47 h 49"/>
                <a:gd name="T4" fmla="*/ 4 w 22"/>
                <a:gd name="T5" fmla="*/ 48 h 49"/>
                <a:gd name="T6" fmla="*/ 9 w 22"/>
                <a:gd name="T7" fmla="*/ 49 h 49"/>
                <a:gd name="T8" fmla="*/ 13 w 22"/>
                <a:gd name="T9" fmla="*/ 49 h 49"/>
                <a:gd name="T10" fmla="*/ 18 w 22"/>
                <a:gd name="T11" fmla="*/ 48 h 49"/>
                <a:gd name="T12" fmla="*/ 20 w 22"/>
                <a:gd name="T13" fmla="*/ 48 h 49"/>
                <a:gd name="T14" fmla="*/ 21 w 22"/>
                <a:gd name="T15" fmla="*/ 48 h 49"/>
                <a:gd name="T16" fmla="*/ 22 w 22"/>
                <a:gd name="T17" fmla="*/ 48 h 49"/>
                <a:gd name="T18" fmla="*/ 21 w 22"/>
                <a:gd name="T19" fmla="*/ 43 h 49"/>
                <a:gd name="T20" fmla="*/ 20 w 22"/>
                <a:gd name="T21" fmla="*/ 37 h 49"/>
                <a:gd name="T22" fmla="*/ 20 w 22"/>
                <a:gd name="T23" fmla="*/ 26 h 49"/>
                <a:gd name="T24" fmla="*/ 20 w 22"/>
                <a:gd name="T25" fmla="*/ 21 h 49"/>
                <a:gd name="T26" fmla="*/ 20 w 22"/>
                <a:gd name="T27" fmla="*/ 15 h 49"/>
                <a:gd name="T28" fmla="*/ 20 w 22"/>
                <a:gd name="T29" fmla="*/ 4 h 49"/>
                <a:gd name="T30" fmla="*/ 20 w 22"/>
                <a:gd name="T31" fmla="*/ 4 h 49"/>
                <a:gd name="T32" fmla="*/ 20 w 22"/>
                <a:gd name="T33" fmla="*/ 3 h 49"/>
                <a:gd name="T34" fmla="*/ 16 w 22"/>
                <a:gd name="T35" fmla="*/ 2 h 49"/>
                <a:gd name="T36" fmla="*/ 12 w 22"/>
                <a:gd name="T37" fmla="*/ 0 h 49"/>
                <a:gd name="T38" fmla="*/ 8 w 22"/>
                <a:gd name="T39" fmla="*/ 0 h 49"/>
                <a:gd name="T40" fmla="*/ 4 w 22"/>
                <a:gd name="T41" fmla="*/ 1 h 49"/>
                <a:gd name="T42" fmla="*/ 3 w 22"/>
                <a:gd name="T43" fmla="*/ 3 h 49"/>
                <a:gd name="T44" fmla="*/ 3 w 22"/>
                <a:gd name="T45" fmla="*/ 17 h 49"/>
                <a:gd name="T46" fmla="*/ 3 w 22"/>
                <a:gd name="T47" fmla="*/ 24 h 49"/>
                <a:gd name="T48" fmla="*/ 2 w 22"/>
                <a:gd name="T49" fmla="*/ 31 h 49"/>
                <a:gd name="T50" fmla="*/ 2 w 22"/>
                <a:gd name="T51" fmla="*/ 38 h 49"/>
                <a:gd name="T52" fmla="*/ 1 w 22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" h="49">
                  <a:moveTo>
                    <a:pt x="1" y="44"/>
                  </a:moveTo>
                  <a:cubicBezTo>
                    <a:pt x="1" y="45"/>
                    <a:pt x="0" y="47"/>
                    <a:pt x="1" y="47"/>
                  </a:cubicBezTo>
                  <a:cubicBezTo>
                    <a:pt x="2" y="48"/>
                    <a:pt x="3" y="48"/>
                    <a:pt x="4" y="48"/>
                  </a:cubicBezTo>
                  <a:cubicBezTo>
                    <a:pt x="6" y="48"/>
                    <a:pt x="7" y="49"/>
                    <a:pt x="9" y="49"/>
                  </a:cubicBezTo>
                  <a:cubicBezTo>
                    <a:pt x="10" y="49"/>
                    <a:pt x="12" y="49"/>
                    <a:pt x="13" y="49"/>
                  </a:cubicBezTo>
                  <a:cubicBezTo>
                    <a:pt x="15" y="48"/>
                    <a:pt x="16" y="48"/>
                    <a:pt x="18" y="48"/>
                  </a:cubicBezTo>
                  <a:cubicBezTo>
                    <a:pt x="18" y="48"/>
                    <a:pt x="19" y="48"/>
                    <a:pt x="20" y="48"/>
                  </a:cubicBezTo>
                  <a:cubicBezTo>
                    <a:pt x="20" y="48"/>
                    <a:pt x="21" y="49"/>
                    <a:pt x="21" y="48"/>
                  </a:cubicBezTo>
                  <a:cubicBezTo>
                    <a:pt x="21" y="48"/>
                    <a:pt x="21" y="48"/>
                    <a:pt x="22" y="48"/>
                  </a:cubicBezTo>
                  <a:cubicBezTo>
                    <a:pt x="22" y="46"/>
                    <a:pt x="21" y="45"/>
                    <a:pt x="21" y="43"/>
                  </a:cubicBezTo>
                  <a:cubicBezTo>
                    <a:pt x="20" y="41"/>
                    <a:pt x="20" y="39"/>
                    <a:pt x="20" y="37"/>
                  </a:cubicBezTo>
                  <a:cubicBezTo>
                    <a:pt x="20" y="34"/>
                    <a:pt x="20" y="30"/>
                    <a:pt x="20" y="26"/>
                  </a:cubicBezTo>
                  <a:cubicBezTo>
                    <a:pt x="20" y="25"/>
                    <a:pt x="20" y="23"/>
                    <a:pt x="20" y="21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20" y="12"/>
                    <a:pt x="19" y="8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3"/>
                    <a:pt x="20" y="3"/>
                  </a:cubicBezTo>
                  <a:cubicBezTo>
                    <a:pt x="18" y="2"/>
                    <a:pt x="17" y="2"/>
                    <a:pt x="16" y="2"/>
                  </a:cubicBezTo>
                  <a:cubicBezTo>
                    <a:pt x="15" y="1"/>
                    <a:pt x="13" y="1"/>
                    <a:pt x="12" y="0"/>
                  </a:cubicBezTo>
                  <a:cubicBezTo>
                    <a:pt x="11" y="0"/>
                    <a:pt x="9" y="0"/>
                    <a:pt x="8" y="0"/>
                  </a:cubicBezTo>
                  <a:cubicBezTo>
                    <a:pt x="7" y="0"/>
                    <a:pt x="6" y="0"/>
                    <a:pt x="4" y="1"/>
                  </a:cubicBezTo>
                  <a:cubicBezTo>
                    <a:pt x="4" y="1"/>
                    <a:pt x="3" y="2"/>
                    <a:pt x="3" y="3"/>
                  </a:cubicBezTo>
                  <a:cubicBezTo>
                    <a:pt x="3" y="8"/>
                    <a:pt x="3" y="13"/>
                    <a:pt x="3" y="17"/>
                  </a:cubicBezTo>
                  <a:cubicBezTo>
                    <a:pt x="3" y="20"/>
                    <a:pt x="3" y="22"/>
                    <a:pt x="3" y="24"/>
                  </a:cubicBezTo>
                  <a:cubicBezTo>
                    <a:pt x="2" y="26"/>
                    <a:pt x="2" y="29"/>
                    <a:pt x="2" y="31"/>
                  </a:cubicBezTo>
                  <a:cubicBezTo>
                    <a:pt x="2" y="33"/>
                    <a:pt x="2" y="36"/>
                    <a:pt x="2" y="38"/>
                  </a:cubicBezTo>
                  <a:cubicBezTo>
                    <a:pt x="1" y="40"/>
                    <a:pt x="1" y="42"/>
                    <a:pt x="1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6" name="Freeform 368">
              <a:extLst>
                <a:ext uri="{FF2B5EF4-FFF2-40B4-BE49-F238E27FC236}">
                  <a16:creationId xmlns:a16="http://schemas.microsoft.com/office/drawing/2014/main" id="{F1B44C0B-DD05-4AB2-8669-A3A0446C4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801" y="2062163"/>
              <a:ext cx="504825" cy="495300"/>
            </a:xfrm>
            <a:custGeom>
              <a:avLst/>
              <a:gdLst>
                <a:gd name="T0" fmla="*/ 1 w 127"/>
                <a:gd name="T1" fmla="*/ 87 h 125"/>
                <a:gd name="T2" fmla="*/ 1 w 127"/>
                <a:gd name="T3" fmla="*/ 94 h 125"/>
                <a:gd name="T4" fmla="*/ 12 w 127"/>
                <a:gd name="T5" fmla="*/ 108 h 125"/>
                <a:gd name="T6" fmla="*/ 19 w 127"/>
                <a:gd name="T7" fmla="*/ 115 h 125"/>
                <a:gd name="T8" fmla="*/ 24 w 127"/>
                <a:gd name="T9" fmla="*/ 120 h 125"/>
                <a:gd name="T10" fmla="*/ 31 w 127"/>
                <a:gd name="T11" fmla="*/ 122 h 125"/>
                <a:gd name="T12" fmla="*/ 39 w 127"/>
                <a:gd name="T13" fmla="*/ 123 h 125"/>
                <a:gd name="T14" fmla="*/ 44 w 127"/>
                <a:gd name="T15" fmla="*/ 122 h 125"/>
                <a:gd name="T16" fmla="*/ 48 w 127"/>
                <a:gd name="T17" fmla="*/ 123 h 125"/>
                <a:gd name="T18" fmla="*/ 58 w 127"/>
                <a:gd name="T19" fmla="*/ 123 h 125"/>
                <a:gd name="T20" fmla="*/ 76 w 127"/>
                <a:gd name="T21" fmla="*/ 124 h 125"/>
                <a:gd name="T22" fmla="*/ 81 w 127"/>
                <a:gd name="T23" fmla="*/ 123 h 125"/>
                <a:gd name="T24" fmla="*/ 85 w 127"/>
                <a:gd name="T25" fmla="*/ 121 h 125"/>
                <a:gd name="T26" fmla="*/ 94 w 127"/>
                <a:gd name="T27" fmla="*/ 119 h 125"/>
                <a:gd name="T28" fmla="*/ 104 w 127"/>
                <a:gd name="T29" fmla="*/ 119 h 125"/>
                <a:gd name="T30" fmla="*/ 113 w 127"/>
                <a:gd name="T31" fmla="*/ 118 h 125"/>
                <a:gd name="T32" fmla="*/ 121 w 127"/>
                <a:gd name="T33" fmla="*/ 116 h 125"/>
                <a:gd name="T34" fmla="*/ 126 w 127"/>
                <a:gd name="T35" fmla="*/ 110 h 125"/>
                <a:gd name="T36" fmla="*/ 127 w 127"/>
                <a:gd name="T37" fmla="*/ 102 h 125"/>
                <a:gd name="T38" fmla="*/ 125 w 127"/>
                <a:gd name="T39" fmla="*/ 93 h 125"/>
                <a:gd name="T40" fmla="*/ 121 w 127"/>
                <a:gd name="T41" fmla="*/ 85 h 125"/>
                <a:gd name="T42" fmla="*/ 124 w 127"/>
                <a:gd name="T43" fmla="*/ 76 h 125"/>
                <a:gd name="T44" fmla="*/ 125 w 127"/>
                <a:gd name="T45" fmla="*/ 72 h 125"/>
                <a:gd name="T46" fmla="*/ 125 w 127"/>
                <a:gd name="T47" fmla="*/ 68 h 125"/>
                <a:gd name="T48" fmla="*/ 125 w 127"/>
                <a:gd name="T49" fmla="*/ 63 h 125"/>
                <a:gd name="T50" fmla="*/ 125 w 127"/>
                <a:gd name="T51" fmla="*/ 59 h 125"/>
                <a:gd name="T52" fmla="*/ 122 w 127"/>
                <a:gd name="T53" fmla="*/ 51 h 125"/>
                <a:gd name="T54" fmla="*/ 116 w 127"/>
                <a:gd name="T55" fmla="*/ 45 h 125"/>
                <a:gd name="T56" fmla="*/ 112 w 127"/>
                <a:gd name="T57" fmla="*/ 42 h 125"/>
                <a:gd name="T58" fmla="*/ 111 w 127"/>
                <a:gd name="T59" fmla="*/ 37 h 125"/>
                <a:gd name="T60" fmla="*/ 109 w 127"/>
                <a:gd name="T61" fmla="*/ 34 h 125"/>
                <a:gd name="T62" fmla="*/ 107 w 127"/>
                <a:gd name="T63" fmla="*/ 30 h 125"/>
                <a:gd name="T64" fmla="*/ 107 w 127"/>
                <a:gd name="T65" fmla="*/ 25 h 125"/>
                <a:gd name="T66" fmla="*/ 105 w 127"/>
                <a:gd name="T67" fmla="*/ 22 h 125"/>
                <a:gd name="T68" fmla="*/ 100 w 127"/>
                <a:gd name="T69" fmla="*/ 17 h 125"/>
                <a:gd name="T70" fmla="*/ 96 w 127"/>
                <a:gd name="T71" fmla="*/ 14 h 125"/>
                <a:gd name="T72" fmla="*/ 93 w 127"/>
                <a:gd name="T73" fmla="*/ 10 h 125"/>
                <a:gd name="T74" fmla="*/ 91 w 127"/>
                <a:gd name="T75" fmla="*/ 7 h 125"/>
                <a:gd name="T76" fmla="*/ 88 w 127"/>
                <a:gd name="T77" fmla="*/ 4 h 125"/>
                <a:gd name="T78" fmla="*/ 80 w 127"/>
                <a:gd name="T79" fmla="*/ 1 h 125"/>
                <a:gd name="T80" fmla="*/ 76 w 127"/>
                <a:gd name="T81" fmla="*/ 0 h 125"/>
                <a:gd name="T82" fmla="*/ 65 w 127"/>
                <a:gd name="T83" fmla="*/ 1 h 125"/>
                <a:gd name="T84" fmla="*/ 60 w 127"/>
                <a:gd name="T85" fmla="*/ 5 h 125"/>
                <a:gd name="T86" fmla="*/ 52 w 127"/>
                <a:gd name="T87" fmla="*/ 10 h 125"/>
                <a:gd name="T88" fmla="*/ 45 w 127"/>
                <a:gd name="T89" fmla="*/ 14 h 125"/>
                <a:gd name="T90" fmla="*/ 34 w 127"/>
                <a:gd name="T91" fmla="*/ 25 h 125"/>
                <a:gd name="T92" fmla="*/ 21 w 127"/>
                <a:gd name="T93" fmla="*/ 37 h 125"/>
                <a:gd name="T94" fmla="*/ 9 w 127"/>
                <a:gd name="T95" fmla="*/ 46 h 125"/>
                <a:gd name="T96" fmla="*/ 5 w 127"/>
                <a:gd name="T97" fmla="*/ 53 h 125"/>
                <a:gd name="T98" fmla="*/ 2 w 127"/>
                <a:gd name="T99" fmla="*/ 61 h 125"/>
                <a:gd name="T100" fmla="*/ 2 w 127"/>
                <a:gd name="T101" fmla="*/ 78 h 125"/>
                <a:gd name="T102" fmla="*/ 1 w 127"/>
                <a:gd name="T103" fmla="*/ 8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7" h="125">
                  <a:moveTo>
                    <a:pt x="1" y="87"/>
                  </a:moveTo>
                  <a:cubicBezTo>
                    <a:pt x="1" y="90"/>
                    <a:pt x="0" y="92"/>
                    <a:pt x="1" y="94"/>
                  </a:cubicBezTo>
                  <a:cubicBezTo>
                    <a:pt x="3" y="100"/>
                    <a:pt x="7" y="104"/>
                    <a:pt x="12" y="108"/>
                  </a:cubicBezTo>
                  <a:cubicBezTo>
                    <a:pt x="14" y="110"/>
                    <a:pt x="17" y="112"/>
                    <a:pt x="19" y="115"/>
                  </a:cubicBezTo>
                  <a:cubicBezTo>
                    <a:pt x="20" y="116"/>
                    <a:pt x="22" y="119"/>
                    <a:pt x="24" y="120"/>
                  </a:cubicBezTo>
                  <a:cubicBezTo>
                    <a:pt x="26" y="121"/>
                    <a:pt x="28" y="122"/>
                    <a:pt x="31" y="122"/>
                  </a:cubicBezTo>
                  <a:cubicBezTo>
                    <a:pt x="34" y="122"/>
                    <a:pt x="36" y="123"/>
                    <a:pt x="39" y="123"/>
                  </a:cubicBezTo>
                  <a:cubicBezTo>
                    <a:pt x="41" y="123"/>
                    <a:pt x="42" y="122"/>
                    <a:pt x="44" y="122"/>
                  </a:cubicBezTo>
                  <a:cubicBezTo>
                    <a:pt x="45" y="122"/>
                    <a:pt x="47" y="123"/>
                    <a:pt x="4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64" y="123"/>
                    <a:pt x="70" y="125"/>
                    <a:pt x="76" y="124"/>
                  </a:cubicBezTo>
                  <a:cubicBezTo>
                    <a:pt x="78" y="124"/>
                    <a:pt x="80" y="124"/>
                    <a:pt x="81" y="123"/>
                  </a:cubicBezTo>
                  <a:cubicBezTo>
                    <a:pt x="82" y="122"/>
                    <a:pt x="83" y="121"/>
                    <a:pt x="85" y="121"/>
                  </a:cubicBezTo>
                  <a:cubicBezTo>
                    <a:pt x="88" y="119"/>
                    <a:pt x="91" y="119"/>
                    <a:pt x="94" y="119"/>
                  </a:cubicBezTo>
                  <a:cubicBezTo>
                    <a:pt x="97" y="119"/>
                    <a:pt x="100" y="119"/>
                    <a:pt x="104" y="119"/>
                  </a:cubicBezTo>
                  <a:cubicBezTo>
                    <a:pt x="107" y="119"/>
                    <a:pt x="110" y="119"/>
                    <a:pt x="113" y="118"/>
                  </a:cubicBezTo>
                  <a:cubicBezTo>
                    <a:pt x="115" y="118"/>
                    <a:pt x="118" y="117"/>
                    <a:pt x="121" y="116"/>
                  </a:cubicBezTo>
                  <a:cubicBezTo>
                    <a:pt x="123" y="114"/>
                    <a:pt x="125" y="112"/>
                    <a:pt x="126" y="110"/>
                  </a:cubicBezTo>
                  <a:cubicBezTo>
                    <a:pt x="127" y="108"/>
                    <a:pt x="127" y="105"/>
                    <a:pt x="127" y="102"/>
                  </a:cubicBezTo>
                  <a:cubicBezTo>
                    <a:pt x="126" y="99"/>
                    <a:pt x="126" y="96"/>
                    <a:pt x="125" y="93"/>
                  </a:cubicBezTo>
                  <a:cubicBezTo>
                    <a:pt x="124" y="90"/>
                    <a:pt x="121" y="88"/>
                    <a:pt x="121" y="85"/>
                  </a:cubicBezTo>
                  <a:cubicBezTo>
                    <a:pt x="121" y="81"/>
                    <a:pt x="122" y="79"/>
                    <a:pt x="124" y="76"/>
                  </a:cubicBezTo>
                  <a:cubicBezTo>
                    <a:pt x="124" y="75"/>
                    <a:pt x="125" y="73"/>
                    <a:pt x="125" y="72"/>
                  </a:cubicBezTo>
                  <a:cubicBezTo>
                    <a:pt x="125" y="71"/>
                    <a:pt x="125" y="69"/>
                    <a:pt x="125" y="68"/>
                  </a:cubicBezTo>
                  <a:cubicBezTo>
                    <a:pt x="125" y="66"/>
                    <a:pt x="125" y="65"/>
                    <a:pt x="125" y="63"/>
                  </a:cubicBezTo>
                  <a:cubicBezTo>
                    <a:pt x="125" y="62"/>
                    <a:pt x="125" y="60"/>
                    <a:pt x="125" y="59"/>
                  </a:cubicBezTo>
                  <a:cubicBezTo>
                    <a:pt x="124" y="56"/>
                    <a:pt x="124" y="53"/>
                    <a:pt x="122" y="51"/>
                  </a:cubicBezTo>
                  <a:cubicBezTo>
                    <a:pt x="120" y="48"/>
                    <a:pt x="118" y="47"/>
                    <a:pt x="116" y="45"/>
                  </a:cubicBezTo>
                  <a:cubicBezTo>
                    <a:pt x="115" y="44"/>
                    <a:pt x="113" y="43"/>
                    <a:pt x="112" y="42"/>
                  </a:cubicBezTo>
                  <a:cubicBezTo>
                    <a:pt x="111" y="40"/>
                    <a:pt x="111" y="39"/>
                    <a:pt x="111" y="37"/>
                  </a:cubicBezTo>
                  <a:cubicBezTo>
                    <a:pt x="110" y="36"/>
                    <a:pt x="109" y="35"/>
                    <a:pt x="109" y="34"/>
                  </a:cubicBezTo>
                  <a:cubicBezTo>
                    <a:pt x="108" y="33"/>
                    <a:pt x="107" y="32"/>
                    <a:pt x="107" y="30"/>
                  </a:cubicBezTo>
                  <a:cubicBezTo>
                    <a:pt x="107" y="29"/>
                    <a:pt x="107" y="27"/>
                    <a:pt x="107" y="25"/>
                  </a:cubicBezTo>
                  <a:cubicBezTo>
                    <a:pt x="106" y="24"/>
                    <a:pt x="105" y="23"/>
                    <a:pt x="105" y="22"/>
                  </a:cubicBezTo>
                  <a:cubicBezTo>
                    <a:pt x="103" y="20"/>
                    <a:pt x="102" y="18"/>
                    <a:pt x="100" y="17"/>
                  </a:cubicBezTo>
                  <a:cubicBezTo>
                    <a:pt x="99" y="16"/>
                    <a:pt x="97" y="15"/>
                    <a:pt x="96" y="14"/>
                  </a:cubicBezTo>
                  <a:cubicBezTo>
                    <a:pt x="95" y="13"/>
                    <a:pt x="94" y="12"/>
                    <a:pt x="93" y="10"/>
                  </a:cubicBezTo>
                  <a:cubicBezTo>
                    <a:pt x="93" y="9"/>
                    <a:pt x="92" y="8"/>
                    <a:pt x="91" y="7"/>
                  </a:cubicBezTo>
                  <a:cubicBezTo>
                    <a:pt x="90" y="6"/>
                    <a:pt x="89" y="5"/>
                    <a:pt x="88" y="4"/>
                  </a:cubicBezTo>
                  <a:cubicBezTo>
                    <a:pt x="86" y="3"/>
                    <a:pt x="83" y="2"/>
                    <a:pt x="80" y="1"/>
                  </a:cubicBezTo>
                  <a:cubicBezTo>
                    <a:pt x="79" y="1"/>
                    <a:pt x="77" y="1"/>
                    <a:pt x="76" y="0"/>
                  </a:cubicBezTo>
                  <a:cubicBezTo>
                    <a:pt x="75" y="0"/>
                    <a:pt x="68" y="0"/>
                    <a:pt x="65" y="1"/>
                  </a:cubicBezTo>
                  <a:cubicBezTo>
                    <a:pt x="63" y="2"/>
                    <a:pt x="61" y="4"/>
                    <a:pt x="60" y="5"/>
                  </a:cubicBezTo>
                  <a:cubicBezTo>
                    <a:pt x="57" y="7"/>
                    <a:pt x="55" y="9"/>
                    <a:pt x="52" y="10"/>
                  </a:cubicBezTo>
                  <a:cubicBezTo>
                    <a:pt x="49" y="11"/>
                    <a:pt x="47" y="12"/>
                    <a:pt x="45" y="14"/>
                  </a:cubicBezTo>
                  <a:cubicBezTo>
                    <a:pt x="40" y="17"/>
                    <a:pt x="37" y="21"/>
                    <a:pt x="34" y="25"/>
                  </a:cubicBezTo>
                  <a:cubicBezTo>
                    <a:pt x="30" y="30"/>
                    <a:pt x="25" y="33"/>
                    <a:pt x="21" y="37"/>
                  </a:cubicBezTo>
                  <a:cubicBezTo>
                    <a:pt x="16" y="40"/>
                    <a:pt x="11" y="42"/>
                    <a:pt x="9" y="46"/>
                  </a:cubicBezTo>
                  <a:cubicBezTo>
                    <a:pt x="7" y="48"/>
                    <a:pt x="6" y="51"/>
                    <a:pt x="5" y="53"/>
                  </a:cubicBezTo>
                  <a:cubicBezTo>
                    <a:pt x="4" y="56"/>
                    <a:pt x="3" y="58"/>
                    <a:pt x="2" y="61"/>
                  </a:cubicBezTo>
                  <a:cubicBezTo>
                    <a:pt x="1" y="67"/>
                    <a:pt x="2" y="73"/>
                    <a:pt x="2" y="78"/>
                  </a:cubicBezTo>
                  <a:cubicBezTo>
                    <a:pt x="2" y="81"/>
                    <a:pt x="2" y="85"/>
                    <a:pt x="1" y="8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7" name="Freeform 369">
              <a:extLst>
                <a:ext uri="{FF2B5EF4-FFF2-40B4-BE49-F238E27FC236}">
                  <a16:creationId xmlns:a16="http://schemas.microsoft.com/office/drawing/2014/main" id="{FF2AD391-DF7E-4763-9322-B91081FC0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801" y="2062163"/>
              <a:ext cx="504825" cy="495300"/>
            </a:xfrm>
            <a:custGeom>
              <a:avLst/>
              <a:gdLst>
                <a:gd name="T0" fmla="*/ 1 w 127"/>
                <a:gd name="T1" fmla="*/ 87 h 125"/>
                <a:gd name="T2" fmla="*/ 1 w 127"/>
                <a:gd name="T3" fmla="*/ 94 h 125"/>
                <a:gd name="T4" fmla="*/ 12 w 127"/>
                <a:gd name="T5" fmla="*/ 108 h 125"/>
                <a:gd name="T6" fmla="*/ 19 w 127"/>
                <a:gd name="T7" fmla="*/ 115 h 125"/>
                <a:gd name="T8" fmla="*/ 24 w 127"/>
                <a:gd name="T9" fmla="*/ 120 h 125"/>
                <a:gd name="T10" fmla="*/ 31 w 127"/>
                <a:gd name="T11" fmla="*/ 122 h 125"/>
                <a:gd name="T12" fmla="*/ 39 w 127"/>
                <a:gd name="T13" fmla="*/ 123 h 125"/>
                <a:gd name="T14" fmla="*/ 44 w 127"/>
                <a:gd name="T15" fmla="*/ 122 h 125"/>
                <a:gd name="T16" fmla="*/ 48 w 127"/>
                <a:gd name="T17" fmla="*/ 123 h 125"/>
                <a:gd name="T18" fmla="*/ 58 w 127"/>
                <a:gd name="T19" fmla="*/ 123 h 125"/>
                <a:gd name="T20" fmla="*/ 76 w 127"/>
                <a:gd name="T21" fmla="*/ 124 h 125"/>
                <a:gd name="T22" fmla="*/ 81 w 127"/>
                <a:gd name="T23" fmla="*/ 123 h 125"/>
                <a:gd name="T24" fmla="*/ 85 w 127"/>
                <a:gd name="T25" fmla="*/ 121 h 125"/>
                <a:gd name="T26" fmla="*/ 94 w 127"/>
                <a:gd name="T27" fmla="*/ 119 h 125"/>
                <a:gd name="T28" fmla="*/ 104 w 127"/>
                <a:gd name="T29" fmla="*/ 119 h 125"/>
                <a:gd name="T30" fmla="*/ 113 w 127"/>
                <a:gd name="T31" fmla="*/ 118 h 125"/>
                <a:gd name="T32" fmla="*/ 121 w 127"/>
                <a:gd name="T33" fmla="*/ 116 h 125"/>
                <a:gd name="T34" fmla="*/ 126 w 127"/>
                <a:gd name="T35" fmla="*/ 110 h 125"/>
                <a:gd name="T36" fmla="*/ 127 w 127"/>
                <a:gd name="T37" fmla="*/ 102 h 125"/>
                <a:gd name="T38" fmla="*/ 125 w 127"/>
                <a:gd name="T39" fmla="*/ 93 h 125"/>
                <a:gd name="T40" fmla="*/ 121 w 127"/>
                <a:gd name="T41" fmla="*/ 85 h 125"/>
                <a:gd name="T42" fmla="*/ 124 w 127"/>
                <a:gd name="T43" fmla="*/ 76 h 125"/>
                <a:gd name="T44" fmla="*/ 125 w 127"/>
                <a:gd name="T45" fmla="*/ 72 h 125"/>
                <a:gd name="T46" fmla="*/ 125 w 127"/>
                <a:gd name="T47" fmla="*/ 68 h 125"/>
                <a:gd name="T48" fmla="*/ 125 w 127"/>
                <a:gd name="T49" fmla="*/ 63 h 125"/>
                <a:gd name="T50" fmla="*/ 125 w 127"/>
                <a:gd name="T51" fmla="*/ 59 h 125"/>
                <a:gd name="T52" fmla="*/ 122 w 127"/>
                <a:gd name="T53" fmla="*/ 51 h 125"/>
                <a:gd name="T54" fmla="*/ 116 w 127"/>
                <a:gd name="T55" fmla="*/ 45 h 125"/>
                <a:gd name="T56" fmla="*/ 112 w 127"/>
                <a:gd name="T57" fmla="*/ 42 h 125"/>
                <a:gd name="T58" fmla="*/ 111 w 127"/>
                <a:gd name="T59" fmla="*/ 37 h 125"/>
                <a:gd name="T60" fmla="*/ 109 w 127"/>
                <a:gd name="T61" fmla="*/ 34 h 125"/>
                <a:gd name="T62" fmla="*/ 107 w 127"/>
                <a:gd name="T63" fmla="*/ 30 h 125"/>
                <a:gd name="T64" fmla="*/ 107 w 127"/>
                <a:gd name="T65" fmla="*/ 25 h 125"/>
                <a:gd name="T66" fmla="*/ 105 w 127"/>
                <a:gd name="T67" fmla="*/ 22 h 125"/>
                <a:gd name="T68" fmla="*/ 100 w 127"/>
                <a:gd name="T69" fmla="*/ 17 h 125"/>
                <a:gd name="T70" fmla="*/ 96 w 127"/>
                <a:gd name="T71" fmla="*/ 14 h 125"/>
                <a:gd name="T72" fmla="*/ 93 w 127"/>
                <a:gd name="T73" fmla="*/ 10 h 125"/>
                <a:gd name="T74" fmla="*/ 91 w 127"/>
                <a:gd name="T75" fmla="*/ 7 h 125"/>
                <a:gd name="T76" fmla="*/ 88 w 127"/>
                <a:gd name="T77" fmla="*/ 4 h 125"/>
                <a:gd name="T78" fmla="*/ 80 w 127"/>
                <a:gd name="T79" fmla="*/ 1 h 125"/>
                <a:gd name="T80" fmla="*/ 76 w 127"/>
                <a:gd name="T81" fmla="*/ 0 h 125"/>
                <a:gd name="T82" fmla="*/ 65 w 127"/>
                <a:gd name="T83" fmla="*/ 1 h 125"/>
                <a:gd name="T84" fmla="*/ 60 w 127"/>
                <a:gd name="T85" fmla="*/ 5 h 125"/>
                <a:gd name="T86" fmla="*/ 52 w 127"/>
                <a:gd name="T87" fmla="*/ 10 h 125"/>
                <a:gd name="T88" fmla="*/ 45 w 127"/>
                <a:gd name="T89" fmla="*/ 14 h 125"/>
                <a:gd name="T90" fmla="*/ 34 w 127"/>
                <a:gd name="T91" fmla="*/ 25 h 125"/>
                <a:gd name="T92" fmla="*/ 21 w 127"/>
                <a:gd name="T93" fmla="*/ 37 h 125"/>
                <a:gd name="T94" fmla="*/ 9 w 127"/>
                <a:gd name="T95" fmla="*/ 46 h 125"/>
                <a:gd name="T96" fmla="*/ 5 w 127"/>
                <a:gd name="T97" fmla="*/ 53 h 125"/>
                <a:gd name="T98" fmla="*/ 2 w 127"/>
                <a:gd name="T99" fmla="*/ 61 h 125"/>
                <a:gd name="T100" fmla="*/ 2 w 127"/>
                <a:gd name="T101" fmla="*/ 78 h 125"/>
                <a:gd name="T102" fmla="*/ 1 w 127"/>
                <a:gd name="T103" fmla="*/ 8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7" h="125">
                  <a:moveTo>
                    <a:pt x="1" y="87"/>
                  </a:moveTo>
                  <a:cubicBezTo>
                    <a:pt x="1" y="90"/>
                    <a:pt x="0" y="92"/>
                    <a:pt x="1" y="94"/>
                  </a:cubicBezTo>
                  <a:cubicBezTo>
                    <a:pt x="3" y="100"/>
                    <a:pt x="7" y="104"/>
                    <a:pt x="12" y="108"/>
                  </a:cubicBezTo>
                  <a:cubicBezTo>
                    <a:pt x="14" y="110"/>
                    <a:pt x="17" y="112"/>
                    <a:pt x="19" y="115"/>
                  </a:cubicBezTo>
                  <a:cubicBezTo>
                    <a:pt x="20" y="116"/>
                    <a:pt x="22" y="119"/>
                    <a:pt x="24" y="120"/>
                  </a:cubicBezTo>
                  <a:cubicBezTo>
                    <a:pt x="26" y="121"/>
                    <a:pt x="28" y="122"/>
                    <a:pt x="31" y="122"/>
                  </a:cubicBezTo>
                  <a:cubicBezTo>
                    <a:pt x="34" y="122"/>
                    <a:pt x="36" y="123"/>
                    <a:pt x="39" y="123"/>
                  </a:cubicBezTo>
                  <a:cubicBezTo>
                    <a:pt x="41" y="123"/>
                    <a:pt x="42" y="122"/>
                    <a:pt x="44" y="122"/>
                  </a:cubicBezTo>
                  <a:cubicBezTo>
                    <a:pt x="45" y="122"/>
                    <a:pt x="47" y="123"/>
                    <a:pt x="4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64" y="123"/>
                    <a:pt x="70" y="125"/>
                    <a:pt x="76" y="124"/>
                  </a:cubicBezTo>
                  <a:cubicBezTo>
                    <a:pt x="78" y="124"/>
                    <a:pt x="80" y="124"/>
                    <a:pt x="81" y="123"/>
                  </a:cubicBezTo>
                  <a:cubicBezTo>
                    <a:pt x="82" y="122"/>
                    <a:pt x="83" y="121"/>
                    <a:pt x="85" y="121"/>
                  </a:cubicBezTo>
                  <a:cubicBezTo>
                    <a:pt x="88" y="119"/>
                    <a:pt x="91" y="119"/>
                    <a:pt x="94" y="119"/>
                  </a:cubicBezTo>
                  <a:cubicBezTo>
                    <a:pt x="97" y="119"/>
                    <a:pt x="100" y="119"/>
                    <a:pt x="104" y="119"/>
                  </a:cubicBezTo>
                  <a:cubicBezTo>
                    <a:pt x="107" y="119"/>
                    <a:pt x="110" y="119"/>
                    <a:pt x="113" y="118"/>
                  </a:cubicBezTo>
                  <a:cubicBezTo>
                    <a:pt x="115" y="118"/>
                    <a:pt x="118" y="117"/>
                    <a:pt x="121" y="116"/>
                  </a:cubicBezTo>
                  <a:cubicBezTo>
                    <a:pt x="123" y="114"/>
                    <a:pt x="125" y="112"/>
                    <a:pt x="126" y="110"/>
                  </a:cubicBezTo>
                  <a:cubicBezTo>
                    <a:pt x="127" y="108"/>
                    <a:pt x="127" y="105"/>
                    <a:pt x="127" y="102"/>
                  </a:cubicBezTo>
                  <a:cubicBezTo>
                    <a:pt x="126" y="99"/>
                    <a:pt x="126" y="96"/>
                    <a:pt x="125" y="93"/>
                  </a:cubicBezTo>
                  <a:cubicBezTo>
                    <a:pt x="124" y="90"/>
                    <a:pt x="121" y="88"/>
                    <a:pt x="121" y="85"/>
                  </a:cubicBezTo>
                  <a:cubicBezTo>
                    <a:pt x="121" y="81"/>
                    <a:pt x="122" y="79"/>
                    <a:pt x="124" y="76"/>
                  </a:cubicBezTo>
                  <a:cubicBezTo>
                    <a:pt x="124" y="75"/>
                    <a:pt x="125" y="73"/>
                    <a:pt x="125" y="72"/>
                  </a:cubicBezTo>
                  <a:cubicBezTo>
                    <a:pt x="125" y="71"/>
                    <a:pt x="125" y="69"/>
                    <a:pt x="125" y="68"/>
                  </a:cubicBezTo>
                  <a:cubicBezTo>
                    <a:pt x="125" y="66"/>
                    <a:pt x="125" y="65"/>
                    <a:pt x="125" y="63"/>
                  </a:cubicBezTo>
                  <a:cubicBezTo>
                    <a:pt x="125" y="62"/>
                    <a:pt x="125" y="60"/>
                    <a:pt x="125" y="59"/>
                  </a:cubicBezTo>
                  <a:cubicBezTo>
                    <a:pt x="124" y="56"/>
                    <a:pt x="124" y="53"/>
                    <a:pt x="122" y="51"/>
                  </a:cubicBezTo>
                  <a:cubicBezTo>
                    <a:pt x="120" y="48"/>
                    <a:pt x="118" y="47"/>
                    <a:pt x="116" y="45"/>
                  </a:cubicBezTo>
                  <a:cubicBezTo>
                    <a:pt x="115" y="44"/>
                    <a:pt x="113" y="43"/>
                    <a:pt x="112" y="42"/>
                  </a:cubicBezTo>
                  <a:cubicBezTo>
                    <a:pt x="111" y="40"/>
                    <a:pt x="111" y="39"/>
                    <a:pt x="111" y="37"/>
                  </a:cubicBezTo>
                  <a:cubicBezTo>
                    <a:pt x="110" y="36"/>
                    <a:pt x="109" y="35"/>
                    <a:pt x="109" y="34"/>
                  </a:cubicBezTo>
                  <a:cubicBezTo>
                    <a:pt x="108" y="33"/>
                    <a:pt x="107" y="32"/>
                    <a:pt x="107" y="30"/>
                  </a:cubicBezTo>
                  <a:cubicBezTo>
                    <a:pt x="107" y="29"/>
                    <a:pt x="107" y="27"/>
                    <a:pt x="107" y="25"/>
                  </a:cubicBezTo>
                  <a:cubicBezTo>
                    <a:pt x="106" y="24"/>
                    <a:pt x="105" y="23"/>
                    <a:pt x="105" y="22"/>
                  </a:cubicBezTo>
                  <a:cubicBezTo>
                    <a:pt x="103" y="20"/>
                    <a:pt x="102" y="18"/>
                    <a:pt x="100" y="17"/>
                  </a:cubicBezTo>
                  <a:cubicBezTo>
                    <a:pt x="99" y="16"/>
                    <a:pt x="97" y="15"/>
                    <a:pt x="96" y="14"/>
                  </a:cubicBezTo>
                  <a:cubicBezTo>
                    <a:pt x="95" y="13"/>
                    <a:pt x="94" y="12"/>
                    <a:pt x="93" y="10"/>
                  </a:cubicBezTo>
                  <a:cubicBezTo>
                    <a:pt x="93" y="9"/>
                    <a:pt x="92" y="8"/>
                    <a:pt x="91" y="7"/>
                  </a:cubicBezTo>
                  <a:cubicBezTo>
                    <a:pt x="90" y="6"/>
                    <a:pt x="89" y="5"/>
                    <a:pt x="88" y="4"/>
                  </a:cubicBezTo>
                  <a:cubicBezTo>
                    <a:pt x="86" y="3"/>
                    <a:pt x="83" y="2"/>
                    <a:pt x="80" y="1"/>
                  </a:cubicBezTo>
                  <a:cubicBezTo>
                    <a:pt x="79" y="1"/>
                    <a:pt x="77" y="1"/>
                    <a:pt x="76" y="0"/>
                  </a:cubicBezTo>
                  <a:cubicBezTo>
                    <a:pt x="75" y="0"/>
                    <a:pt x="68" y="0"/>
                    <a:pt x="65" y="1"/>
                  </a:cubicBezTo>
                  <a:cubicBezTo>
                    <a:pt x="63" y="2"/>
                    <a:pt x="61" y="4"/>
                    <a:pt x="60" y="5"/>
                  </a:cubicBezTo>
                  <a:cubicBezTo>
                    <a:pt x="57" y="7"/>
                    <a:pt x="55" y="9"/>
                    <a:pt x="52" y="10"/>
                  </a:cubicBezTo>
                  <a:cubicBezTo>
                    <a:pt x="49" y="11"/>
                    <a:pt x="47" y="12"/>
                    <a:pt x="45" y="14"/>
                  </a:cubicBezTo>
                  <a:cubicBezTo>
                    <a:pt x="40" y="17"/>
                    <a:pt x="37" y="21"/>
                    <a:pt x="34" y="25"/>
                  </a:cubicBezTo>
                  <a:cubicBezTo>
                    <a:pt x="30" y="30"/>
                    <a:pt x="25" y="33"/>
                    <a:pt x="21" y="37"/>
                  </a:cubicBezTo>
                  <a:cubicBezTo>
                    <a:pt x="16" y="40"/>
                    <a:pt x="11" y="42"/>
                    <a:pt x="9" y="46"/>
                  </a:cubicBezTo>
                  <a:cubicBezTo>
                    <a:pt x="7" y="48"/>
                    <a:pt x="6" y="51"/>
                    <a:pt x="5" y="53"/>
                  </a:cubicBezTo>
                  <a:cubicBezTo>
                    <a:pt x="4" y="56"/>
                    <a:pt x="3" y="58"/>
                    <a:pt x="2" y="61"/>
                  </a:cubicBezTo>
                  <a:cubicBezTo>
                    <a:pt x="1" y="67"/>
                    <a:pt x="2" y="73"/>
                    <a:pt x="2" y="78"/>
                  </a:cubicBezTo>
                  <a:cubicBezTo>
                    <a:pt x="2" y="81"/>
                    <a:pt x="2" y="85"/>
                    <a:pt x="1" y="8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8" name="Freeform 370">
              <a:extLst>
                <a:ext uri="{FF2B5EF4-FFF2-40B4-BE49-F238E27FC236}">
                  <a16:creationId xmlns:a16="http://schemas.microsoft.com/office/drawing/2014/main" id="{783AE8E5-9EB9-4765-ADCE-3B26DF68E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0188" y="2605088"/>
              <a:ext cx="84138" cy="190500"/>
            </a:xfrm>
            <a:custGeom>
              <a:avLst/>
              <a:gdLst>
                <a:gd name="T0" fmla="*/ 0 w 21"/>
                <a:gd name="T1" fmla="*/ 44 h 48"/>
                <a:gd name="T2" fmla="*/ 1 w 21"/>
                <a:gd name="T3" fmla="*/ 47 h 48"/>
                <a:gd name="T4" fmla="*/ 4 w 21"/>
                <a:gd name="T5" fmla="*/ 48 h 48"/>
                <a:gd name="T6" fmla="*/ 8 w 21"/>
                <a:gd name="T7" fmla="*/ 48 h 48"/>
                <a:gd name="T8" fmla="*/ 13 w 21"/>
                <a:gd name="T9" fmla="*/ 48 h 48"/>
                <a:gd name="T10" fmla="*/ 17 w 21"/>
                <a:gd name="T11" fmla="*/ 48 h 48"/>
                <a:gd name="T12" fmla="*/ 19 w 21"/>
                <a:gd name="T13" fmla="*/ 48 h 48"/>
                <a:gd name="T14" fmla="*/ 21 w 21"/>
                <a:gd name="T15" fmla="*/ 48 h 48"/>
                <a:gd name="T16" fmla="*/ 21 w 21"/>
                <a:gd name="T17" fmla="*/ 47 h 48"/>
                <a:gd name="T18" fmla="*/ 20 w 21"/>
                <a:gd name="T19" fmla="*/ 43 h 48"/>
                <a:gd name="T20" fmla="*/ 20 w 21"/>
                <a:gd name="T21" fmla="*/ 37 h 48"/>
                <a:gd name="T22" fmla="*/ 20 w 21"/>
                <a:gd name="T23" fmla="*/ 26 h 48"/>
                <a:gd name="T24" fmla="*/ 20 w 21"/>
                <a:gd name="T25" fmla="*/ 21 h 48"/>
                <a:gd name="T26" fmla="*/ 19 w 21"/>
                <a:gd name="T27" fmla="*/ 15 h 48"/>
                <a:gd name="T28" fmla="*/ 19 w 21"/>
                <a:gd name="T29" fmla="*/ 4 h 48"/>
                <a:gd name="T30" fmla="*/ 19 w 21"/>
                <a:gd name="T31" fmla="*/ 4 h 48"/>
                <a:gd name="T32" fmla="*/ 19 w 21"/>
                <a:gd name="T33" fmla="*/ 2 h 48"/>
                <a:gd name="T34" fmla="*/ 16 w 21"/>
                <a:gd name="T35" fmla="*/ 1 h 48"/>
                <a:gd name="T36" fmla="*/ 12 w 21"/>
                <a:gd name="T37" fmla="*/ 0 h 48"/>
                <a:gd name="T38" fmla="*/ 8 w 21"/>
                <a:gd name="T39" fmla="*/ 0 h 48"/>
                <a:gd name="T40" fmla="*/ 4 w 21"/>
                <a:gd name="T41" fmla="*/ 0 h 48"/>
                <a:gd name="T42" fmla="*/ 3 w 21"/>
                <a:gd name="T43" fmla="*/ 3 h 48"/>
                <a:gd name="T44" fmla="*/ 3 w 21"/>
                <a:gd name="T45" fmla="*/ 17 h 48"/>
                <a:gd name="T46" fmla="*/ 2 w 21"/>
                <a:gd name="T47" fmla="*/ 24 h 48"/>
                <a:gd name="T48" fmla="*/ 2 w 21"/>
                <a:gd name="T49" fmla="*/ 30 h 48"/>
                <a:gd name="T50" fmla="*/ 1 w 21"/>
                <a:gd name="T51" fmla="*/ 37 h 48"/>
                <a:gd name="T52" fmla="*/ 0 w 21"/>
                <a:gd name="T53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8">
                  <a:moveTo>
                    <a:pt x="0" y="44"/>
                  </a:moveTo>
                  <a:cubicBezTo>
                    <a:pt x="0" y="45"/>
                    <a:pt x="0" y="46"/>
                    <a:pt x="1" y="47"/>
                  </a:cubicBezTo>
                  <a:cubicBezTo>
                    <a:pt x="2" y="47"/>
                    <a:pt x="3" y="48"/>
                    <a:pt x="4" y="48"/>
                  </a:cubicBezTo>
                  <a:cubicBezTo>
                    <a:pt x="6" y="48"/>
                    <a:pt x="7" y="48"/>
                    <a:pt x="8" y="48"/>
                  </a:cubicBezTo>
                  <a:cubicBezTo>
                    <a:pt x="10" y="48"/>
                    <a:pt x="11" y="48"/>
                    <a:pt x="13" y="48"/>
                  </a:cubicBezTo>
                  <a:cubicBezTo>
                    <a:pt x="14" y="48"/>
                    <a:pt x="16" y="48"/>
                    <a:pt x="17" y="48"/>
                  </a:cubicBezTo>
                  <a:cubicBezTo>
                    <a:pt x="18" y="48"/>
                    <a:pt x="19" y="48"/>
                    <a:pt x="19" y="48"/>
                  </a:cubicBezTo>
                  <a:cubicBezTo>
                    <a:pt x="20" y="48"/>
                    <a:pt x="20" y="48"/>
                    <a:pt x="21" y="48"/>
                  </a:cubicBezTo>
                  <a:cubicBezTo>
                    <a:pt x="21" y="48"/>
                    <a:pt x="21" y="48"/>
                    <a:pt x="21" y="47"/>
                  </a:cubicBezTo>
                  <a:cubicBezTo>
                    <a:pt x="21" y="46"/>
                    <a:pt x="20" y="44"/>
                    <a:pt x="20" y="43"/>
                  </a:cubicBezTo>
                  <a:cubicBezTo>
                    <a:pt x="20" y="41"/>
                    <a:pt x="20" y="39"/>
                    <a:pt x="20" y="37"/>
                  </a:cubicBezTo>
                  <a:cubicBezTo>
                    <a:pt x="20" y="33"/>
                    <a:pt x="20" y="30"/>
                    <a:pt x="20" y="26"/>
                  </a:cubicBezTo>
                  <a:cubicBezTo>
                    <a:pt x="20" y="24"/>
                    <a:pt x="20" y="22"/>
                    <a:pt x="20" y="21"/>
                  </a:cubicBezTo>
                  <a:cubicBezTo>
                    <a:pt x="20" y="19"/>
                    <a:pt x="19" y="17"/>
                    <a:pt x="19" y="15"/>
                  </a:cubicBezTo>
                  <a:cubicBezTo>
                    <a:pt x="19" y="11"/>
                    <a:pt x="19" y="8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20" y="3"/>
                    <a:pt x="20" y="2"/>
                    <a:pt x="19" y="2"/>
                  </a:cubicBezTo>
                  <a:cubicBezTo>
                    <a:pt x="18" y="2"/>
                    <a:pt x="17" y="2"/>
                    <a:pt x="16" y="1"/>
                  </a:cubicBezTo>
                  <a:cubicBezTo>
                    <a:pt x="14" y="1"/>
                    <a:pt x="13" y="0"/>
                    <a:pt x="12" y="0"/>
                  </a:cubicBezTo>
                  <a:cubicBezTo>
                    <a:pt x="10" y="0"/>
                    <a:pt x="9" y="0"/>
                    <a:pt x="8" y="0"/>
                  </a:cubicBezTo>
                  <a:cubicBezTo>
                    <a:pt x="7" y="0"/>
                    <a:pt x="5" y="0"/>
                    <a:pt x="4" y="0"/>
                  </a:cubicBezTo>
                  <a:cubicBezTo>
                    <a:pt x="3" y="1"/>
                    <a:pt x="3" y="1"/>
                    <a:pt x="3" y="3"/>
                  </a:cubicBezTo>
                  <a:cubicBezTo>
                    <a:pt x="3" y="7"/>
                    <a:pt x="3" y="12"/>
                    <a:pt x="3" y="17"/>
                  </a:cubicBezTo>
                  <a:cubicBezTo>
                    <a:pt x="3" y="19"/>
                    <a:pt x="2" y="22"/>
                    <a:pt x="2" y="24"/>
                  </a:cubicBezTo>
                  <a:cubicBezTo>
                    <a:pt x="2" y="26"/>
                    <a:pt x="2" y="28"/>
                    <a:pt x="2" y="30"/>
                  </a:cubicBezTo>
                  <a:cubicBezTo>
                    <a:pt x="2" y="33"/>
                    <a:pt x="2" y="35"/>
                    <a:pt x="1" y="37"/>
                  </a:cubicBezTo>
                  <a:cubicBezTo>
                    <a:pt x="1" y="40"/>
                    <a:pt x="1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9" name="Freeform 371">
              <a:extLst>
                <a:ext uri="{FF2B5EF4-FFF2-40B4-BE49-F238E27FC236}">
                  <a16:creationId xmlns:a16="http://schemas.microsoft.com/office/drawing/2014/main" id="{B08FC050-7F48-4C93-8928-67D6EA291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0188" y="2605088"/>
              <a:ext cx="84138" cy="190500"/>
            </a:xfrm>
            <a:custGeom>
              <a:avLst/>
              <a:gdLst>
                <a:gd name="T0" fmla="*/ 0 w 21"/>
                <a:gd name="T1" fmla="*/ 44 h 48"/>
                <a:gd name="T2" fmla="*/ 1 w 21"/>
                <a:gd name="T3" fmla="*/ 47 h 48"/>
                <a:gd name="T4" fmla="*/ 4 w 21"/>
                <a:gd name="T5" fmla="*/ 48 h 48"/>
                <a:gd name="T6" fmla="*/ 8 w 21"/>
                <a:gd name="T7" fmla="*/ 48 h 48"/>
                <a:gd name="T8" fmla="*/ 13 w 21"/>
                <a:gd name="T9" fmla="*/ 48 h 48"/>
                <a:gd name="T10" fmla="*/ 17 w 21"/>
                <a:gd name="T11" fmla="*/ 48 h 48"/>
                <a:gd name="T12" fmla="*/ 19 w 21"/>
                <a:gd name="T13" fmla="*/ 48 h 48"/>
                <a:gd name="T14" fmla="*/ 21 w 21"/>
                <a:gd name="T15" fmla="*/ 48 h 48"/>
                <a:gd name="T16" fmla="*/ 21 w 21"/>
                <a:gd name="T17" fmla="*/ 47 h 48"/>
                <a:gd name="T18" fmla="*/ 20 w 21"/>
                <a:gd name="T19" fmla="*/ 43 h 48"/>
                <a:gd name="T20" fmla="*/ 20 w 21"/>
                <a:gd name="T21" fmla="*/ 37 h 48"/>
                <a:gd name="T22" fmla="*/ 20 w 21"/>
                <a:gd name="T23" fmla="*/ 26 h 48"/>
                <a:gd name="T24" fmla="*/ 20 w 21"/>
                <a:gd name="T25" fmla="*/ 21 h 48"/>
                <a:gd name="T26" fmla="*/ 19 w 21"/>
                <a:gd name="T27" fmla="*/ 15 h 48"/>
                <a:gd name="T28" fmla="*/ 19 w 21"/>
                <a:gd name="T29" fmla="*/ 4 h 48"/>
                <a:gd name="T30" fmla="*/ 19 w 21"/>
                <a:gd name="T31" fmla="*/ 4 h 48"/>
                <a:gd name="T32" fmla="*/ 19 w 21"/>
                <a:gd name="T33" fmla="*/ 2 h 48"/>
                <a:gd name="T34" fmla="*/ 16 w 21"/>
                <a:gd name="T35" fmla="*/ 1 h 48"/>
                <a:gd name="T36" fmla="*/ 12 w 21"/>
                <a:gd name="T37" fmla="*/ 0 h 48"/>
                <a:gd name="T38" fmla="*/ 8 w 21"/>
                <a:gd name="T39" fmla="*/ 0 h 48"/>
                <a:gd name="T40" fmla="*/ 4 w 21"/>
                <a:gd name="T41" fmla="*/ 0 h 48"/>
                <a:gd name="T42" fmla="*/ 3 w 21"/>
                <a:gd name="T43" fmla="*/ 3 h 48"/>
                <a:gd name="T44" fmla="*/ 3 w 21"/>
                <a:gd name="T45" fmla="*/ 17 h 48"/>
                <a:gd name="T46" fmla="*/ 2 w 21"/>
                <a:gd name="T47" fmla="*/ 24 h 48"/>
                <a:gd name="T48" fmla="*/ 2 w 21"/>
                <a:gd name="T49" fmla="*/ 30 h 48"/>
                <a:gd name="T50" fmla="*/ 1 w 21"/>
                <a:gd name="T51" fmla="*/ 37 h 48"/>
                <a:gd name="T52" fmla="*/ 0 w 21"/>
                <a:gd name="T53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8">
                  <a:moveTo>
                    <a:pt x="0" y="44"/>
                  </a:moveTo>
                  <a:cubicBezTo>
                    <a:pt x="0" y="45"/>
                    <a:pt x="0" y="46"/>
                    <a:pt x="1" y="47"/>
                  </a:cubicBezTo>
                  <a:cubicBezTo>
                    <a:pt x="2" y="47"/>
                    <a:pt x="3" y="48"/>
                    <a:pt x="4" y="48"/>
                  </a:cubicBezTo>
                  <a:cubicBezTo>
                    <a:pt x="6" y="48"/>
                    <a:pt x="7" y="48"/>
                    <a:pt x="8" y="48"/>
                  </a:cubicBezTo>
                  <a:cubicBezTo>
                    <a:pt x="10" y="48"/>
                    <a:pt x="11" y="48"/>
                    <a:pt x="13" y="48"/>
                  </a:cubicBezTo>
                  <a:cubicBezTo>
                    <a:pt x="14" y="48"/>
                    <a:pt x="16" y="48"/>
                    <a:pt x="17" y="48"/>
                  </a:cubicBezTo>
                  <a:cubicBezTo>
                    <a:pt x="18" y="48"/>
                    <a:pt x="19" y="48"/>
                    <a:pt x="19" y="48"/>
                  </a:cubicBezTo>
                  <a:cubicBezTo>
                    <a:pt x="20" y="48"/>
                    <a:pt x="20" y="48"/>
                    <a:pt x="21" y="48"/>
                  </a:cubicBezTo>
                  <a:cubicBezTo>
                    <a:pt x="21" y="48"/>
                    <a:pt x="21" y="48"/>
                    <a:pt x="21" y="47"/>
                  </a:cubicBezTo>
                  <a:cubicBezTo>
                    <a:pt x="21" y="46"/>
                    <a:pt x="20" y="44"/>
                    <a:pt x="20" y="43"/>
                  </a:cubicBezTo>
                  <a:cubicBezTo>
                    <a:pt x="20" y="41"/>
                    <a:pt x="20" y="39"/>
                    <a:pt x="20" y="37"/>
                  </a:cubicBezTo>
                  <a:cubicBezTo>
                    <a:pt x="20" y="33"/>
                    <a:pt x="20" y="30"/>
                    <a:pt x="20" y="26"/>
                  </a:cubicBezTo>
                  <a:cubicBezTo>
                    <a:pt x="20" y="24"/>
                    <a:pt x="20" y="22"/>
                    <a:pt x="20" y="21"/>
                  </a:cubicBezTo>
                  <a:cubicBezTo>
                    <a:pt x="20" y="19"/>
                    <a:pt x="19" y="17"/>
                    <a:pt x="19" y="15"/>
                  </a:cubicBezTo>
                  <a:cubicBezTo>
                    <a:pt x="19" y="11"/>
                    <a:pt x="19" y="8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20" y="3"/>
                    <a:pt x="20" y="2"/>
                    <a:pt x="19" y="2"/>
                  </a:cubicBezTo>
                  <a:cubicBezTo>
                    <a:pt x="18" y="2"/>
                    <a:pt x="17" y="2"/>
                    <a:pt x="16" y="1"/>
                  </a:cubicBezTo>
                  <a:cubicBezTo>
                    <a:pt x="14" y="1"/>
                    <a:pt x="13" y="0"/>
                    <a:pt x="12" y="0"/>
                  </a:cubicBezTo>
                  <a:cubicBezTo>
                    <a:pt x="10" y="0"/>
                    <a:pt x="9" y="0"/>
                    <a:pt x="8" y="0"/>
                  </a:cubicBezTo>
                  <a:cubicBezTo>
                    <a:pt x="7" y="0"/>
                    <a:pt x="5" y="0"/>
                    <a:pt x="4" y="0"/>
                  </a:cubicBezTo>
                  <a:cubicBezTo>
                    <a:pt x="3" y="1"/>
                    <a:pt x="3" y="1"/>
                    <a:pt x="3" y="3"/>
                  </a:cubicBezTo>
                  <a:cubicBezTo>
                    <a:pt x="3" y="7"/>
                    <a:pt x="3" y="12"/>
                    <a:pt x="3" y="17"/>
                  </a:cubicBezTo>
                  <a:cubicBezTo>
                    <a:pt x="3" y="19"/>
                    <a:pt x="2" y="22"/>
                    <a:pt x="2" y="24"/>
                  </a:cubicBezTo>
                  <a:cubicBezTo>
                    <a:pt x="2" y="26"/>
                    <a:pt x="2" y="28"/>
                    <a:pt x="2" y="30"/>
                  </a:cubicBezTo>
                  <a:cubicBezTo>
                    <a:pt x="2" y="33"/>
                    <a:pt x="2" y="35"/>
                    <a:pt x="1" y="37"/>
                  </a:cubicBezTo>
                  <a:cubicBezTo>
                    <a:pt x="1" y="40"/>
                    <a:pt x="1" y="42"/>
                    <a:pt x="0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0" name="Freeform 372">
              <a:extLst>
                <a:ext uri="{FF2B5EF4-FFF2-40B4-BE49-F238E27FC236}">
                  <a16:creationId xmlns:a16="http://schemas.microsoft.com/office/drawing/2014/main" id="{94864B94-0617-4451-89B7-B47DBCC14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5876" y="2152650"/>
              <a:ext cx="501650" cy="500063"/>
            </a:xfrm>
            <a:custGeom>
              <a:avLst/>
              <a:gdLst>
                <a:gd name="T0" fmla="*/ 1 w 126"/>
                <a:gd name="T1" fmla="*/ 88 h 126"/>
                <a:gd name="T2" fmla="*/ 1 w 126"/>
                <a:gd name="T3" fmla="*/ 95 h 126"/>
                <a:gd name="T4" fmla="*/ 11 w 126"/>
                <a:gd name="T5" fmla="*/ 108 h 126"/>
                <a:gd name="T6" fmla="*/ 18 w 126"/>
                <a:gd name="T7" fmla="*/ 115 h 126"/>
                <a:gd name="T8" fmla="*/ 23 w 126"/>
                <a:gd name="T9" fmla="*/ 120 h 126"/>
                <a:gd name="T10" fmla="*/ 30 w 126"/>
                <a:gd name="T11" fmla="*/ 123 h 126"/>
                <a:gd name="T12" fmla="*/ 38 w 126"/>
                <a:gd name="T13" fmla="*/ 124 h 126"/>
                <a:gd name="T14" fmla="*/ 44 w 126"/>
                <a:gd name="T15" fmla="*/ 123 h 126"/>
                <a:gd name="T16" fmla="*/ 48 w 126"/>
                <a:gd name="T17" fmla="*/ 123 h 126"/>
                <a:gd name="T18" fmla="*/ 57 w 126"/>
                <a:gd name="T19" fmla="*/ 123 h 126"/>
                <a:gd name="T20" fmla="*/ 76 w 126"/>
                <a:gd name="T21" fmla="*/ 125 h 126"/>
                <a:gd name="T22" fmla="*/ 80 w 126"/>
                <a:gd name="T23" fmla="*/ 124 h 126"/>
                <a:gd name="T24" fmla="*/ 84 w 126"/>
                <a:gd name="T25" fmla="*/ 121 h 126"/>
                <a:gd name="T26" fmla="*/ 93 w 126"/>
                <a:gd name="T27" fmla="*/ 119 h 126"/>
                <a:gd name="T28" fmla="*/ 103 w 126"/>
                <a:gd name="T29" fmla="*/ 119 h 126"/>
                <a:gd name="T30" fmla="*/ 112 w 126"/>
                <a:gd name="T31" fmla="*/ 119 h 126"/>
                <a:gd name="T32" fmla="*/ 121 w 126"/>
                <a:gd name="T33" fmla="*/ 116 h 126"/>
                <a:gd name="T34" fmla="*/ 125 w 126"/>
                <a:gd name="T35" fmla="*/ 111 h 126"/>
                <a:gd name="T36" fmla="*/ 126 w 126"/>
                <a:gd name="T37" fmla="*/ 102 h 126"/>
                <a:gd name="T38" fmla="*/ 124 w 126"/>
                <a:gd name="T39" fmla="*/ 94 h 126"/>
                <a:gd name="T40" fmla="*/ 121 w 126"/>
                <a:gd name="T41" fmla="*/ 85 h 126"/>
                <a:gd name="T42" fmla="*/ 123 w 126"/>
                <a:gd name="T43" fmla="*/ 77 h 126"/>
                <a:gd name="T44" fmla="*/ 125 w 126"/>
                <a:gd name="T45" fmla="*/ 73 h 126"/>
                <a:gd name="T46" fmla="*/ 125 w 126"/>
                <a:gd name="T47" fmla="*/ 68 h 126"/>
                <a:gd name="T48" fmla="*/ 124 w 126"/>
                <a:gd name="T49" fmla="*/ 64 h 126"/>
                <a:gd name="T50" fmla="*/ 125 w 126"/>
                <a:gd name="T51" fmla="*/ 60 h 126"/>
                <a:gd name="T52" fmla="*/ 121 w 126"/>
                <a:gd name="T53" fmla="*/ 51 h 126"/>
                <a:gd name="T54" fmla="*/ 115 w 126"/>
                <a:gd name="T55" fmla="*/ 46 h 126"/>
                <a:gd name="T56" fmla="*/ 112 w 126"/>
                <a:gd name="T57" fmla="*/ 42 h 126"/>
                <a:gd name="T58" fmla="*/ 110 w 126"/>
                <a:gd name="T59" fmla="*/ 37 h 126"/>
                <a:gd name="T60" fmla="*/ 108 w 126"/>
                <a:gd name="T61" fmla="*/ 34 h 126"/>
                <a:gd name="T62" fmla="*/ 107 w 126"/>
                <a:gd name="T63" fmla="*/ 31 h 126"/>
                <a:gd name="T64" fmla="*/ 106 w 126"/>
                <a:gd name="T65" fmla="*/ 26 h 126"/>
                <a:gd name="T66" fmla="*/ 104 w 126"/>
                <a:gd name="T67" fmla="*/ 23 h 126"/>
                <a:gd name="T68" fmla="*/ 99 w 126"/>
                <a:gd name="T69" fmla="*/ 17 h 126"/>
                <a:gd name="T70" fmla="*/ 96 w 126"/>
                <a:gd name="T71" fmla="*/ 14 h 126"/>
                <a:gd name="T72" fmla="*/ 93 w 126"/>
                <a:gd name="T73" fmla="*/ 11 h 126"/>
                <a:gd name="T74" fmla="*/ 90 w 126"/>
                <a:gd name="T75" fmla="*/ 8 h 126"/>
                <a:gd name="T76" fmla="*/ 88 w 126"/>
                <a:gd name="T77" fmla="*/ 5 h 126"/>
                <a:gd name="T78" fmla="*/ 80 w 126"/>
                <a:gd name="T79" fmla="*/ 2 h 126"/>
                <a:gd name="T80" fmla="*/ 75 w 126"/>
                <a:gd name="T81" fmla="*/ 1 h 126"/>
                <a:gd name="T82" fmla="*/ 65 w 126"/>
                <a:gd name="T83" fmla="*/ 2 h 126"/>
                <a:gd name="T84" fmla="*/ 59 w 126"/>
                <a:gd name="T85" fmla="*/ 6 h 126"/>
                <a:gd name="T86" fmla="*/ 51 w 126"/>
                <a:gd name="T87" fmla="*/ 11 h 126"/>
                <a:gd name="T88" fmla="*/ 44 w 126"/>
                <a:gd name="T89" fmla="*/ 14 h 126"/>
                <a:gd name="T90" fmla="*/ 33 w 126"/>
                <a:gd name="T91" fmla="*/ 25 h 126"/>
                <a:gd name="T92" fmla="*/ 20 w 126"/>
                <a:gd name="T93" fmla="*/ 37 h 126"/>
                <a:gd name="T94" fmla="*/ 8 w 126"/>
                <a:gd name="T95" fmla="*/ 46 h 126"/>
                <a:gd name="T96" fmla="*/ 5 w 126"/>
                <a:gd name="T97" fmla="*/ 54 h 126"/>
                <a:gd name="T98" fmla="*/ 2 w 126"/>
                <a:gd name="T99" fmla="*/ 62 h 126"/>
                <a:gd name="T100" fmla="*/ 2 w 126"/>
                <a:gd name="T101" fmla="*/ 79 h 126"/>
                <a:gd name="T102" fmla="*/ 1 w 126"/>
                <a:gd name="T103" fmla="*/ 8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6">
                  <a:moveTo>
                    <a:pt x="1" y="88"/>
                  </a:moveTo>
                  <a:cubicBezTo>
                    <a:pt x="0" y="90"/>
                    <a:pt x="0" y="93"/>
                    <a:pt x="1" y="95"/>
                  </a:cubicBezTo>
                  <a:cubicBezTo>
                    <a:pt x="3" y="101"/>
                    <a:pt x="7" y="105"/>
                    <a:pt x="11" y="108"/>
                  </a:cubicBezTo>
                  <a:cubicBezTo>
                    <a:pt x="14" y="110"/>
                    <a:pt x="17" y="113"/>
                    <a:pt x="18" y="115"/>
                  </a:cubicBezTo>
                  <a:cubicBezTo>
                    <a:pt x="20" y="117"/>
                    <a:pt x="21" y="119"/>
                    <a:pt x="23" y="120"/>
                  </a:cubicBezTo>
                  <a:cubicBezTo>
                    <a:pt x="26" y="121"/>
                    <a:pt x="28" y="123"/>
                    <a:pt x="30" y="123"/>
                  </a:cubicBezTo>
                  <a:cubicBezTo>
                    <a:pt x="33" y="123"/>
                    <a:pt x="36" y="124"/>
                    <a:pt x="38" y="124"/>
                  </a:cubicBezTo>
                  <a:cubicBezTo>
                    <a:pt x="40" y="123"/>
                    <a:pt x="42" y="123"/>
                    <a:pt x="44" y="123"/>
                  </a:cubicBezTo>
                  <a:cubicBezTo>
                    <a:pt x="45" y="123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70" y="126"/>
                    <a:pt x="76" y="125"/>
                  </a:cubicBezTo>
                  <a:cubicBezTo>
                    <a:pt x="78" y="125"/>
                    <a:pt x="79" y="124"/>
                    <a:pt x="80" y="124"/>
                  </a:cubicBezTo>
                  <a:cubicBezTo>
                    <a:pt x="82" y="123"/>
                    <a:pt x="83" y="122"/>
                    <a:pt x="84" y="121"/>
                  </a:cubicBezTo>
                  <a:cubicBezTo>
                    <a:pt x="87" y="120"/>
                    <a:pt x="90" y="119"/>
                    <a:pt x="93" y="119"/>
                  </a:cubicBezTo>
                  <a:cubicBezTo>
                    <a:pt x="97" y="119"/>
                    <a:pt x="100" y="119"/>
                    <a:pt x="103" y="119"/>
                  </a:cubicBezTo>
                  <a:cubicBezTo>
                    <a:pt x="106" y="119"/>
                    <a:pt x="109" y="120"/>
                    <a:pt x="112" y="119"/>
                  </a:cubicBezTo>
                  <a:cubicBezTo>
                    <a:pt x="115" y="118"/>
                    <a:pt x="118" y="117"/>
                    <a:pt x="121" y="116"/>
                  </a:cubicBezTo>
                  <a:cubicBezTo>
                    <a:pt x="123" y="115"/>
                    <a:pt x="124" y="113"/>
                    <a:pt x="125" y="111"/>
                  </a:cubicBezTo>
                  <a:cubicBezTo>
                    <a:pt x="126" y="108"/>
                    <a:pt x="126" y="105"/>
                    <a:pt x="126" y="102"/>
                  </a:cubicBezTo>
                  <a:cubicBezTo>
                    <a:pt x="126" y="99"/>
                    <a:pt x="125" y="97"/>
                    <a:pt x="124" y="94"/>
                  </a:cubicBezTo>
                  <a:cubicBezTo>
                    <a:pt x="123" y="91"/>
                    <a:pt x="121" y="89"/>
                    <a:pt x="121" y="85"/>
                  </a:cubicBezTo>
                  <a:cubicBezTo>
                    <a:pt x="121" y="82"/>
                    <a:pt x="122" y="79"/>
                    <a:pt x="123" y="77"/>
                  </a:cubicBezTo>
                  <a:cubicBezTo>
                    <a:pt x="124" y="75"/>
                    <a:pt x="124" y="74"/>
                    <a:pt x="125" y="73"/>
                  </a:cubicBezTo>
                  <a:cubicBezTo>
                    <a:pt x="125" y="71"/>
                    <a:pt x="125" y="70"/>
                    <a:pt x="125" y="68"/>
                  </a:cubicBezTo>
                  <a:cubicBezTo>
                    <a:pt x="124" y="67"/>
                    <a:pt x="124" y="65"/>
                    <a:pt x="124" y="64"/>
                  </a:cubicBezTo>
                  <a:cubicBezTo>
                    <a:pt x="124" y="63"/>
                    <a:pt x="125" y="61"/>
                    <a:pt x="125" y="60"/>
                  </a:cubicBezTo>
                  <a:cubicBezTo>
                    <a:pt x="124" y="57"/>
                    <a:pt x="123" y="54"/>
                    <a:pt x="121" y="51"/>
                  </a:cubicBezTo>
                  <a:cubicBezTo>
                    <a:pt x="120" y="49"/>
                    <a:pt x="118" y="47"/>
                    <a:pt x="115" y="46"/>
                  </a:cubicBezTo>
                  <a:cubicBezTo>
                    <a:pt x="114" y="45"/>
                    <a:pt x="113" y="44"/>
                    <a:pt x="112" y="42"/>
                  </a:cubicBezTo>
                  <a:cubicBezTo>
                    <a:pt x="110" y="41"/>
                    <a:pt x="111" y="39"/>
                    <a:pt x="110" y="37"/>
                  </a:cubicBezTo>
                  <a:cubicBezTo>
                    <a:pt x="110" y="36"/>
                    <a:pt x="109" y="35"/>
                    <a:pt x="108" y="34"/>
                  </a:cubicBezTo>
                  <a:cubicBezTo>
                    <a:pt x="108" y="33"/>
                    <a:pt x="107" y="32"/>
                    <a:pt x="107" y="31"/>
                  </a:cubicBezTo>
                  <a:cubicBezTo>
                    <a:pt x="106" y="29"/>
                    <a:pt x="107" y="28"/>
                    <a:pt x="106" y="26"/>
                  </a:cubicBezTo>
                  <a:cubicBezTo>
                    <a:pt x="106" y="25"/>
                    <a:pt x="105" y="24"/>
                    <a:pt x="104" y="23"/>
                  </a:cubicBezTo>
                  <a:cubicBezTo>
                    <a:pt x="103" y="21"/>
                    <a:pt x="102" y="19"/>
                    <a:pt x="99" y="17"/>
                  </a:cubicBezTo>
                  <a:cubicBezTo>
                    <a:pt x="98" y="16"/>
                    <a:pt x="97" y="15"/>
                    <a:pt x="96" y="14"/>
                  </a:cubicBezTo>
                  <a:cubicBezTo>
                    <a:pt x="95" y="13"/>
                    <a:pt x="94" y="12"/>
                    <a:pt x="93" y="11"/>
                  </a:cubicBezTo>
                  <a:cubicBezTo>
                    <a:pt x="92" y="10"/>
                    <a:pt x="91" y="9"/>
                    <a:pt x="90" y="8"/>
                  </a:cubicBezTo>
                  <a:cubicBezTo>
                    <a:pt x="90" y="7"/>
                    <a:pt x="89" y="5"/>
                    <a:pt x="88" y="5"/>
                  </a:cubicBezTo>
                  <a:cubicBezTo>
                    <a:pt x="85" y="3"/>
                    <a:pt x="83" y="3"/>
                    <a:pt x="80" y="2"/>
                  </a:cubicBezTo>
                  <a:cubicBezTo>
                    <a:pt x="78" y="2"/>
                    <a:pt x="77" y="1"/>
                    <a:pt x="75" y="1"/>
                  </a:cubicBezTo>
                  <a:cubicBezTo>
                    <a:pt x="75" y="0"/>
                    <a:pt x="67" y="0"/>
                    <a:pt x="65" y="2"/>
                  </a:cubicBezTo>
                  <a:cubicBezTo>
                    <a:pt x="63" y="3"/>
                    <a:pt x="61" y="4"/>
                    <a:pt x="59" y="6"/>
                  </a:cubicBezTo>
                  <a:cubicBezTo>
                    <a:pt x="57" y="8"/>
                    <a:pt x="54" y="9"/>
                    <a:pt x="51" y="11"/>
                  </a:cubicBezTo>
                  <a:cubicBezTo>
                    <a:pt x="49" y="12"/>
                    <a:pt x="46" y="13"/>
                    <a:pt x="44" y="14"/>
                  </a:cubicBezTo>
                  <a:cubicBezTo>
                    <a:pt x="40" y="17"/>
                    <a:pt x="36" y="21"/>
                    <a:pt x="33" y="25"/>
                  </a:cubicBezTo>
                  <a:cubicBezTo>
                    <a:pt x="30" y="30"/>
                    <a:pt x="25" y="34"/>
                    <a:pt x="20" y="37"/>
                  </a:cubicBezTo>
                  <a:cubicBezTo>
                    <a:pt x="16" y="40"/>
                    <a:pt x="11" y="42"/>
                    <a:pt x="8" y="46"/>
                  </a:cubicBezTo>
                  <a:cubicBezTo>
                    <a:pt x="7" y="49"/>
                    <a:pt x="6" y="51"/>
                    <a:pt x="5" y="54"/>
                  </a:cubicBezTo>
                  <a:cubicBezTo>
                    <a:pt x="4" y="57"/>
                    <a:pt x="3" y="59"/>
                    <a:pt x="2" y="62"/>
                  </a:cubicBezTo>
                  <a:cubicBezTo>
                    <a:pt x="1" y="67"/>
                    <a:pt x="1" y="73"/>
                    <a:pt x="2" y="79"/>
                  </a:cubicBezTo>
                  <a:cubicBezTo>
                    <a:pt x="2" y="82"/>
                    <a:pt x="2" y="85"/>
                    <a:pt x="1" y="8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1" name="Freeform 373">
              <a:extLst>
                <a:ext uri="{FF2B5EF4-FFF2-40B4-BE49-F238E27FC236}">
                  <a16:creationId xmlns:a16="http://schemas.microsoft.com/office/drawing/2014/main" id="{08AA5583-E05D-4B0B-BF62-F4CAACA69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5876" y="2152650"/>
              <a:ext cx="501650" cy="500063"/>
            </a:xfrm>
            <a:custGeom>
              <a:avLst/>
              <a:gdLst>
                <a:gd name="T0" fmla="*/ 1 w 126"/>
                <a:gd name="T1" fmla="*/ 88 h 126"/>
                <a:gd name="T2" fmla="*/ 1 w 126"/>
                <a:gd name="T3" fmla="*/ 95 h 126"/>
                <a:gd name="T4" fmla="*/ 11 w 126"/>
                <a:gd name="T5" fmla="*/ 108 h 126"/>
                <a:gd name="T6" fmla="*/ 18 w 126"/>
                <a:gd name="T7" fmla="*/ 115 h 126"/>
                <a:gd name="T8" fmla="*/ 23 w 126"/>
                <a:gd name="T9" fmla="*/ 120 h 126"/>
                <a:gd name="T10" fmla="*/ 30 w 126"/>
                <a:gd name="T11" fmla="*/ 123 h 126"/>
                <a:gd name="T12" fmla="*/ 38 w 126"/>
                <a:gd name="T13" fmla="*/ 124 h 126"/>
                <a:gd name="T14" fmla="*/ 44 w 126"/>
                <a:gd name="T15" fmla="*/ 123 h 126"/>
                <a:gd name="T16" fmla="*/ 48 w 126"/>
                <a:gd name="T17" fmla="*/ 123 h 126"/>
                <a:gd name="T18" fmla="*/ 57 w 126"/>
                <a:gd name="T19" fmla="*/ 123 h 126"/>
                <a:gd name="T20" fmla="*/ 76 w 126"/>
                <a:gd name="T21" fmla="*/ 125 h 126"/>
                <a:gd name="T22" fmla="*/ 80 w 126"/>
                <a:gd name="T23" fmla="*/ 124 h 126"/>
                <a:gd name="T24" fmla="*/ 84 w 126"/>
                <a:gd name="T25" fmla="*/ 121 h 126"/>
                <a:gd name="T26" fmla="*/ 93 w 126"/>
                <a:gd name="T27" fmla="*/ 119 h 126"/>
                <a:gd name="T28" fmla="*/ 103 w 126"/>
                <a:gd name="T29" fmla="*/ 119 h 126"/>
                <a:gd name="T30" fmla="*/ 112 w 126"/>
                <a:gd name="T31" fmla="*/ 119 h 126"/>
                <a:gd name="T32" fmla="*/ 121 w 126"/>
                <a:gd name="T33" fmla="*/ 116 h 126"/>
                <a:gd name="T34" fmla="*/ 125 w 126"/>
                <a:gd name="T35" fmla="*/ 111 h 126"/>
                <a:gd name="T36" fmla="*/ 126 w 126"/>
                <a:gd name="T37" fmla="*/ 102 h 126"/>
                <a:gd name="T38" fmla="*/ 124 w 126"/>
                <a:gd name="T39" fmla="*/ 94 h 126"/>
                <a:gd name="T40" fmla="*/ 121 w 126"/>
                <a:gd name="T41" fmla="*/ 85 h 126"/>
                <a:gd name="T42" fmla="*/ 123 w 126"/>
                <a:gd name="T43" fmla="*/ 77 h 126"/>
                <a:gd name="T44" fmla="*/ 125 w 126"/>
                <a:gd name="T45" fmla="*/ 73 h 126"/>
                <a:gd name="T46" fmla="*/ 125 w 126"/>
                <a:gd name="T47" fmla="*/ 68 h 126"/>
                <a:gd name="T48" fmla="*/ 124 w 126"/>
                <a:gd name="T49" fmla="*/ 64 h 126"/>
                <a:gd name="T50" fmla="*/ 125 w 126"/>
                <a:gd name="T51" fmla="*/ 60 h 126"/>
                <a:gd name="T52" fmla="*/ 121 w 126"/>
                <a:gd name="T53" fmla="*/ 51 h 126"/>
                <a:gd name="T54" fmla="*/ 115 w 126"/>
                <a:gd name="T55" fmla="*/ 46 h 126"/>
                <a:gd name="T56" fmla="*/ 112 w 126"/>
                <a:gd name="T57" fmla="*/ 42 h 126"/>
                <a:gd name="T58" fmla="*/ 110 w 126"/>
                <a:gd name="T59" fmla="*/ 37 h 126"/>
                <a:gd name="T60" fmla="*/ 108 w 126"/>
                <a:gd name="T61" fmla="*/ 34 h 126"/>
                <a:gd name="T62" fmla="*/ 107 w 126"/>
                <a:gd name="T63" fmla="*/ 31 h 126"/>
                <a:gd name="T64" fmla="*/ 106 w 126"/>
                <a:gd name="T65" fmla="*/ 26 h 126"/>
                <a:gd name="T66" fmla="*/ 104 w 126"/>
                <a:gd name="T67" fmla="*/ 23 h 126"/>
                <a:gd name="T68" fmla="*/ 99 w 126"/>
                <a:gd name="T69" fmla="*/ 17 h 126"/>
                <a:gd name="T70" fmla="*/ 96 w 126"/>
                <a:gd name="T71" fmla="*/ 14 h 126"/>
                <a:gd name="T72" fmla="*/ 93 w 126"/>
                <a:gd name="T73" fmla="*/ 11 h 126"/>
                <a:gd name="T74" fmla="*/ 90 w 126"/>
                <a:gd name="T75" fmla="*/ 8 h 126"/>
                <a:gd name="T76" fmla="*/ 88 w 126"/>
                <a:gd name="T77" fmla="*/ 5 h 126"/>
                <a:gd name="T78" fmla="*/ 80 w 126"/>
                <a:gd name="T79" fmla="*/ 2 h 126"/>
                <a:gd name="T80" fmla="*/ 75 w 126"/>
                <a:gd name="T81" fmla="*/ 1 h 126"/>
                <a:gd name="T82" fmla="*/ 65 w 126"/>
                <a:gd name="T83" fmla="*/ 2 h 126"/>
                <a:gd name="T84" fmla="*/ 59 w 126"/>
                <a:gd name="T85" fmla="*/ 6 h 126"/>
                <a:gd name="T86" fmla="*/ 51 w 126"/>
                <a:gd name="T87" fmla="*/ 11 h 126"/>
                <a:gd name="T88" fmla="*/ 44 w 126"/>
                <a:gd name="T89" fmla="*/ 14 h 126"/>
                <a:gd name="T90" fmla="*/ 33 w 126"/>
                <a:gd name="T91" fmla="*/ 25 h 126"/>
                <a:gd name="T92" fmla="*/ 20 w 126"/>
                <a:gd name="T93" fmla="*/ 37 h 126"/>
                <a:gd name="T94" fmla="*/ 8 w 126"/>
                <a:gd name="T95" fmla="*/ 46 h 126"/>
                <a:gd name="T96" fmla="*/ 5 w 126"/>
                <a:gd name="T97" fmla="*/ 54 h 126"/>
                <a:gd name="T98" fmla="*/ 2 w 126"/>
                <a:gd name="T99" fmla="*/ 62 h 126"/>
                <a:gd name="T100" fmla="*/ 2 w 126"/>
                <a:gd name="T101" fmla="*/ 79 h 126"/>
                <a:gd name="T102" fmla="*/ 1 w 126"/>
                <a:gd name="T103" fmla="*/ 8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6" h="126">
                  <a:moveTo>
                    <a:pt x="1" y="88"/>
                  </a:moveTo>
                  <a:cubicBezTo>
                    <a:pt x="0" y="90"/>
                    <a:pt x="0" y="93"/>
                    <a:pt x="1" y="95"/>
                  </a:cubicBezTo>
                  <a:cubicBezTo>
                    <a:pt x="3" y="101"/>
                    <a:pt x="7" y="105"/>
                    <a:pt x="11" y="108"/>
                  </a:cubicBezTo>
                  <a:cubicBezTo>
                    <a:pt x="14" y="110"/>
                    <a:pt x="17" y="113"/>
                    <a:pt x="18" y="115"/>
                  </a:cubicBezTo>
                  <a:cubicBezTo>
                    <a:pt x="20" y="117"/>
                    <a:pt x="21" y="119"/>
                    <a:pt x="23" y="120"/>
                  </a:cubicBezTo>
                  <a:cubicBezTo>
                    <a:pt x="26" y="121"/>
                    <a:pt x="28" y="123"/>
                    <a:pt x="30" y="123"/>
                  </a:cubicBezTo>
                  <a:cubicBezTo>
                    <a:pt x="33" y="123"/>
                    <a:pt x="36" y="124"/>
                    <a:pt x="38" y="124"/>
                  </a:cubicBezTo>
                  <a:cubicBezTo>
                    <a:pt x="40" y="123"/>
                    <a:pt x="42" y="123"/>
                    <a:pt x="44" y="123"/>
                  </a:cubicBezTo>
                  <a:cubicBezTo>
                    <a:pt x="45" y="123"/>
                    <a:pt x="46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3" y="123"/>
                    <a:pt x="70" y="126"/>
                    <a:pt x="76" y="125"/>
                  </a:cubicBezTo>
                  <a:cubicBezTo>
                    <a:pt x="78" y="125"/>
                    <a:pt x="79" y="124"/>
                    <a:pt x="80" y="124"/>
                  </a:cubicBezTo>
                  <a:cubicBezTo>
                    <a:pt x="82" y="123"/>
                    <a:pt x="83" y="122"/>
                    <a:pt x="84" y="121"/>
                  </a:cubicBezTo>
                  <a:cubicBezTo>
                    <a:pt x="87" y="120"/>
                    <a:pt x="90" y="119"/>
                    <a:pt x="93" y="119"/>
                  </a:cubicBezTo>
                  <a:cubicBezTo>
                    <a:pt x="97" y="119"/>
                    <a:pt x="100" y="119"/>
                    <a:pt x="103" y="119"/>
                  </a:cubicBezTo>
                  <a:cubicBezTo>
                    <a:pt x="106" y="119"/>
                    <a:pt x="109" y="120"/>
                    <a:pt x="112" y="119"/>
                  </a:cubicBezTo>
                  <a:cubicBezTo>
                    <a:pt x="115" y="118"/>
                    <a:pt x="118" y="117"/>
                    <a:pt x="121" y="116"/>
                  </a:cubicBezTo>
                  <a:cubicBezTo>
                    <a:pt x="123" y="115"/>
                    <a:pt x="124" y="113"/>
                    <a:pt x="125" y="111"/>
                  </a:cubicBezTo>
                  <a:cubicBezTo>
                    <a:pt x="126" y="108"/>
                    <a:pt x="126" y="105"/>
                    <a:pt x="126" y="102"/>
                  </a:cubicBezTo>
                  <a:cubicBezTo>
                    <a:pt x="126" y="99"/>
                    <a:pt x="125" y="97"/>
                    <a:pt x="124" y="94"/>
                  </a:cubicBezTo>
                  <a:cubicBezTo>
                    <a:pt x="123" y="91"/>
                    <a:pt x="121" y="89"/>
                    <a:pt x="121" y="85"/>
                  </a:cubicBezTo>
                  <a:cubicBezTo>
                    <a:pt x="121" y="82"/>
                    <a:pt x="122" y="79"/>
                    <a:pt x="123" y="77"/>
                  </a:cubicBezTo>
                  <a:cubicBezTo>
                    <a:pt x="124" y="75"/>
                    <a:pt x="124" y="74"/>
                    <a:pt x="125" y="73"/>
                  </a:cubicBezTo>
                  <a:cubicBezTo>
                    <a:pt x="125" y="71"/>
                    <a:pt x="125" y="70"/>
                    <a:pt x="125" y="68"/>
                  </a:cubicBezTo>
                  <a:cubicBezTo>
                    <a:pt x="124" y="67"/>
                    <a:pt x="124" y="65"/>
                    <a:pt x="124" y="64"/>
                  </a:cubicBezTo>
                  <a:cubicBezTo>
                    <a:pt x="124" y="63"/>
                    <a:pt x="125" y="61"/>
                    <a:pt x="125" y="60"/>
                  </a:cubicBezTo>
                  <a:cubicBezTo>
                    <a:pt x="124" y="57"/>
                    <a:pt x="123" y="54"/>
                    <a:pt x="121" y="51"/>
                  </a:cubicBezTo>
                  <a:cubicBezTo>
                    <a:pt x="120" y="49"/>
                    <a:pt x="118" y="47"/>
                    <a:pt x="115" y="46"/>
                  </a:cubicBezTo>
                  <a:cubicBezTo>
                    <a:pt x="114" y="45"/>
                    <a:pt x="113" y="44"/>
                    <a:pt x="112" y="42"/>
                  </a:cubicBezTo>
                  <a:cubicBezTo>
                    <a:pt x="110" y="41"/>
                    <a:pt x="111" y="39"/>
                    <a:pt x="110" y="37"/>
                  </a:cubicBezTo>
                  <a:cubicBezTo>
                    <a:pt x="110" y="36"/>
                    <a:pt x="109" y="35"/>
                    <a:pt x="108" y="34"/>
                  </a:cubicBezTo>
                  <a:cubicBezTo>
                    <a:pt x="108" y="33"/>
                    <a:pt x="107" y="32"/>
                    <a:pt x="107" y="31"/>
                  </a:cubicBezTo>
                  <a:cubicBezTo>
                    <a:pt x="106" y="29"/>
                    <a:pt x="107" y="28"/>
                    <a:pt x="106" y="26"/>
                  </a:cubicBezTo>
                  <a:cubicBezTo>
                    <a:pt x="106" y="25"/>
                    <a:pt x="105" y="24"/>
                    <a:pt x="104" y="23"/>
                  </a:cubicBezTo>
                  <a:cubicBezTo>
                    <a:pt x="103" y="21"/>
                    <a:pt x="102" y="19"/>
                    <a:pt x="99" y="17"/>
                  </a:cubicBezTo>
                  <a:cubicBezTo>
                    <a:pt x="98" y="16"/>
                    <a:pt x="97" y="15"/>
                    <a:pt x="96" y="14"/>
                  </a:cubicBezTo>
                  <a:cubicBezTo>
                    <a:pt x="95" y="13"/>
                    <a:pt x="94" y="12"/>
                    <a:pt x="93" y="11"/>
                  </a:cubicBezTo>
                  <a:cubicBezTo>
                    <a:pt x="92" y="10"/>
                    <a:pt x="91" y="9"/>
                    <a:pt x="90" y="8"/>
                  </a:cubicBezTo>
                  <a:cubicBezTo>
                    <a:pt x="90" y="7"/>
                    <a:pt x="89" y="5"/>
                    <a:pt x="88" y="5"/>
                  </a:cubicBezTo>
                  <a:cubicBezTo>
                    <a:pt x="85" y="3"/>
                    <a:pt x="83" y="3"/>
                    <a:pt x="80" y="2"/>
                  </a:cubicBezTo>
                  <a:cubicBezTo>
                    <a:pt x="78" y="2"/>
                    <a:pt x="77" y="1"/>
                    <a:pt x="75" y="1"/>
                  </a:cubicBezTo>
                  <a:cubicBezTo>
                    <a:pt x="75" y="0"/>
                    <a:pt x="67" y="0"/>
                    <a:pt x="65" y="2"/>
                  </a:cubicBezTo>
                  <a:cubicBezTo>
                    <a:pt x="63" y="3"/>
                    <a:pt x="61" y="4"/>
                    <a:pt x="59" y="6"/>
                  </a:cubicBezTo>
                  <a:cubicBezTo>
                    <a:pt x="57" y="8"/>
                    <a:pt x="54" y="9"/>
                    <a:pt x="51" y="11"/>
                  </a:cubicBezTo>
                  <a:cubicBezTo>
                    <a:pt x="49" y="12"/>
                    <a:pt x="46" y="13"/>
                    <a:pt x="44" y="14"/>
                  </a:cubicBezTo>
                  <a:cubicBezTo>
                    <a:pt x="40" y="17"/>
                    <a:pt x="36" y="21"/>
                    <a:pt x="33" y="25"/>
                  </a:cubicBezTo>
                  <a:cubicBezTo>
                    <a:pt x="30" y="30"/>
                    <a:pt x="25" y="34"/>
                    <a:pt x="20" y="37"/>
                  </a:cubicBezTo>
                  <a:cubicBezTo>
                    <a:pt x="16" y="40"/>
                    <a:pt x="11" y="42"/>
                    <a:pt x="8" y="46"/>
                  </a:cubicBezTo>
                  <a:cubicBezTo>
                    <a:pt x="7" y="49"/>
                    <a:pt x="6" y="51"/>
                    <a:pt x="5" y="54"/>
                  </a:cubicBezTo>
                  <a:cubicBezTo>
                    <a:pt x="4" y="57"/>
                    <a:pt x="3" y="59"/>
                    <a:pt x="2" y="62"/>
                  </a:cubicBezTo>
                  <a:cubicBezTo>
                    <a:pt x="1" y="67"/>
                    <a:pt x="1" y="73"/>
                    <a:pt x="2" y="79"/>
                  </a:cubicBezTo>
                  <a:cubicBezTo>
                    <a:pt x="2" y="82"/>
                    <a:pt x="2" y="85"/>
                    <a:pt x="1" y="8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2" name="Freeform 374">
              <a:extLst>
                <a:ext uri="{FF2B5EF4-FFF2-40B4-BE49-F238E27FC236}">
                  <a16:creationId xmlns:a16="http://schemas.microsoft.com/office/drawing/2014/main" id="{140BA09A-9D90-48FB-B41F-F8B9D604F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0751" y="2620963"/>
              <a:ext cx="82550" cy="195263"/>
            </a:xfrm>
            <a:custGeom>
              <a:avLst/>
              <a:gdLst>
                <a:gd name="T0" fmla="*/ 1 w 21"/>
                <a:gd name="T1" fmla="*/ 44 h 49"/>
                <a:gd name="T2" fmla="*/ 1 w 21"/>
                <a:gd name="T3" fmla="*/ 47 h 49"/>
                <a:gd name="T4" fmla="*/ 4 w 21"/>
                <a:gd name="T5" fmla="*/ 48 h 49"/>
                <a:gd name="T6" fmla="*/ 9 w 21"/>
                <a:gd name="T7" fmla="*/ 49 h 49"/>
                <a:gd name="T8" fmla="*/ 13 w 21"/>
                <a:gd name="T9" fmla="*/ 49 h 49"/>
                <a:gd name="T10" fmla="*/ 18 w 21"/>
                <a:gd name="T11" fmla="*/ 48 h 49"/>
                <a:gd name="T12" fmla="*/ 19 w 21"/>
                <a:gd name="T13" fmla="*/ 48 h 49"/>
                <a:gd name="T14" fmla="*/ 21 w 21"/>
                <a:gd name="T15" fmla="*/ 49 h 49"/>
                <a:gd name="T16" fmla="*/ 21 w 21"/>
                <a:gd name="T17" fmla="*/ 48 h 49"/>
                <a:gd name="T18" fmla="*/ 20 w 21"/>
                <a:gd name="T19" fmla="*/ 43 h 49"/>
                <a:gd name="T20" fmla="*/ 20 w 21"/>
                <a:gd name="T21" fmla="*/ 38 h 49"/>
                <a:gd name="T22" fmla="*/ 20 w 21"/>
                <a:gd name="T23" fmla="*/ 27 h 49"/>
                <a:gd name="T24" fmla="*/ 20 w 21"/>
                <a:gd name="T25" fmla="*/ 21 h 49"/>
                <a:gd name="T26" fmla="*/ 20 w 21"/>
                <a:gd name="T27" fmla="*/ 16 h 49"/>
                <a:gd name="T28" fmla="*/ 20 w 21"/>
                <a:gd name="T29" fmla="*/ 4 h 49"/>
                <a:gd name="T30" fmla="*/ 20 w 21"/>
                <a:gd name="T31" fmla="*/ 4 h 49"/>
                <a:gd name="T32" fmla="*/ 19 w 21"/>
                <a:gd name="T33" fmla="*/ 3 h 49"/>
                <a:gd name="T34" fmla="*/ 16 w 21"/>
                <a:gd name="T35" fmla="*/ 2 h 49"/>
                <a:gd name="T36" fmla="*/ 12 w 21"/>
                <a:gd name="T37" fmla="*/ 0 h 49"/>
                <a:gd name="T38" fmla="*/ 8 w 21"/>
                <a:gd name="T39" fmla="*/ 1 h 49"/>
                <a:gd name="T40" fmla="*/ 4 w 21"/>
                <a:gd name="T41" fmla="*/ 1 h 49"/>
                <a:gd name="T42" fmla="*/ 3 w 21"/>
                <a:gd name="T43" fmla="*/ 3 h 49"/>
                <a:gd name="T44" fmla="*/ 3 w 21"/>
                <a:gd name="T45" fmla="*/ 17 h 49"/>
                <a:gd name="T46" fmla="*/ 2 w 21"/>
                <a:gd name="T47" fmla="*/ 24 h 49"/>
                <a:gd name="T48" fmla="*/ 2 w 21"/>
                <a:gd name="T49" fmla="*/ 31 h 49"/>
                <a:gd name="T50" fmla="*/ 1 w 21"/>
                <a:gd name="T51" fmla="*/ 38 h 49"/>
                <a:gd name="T52" fmla="*/ 1 w 21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9">
                  <a:moveTo>
                    <a:pt x="1" y="44"/>
                  </a:moveTo>
                  <a:cubicBezTo>
                    <a:pt x="0" y="45"/>
                    <a:pt x="0" y="47"/>
                    <a:pt x="1" y="47"/>
                  </a:cubicBezTo>
                  <a:cubicBezTo>
                    <a:pt x="2" y="48"/>
                    <a:pt x="3" y="48"/>
                    <a:pt x="4" y="48"/>
                  </a:cubicBezTo>
                  <a:cubicBezTo>
                    <a:pt x="6" y="49"/>
                    <a:pt x="7" y="49"/>
                    <a:pt x="9" y="49"/>
                  </a:cubicBezTo>
                  <a:cubicBezTo>
                    <a:pt x="10" y="49"/>
                    <a:pt x="12" y="49"/>
                    <a:pt x="13" y="49"/>
                  </a:cubicBezTo>
                  <a:cubicBezTo>
                    <a:pt x="15" y="49"/>
                    <a:pt x="16" y="48"/>
                    <a:pt x="18" y="48"/>
                  </a:cubicBezTo>
                  <a:cubicBezTo>
                    <a:pt x="18" y="48"/>
                    <a:pt x="19" y="48"/>
                    <a:pt x="19" y="48"/>
                  </a:cubicBezTo>
                  <a:cubicBezTo>
                    <a:pt x="20" y="48"/>
                    <a:pt x="20" y="49"/>
                    <a:pt x="21" y="49"/>
                  </a:cubicBezTo>
                  <a:cubicBezTo>
                    <a:pt x="21" y="49"/>
                    <a:pt x="21" y="48"/>
                    <a:pt x="21" y="48"/>
                  </a:cubicBezTo>
                  <a:cubicBezTo>
                    <a:pt x="21" y="46"/>
                    <a:pt x="21" y="45"/>
                    <a:pt x="20" y="43"/>
                  </a:cubicBezTo>
                  <a:cubicBezTo>
                    <a:pt x="20" y="42"/>
                    <a:pt x="20" y="40"/>
                    <a:pt x="20" y="38"/>
                  </a:cubicBezTo>
                  <a:cubicBezTo>
                    <a:pt x="20" y="34"/>
                    <a:pt x="20" y="30"/>
                    <a:pt x="20" y="27"/>
                  </a:cubicBezTo>
                  <a:cubicBezTo>
                    <a:pt x="20" y="25"/>
                    <a:pt x="20" y="23"/>
                    <a:pt x="20" y="21"/>
                  </a:cubicBezTo>
                  <a:cubicBezTo>
                    <a:pt x="20" y="19"/>
                    <a:pt x="20" y="17"/>
                    <a:pt x="20" y="16"/>
                  </a:cubicBezTo>
                  <a:cubicBezTo>
                    <a:pt x="20" y="12"/>
                    <a:pt x="19" y="8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3"/>
                    <a:pt x="19" y="3"/>
                  </a:cubicBezTo>
                  <a:cubicBezTo>
                    <a:pt x="18" y="2"/>
                    <a:pt x="17" y="2"/>
                    <a:pt x="16" y="2"/>
                  </a:cubicBezTo>
                  <a:cubicBezTo>
                    <a:pt x="15" y="2"/>
                    <a:pt x="13" y="1"/>
                    <a:pt x="12" y="0"/>
                  </a:cubicBezTo>
                  <a:cubicBezTo>
                    <a:pt x="11" y="0"/>
                    <a:pt x="9" y="0"/>
                    <a:pt x="8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3" y="1"/>
                    <a:pt x="3" y="2"/>
                    <a:pt x="3" y="3"/>
                  </a:cubicBezTo>
                  <a:cubicBezTo>
                    <a:pt x="3" y="8"/>
                    <a:pt x="3" y="13"/>
                    <a:pt x="3" y="17"/>
                  </a:cubicBezTo>
                  <a:cubicBezTo>
                    <a:pt x="3" y="20"/>
                    <a:pt x="3" y="22"/>
                    <a:pt x="2" y="24"/>
                  </a:cubicBezTo>
                  <a:cubicBezTo>
                    <a:pt x="2" y="27"/>
                    <a:pt x="2" y="29"/>
                    <a:pt x="2" y="31"/>
                  </a:cubicBezTo>
                  <a:cubicBezTo>
                    <a:pt x="2" y="33"/>
                    <a:pt x="2" y="36"/>
                    <a:pt x="1" y="38"/>
                  </a:cubicBezTo>
                  <a:cubicBezTo>
                    <a:pt x="1" y="40"/>
                    <a:pt x="1" y="42"/>
                    <a:pt x="1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3" name="Freeform 375">
              <a:extLst>
                <a:ext uri="{FF2B5EF4-FFF2-40B4-BE49-F238E27FC236}">
                  <a16:creationId xmlns:a16="http://schemas.microsoft.com/office/drawing/2014/main" id="{463D9043-1177-41B1-B2B9-359A632E9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0751" y="2620963"/>
              <a:ext cx="82550" cy="195263"/>
            </a:xfrm>
            <a:custGeom>
              <a:avLst/>
              <a:gdLst>
                <a:gd name="T0" fmla="*/ 1 w 21"/>
                <a:gd name="T1" fmla="*/ 44 h 49"/>
                <a:gd name="T2" fmla="*/ 1 w 21"/>
                <a:gd name="T3" fmla="*/ 47 h 49"/>
                <a:gd name="T4" fmla="*/ 4 w 21"/>
                <a:gd name="T5" fmla="*/ 48 h 49"/>
                <a:gd name="T6" fmla="*/ 9 w 21"/>
                <a:gd name="T7" fmla="*/ 49 h 49"/>
                <a:gd name="T8" fmla="*/ 13 w 21"/>
                <a:gd name="T9" fmla="*/ 49 h 49"/>
                <a:gd name="T10" fmla="*/ 18 w 21"/>
                <a:gd name="T11" fmla="*/ 48 h 49"/>
                <a:gd name="T12" fmla="*/ 19 w 21"/>
                <a:gd name="T13" fmla="*/ 48 h 49"/>
                <a:gd name="T14" fmla="*/ 21 w 21"/>
                <a:gd name="T15" fmla="*/ 49 h 49"/>
                <a:gd name="T16" fmla="*/ 21 w 21"/>
                <a:gd name="T17" fmla="*/ 48 h 49"/>
                <a:gd name="T18" fmla="*/ 20 w 21"/>
                <a:gd name="T19" fmla="*/ 43 h 49"/>
                <a:gd name="T20" fmla="*/ 20 w 21"/>
                <a:gd name="T21" fmla="*/ 38 h 49"/>
                <a:gd name="T22" fmla="*/ 20 w 21"/>
                <a:gd name="T23" fmla="*/ 27 h 49"/>
                <a:gd name="T24" fmla="*/ 20 w 21"/>
                <a:gd name="T25" fmla="*/ 21 h 49"/>
                <a:gd name="T26" fmla="*/ 20 w 21"/>
                <a:gd name="T27" fmla="*/ 16 h 49"/>
                <a:gd name="T28" fmla="*/ 20 w 21"/>
                <a:gd name="T29" fmla="*/ 4 h 49"/>
                <a:gd name="T30" fmla="*/ 20 w 21"/>
                <a:gd name="T31" fmla="*/ 4 h 49"/>
                <a:gd name="T32" fmla="*/ 19 w 21"/>
                <a:gd name="T33" fmla="*/ 3 h 49"/>
                <a:gd name="T34" fmla="*/ 16 w 21"/>
                <a:gd name="T35" fmla="*/ 2 h 49"/>
                <a:gd name="T36" fmla="*/ 12 w 21"/>
                <a:gd name="T37" fmla="*/ 0 h 49"/>
                <a:gd name="T38" fmla="*/ 8 w 21"/>
                <a:gd name="T39" fmla="*/ 1 h 49"/>
                <a:gd name="T40" fmla="*/ 4 w 21"/>
                <a:gd name="T41" fmla="*/ 1 h 49"/>
                <a:gd name="T42" fmla="*/ 3 w 21"/>
                <a:gd name="T43" fmla="*/ 3 h 49"/>
                <a:gd name="T44" fmla="*/ 3 w 21"/>
                <a:gd name="T45" fmla="*/ 17 h 49"/>
                <a:gd name="T46" fmla="*/ 2 w 21"/>
                <a:gd name="T47" fmla="*/ 24 h 49"/>
                <a:gd name="T48" fmla="*/ 2 w 21"/>
                <a:gd name="T49" fmla="*/ 31 h 49"/>
                <a:gd name="T50" fmla="*/ 1 w 21"/>
                <a:gd name="T51" fmla="*/ 38 h 49"/>
                <a:gd name="T52" fmla="*/ 1 w 21"/>
                <a:gd name="T5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49">
                  <a:moveTo>
                    <a:pt x="1" y="44"/>
                  </a:moveTo>
                  <a:cubicBezTo>
                    <a:pt x="0" y="45"/>
                    <a:pt x="0" y="47"/>
                    <a:pt x="1" y="47"/>
                  </a:cubicBezTo>
                  <a:cubicBezTo>
                    <a:pt x="2" y="48"/>
                    <a:pt x="3" y="48"/>
                    <a:pt x="4" y="48"/>
                  </a:cubicBezTo>
                  <a:cubicBezTo>
                    <a:pt x="6" y="49"/>
                    <a:pt x="7" y="49"/>
                    <a:pt x="9" y="49"/>
                  </a:cubicBezTo>
                  <a:cubicBezTo>
                    <a:pt x="10" y="49"/>
                    <a:pt x="12" y="49"/>
                    <a:pt x="13" y="49"/>
                  </a:cubicBezTo>
                  <a:cubicBezTo>
                    <a:pt x="15" y="49"/>
                    <a:pt x="16" y="48"/>
                    <a:pt x="18" y="48"/>
                  </a:cubicBezTo>
                  <a:cubicBezTo>
                    <a:pt x="18" y="48"/>
                    <a:pt x="19" y="48"/>
                    <a:pt x="19" y="48"/>
                  </a:cubicBezTo>
                  <a:cubicBezTo>
                    <a:pt x="20" y="48"/>
                    <a:pt x="20" y="49"/>
                    <a:pt x="21" y="49"/>
                  </a:cubicBezTo>
                  <a:cubicBezTo>
                    <a:pt x="21" y="49"/>
                    <a:pt x="21" y="48"/>
                    <a:pt x="21" y="48"/>
                  </a:cubicBezTo>
                  <a:cubicBezTo>
                    <a:pt x="21" y="46"/>
                    <a:pt x="21" y="45"/>
                    <a:pt x="20" y="43"/>
                  </a:cubicBezTo>
                  <a:cubicBezTo>
                    <a:pt x="20" y="42"/>
                    <a:pt x="20" y="40"/>
                    <a:pt x="20" y="38"/>
                  </a:cubicBezTo>
                  <a:cubicBezTo>
                    <a:pt x="20" y="34"/>
                    <a:pt x="20" y="30"/>
                    <a:pt x="20" y="27"/>
                  </a:cubicBezTo>
                  <a:cubicBezTo>
                    <a:pt x="20" y="25"/>
                    <a:pt x="20" y="23"/>
                    <a:pt x="20" y="21"/>
                  </a:cubicBezTo>
                  <a:cubicBezTo>
                    <a:pt x="20" y="19"/>
                    <a:pt x="20" y="17"/>
                    <a:pt x="20" y="16"/>
                  </a:cubicBezTo>
                  <a:cubicBezTo>
                    <a:pt x="20" y="12"/>
                    <a:pt x="19" y="8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3"/>
                    <a:pt x="19" y="3"/>
                  </a:cubicBezTo>
                  <a:cubicBezTo>
                    <a:pt x="18" y="2"/>
                    <a:pt x="17" y="2"/>
                    <a:pt x="16" y="2"/>
                  </a:cubicBezTo>
                  <a:cubicBezTo>
                    <a:pt x="15" y="2"/>
                    <a:pt x="13" y="1"/>
                    <a:pt x="12" y="0"/>
                  </a:cubicBezTo>
                  <a:cubicBezTo>
                    <a:pt x="11" y="0"/>
                    <a:pt x="9" y="0"/>
                    <a:pt x="8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3" y="1"/>
                    <a:pt x="3" y="2"/>
                    <a:pt x="3" y="3"/>
                  </a:cubicBezTo>
                  <a:cubicBezTo>
                    <a:pt x="3" y="8"/>
                    <a:pt x="3" y="13"/>
                    <a:pt x="3" y="17"/>
                  </a:cubicBezTo>
                  <a:cubicBezTo>
                    <a:pt x="3" y="20"/>
                    <a:pt x="3" y="22"/>
                    <a:pt x="2" y="24"/>
                  </a:cubicBezTo>
                  <a:cubicBezTo>
                    <a:pt x="2" y="27"/>
                    <a:pt x="2" y="29"/>
                    <a:pt x="2" y="31"/>
                  </a:cubicBezTo>
                  <a:cubicBezTo>
                    <a:pt x="2" y="33"/>
                    <a:pt x="2" y="36"/>
                    <a:pt x="1" y="38"/>
                  </a:cubicBezTo>
                  <a:cubicBezTo>
                    <a:pt x="1" y="40"/>
                    <a:pt x="1" y="42"/>
                    <a:pt x="1" y="4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4" name="Freeform 376">
              <a:extLst>
                <a:ext uri="{FF2B5EF4-FFF2-40B4-BE49-F238E27FC236}">
                  <a16:creationId xmlns:a16="http://schemas.microsoft.com/office/drawing/2014/main" id="{CFCFEB1E-42B0-4754-A725-519D5EF9B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438" y="2173288"/>
              <a:ext cx="504825" cy="495300"/>
            </a:xfrm>
            <a:custGeom>
              <a:avLst/>
              <a:gdLst>
                <a:gd name="T0" fmla="*/ 1 w 127"/>
                <a:gd name="T1" fmla="*/ 88 h 125"/>
                <a:gd name="T2" fmla="*/ 1 w 127"/>
                <a:gd name="T3" fmla="*/ 95 h 125"/>
                <a:gd name="T4" fmla="*/ 11 w 127"/>
                <a:gd name="T5" fmla="*/ 108 h 125"/>
                <a:gd name="T6" fmla="*/ 19 w 127"/>
                <a:gd name="T7" fmla="*/ 115 h 125"/>
                <a:gd name="T8" fmla="*/ 24 w 127"/>
                <a:gd name="T9" fmla="*/ 120 h 125"/>
                <a:gd name="T10" fmla="*/ 31 w 127"/>
                <a:gd name="T11" fmla="*/ 122 h 125"/>
                <a:gd name="T12" fmla="*/ 39 w 127"/>
                <a:gd name="T13" fmla="*/ 123 h 125"/>
                <a:gd name="T14" fmla="*/ 44 w 127"/>
                <a:gd name="T15" fmla="*/ 122 h 125"/>
                <a:gd name="T16" fmla="*/ 48 w 127"/>
                <a:gd name="T17" fmla="*/ 123 h 125"/>
                <a:gd name="T18" fmla="*/ 57 w 127"/>
                <a:gd name="T19" fmla="*/ 123 h 125"/>
                <a:gd name="T20" fmla="*/ 76 w 127"/>
                <a:gd name="T21" fmla="*/ 124 h 125"/>
                <a:gd name="T22" fmla="*/ 81 w 127"/>
                <a:gd name="T23" fmla="*/ 123 h 125"/>
                <a:gd name="T24" fmla="*/ 84 w 127"/>
                <a:gd name="T25" fmla="*/ 121 h 125"/>
                <a:gd name="T26" fmla="*/ 94 w 127"/>
                <a:gd name="T27" fmla="*/ 119 h 125"/>
                <a:gd name="T28" fmla="*/ 104 w 127"/>
                <a:gd name="T29" fmla="*/ 119 h 125"/>
                <a:gd name="T30" fmla="*/ 112 w 127"/>
                <a:gd name="T31" fmla="*/ 118 h 125"/>
                <a:gd name="T32" fmla="*/ 121 w 127"/>
                <a:gd name="T33" fmla="*/ 116 h 125"/>
                <a:gd name="T34" fmla="*/ 125 w 127"/>
                <a:gd name="T35" fmla="*/ 110 h 125"/>
                <a:gd name="T36" fmla="*/ 126 w 127"/>
                <a:gd name="T37" fmla="*/ 102 h 125"/>
                <a:gd name="T38" fmla="*/ 124 w 127"/>
                <a:gd name="T39" fmla="*/ 93 h 125"/>
                <a:gd name="T40" fmla="*/ 121 w 127"/>
                <a:gd name="T41" fmla="*/ 85 h 125"/>
                <a:gd name="T42" fmla="*/ 123 w 127"/>
                <a:gd name="T43" fmla="*/ 76 h 125"/>
                <a:gd name="T44" fmla="*/ 125 w 127"/>
                <a:gd name="T45" fmla="*/ 72 h 125"/>
                <a:gd name="T46" fmla="*/ 125 w 127"/>
                <a:gd name="T47" fmla="*/ 68 h 125"/>
                <a:gd name="T48" fmla="*/ 124 w 127"/>
                <a:gd name="T49" fmla="*/ 64 h 125"/>
                <a:gd name="T50" fmla="*/ 125 w 127"/>
                <a:gd name="T51" fmla="*/ 59 h 125"/>
                <a:gd name="T52" fmla="*/ 121 w 127"/>
                <a:gd name="T53" fmla="*/ 51 h 125"/>
                <a:gd name="T54" fmla="*/ 116 w 127"/>
                <a:gd name="T55" fmla="*/ 45 h 125"/>
                <a:gd name="T56" fmla="*/ 112 w 127"/>
                <a:gd name="T57" fmla="*/ 42 h 125"/>
                <a:gd name="T58" fmla="*/ 110 w 127"/>
                <a:gd name="T59" fmla="*/ 37 h 125"/>
                <a:gd name="T60" fmla="*/ 109 w 127"/>
                <a:gd name="T61" fmla="*/ 34 h 125"/>
                <a:gd name="T62" fmla="*/ 107 w 127"/>
                <a:gd name="T63" fmla="*/ 31 h 125"/>
                <a:gd name="T64" fmla="*/ 106 w 127"/>
                <a:gd name="T65" fmla="*/ 26 h 125"/>
                <a:gd name="T66" fmla="*/ 104 w 127"/>
                <a:gd name="T67" fmla="*/ 22 h 125"/>
                <a:gd name="T68" fmla="*/ 100 w 127"/>
                <a:gd name="T69" fmla="*/ 17 h 125"/>
                <a:gd name="T70" fmla="*/ 96 w 127"/>
                <a:gd name="T71" fmla="*/ 14 h 125"/>
                <a:gd name="T72" fmla="*/ 93 w 127"/>
                <a:gd name="T73" fmla="*/ 11 h 125"/>
                <a:gd name="T74" fmla="*/ 90 w 127"/>
                <a:gd name="T75" fmla="*/ 7 h 125"/>
                <a:gd name="T76" fmla="*/ 88 w 127"/>
                <a:gd name="T77" fmla="*/ 4 h 125"/>
                <a:gd name="T78" fmla="*/ 80 w 127"/>
                <a:gd name="T79" fmla="*/ 2 h 125"/>
                <a:gd name="T80" fmla="*/ 76 w 127"/>
                <a:gd name="T81" fmla="*/ 0 h 125"/>
                <a:gd name="T82" fmla="*/ 65 w 127"/>
                <a:gd name="T83" fmla="*/ 1 h 125"/>
                <a:gd name="T84" fmla="*/ 59 w 127"/>
                <a:gd name="T85" fmla="*/ 5 h 125"/>
                <a:gd name="T86" fmla="*/ 51 w 127"/>
                <a:gd name="T87" fmla="*/ 10 h 125"/>
                <a:gd name="T88" fmla="*/ 44 w 127"/>
                <a:gd name="T89" fmla="*/ 14 h 125"/>
                <a:gd name="T90" fmla="*/ 34 w 127"/>
                <a:gd name="T91" fmla="*/ 25 h 125"/>
                <a:gd name="T92" fmla="*/ 20 w 127"/>
                <a:gd name="T93" fmla="*/ 37 h 125"/>
                <a:gd name="T94" fmla="*/ 8 w 127"/>
                <a:gd name="T95" fmla="*/ 46 h 125"/>
                <a:gd name="T96" fmla="*/ 5 w 127"/>
                <a:gd name="T97" fmla="*/ 53 h 125"/>
                <a:gd name="T98" fmla="*/ 2 w 127"/>
                <a:gd name="T99" fmla="*/ 61 h 125"/>
                <a:gd name="T100" fmla="*/ 2 w 127"/>
                <a:gd name="T101" fmla="*/ 78 h 125"/>
                <a:gd name="T102" fmla="*/ 1 w 127"/>
                <a:gd name="T103" fmla="*/ 88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7" h="125">
                  <a:moveTo>
                    <a:pt x="1" y="88"/>
                  </a:moveTo>
                  <a:cubicBezTo>
                    <a:pt x="0" y="90"/>
                    <a:pt x="0" y="92"/>
                    <a:pt x="1" y="95"/>
                  </a:cubicBezTo>
                  <a:cubicBezTo>
                    <a:pt x="3" y="100"/>
                    <a:pt x="7" y="104"/>
                    <a:pt x="11" y="108"/>
                  </a:cubicBezTo>
                  <a:cubicBezTo>
                    <a:pt x="14" y="110"/>
                    <a:pt x="17" y="112"/>
                    <a:pt x="19" y="115"/>
                  </a:cubicBezTo>
                  <a:cubicBezTo>
                    <a:pt x="20" y="117"/>
                    <a:pt x="21" y="119"/>
                    <a:pt x="24" y="120"/>
                  </a:cubicBezTo>
                  <a:cubicBezTo>
                    <a:pt x="26" y="121"/>
                    <a:pt x="28" y="122"/>
                    <a:pt x="31" y="122"/>
                  </a:cubicBezTo>
                  <a:cubicBezTo>
                    <a:pt x="33" y="122"/>
                    <a:pt x="36" y="124"/>
                    <a:pt x="39" y="123"/>
                  </a:cubicBezTo>
                  <a:cubicBezTo>
                    <a:pt x="40" y="123"/>
                    <a:pt x="42" y="122"/>
                    <a:pt x="44" y="122"/>
                  </a:cubicBezTo>
                  <a:cubicBezTo>
                    <a:pt x="45" y="122"/>
                    <a:pt x="47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4" y="123"/>
                    <a:pt x="70" y="125"/>
                    <a:pt x="76" y="124"/>
                  </a:cubicBezTo>
                  <a:cubicBezTo>
                    <a:pt x="78" y="124"/>
                    <a:pt x="79" y="124"/>
                    <a:pt x="81" y="123"/>
                  </a:cubicBezTo>
                  <a:cubicBezTo>
                    <a:pt x="82" y="122"/>
                    <a:pt x="83" y="122"/>
                    <a:pt x="84" y="121"/>
                  </a:cubicBezTo>
                  <a:cubicBezTo>
                    <a:pt x="87" y="119"/>
                    <a:pt x="90" y="119"/>
                    <a:pt x="94" y="119"/>
                  </a:cubicBezTo>
                  <a:cubicBezTo>
                    <a:pt x="97" y="119"/>
                    <a:pt x="100" y="119"/>
                    <a:pt x="104" y="119"/>
                  </a:cubicBezTo>
                  <a:cubicBezTo>
                    <a:pt x="106" y="119"/>
                    <a:pt x="110" y="119"/>
                    <a:pt x="112" y="118"/>
                  </a:cubicBezTo>
                  <a:cubicBezTo>
                    <a:pt x="115" y="118"/>
                    <a:pt x="118" y="117"/>
                    <a:pt x="121" y="116"/>
                  </a:cubicBezTo>
                  <a:cubicBezTo>
                    <a:pt x="123" y="114"/>
                    <a:pt x="124" y="113"/>
                    <a:pt x="125" y="110"/>
                  </a:cubicBezTo>
                  <a:cubicBezTo>
                    <a:pt x="127" y="108"/>
                    <a:pt x="127" y="105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1" y="88"/>
                    <a:pt x="121" y="85"/>
                  </a:cubicBezTo>
                  <a:cubicBezTo>
                    <a:pt x="121" y="81"/>
                    <a:pt x="122" y="79"/>
                    <a:pt x="123" y="76"/>
                  </a:cubicBezTo>
                  <a:cubicBezTo>
                    <a:pt x="124" y="75"/>
                    <a:pt x="125" y="74"/>
                    <a:pt x="125" y="72"/>
                  </a:cubicBezTo>
                  <a:cubicBezTo>
                    <a:pt x="125" y="71"/>
                    <a:pt x="125" y="69"/>
                    <a:pt x="125" y="68"/>
                  </a:cubicBezTo>
                  <a:cubicBezTo>
                    <a:pt x="125" y="66"/>
                    <a:pt x="124" y="65"/>
                    <a:pt x="124" y="64"/>
                  </a:cubicBezTo>
                  <a:cubicBezTo>
                    <a:pt x="125" y="62"/>
                    <a:pt x="125" y="61"/>
                    <a:pt x="125" y="59"/>
                  </a:cubicBezTo>
                  <a:cubicBezTo>
                    <a:pt x="124" y="56"/>
                    <a:pt x="123" y="53"/>
                    <a:pt x="121" y="51"/>
                  </a:cubicBezTo>
                  <a:cubicBezTo>
                    <a:pt x="120" y="49"/>
                    <a:pt x="118" y="47"/>
                    <a:pt x="116" y="45"/>
                  </a:cubicBezTo>
                  <a:cubicBezTo>
                    <a:pt x="114" y="44"/>
                    <a:pt x="113" y="43"/>
                    <a:pt x="112" y="42"/>
                  </a:cubicBezTo>
                  <a:cubicBezTo>
                    <a:pt x="111" y="40"/>
                    <a:pt x="111" y="39"/>
                    <a:pt x="110" y="37"/>
                  </a:cubicBezTo>
                  <a:cubicBezTo>
                    <a:pt x="110" y="36"/>
                    <a:pt x="109" y="35"/>
                    <a:pt x="109" y="34"/>
                  </a:cubicBezTo>
                  <a:cubicBezTo>
                    <a:pt x="108" y="33"/>
                    <a:pt x="107" y="32"/>
                    <a:pt x="107" y="31"/>
                  </a:cubicBezTo>
                  <a:cubicBezTo>
                    <a:pt x="106" y="29"/>
                    <a:pt x="107" y="27"/>
                    <a:pt x="106" y="26"/>
                  </a:cubicBezTo>
                  <a:cubicBezTo>
                    <a:pt x="106" y="25"/>
                    <a:pt x="105" y="23"/>
                    <a:pt x="104" y="22"/>
                  </a:cubicBezTo>
                  <a:cubicBezTo>
                    <a:pt x="103" y="20"/>
                    <a:pt x="102" y="18"/>
                    <a:pt x="100" y="17"/>
                  </a:cubicBezTo>
                  <a:cubicBezTo>
                    <a:pt x="98" y="16"/>
                    <a:pt x="97" y="15"/>
                    <a:pt x="96" y="14"/>
                  </a:cubicBezTo>
                  <a:cubicBezTo>
                    <a:pt x="95" y="13"/>
                    <a:pt x="94" y="12"/>
                    <a:pt x="93" y="11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90" y="6"/>
                    <a:pt x="89" y="5"/>
                    <a:pt x="88" y="4"/>
                  </a:cubicBezTo>
                  <a:cubicBezTo>
                    <a:pt x="86" y="3"/>
                    <a:pt x="83" y="2"/>
                    <a:pt x="80" y="2"/>
                  </a:cubicBezTo>
                  <a:cubicBezTo>
                    <a:pt x="78" y="1"/>
                    <a:pt x="77" y="1"/>
                    <a:pt x="76" y="0"/>
                  </a:cubicBezTo>
                  <a:cubicBezTo>
                    <a:pt x="75" y="0"/>
                    <a:pt x="68" y="0"/>
                    <a:pt x="65" y="1"/>
                  </a:cubicBezTo>
                  <a:cubicBezTo>
                    <a:pt x="63" y="2"/>
                    <a:pt x="61" y="4"/>
                    <a:pt x="59" y="5"/>
                  </a:cubicBezTo>
                  <a:cubicBezTo>
                    <a:pt x="57" y="7"/>
                    <a:pt x="54" y="9"/>
                    <a:pt x="51" y="10"/>
                  </a:cubicBezTo>
                  <a:cubicBezTo>
                    <a:pt x="49" y="11"/>
                    <a:pt x="47" y="12"/>
                    <a:pt x="44" y="14"/>
                  </a:cubicBezTo>
                  <a:cubicBezTo>
                    <a:pt x="40" y="17"/>
                    <a:pt x="37" y="21"/>
                    <a:pt x="34" y="25"/>
                  </a:cubicBezTo>
                  <a:cubicBezTo>
                    <a:pt x="30" y="30"/>
                    <a:pt x="25" y="33"/>
                    <a:pt x="20" y="37"/>
                  </a:cubicBezTo>
                  <a:cubicBezTo>
                    <a:pt x="16" y="40"/>
                    <a:pt x="11" y="42"/>
                    <a:pt x="8" y="46"/>
                  </a:cubicBezTo>
                  <a:cubicBezTo>
                    <a:pt x="7" y="48"/>
                    <a:pt x="6" y="51"/>
                    <a:pt x="5" y="53"/>
                  </a:cubicBezTo>
                  <a:cubicBezTo>
                    <a:pt x="4" y="56"/>
                    <a:pt x="3" y="59"/>
                    <a:pt x="2" y="61"/>
                  </a:cubicBezTo>
                  <a:cubicBezTo>
                    <a:pt x="1" y="67"/>
                    <a:pt x="1" y="73"/>
                    <a:pt x="2" y="78"/>
                  </a:cubicBezTo>
                  <a:cubicBezTo>
                    <a:pt x="2" y="81"/>
                    <a:pt x="2" y="85"/>
                    <a:pt x="1" y="8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5" name="Freeform 377">
              <a:extLst>
                <a:ext uri="{FF2B5EF4-FFF2-40B4-BE49-F238E27FC236}">
                  <a16:creationId xmlns:a16="http://schemas.microsoft.com/office/drawing/2014/main" id="{F0E4830D-4E00-4D8A-B97D-8140DCB51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438" y="2173288"/>
              <a:ext cx="504825" cy="495300"/>
            </a:xfrm>
            <a:custGeom>
              <a:avLst/>
              <a:gdLst>
                <a:gd name="T0" fmla="*/ 1 w 127"/>
                <a:gd name="T1" fmla="*/ 88 h 125"/>
                <a:gd name="T2" fmla="*/ 1 w 127"/>
                <a:gd name="T3" fmla="*/ 95 h 125"/>
                <a:gd name="T4" fmla="*/ 11 w 127"/>
                <a:gd name="T5" fmla="*/ 108 h 125"/>
                <a:gd name="T6" fmla="*/ 19 w 127"/>
                <a:gd name="T7" fmla="*/ 115 h 125"/>
                <a:gd name="T8" fmla="*/ 24 w 127"/>
                <a:gd name="T9" fmla="*/ 120 h 125"/>
                <a:gd name="T10" fmla="*/ 31 w 127"/>
                <a:gd name="T11" fmla="*/ 122 h 125"/>
                <a:gd name="T12" fmla="*/ 39 w 127"/>
                <a:gd name="T13" fmla="*/ 123 h 125"/>
                <a:gd name="T14" fmla="*/ 44 w 127"/>
                <a:gd name="T15" fmla="*/ 122 h 125"/>
                <a:gd name="T16" fmla="*/ 48 w 127"/>
                <a:gd name="T17" fmla="*/ 123 h 125"/>
                <a:gd name="T18" fmla="*/ 57 w 127"/>
                <a:gd name="T19" fmla="*/ 123 h 125"/>
                <a:gd name="T20" fmla="*/ 76 w 127"/>
                <a:gd name="T21" fmla="*/ 124 h 125"/>
                <a:gd name="T22" fmla="*/ 81 w 127"/>
                <a:gd name="T23" fmla="*/ 123 h 125"/>
                <a:gd name="T24" fmla="*/ 84 w 127"/>
                <a:gd name="T25" fmla="*/ 121 h 125"/>
                <a:gd name="T26" fmla="*/ 94 w 127"/>
                <a:gd name="T27" fmla="*/ 119 h 125"/>
                <a:gd name="T28" fmla="*/ 104 w 127"/>
                <a:gd name="T29" fmla="*/ 119 h 125"/>
                <a:gd name="T30" fmla="*/ 112 w 127"/>
                <a:gd name="T31" fmla="*/ 118 h 125"/>
                <a:gd name="T32" fmla="*/ 121 w 127"/>
                <a:gd name="T33" fmla="*/ 116 h 125"/>
                <a:gd name="T34" fmla="*/ 125 w 127"/>
                <a:gd name="T35" fmla="*/ 110 h 125"/>
                <a:gd name="T36" fmla="*/ 126 w 127"/>
                <a:gd name="T37" fmla="*/ 102 h 125"/>
                <a:gd name="T38" fmla="*/ 124 w 127"/>
                <a:gd name="T39" fmla="*/ 93 h 125"/>
                <a:gd name="T40" fmla="*/ 121 w 127"/>
                <a:gd name="T41" fmla="*/ 85 h 125"/>
                <a:gd name="T42" fmla="*/ 123 w 127"/>
                <a:gd name="T43" fmla="*/ 76 h 125"/>
                <a:gd name="T44" fmla="*/ 125 w 127"/>
                <a:gd name="T45" fmla="*/ 72 h 125"/>
                <a:gd name="T46" fmla="*/ 125 w 127"/>
                <a:gd name="T47" fmla="*/ 68 h 125"/>
                <a:gd name="T48" fmla="*/ 124 w 127"/>
                <a:gd name="T49" fmla="*/ 64 h 125"/>
                <a:gd name="T50" fmla="*/ 125 w 127"/>
                <a:gd name="T51" fmla="*/ 59 h 125"/>
                <a:gd name="T52" fmla="*/ 121 w 127"/>
                <a:gd name="T53" fmla="*/ 51 h 125"/>
                <a:gd name="T54" fmla="*/ 116 w 127"/>
                <a:gd name="T55" fmla="*/ 45 h 125"/>
                <a:gd name="T56" fmla="*/ 112 w 127"/>
                <a:gd name="T57" fmla="*/ 42 h 125"/>
                <a:gd name="T58" fmla="*/ 110 w 127"/>
                <a:gd name="T59" fmla="*/ 37 h 125"/>
                <a:gd name="T60" fmla="*/ 109 w 127"/>
                <a:gd name="T61" fmla="*/ 34 h 125"/>
                <a:gd name="T62" fmla="*/ 107 w 127"/>
                <a:gd name="T63" fmla="*/ 31 h 125"/>
                <a:gd name="T64" fmla="*/ 106 w 127"/>
                <a:gd name="T65" fmla="*/ 26 h 125"/>
                <a:gd name="T66" fmla="*/ 104 w 127"/>
                <a:gd name="T67" fmla="*/ 22 h 125"/>
                <a:gd name="T68" fmla="*/ 100 w 127"/>
                <a:gd name="T69" fmla="*/ 17 h 125"/>
                <a:gd name="T70" fmla="*/ 96 w 127"/>
                <a:gd name="T71" fmla="*/ 14 h 125"/>
                <a:gd name="T72" fmla="*/ 93 w 127"/>
                <a:gd name="T73" fmla="*/ 11 h 125"/>
                <a:gd name="T74" fmla="*/ 90 w 127"/>
                <a:gd name="T75" fmla="*/ 7 h 125"/>
                <a:gd name="T76" fmla="*/ 88 w 127"/>
                <a:gd name="T77" fmla="*/ 4 h 125"/>
                <a:gd name="T78" fmla="*/ 80 w 127"/>
                <a:gd name="T79" fmla="*/ 2 h 125"/>
                <a:gd name="T80" fmla="*/ 76 w 127"/>
                <a:gd name="T81" fmla="*/ 0 h 125"/>
                <a:gd name="T82" fmla="*/ 65 w 127"/>
                <a:gd name="T83" fmla="*/ 1 h 125"/>
                <a:gd name="T84" fmla="*/ 59 w 127"/>
                <a:gd name="T85" fmla="*/ 5 h 125"/>
                <a:gd name="T86" fmla="*/ 51 w 127"/>
                <a:gd name="T87" fmla="*/ 10 h 125"/>
                <a:gd name="T88" fmla="*/ 44 w 127"/>
                <a:gd name="T89" fmla="*/ 14 h 125"/>
                <a:gd name="T90" fmla="*/ 34 w 127"/>
                <a:gd name="T91" fmla="*/ 25 h 125"/>
                <a:gd name="T92" fmla="*/ 20 w 127"/>
                <a:gd name="T93" fmla="*/ 37 h 125"/>
                <a:gd name="T94" fmla="*/ 8 w 127"/>
                <a:gd name="T95" fmla="*/ 46 h 125"/>
                <a:gd name="T96" fmla="*/ 5 w 127"/>
                <a:gd name="T97" fmla="*/ 53 h 125"/>
                <a:gd name="T98" fmla="*/ 2 w 127"/>
                <a:gd name="T99" fmla="*/ 61 h 125"/>
                <a:gd name="T100" fmla="*/ 2 w 127"/>
                <a:gd name="T101" fmla="*/ 78 h 125"/>
                <a:gd name="T102" fmla="*/ 1 w 127"/>
                <a:gd name="T103" fmla="*/ 88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7" h="125">
                  <a:moveTo>
                    <a:pt x="1" y="88"/>
                  </a:moveTo>
                  <a:cubicBezTo>
                    <a:pt x="0" y="90"/>
                    <a:pt x="0" y="92"/>
                    <a:pt x="1" y="95"/>
                  </a:cubicBezTo>
                  <a:cubicBezTo>
                    <a:pt x="3" y="100"/>
                    <a:pt x="7" y="104"/>
                    <a:pt x="11" y="108"/>
                  </a:cubicBezTo>
                  <a:cubicBezTo>
                    <a:pt x="14" y="110"/>
                    <a:pt x="17" y="112"/>
                    <a:pt x="19" y="115"/>
                  </a:cubicBezTo>
                  <a:cubicBezTo>
                    <a:pt x="20" y="117"/>
                    <a:pt x="21" y="119"/>
                    <a:pt x="24" y="120"/>
                  </a:cubicBezTo>
                  <a:cubicBezTo>
                    <a:pt x="26" y="121"/>
                    <a:pt x="28" y="122"/>
                    <a:pt x="31" y="122"/>
                  </a:cubicBezTo>
                  <a:cubicBezTo>
                    <a:pt x="33" y="122"/>
                    <a:pt x="36" y="124"/>
                    <a:pt x="39" y="123"/>
                  </a:cubicBezTo>
                  <a:cubicBezTo>
                    <a:pt x="40" y="123"/>
                    <a:pt x="42" y="122"/>
                    <a:pt x="44" y="122"/>
                  </a:cubicBezTo>
                  <a:cubicBezTo>
                    <a:pt x="45" y="122"/>
                    <a:pt x="47" y="123"/>
                    <a:pt x="48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64" y="123"/>
                    <a:pt x="70" y="125"/>
                    <a:pt x="76" y="124"/>
                  </a:cubicBezTo>
                  <a:cubicBezTo>
                    <a:pt x="78" y="124"/>
                    <a:pt x="79" y="124"/>
                    <a:pt x="81" y="123"/>
                  </a:cubicBezTo>
                  <a:cubicBezTo>
                    <a:pt x="82" y="122"/>
                    <a:pt x="83" y="122"/>
                    <a:pt x="84" y="121"/>
                  </a:cubicBezTo>
                  <a:cubicBezTo>
                    <a:pt x="87" y="119"/>
                    <a:pt x="90" y="119"/>
                    <a:pt x="94" y="119"/>
                  </a:cubicBezTo>
                  <a:cubicBezTo>
                    <a:pt x="97" y="119"/>
                    <a:pt x="100" y="119"/>
                    <a:pt x="104" y="119"/>
                  </a:cubicBezTo>
                  <a:cubicBezTo>
                    <a:pt x="106" y="119"/>
                    <a:pt x="110" y="119"/>
                    <a:pt x="112" y="118"/>
                  </a:cubicBezTo>
                  <a:cubicBezTo>
                    <a:pt x="115" y="118"/>
                    <a:pt x="118" y="117"/>
                    <a:pt x="121" y="116"/>
                  </a:cubicBezTo>
                  <a:cubicBezTo>
                    <a:pt x="123" y="114"/>
                    <a:pt x="124" y="113"/>
                    <a:pt x="125" y="110"/>
                  </a:cubicBezTo>
                  <a:cubicBezTo>
                    <a:pt x="127" y="108"/>
                    <a:pt x="127" y="105"/>
                    <a:pt x="126" y="102"/>
                  </a:cubicBezTo>
                  <a:cubicBezTo>
                    <a:pt x="126" y="99"/>
                    <a:pt x="125" y="96"/>
                    <a:pt x="124" y="93"/>
                  </a:cubicBezTo>
                  <a:cubicBezTo>
                    <a:pt x="123" y="90"/>
                    <a:pt x="121" y="88"/>
                    <a:pt x="121" y="85"/>
                  </a:cubicBezTo>
                  <a:cubicBezTo>
                    <a:pt x="121" y="81"/>
                    <a:pt x="122" y="79"/>
                    <a:pt x="123" y="76"/>
                  </a:cubicBezTo>
                  <a:cubicBezTo>
                    <a:pt x="124" y="75"/>
                    <a:pt x="125" y="74"/>
                    <a:pt x="125" y="72"/>
                  </a:cubicBezTo>
                  <a:cubicBezTo>
                    <a:pt x="125" y="71"/>
                    <a:pt x="125" y="69"/>
                    <a:pt x="125" y="68"/>
                  </a:cubicBezTo>
                  <a:cubicBezTo>
                    <a:pt x="125" y="66"/>
                    <a:pt x="124" y="65"/>
                    <a:pt x="124" y="64"/>
                  </a:cubicBezTo>
                  <a:cubicBezTo>
                    <a:pt x="125" y="62"/>
                    <a:pt x="125" y="61"/>
                    <a:pt x="125" y="59"/>
                  </a:cubicBezTo>
                  <a:cubicBezTo>
                    <a:pt x="124" y="56"/>
                    <a:pt x="123" y="53"/>
                    <a:pt x="121" y="51"/>
                  </a:cubicBezTo>
                  <a:cubicBezTo>
                    <a:pt x="120" y="49"/>
                    <a:pt x="118" y="47"/>
                    <a:pt x="116" y="45"/>
                  </a:cubicBezTo>
                  <a:cubicBezTo>
                    <a:pt x="114" y="44"/>
                    <a:pt x="113" y="43"/>
                    <a:pt x="112" y="42"/>
                  </a:cubicBezTo>
                  <a:cubicBezTo>
                    <a:pt x="111" y="40"/>
                    <a:pt x="111" y="39"/>
                    <a:pt x="110" y="37"/>
                  </a:cubicBezTo>
                  <a:cubicBezTo>
                    <a:pt x="110" y="36"/>
                    <a:pt x="109" y="35"/>
                    <a:pt x="109" y="34"/>
                  </a:cubicBezTo>
                  <a:cubicBezTo>
                    <a:pt x="108" y="33"/>
                    <a:pt x="107" y="32"/>
                    <a:pt x="107" y="31"/>
                  </a:cubicBezTo>
                  <a:cubicBezTo>
                    <a:pt x="106" y="29"/>
                    <a:pt x="107" y="27"/>
                    <a:pt x="106" y="26"/>
                  </a:cubicBezTo>
                  <a:cubicBezTo>
                    <a:pt x="106" y="25"/>
                    <a:pt x="105" y="23"/>
                    <a:pt x="104" y="22"/>
                  </a:cubicBezTo>
                  <a:cubicBezTo>
                    <a:pt x="103" y="20"/>
                    <a:pt x="102" y="18"/>
                    <a:pt x="100" y="17"/>
                  </a:cubicBezTo>
                  <a:cubicBezTo>
                    <a:pt x="98" y="16"/>
                    <a:pt x="97" y="15"/>
                    <a:pt x="96" y="14"/>
                  </a:cubicBezTo>
                  <a:cubicBezTo>
                    <a:pt x="95" y="13"/>
                    <a:pt x="94" y="12"/>
                    <a:pt x="93" y="11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90" y="6"/>
                    <a:pt x="89" y="5"/>
                    <a:pt x="88" y="4"/>
                  </a:cubicBezTo>
                  <a:cubicBezTo>
                    <a:pt x="86" y="3"/>
                    <a:pt x="83" y="2"/>
                    <a:pt x="80" y="2"/>
                  </a:cubicBezTo>
                  <a:cubicBezTo>
                    <a:pt x="78" y="1"/>
                    <a:pt x="77" y="1"/>
                    <a:pt x="76" y="0"/>
                  </a:cubicBezTo>
                  <a:cubicBezTo>
                    <a:pt x="75" y="0"/>
                    <a:pt x="68" y="0"/>
                    <a:pt x="65" y="1"/>
                  </a:cubicBezTo>
                  <a:cubicBezTo>
                    <a:pt x="63" y="2"/>
                    <a:pt x="61" y="4"/>
                    <a:pt x="59" y="5"/>
                  </a:cubicBezTo>
                  <a:cubicBezTo>
                    <a:pt x="57" y="7"/>
                    <a:pt x="54" y="9"/>
                    <a:pt x="51" y="10"/>
                  </a:cubicBezTo>
                  <a:cubicBezTo>
                    <a:pt x="49" y="11"/>
                    <a:pt x="47" y="12"/>
                    <a:pt x="44" y="14"/>
                  </a:cubicBezTo>
                  <a:cubicBezTo>
                    <a:pt x="40" y="17"/>
                    <a:pt x="37" y="21"/>
                    <a:pt x="34" y="25"/>
                  </a:cubicBezTo>
                  <a:cubicBezTo>
                    <a:pt x="30" y="30"/>
                    <a:pt x="25" y="33"/>
                    <a:pt x="20" y="37"/>
                  </a:cubicBezTo>
                  <a:cubicBezTo>
                    <a:pt x="16" y="40"/>
                    <a:pt x="11" y="42"/>
                    <a:pt x="8" y="46"/>
                  </a:cubicBezTo>
                  <a:cubicBezTo>
                    <a:pt x="7" y="48"/>
                    <a:pt x="6" y="51"/>
                    <a:pt x="5" y="53"/>
                  </a:cubicBezTo>
                  <a:cubicBezTo>
                    <a:pt x="4" y="56"/>
                    <a:pt x="3" y="59"/>
                    <a:pt x="2" y="61"/>
                  </a:cubicBezTo>
                  <a:cubicBezTo>
                    <a:pt x="1" y="67"/>
                    <a:pt x="1" y="73"/>
                    <a:pt x="2" y="78"/>
                  </a:cubicBezTo>
                  <a:cubicBezTo>
                    <a:pt x="2" y="81"/>
                    <a:pt x="2" y="85"/>
                    <a:pt x="1" y="8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6" name="Freeform 378">
              <a:extLst>
                <a:ext uri="{FF2B5EF4-FFF2-40B4-BE49-F238E27FC236}">
                  <a16:creationId xmlns:a16="http://schemas.microsoft.com/office/drawing/2014/main" id="{ABD95515-BDD9-44AC-A382-994948860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7138" y="2752725"/>
              <a:ext cx="47625" cy="161925"/>
            </a:xfrm>
            <a:custGeom>
              <a:avLst/>
              <a:gdLst>
                <a:gd name="T0" fmla="*/ 12 w 12"/>
                <a:gd name="T1" fmla="*/ 36 h 41"/>
                <a:gd name="T2" fmla="*/ 11 w 12"/>
                <a:gd name="T3" fmla="*/ 32 h 41"/>
                <a:gd name="T4" fmla="*/ 11 w 12"/>
                <a:gd name="T5" fmla="*/ 22 h 41"/>
                <a:gd name="T6" fmla="*/ 11 w 12"/>
                <a:gd name="T7" fmla="*/ 17 h 41"/>
                <a:gd name="T8" fmla="*/ 11 w 12"/>
                <a:gd name="T9" fmla="*/ 13 h 41"/>
                <a:gd name="T10" fmla="*/ 11 w 12"/>
                <a:gd name="T11" fmla="*/ 3 h 41"/>
                <a:gd name="T12" fmla="*/ 11 w 12"/>
                <a:gd name="T13" fmla="*/ 3 h 41"/>
                <a:gd name="T14" fmla="*/ 11 w 12"/>
                <a:gd name="T15" fmla="*/ 2 h 41"/>
                <a:gd name="T16" fmla="*/ 9 w 12"/>
                <a:gd name="T17" fmla="*/ 1 h 41"/>
                <a:gd name="T18" fmla="*/ 7 w 12"/>
                <a:gd name="T19" fmla="*/ 0 h 41"/>
                <a:gd name="T20" fmla="*/ 5 w 12"/>
                <a:gd name="T21" fmla="*/ 0 h 41"/>
                <a:gd name="T22" fmla="*/ 2 w 12"/>
                <a:gd name="T23" fmla="*/ 0 h 41"/>
                <a:gd name="T24" fmla="*/ 2 w 12"/>
                <a:gd name="T25" fmla="*/ 2 h 41"/>
                <a:gd name="T26" fmla="*/ 2 w 12"/>
                <a:gd name="T27" fmla="*/ 14 h 41"/>
                <a:gd name="T28" fmla="*/ 1 w 12"/>
                <a:gd name="T29" fmla="*/ 20 h 41"/>
                <a:gd name="T30" fmla="*/ 1 w 12"/>
                <a:gd name="T31" fmla="*/ 26 h 41"/>
                <a:gd name="T32" fmla="*/ 1 w 12"/>
                <a:gd name="T33" fmla="*/ 32 h 41"/>
                <a:gd name="T34" fmla="*/ 0 w 12"/>
                <a:gd name="T35" fmla="*/ 37 h 41"/>
                <a:gd name="T36" fmla="*/ 1 w 12"/>
                <a:gd name="T37" fmla="*/ 40 h 41"/>
                <a:gd name="T38" fmla="*/ 3 w 12"/>
                <a:gd name="T39" fmla="*/ 41 h 41"/>
                <a:gd name="T40" fmla="*/ 5 w 12"/>
                <a:gd name="T41" fmla="*/ 41 h 41"/>
                <a:gd name="T42" fmla="*/ 7 w 12"/>
                <a:gd name="T43" fmla="*/ 41 h 41"/>
                <a:gd name="T44" fmla="*/ 10 w 12"/>
                <a:gd name="T45" fmla="*/ 41 h 41"/>
                <a:gd name="T46" fmla="*/ 11 w 12"/>
                <a:gd name="T47" fmla="*/ 41 h 41"/>
                <a:gd name="T48" fmla="*/ 12 w 12"/>
                <a:gd name="T49" fmla="*/ 41 h 41"/>
                <a:gd name="T50" fmla="*/ 12 w 12"/>
                <a:gd name="T51" fmla="*/ 40 h 41"/>
                <a:gd name="T52" fmla="*/ 12 w 12"/>
                <a:gd name="T53" fmla="*/ 3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41">
                  <a:moveTo>
                    <a:pt x="12" y="36"/>
                  </a:moveTo>
                  <a:cubicBezTo>
                    <a:pt x="11" y="35"/>
                    <a:pt x="11" y="33"/>
                    <a:pt x="11" y="32"/>
                  </a:cubicBezTo>
                  <a:cubicBezTo>
                    <a:pt x="11" y="28"/>
                    <a:pt x="11" y="25"/>
                    <a:pt x="11" y="22"/>
                  </a:cubicBezTo>
                  <a:cubicBezTo>
                    <a:pt x="11" y="21"/>
                    <a:pt x="11" y="19"/>
                    <a:pt x="11" y="17"/>
                  </a:cubicBezTo>
                  <a:cubicBezTo>
                    <a:pt x="11" y="16"/>
                    <a:pt x="11" y="14"/>
                    <a:pt x="11" y="13"/>
                  </a:cubicBezTo>
                  <a:cubicBezTo>
                    <a:pt x="11" y="10"/>
                    <a:pt x="11" y="6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2"/>
                    <a:pt x="11" y="2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8" y="1"/>
                    <a:pt x="8" y="0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2" y="1"/>
                    <a:pt x="2" y="2"/>
                  </a:cubicBezTo>
                  <a:cubicBezTo>
                    <a:pt x="2" y="6"/>
                    <a:pt x="2" y="10"/>
                    <a:pt x="2" y="14"/>
                  </a:cubicBezTo>
                  <a:cubicBezTo>
                    <a:pt x="2" y="16"/>
                    <a:pt x="2" y="18"/>
                    <a:pt x="1" y="20"/>
                  </a:cubicBezTo>
                  <a:cubicBezTo>
                    <a:pt x="1" y="22"/>
                    <a:pt x="1" y="24"/>
                    <a:pt x="1" y="26"/>
                  </a:cubicBezTo>
                  <a:cubicBezTo>
                    <a:pt x="1" y="28"/>
                    <a:pt x="1" y="30"/>
                    <a:pt x="1" y="32"/>
                  </a:cubicBezTo>
                  <a:cubicBezTo>
                    <a:pt x="1" y="34"/>
                    <a:pt x="1" y="35"/>
                    <a:pt x="0" y="37"/>
                  </a:cubicBezTo>
                  <a:cubicBezTo>
                    <a:pt x="0" y="38"/>
                    <a:pt x="0" y="39"/>
                    <a:pt x="1" y="40"/>
                  </a:cubicBezTo>
                  <a:cubicBezTo>
                    <a:pt x="1" y="40"/>
                    <a:pt x="2" y="41"/>
                    <a:pt x="3" y="41"/>
                  </a:cubicBezTo>
                  <a:cubicBezTo>
                    <a:pt x="3" y="41"/>
                    <a:pt x="4" y="41"/>
                    <a:pt x="5" y="41"/>
                  </a:cubicBezTo>
                  <a:cubicBezTo>
                    <a:pt x="6" y="41"/>
                    <a:pt x="7" y="41"/>
                    <a:pt x="7" y="41"/>
                  </a:cubicBezTo>
                  <a:cubicBezTo>
                    <a:pt x="8" y="41"/>
                    <a:pt x="9" y="41"/>
                    <a:pt x="10" y="41"/>
                  </a:cubicBezTo>
                  <a:cubicBezTo>
                    <a:pt x="10" y="41"/>
                    <a:pt x="11" y="41"/>
                    <a:pt x="11" y="41"/>
                  </a:cubicBezTo>
                  <a:cubicBezTo>
                    <a:pt x="11" y="41"/>
                    <a:pt x="12" y="41"/>
                    <a:pt x="12" y="41"/>
                  </a:cubicBezTo>
                  <a:cubicBezTo>
                    <a:pt x="12" y="41"/>
                    <a:pt x="12" y="41"/>
                    <a:pt x="12" y="40"/>
                  </a:cubicBezTo>
                  <a:cubicBezTo>
                    <a:pt x="12" y="39"/>
                    <a:pt x="12" y="38"/>
                    <a:pt x="12" y="3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7" name="Freeform 379">
              <a:extLst>
                <a:ext uri="{FF2B5EF4-FFF2-40B4-BE49-F238E27FC236}">
                  <a16:creationId xmlns:a16="http://schemas.microsoft.com/office/drawing/2014/main" id="{75143540-0658-4D70-A2B8-B2E691CF1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7138" y="2752725"/>
              <a:ext cx="47625" cy="161925"/>
            </a:xfrm>
            <a:custGeom>
              <a:avLst/>
              <a:gdLst>
                <a:gd name="T0" fmla="*/ 12 w 12"/>
                <a:gd name="T1" fmla="*/ 36 h 41"/>
                <a:gd name="T2" fmla="*/ 11 w 12"/>
                <a:gd name="T3" fmla="*/ 32 h 41"/>
                <a:gd name="T4" fmla="*/ 11 w 12"/>
                <a:gd name="T5" fmla="*/ 22 h 41"/>
                <a:gd name="T6" fmla="*/ 11 w 12"/>
                <a:gd name="T7" fmla="*/ 17 h 41"/>
                <a:gd name="T8" fmla="*/ 11 w 12"/>
                <a:gd name="T9" fmla="*/ 13 h 41"/>
                <a:gd name="T10" fmla="*/ 11 w 12"/>
                <a:gd name="T11" fmla="*/ 3 h 41"/>
                <a:gd name="T12" fmla="*/ 11 w 12"/>
                <a:gd name="T13" fmla="*/ 3 h 41"/>
                <a:gd name="T14" fmla="*/ 11 w 12"/>
                <a:gd name="T15" fmla="*/ 2 h 41"/>
                <a:gd name="T16" fmla="*/ 9 w 12"/>
                <a:gd name="T17" fmla="*/ 1 h 41"/>
                <a:gd name="T18" fmla="*/ 7 w 12"/>
                <a:gd name="T19" fmla="*/ 0 h 41"/>
                <a:gd name="T20" fmla="*/ 5 w 12"/>
                <a:gd name="T21" fmla="*/ 0 h 41"/>
                <a:gd name="T22" fmla="*/ 2 w 12"/>
                <a:gd name="T23" fmla="*/ 0 h 41"/>
                <a:gd name="T24" fmla="*/ 2 w 12"/>
                <a:gd name="T25" fmla="*/ 2 h 41"/>
                <a:gd name="T26" fmla="*/ 2 w 12"/>
                <a:gd name="T27" fmla="*/ 14 h 41"/>
                <a:gd name="T28" fmla="*/ 1 w 12"/>
                <a:gd name="T29" fmla="*/ 20 h 41"/>
                <a:gd name="T30" fmla="*/ 1 w 12"/>
                <a:gd name="T31" fmla="*/ 26 h 41"/>
                <a:gd name="T32" fmla="*/ 1 w 12"/>
                <a:gd name="T33" fmla="*/ 32 h 41"/>
                <a:gd name="T34" fmla="*/ 0 w 12"/>
                <a:gd name="T35" fmla="*/ 37 h 41"/>
                <a:gd name="T36" fmla="*/ 1 w 12"/>
                <a:gd name="T37" fmla="*/ 40 h 41"/>
                <a:gd name="T38" fmla="*/ 3 w 12"/>
                <a:gd name="T39" fmla="*/ 41 h 41"/>
                <a:gd name="T40" fmla="*/ 5 w 12"/>
                <a:gd name="T41" fmla="*/ 41 h 41"/>
                <a:gd name="T42" fmla="*/ 7 w 12"/>
                <a:gd name="T43" fmla="*/ 41 h 41"/>
                <a:gd name="T44" fmla="*/ 10 w 12"/>
                <a:gd name="T45" fmla="*/ 41 h 41"/>
                <a:gd name="T46" fmla="*/ 11 w 12"/>
                <a:gd name="T47" fmla="*/ 41 h 41"/>
                <a:gd name="T48" fmla="*/ 12 w 12"/>
                <a:gd name="T49" fmla="*/ 41 h 41"/>
                <a:gd name="T50" fmla="*/ 12 w 12"/>
                <a:gd name="T51" fmla="*/ 40 h 41"/>
                <a:gd name="T52" fmla="*/ 12 w 12"/>
                <a:gd name="T53" fmla="*/ 3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41">
                  <a:moveTo>
                    <a:pt x="12" y="36"/>
                  </a:moveTo>
                  <a:cubicBezTo>
                    <a:pt x="11" y="35"/>
                    <a:pt x="11" y="33"/>
                    <a:pt x="11" y="32"/>
                  </a:cubicBezTo>
                  <a:cubicBezTo>
                    <a:pt x="11" y="28"/>
                    <a:pt x="11" y="25"/>
                    <a:pt x="11" y="22"/>
                  </a:cubicBezTo>
                  <a:cubicBezTo>
                    <a:pt x="11" y="21"/>
                    <a:pt x="11" y="19"/>
                    <a:pt x="11" y="17"/>
                  </a:cubicBezTo>
                  <a:cubicBezTo>
                    <a:pt x="11" y="16"/>
                    <a:pt x="11" y="14"/>
                    <a:pt x="11" y="13"/>
                  </a:cubicBezTo>
                  <a:cubicBezTo>
                    <a:pt x="11" y="10"/>
                    <a:pt x="11" y="6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2"/>
                    <a:pt x="11" y="2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8" y="1"/>
                    <a:pt x="8" y="0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2" y="1"/>
                    <a:pt x="2" y="2"/>
                  </a:cubicBezTo>
                  <a:cubicBezTo>
                    <a:pt x="2" y="6"/>
                    <a:pt x="2" y="10"/>
                    <a:pt x="2" y="14"/>
                  </a:cubicBezTo>
                  <a:cubicBezTo>
                    <a:pt x="2" y="16"/>
                    <a:pt x="2" y="18"/>
                    <a:pt x="1" y="20"/>
                  </a:cubicBezTo>
                  <a:cubicBezTo>
                    <a:pt x="1" y="22"/>
                    <a:pt x="1" y="24"/>
                    <a:pt x="1" y="26"/>
                  </a:cubicBezTo>
                  <a:cubicBezTo>
                    <a:pt x="1" y="28"/>
                    <a:pt x="1" y="30"/>
                    <a:pt x="1" y="32"/>
                  </a:cubicBezTo>
                  <a:cubicBezTo>
                    <a:pt x="1" y="34"/>
                    <a:pt x="1" y="35"/>
                    <a:pt x="0" y="37"/>
                  </a:cubicBezTo>
                  <a:cubicBezTo>
                    <a:pt x="0" y="38"/>
                    <a:pt x="0" y="39"/>
                    <a:pt x="1" y="40"/>
                  </a:cubicBezTo>
                  <a:cubicBezTo>
                    <a:pt x="1" y="40"/>
                    <a:pt x="2" y="41"/>
                    <a:pt x="3" y="41"/>
                  </a:cubicBezTo>
                  <a:cubicBezTo>
                    <a:pt x="3" y="41"/>
                    <a:pt x="4" y="41"/>
                    <a:pt x="5" y="41"/>
                  </a:cubicBezTo>
                  <a:cubicBezTo>
                    <a:pt x="6" y="41"/>
                    <a:pt x="7" y="41"/>
                    <a:pt x="7" y="41"/>
                  </a:cubicBezTo>
                  <a:cubicBezTo>
                    <a:pt x="8" y="41"/>
                    <a:pt x="9" y="41"/>
                    <a:pt x="10" y="41"/>
                  </a:cubicBezTo>
                  <a:cubicBezTo>
                    <a:pt x="10" y="41"/>
                    <a:pt x="11" y="41"/>
                    <a:pt x="11" y="41"/>
                  </a:cubicBezTo>
                  <a:cubicBezTo>
                    <a:pt x="11" y="41"/>
                    <a:pt x="12" y="41"/>
                    <a:pt x="12" y="41"/>
                  </a:cubicBezTo>
                  <a:cubicBezTo>
                    <a:pt x="12" y="41"/>
                    <a:pt x="12" y="41"/>
                    <a:pt x="12" y="40"/>
                  </a:cubicBezTo>
                  <a:cubicBezTo>
                    <a:pt x="12" y="39"/>
                    <a:pt x="12" y="38"/>
                    <a:pt x="12" y="3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8" name="Freeform 380">
              <a:extLst>
                <a:ext uri="{FF2B5EF4-FFF2-40B4-BE49-F238E27FC236}">
                  <a16:creationId xmlns:a16="http://schemas.microsoft.com/office/drawing/2014/main" id="{0DF9EB58-FB1F-48D0-94AE-A3567EF55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5701" y="2054225"/>
              <a:ext cx="193675" cy="738188"/>
            </a:xfrm>
            <a:custGeom>
              <a:avLst/>
              <a:gdLst>
                <a:gd name="T0" fmla="*/ 0 w 49"/>
                <a:gd name="T1" fmla="*/ 130 h 186"/>
                <a:gd name="T2" fmla="*/ 0 w 49"/>
                <a:gd name="T3" fmla="*/ 141 h 186"/>
                <a:gd name="T4" fmla="*/ 4 w 49"/>
                <a:gd name="T5" fmla="*/ 161 h 186"/>
                <a:gd name="T6" fmla="*/ 7 w 49"/>
                <a:gd name="T7" fmla="*/ 171 h 186"/>
                <a:gd name="T8" fmla="*/ 12 w 49"/>
                <a:gd name="T9" fmla="*/ 182 h 186"/>
                <a:gd name="T10" fmla="*/ 29 w 49"/>
                <a:gd name="T11" fmla="*/ 185 h 186"/>
                <a:gd name="T12" fmla="*/ 43 w 49"/>
                <a:gd name="T13" fmla="*/ 176 h 186"/>
                <a:gd name="T14" fmla="*/ 48 w 49"/>
                <a:gd name="T15" fmla="*/ 164 h 186"/>
                <a:gd name="T16" fmla="*/ 49 w 49"/>
                <a:gd name="T17" fmla="*/ 152 h 186"/>
                <a:gd name="T18" fmla="*/ 48 w 49"/>
                <a:gd name="T19" fmla="*/ 139 h 186"/>
                <a:gd name="T20" fmla="*/ 47 w 49"/>
                <a:gd name="T21" fmla="*/ 126 h 186"/>
                <a:gd name="T22" fmla="*/ 48 w 49"/>
                <a:gd name="T23" fmla="*/ 113 h 186"/>
                <a:gd name="T24" fmla="*/ 48 w 49"/>
                <a:gd name="T25" fmla="*/ 95 h 186"/>
                <a:gd name="T26" fmla="*/ 48 w 49"/>
                <a:gd name="T27" fmla="*/ 88 h 186"/>
                <a:gd name="T28" fmla="*/ 47 w 49"/>
                <a:gd name="T29" fmla="*/ 76 h 186"/>
                <a:gd name="T30" fmla="*/ 43 w 49"/>
                <a:gd name="T31" fmla="*/ 55 h 186"/>
                <a:gd name="T32" fmla="*/ 42 w 49"/>
                <a:gd name="T33" fmla="*/ 51 h 186"/>
                <a:gd name="T34" fmla="*/ 40 w 49"/>
                <a:gd name="T35" fmla="*/ 33 h 186"/>
                <a:gd name="T36" fmla="*/ 38 w 49"/>
                <a:gd name="T37" fmla="*/ 25 h 186"/>
                <a:gd name="T38" fmla="*/ 34 w 49"/>
                <a:gd name="T39" fmla="*/ 7 h 186"/>
                <a:gd name="T40" fmla="*/ 31 w 49"/>
                <a:gd name="T41" fmla="*/ 2 h 186"/>
                <a:gd name="T42" fmla="*/ 29 w 49"/>
                <a:gd name="T43" fmla="*/ 0 h 186"/>
                <a:gd name="T44" fmla="*/ 25 w 49"/>
                <a:gd name="T45" fmla="*/ 2 h 186"/>
                <a:gd name="T46" fmla="*/ 23 w 49"/>
                <a:gd name="T47" fmla="*/ 8 h 186"/>
                <a:gd name="T48" fmla="*/ 13 w 49"/>
                <a:gd name="T49" fmla="*/ 37 h 186"/>
                <a:gd name="T50" fmla="*/ 8 w 49"/>
                <a:gd name="T51" fmla="*/ 55 h 186"/>
                <a:gd name="T52" fmla="*/ 3 w 49"/>
                <a:gd name="T53" fmla="*/ 69 h 186"/>
                <a:gd name="T54" fmla="*/ 0 w 49"/>
                <a:gd name="T55" fmla="*/ 13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9" h="186">
                  <a:moveTo>
                    <a:pt x="0" y="130"/>
                  </a:moveTo>
                  <a:cubicBezTo>
                    <a:pt x="0" y="134"/>
                    <a:pt x="0" y="137"/>
                    <a:pt x="0" y="141"/>
                  </a:cubicBezTo>
                  <a:cubicBezTo>
                    <a:pt x="1" y="149"/>
                    <a:pt x="2" y="155"/>
                    <a:pt x="4" y="161"/>
                  </a:cubicBezTo>
                  <a:cubicBezTo>
                    <a:pt x="5" y="164"/>
                    <a:pt x="6" y="167"/>
                    <a:pt x="7" y="171"/>
                  </a:cubicBezTo>
                  <a:cubicBezTo>
                    <a:pt x="8" y="173"/>
                    <a:pt x="11" y="182"/>
                    <a:pt x="12" y="182"/>
                  </a:cubicBezTo>
                  <a:cubicBezTo>
                    <a:pt x="13" y="182"/>
                    <a:pt x="27" y="186"/>
                    <a:pt x="29" y="185"/>
                  </a:cubicBezTo>
                  <a:cubicBezTo>
                    <a:pt x="30" y="185"/>
                    <a:pt x="42" y="177"/>
                    <a:pt x="43" y="176"/>
                  </a:cubicBezTo>
                  <a:cubicBezTo>
                    <a:pt x="44" y="175"/>
                    <a:pt x="48" y="168"/>
                    <a:pt x="48" y="164"/>
                  </a:cubicBezTo>
                  <a:cubicBezTo>
                    <a:pt x="49" y="160"/>
                    <a:pt x="49" y="156"/>
                    <a:pt x="49" y="152"/>
                  </a:cubicBezTo>
                  <a:cubicBezTo>
                    <a:pt x="49" y="147"/>
                    <a:pt x="48" y="143"/>
                    <a:pt x="48" y="139"/>
                  </a:cubicBezTo>
                  <a:cubicBezTo>
                    <a:pt x="48" y="134"/>
                    <a:pt x="47" y="131"/>
                    <a:pt x="47" y="126"/>
                  </a:cubicBezTo>
                  <a:cubicBezTo>
                    <a:pt x="47" y="121"/>
                    <a:pt x="47" y="118"/>
                    <a:pt x="48" y="113"/>
                  </a:cubicBezTo>
                  <a:cubicBezTo>
                    <a:pt x="48" y="111"/>
                    <a:pt x="48" y="97"/>
                    <a:pt x="48" y="95"/>
                  </a:cubicBezTo>
                  <a:cubicBezTo>
                    <a:pt x="48" y="93"/>
                    <a:pt x="48" y="90"/>
                    <a:pt x="48" y="88"/>
                  </a:cubicBezTo>
                  <a:cubicBezTo>
                    <a:pt x="48" y="84"/>
                    <a:pt x="48" y="80"/>
                    <a:pt x="47" y="76"/>
                  </a:cubicBezTo>
                  <a:cubicBezTo>
                    <a:pt x="46" y="72"/>
                    <a:pt x="43" y="58"/>
                    <a:pt x="43" y="55"/>
                  </a:cubicBezTo>
                  <a:cubicBezTo>
                    <a:pt x="42" y="54"/>
                    <a:pt x="42" y="52"/>
                    <a:pt x="42" y="51"/>
                  </a:cubicBezTo>
                  <a:cubicBezTo>
                    <a:pt x="42" y="49"/>
                    <a:pt x="41" y="35"/>
                    <a:pt x="40" y="33"/>
                  </a:cubicBezTo>
                  <a:cubicBezTo>
                    <a:pt x="40" y="30"/>
                    <a:pt x="39" y="27"/>
                    <a:pt x="38" y="25"/>
                  </a:cubicBezTo>
                  <a:cubicBezTo>
                    <a:pt x="38" y="24"/>
                    <a:pt x="34" y="7"/>
                    <a:pt x="34" y="7"/>
                  </a:cubicBezTo>
                  <a:cubicBezTo>
                    <a:pt x="33" y="4"/>
                    <a:pt x="32" y="4"/>
                    <a:pt x="31" y="2"/>
                  </a:cubicBezTo>
                  <a:cubicBezTo>
                    <a:pt x="30" y="2"/>
                    <a:pt x="30" y="1"/>
                    <a:pt x="29" y="0"/>
                  </a:cubicBezTo>
                  <a:cubicBezTo>
                    <a:pt x="29" y="0"/>
                    <a:pt x="26" y="0"/>
                    <a:pt x="25" y="2"/>
                  </a:cubicBezTo>
                  <a:cubicBezTo>
                    <a:pt x="24" y="4"/>
                    <a:pt x="24" y="6"/>
                    <a:pt x="23" y="8"/>
                  </a:cubicBezTo>
                  <a:cubicBezTo>
                    <a:pt x="22" y="11"/>
                    <a:pt x="14" y="31"/>
                    <a:pt x="13" y="37"/>
                  </a:cubicBezTo>
                  <a:cubicBezTo>
                    <a:pt x="11" y="45"/>
                    <a:pt x="10" y="50"/>
                    <a:pt x="8" y="55"/>
                  </a:cubicBezTo>
                  <a:cubicBezTo>
                    <a:pt x="6" y="59"/>
                    <a:pt x="4" y="62"/>
                    <a:pt x="3" y="69"/>
                  </a:cubicBezTo>
                  <a:cubicBezTo>
                    <a:pt x="2" y="72"/>
                    <a:pt x="1" y="126"/>
                    <a:pt x="0" y="13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9" name="Freeform 381">
              <a:extLst>
                <a:ext uri="{FF2B5EF4-FFF2-40B4-BE49-F238E27FC236}">
                  <a16:creationId xmlns:a16="http://schemas.microsoft.com/office/drawing/2014/main" id="{DCB12CE5-4CE6-4339-BDF9-F94178AC0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5701" y="2054225"/>
              <a:ext cx="193675" cy="738188"/>
            </a:xfrm>
            <a:custGeom>
              <a:avLst/>
              <a:gdLst>
                <a:gd name="T0" fmla="*/ 0 w 49"/>
                <a:gd name="T1" fmla="*/ 130 h 186"/>
                <a:gd name="T2" fmla="*/ 0 w 49"/>
                <a:gd name="T3" fmla="*/ 141 h 186"/>
                <a:gd name="T4" fmla="*/ 4 w 49"/>
                <a:gd name="T5" fmla="*/ 161 h 186"/>
                <a:gd name="T6" fmla="*/ 7 w 49"/>
                <a:gd name="T7" fmla="*/ 171 h 186"/>
                <a:gd name="T8" fmla="*/ 12 w 49"/>
                <a:gd name="T9" fmla="*/ 182 h 186"/>
                <a:gd name="T10" fmla="*/ 29 w 49"/>
                <a:gd name="T11" fmla="*/ 185 h 186"/>
                <a:gd name="T12" fmla="*/ 43 w 49"/>
                <a:gd name="T13" fmla="*/ 176 h 186"/>
                <a:gd name="T14" fmla="*/ 48 w 49"/>
                <a:gd name="T15" fmla="*/ 164 h 186"/>
                <a:gd name="T16" fmla="*/ 49 w 49"/>
                <a:gd name="T17" fmla="*/ 152 h 186"/>
                <a:gd name="T18" fmla="*/ 48 w 49"/>
                <a:gd name="T19" fmla="*/ 139 h 186"/>
                <a:gd name="T20" fmla="*/ 47 w 49"/>
                <a:gd name="T21" fmla="*/ 126 h 186"/>
                <a:gd name="T22" fmla="*/ 48 w 49"/>
                <a:gd name="T23" fmla="*/ 113 h 186"/>
                <a:gd name="T24" fmla="*/ 48 w 49"/>
                <a:gd name="T25" fmla="*/ 95 h 186"/>
                <a:gd name="T26" fmla="*/ 48 w 49"/>
                <a:gd name="T27" fmla="*/ 88 h 186"/>
                <a:gd name="T28" fmla="*/ 47 w 49"/>
                <a:gd name="T29" fmla="*/ 76 h 186"/>
                <a:gd name="T30" fmla="*/ 43 w 49"/>
                <a:gd name="T31" fmla="*/ 55 h 186"/>
                <a:gd name="T32" fmla="*/ 42 w 49"/>
                <a:gd name="T33" fmla="*/ 51 h 186"/>
                <a:gd name="T34" fmla="*/ 40 w 49"/>
                <a:gd name="T35" fmla="*/ 33 h 186"/>
                <a:gd name="T36" fmla="*/ 38 w 49"/>
                <a:gd name="T37" fmla="*/ 25 h 186"/>
                <a:gd name="T38" fmla="*/ 34 w 49"/>
                <a:gd name="T39" fmla="*/ 7 h 186"/>
                <a:gd name="T40" fmla="*/ 31 w 49"/>
                <a:gd name="T41" fmla="*/ 2 h 186"/>
                <a:gd name="T42" fmla="*/ 29 w 49"/>
                <a:gd name="T43" fmla="*/ 0 h 186"/>
                <a:gd name="T44" fmla="*/ 25 w 49"/>
                <a:gd name="T45" fmla="*/ 2 h 186"/>
                <a:gd name="T46" fmla="*/ 23 w 49"/>
                <a:gd name="T47" fmla="*/ 8 h 186"/>
                <a:gd name="T48" fmla="*/ 13 w 49"/>
                <a:gd name="T49" fmla="*/ 37 h 186"/>
                <a:gd name="T50" fmla="*/ 8 w 49"/>
                <a:gd name="T51" fmla="*/ 55 h 186"/>
                <a:gd name="T52" fmla="*/ 3 w 49"/>
                <a:gd name="T53" fmla="*/ 69 h 186"/>
                <a:gd name="T54" fmla="*/ 0 w 49"/>
                <a:gd name="T55" fmla="*/ 13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9" h="186">
                  <a:moveTo>
                    <a:pt x="0" y="130"/>
                  </a:moveTo>
                  <a:cubicBezTo>
                    <a:pt x="0" y="134"/>
                    <a:pt x="0" y="137"/>
                    <a:pt x="0" y="141"/>
                  </a:cubicBezTo>
                  <a:cubicBezTo>
                    <a:pt x="1" y="149"/>
                    <a:pt x="2" y="155"/>
                    <a:pt x="4" y="161"/>
                  </a:cubicBezTo>
                  <a:cubicBezTo>
                    <a:pt x="5" y="164"/>
                    <a:pt x="6" y="167"/>
                    <a:pt x="7" y="171"/>
                  </a:cubicBezTo>
                  <a:cubicBezTo>
                    <a:pt x="8" y="173"/>
                    <a:pt x="11" y="182"/>
                    <a:pt x="12" y="182"/>
                  </a:cubicBezTo>
                  <a:cubicBezTo>
                    <a:pt x="13" y="182"/>
                    <a:pt x="27" y="186"/>
                    <a:pt x="29" y="185"/>
                  </a:cubicBezTo>
                  <a:cubicBezTo>
                    <a:pt x="30" y="185"/>
                    <a:pt x="42" y="177"/>
                    <a:pt x="43" y="176"/>
                  </a:cubicBezTo>
                  <a:cubicBezTo>
                    <a:pt x="44" y="175"/>
                    <a:pt x="48" y="168"/>
                    <a:pt x="48" y="164"/>
                  </a:cubicBezTo>
                  <a:cubicBezTo>
                    <a:pt x="49" y="160"/>
                    <a:pt x="49" y="156"/>
                    <a:pt x="49" y="152"/>
                  </a:cubicBezTo>
                  <a:cubicBezTo>
                    <a:pt x="49" y="147"/>
                    <a:pt x="48" y="143"/>
                    <a:pt x="48" y="139"/>
                  </a:cubicBezTo>
                  <a:cubicBezTo>
                    <a:pt x="48" y="134"/>
                    <a:pt x="47" y="131"/>
                    <a:pt x="47" y="126"/>
                  </a:cubicBezTo>
                  <a:cubicBezTo>
                    <a:pt x="47" y="121"/>
                    <a:pt x="47" y="118"/>
                    <a:pt x="48" y="113"/>
                  </a:cubicBezTo>
                  <a:cubicBezTo>
                    <a:pt x="48" y="111"/>
                    <a:pt x="48" y="97"/>
                    <a:pt x="48" y="95"/>
                  </a:cubicBezTo>
                  <a:cubicBezTo>
                    <a:pt x="48" y="93"/>
                    <a:pt x="48" y="90"/>
                    <a:pt x="48" y="88"/>
                  </a:cubicBezTo>
                  <a:cubicBezTo>
                    <a:pt x="48" y="84"/>
                    <a:pt x="48" y="80"/>
                    <a:pt x="47" y="76"/>
                  </a:cubicBezTo>
                  <a:cubicBezTo>
                    <a:pt x="46" y="72"/>
                    <a:pt x="43" y="58"/>
                    <a:pt x="43" y="55"/>
                  </a:cubicBezTo>
                  <a:cubicBezTo>
                    <a:pt x="42" y="54"/>
                    <a:pt x="42" y="52"/>
                    <a:pt x="42" y="51"/>
                  </a:cubicBezTo>
                  <a:cubicBezTo>
                    <a:pt x="42" y="49"/>
                    <a:pt x="41" y="35"/>
                    <a:pt x="40" y="33"/>
                  </a:cubicBezTo>
                  <a:cubicBezTo>
                    <a:pt x="40" y="30"/>
                    <a:pt x="39" y="27"/>
                    <a:pt x="38" y="25"/>
                  </a:cubicBezTo>
                  <a:cubicBezTo>
                    <a:pt x="38" y="24"/>
                    <a:pt x="34" y="7"/>
                    <a:pt x="34" y="7"/>
                  </a:cubicBezTo>
                  <a:cubicBezTo>
                    <a:pt x="33" y="4"/>
                    <a:pt x="32" y="4"/>
                    <a:pt x="31" y="2"/>
                  </a:cubicBezTo>
                  <a:cubicBezTo>
                    <a:pt x="30" y="2"/>
                    <a:pt x="30" y="1"/>
                    <a:pt x="29" y="0"/>
                  </a:cubicBezTo>
                  <a:cubicBezTo>
                    <a:pt x="29" y="0"/>
                    <a:pt x="26" y="0"/>
                    <a:pt x="25" y="2"/>
                  </a:cubicBezTo>
                  <a:cubicBezTo>
                    <a:pt x="24" y="4"/>
                    <a:pt x="24" y="6"/>
                    <a:pt x="23" y="8"/>
                  </a:cubicBezTo>
                  <a:cubicBezTo>
                    <a:pt x="22" y="11"/>
                    <a:pt x="14" y="31"/>
                    <a:pt x="13" y="37"/>
                  </a:cubicBezTo>
                  <a:cubicBezTo>
                    <a:pt x="11" y="45"/>
                    <a:pt x="10" y="50"/>
                    <a:pt x="8" y="55"/>
                  </a:cubicBezTo>
                  <a:cubicBezTo>
                    <a:pt x="6" y="59"/>
                    <a:pt x="4" y="62"/>
                    <a:pt x="3" y="69"/>
                  </a:cubicBezTo>
                  <a:cubicBezTo>
                    <a:pt x="2" y="72"/>
                    <a:pt x="1" y="126"/>
                    <a:pt x="0" y="13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0" name="Freeform 382">
              <a:extLst>
                <a:ext uri="{FF2B5EF4-FFF2-40B4-BE49-F238E27FC236}">
                  <a16:creationId xmlns:a16="http://schemas.microsoft.com/office/drawing/2014/main" id="{982990C4-A6BE-4DA7-946D-569186E23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2801" y="2795588"/>
              <a:ext cx="322263" cy="211138"/>
            </a:xfrm>
            <a:custGeom>
              <a:avLst/>
              <a:gdLst>
                <a:gd name="T0" fmla="*/ 18 w 81"/>
                <a:gd name="T1" fmla="*/ 0 h 53"/>
                <a:gd name="T2" fmla="*/ 81 w 81"/>
                <a:gd name="T3" fmla="*/ 25 h 53"/>
                <a:gd name="T4" fmla="*/ 80 w 81"/>
                <a:gd name="T5" fmla="*/ 27 h 53"/>
                <a:gd name="T6" fmla="*/ 69 w 81"/>
                <a:gd name="T7" fmla="*/ 30 h 53"/>
                <a:gd name="T8" fmla="*/ 67 w 81"/>
                <a:gd name="T9" fmla="*/ 46 h 53"/>
                <a:gd name="T10" fmla="*/ 73 w 81"/>
                <a:gd name="T11" fmla="*/ 50 h 53"/>
                <a:gd name="T12" fmla="*/ 72 w 81"/>
                <a:gd name="T13" fmla="*/ 53 h 53"/>
                <a:gd name="T14" fmla="*/ 8 w 81"/>
                <a:gd name="T15" fmla="*/ 25 h 53"/>
                <a:gd name="T16" fmla="*/ 18 w 81"/>
                <a:gd name="T1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53">
                  <a:moveTo>
                    <a:pt x="18" y="0"/>
                  </a:moveTo>
                  <a:cubicBezTo>
                    <a:pt x="81" y="25"/>
                    <a:pt x="81" y="25"/>
                    <a:pt x="81" y="25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77" y="26"/>
                    <a:pt x="73" y="26"/>
                    <a:pt x="69" y="30"/>
                  </a:cubicBezTo>
                  <a:cubicBezTo>
                    <a:pt x="64" y="35"/>
                    <a:pt x="63" y="41"/>
                    <a:pt x="67" y="46"/>
                  </a:cubicBezTo>
                  <a:cubicBezTo>
                    <a:pt x="69" y="48"/>
                    <a:pt x="71" y="50"/>
                    <a:pt x="73" y="50"/>
                  </a:cubicBezTo>
                  <a:cubicBezTo>
                    <a:pt x="72" y="53"/>
                    <a:pt x="72" y="53"/>
                    <a:pt x="72" y="53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0" y="17"/>
                    <a:pt x="3" y="3"/>
                    <a:pt x="18" y="0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1" name="Freeform 383">
              <a:extLst>
                <a:ext uri="{FF2B5EF4-FFF2-40B4-BE49-F238E27FC236}">
                  <a16:creationId xmlns:a16="http://schemas.microsoft.com/office/drawing/2014/main" id="{C3A54D83-F78C-460E-BB58-5624F36B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7751" y="2887663"/>
              <a:ext cx="131763" cy="130175"/>
            </a:xfrm>
            <a:custGeom>
              <a:avLst/>
              <a:gdLst>
                <a:gd name="T0" fmla="*/ 6 w 33"/>
                <a:gd name="T1" fmla="*/ 26 h 33"/>
                <a:gd name="T2" fmla="*/ 28 w 33"/>
                <a:gd name="T3" fmla="*/ 25 h 33"/>
                <a:gd name="T4" fmla="*/ 33 w 33"/>
                <a:gd name="T5" fmla="*/ 15 h 33"/>
                <a:gd name="T6" fmla="*/ 25 w 33"/>
                <a:gd name="T7" fmla="*/ 4 h 33"/>
                <a:gd name="T8" fmla="*/ 8 w 33"/>
                <a:gd name="T9" fmla="*/ 5 h 33"/>
                <a:gd name="T10" fmla="*/ 6 w 33"/>
                <a:gd name="T11" fmla="*/ 2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33">
                  <a:moveTo>
                    <a:pt x="6" y="26"/>
                  </a:moveTo>
                  <a:cubicBezTo>
                    <a:pt x="12" y="33"/>
                    <a:pt x="22" y="32"/>
                    <a:pt x="28" y="25"/>
                  </a:cubicBezTo>
                  <a:cubicBezTo>
                    <a:pt x="31" y="23"/>
                    <a:pt x="33" y="19"/>
                    <a:pt x="33" y="15"/>
                  </a:cubicBezTo>
                  <a:cubicBezTo>
                    <a:pt x="32" y="11"/>
                    <a:pt x="25" y="4"/>
                    <a:pt x="25" y="4"/>
                  </a:cubicBezTo>
                  <a:cubicBezTo>
                    <a:pt x="21" y="0"/>
                    <a:pt x="13" y="0"/>
                    <a:pt x="8" y="5"/>
                  </a:cubicBezTo>
                  <a:cubicBezTo>
                    <a:pt x="1" y="11"/>
                    <a:pt x="0" y="20"/>
                    <a:pt x="6" y="2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2" name="Freeform 384">
              <a:extLst>
                <a:ext uri="{FF2B5EF4-FFF2-40B4-BE49-F238E27FC236}">
                  <a16:creationId xmlns:a16="http://schemas.microsoft.com/office/drawing/2014/main" id="{37BB3444-B56D-4C0E-8987-6595D5676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7751" y="2887663"/>
              <a:ext cx="131763" cy="130175"/>
            </a:xfrm>
            <a:custGeom>
              <a:avLst/>
              <a:gdLst>
                <a:gd name="T0" fmla="*/ 6 w 33"/>
                <a:gd name="T1" fmla="*/ 26 h 33"/>
                <a:gd name="T2" fmla="*/ 28 w 33"/>
                <a:gd name="T3" fmla="*/ 25 h 33"/>
                <a:gd name="T4" fmla="*/ 33 w 33"/>
                <a:gd name="T5" fmla="*/ 15 h 33"/>
                <a:gd name="T6" fmla="*/ 25 w 33"/>
                <a:gd name="T7" fmla="*/ 4 h 33"/>
                <a:gd name="T8" fmla="*/ 8 w 33"/>
                <a:gd name="T9" fmla="*/ 5 h 33"/>
                <a:gd name="T10" fmla="*/ 6 w 33"/>
                <a:gd name="T11" fmla="*/ 2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33">
                  <a:moveTo>
                    <a:pt x="6" y="26"/>
                  </a:moveTo>
                  <a:cubicBezTo>
                    <a:pt x="12" y="33"/>
                    <a:pt x="22" y="32"/>
                    <a:pt x="28" y="25"/>
                  </a:cubicBezTo>
                  <a:cubicBezTo>
                    <a:pt x="31" y="23"/>
                    <a:pt x="33" y="19"/>
                    <a:pt x="33" y="15"/>
                  </a:cubicBezTo>
                  <a:cubicBezTo>
                    <a:pt x="32" y="11"/>
                    <a:pt x="25" y="4"/>
                    <a:pt x="25" y="4"/>
                  </a:cubicBezTo>
                  <a:cubicBezTo>
                    <a:pt x="21" y="0"/>
                    <a:pt x="13" y="0"/>
                    <a:pt x="8" y="5"/>
                  </a:cubicBezTo>
                  <a:cubicBezTo>
                    <a:pt x="1" y="11"/>
                    <a:pt x="0" y="20"/>
                    <a:pt x="6" y="2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3" name="Freeform 385">
              <a:extLst>
                <a:ext uri="{FF2B5EF4-FFF2-40B4-BE49-F238E27FC236}">
                  <a16:creationId xmlns:a16="http://schemas.microsoft.com/office/drawing/2014/main" id="{D9C4D4D1-EDB7-460C-A050-E67E0F478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3626" y="2874963"/>
              <a:ext cx="103188" cy="127000"/>
            </a:xfrm>
            <a:custGeom>
              <a:avLst/>
              <a:gdLst>
                <a:gd name="T0" fmla="*/ 4 w 26"/>
                <a:gd name="T1" fmla="*/ 27 h 32"/>
                <a:gd name="T2" fmla="*/ 6 w 26"/>
                <a:gd name="T3" fmla="*/ 10 h 32"/>
                <a:gd name="T4" fmla="*/ 26 w 26"/>
                <a:gd name="T5" fmla="*/ 20 h 32"/>
                <a:gd name="T6" fmla="*/ 21 w 26"/>
                <a:gd name="T7" fmla="*/ 27 h 32"/>
                <a:gd name="T8" fmla="*/ 4 w 26"/>
                <a:gd name="T9" fmla="*/ 2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2">
                  <a:moveTo>
                    <a:pt x="4" y="27"/>
                  </a:moveTo>
                  <a:cubicBezTo>
                    <a:pt x="0" y="22"/>
                    <a:pt x="1" y="15"/>
                    <a:pt x="6" y="10"/>
                  </a:cubicBezTo>
                  <a:cubicBezTo>
                    <a:pt x="17" y="0"/>
                    <a:pt x="26" y="16"/>
                    <a:pt x="26" y="20"/>
                  </a:cubicBezTo>
                  <a:cubicBezTo>
                    <a:pt x="25" y="22"/>
                    <a:pt x="24" y="25"/>
                    <a:pt x="21" y="27"/>
                  </a:cubicBezTo>
                  <a:cubicBezTo>
                    <a:pt x="16" y="32"/>
                    <a:pt x="9" y="32"/>
                    <a:pt x="4" y="2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4" name="Freeform 386">
              <a:extLst>
                <a:ext uri="{FF2B5EF4-FFF2-40B4-BE49-F238E27FC236}">
                  <a16:creationId xmlns:a16="http://schemas.microsoft.com/office/drawing/2014/main" id="{3497A856-2445-48C4-82D4-36B2AE952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3626" y="2874963"/>
              <a:ext cx="103188" cy="127000"/>
            </a:xfrm>
            <a:custGeom>
              <a:avLst/>
              <a:gdLst>
                <a:gd name="T0" fmla="*/ 4 w 26"/>
                <a:gd name="T1" fmla="*/ 27 h 32"/>
                <a:gd name="T2" fmla="*/ 6 w 26"/>
                <a:gd name="T3" fmla="*/ 10 h 32"/>
                <a:gd name="T4" fmla="*/ 26 w 26"/>
                <a:gd name="T5" fmla="*/ 20 h 32"/>
                <a:gd name="T6" fmla="*/ 21 w 26"/>
                <a:gd name="T7" fmla="*/ 27 h 32"/>
                <a:gd name="T8" fmla="*/ 4 w 26"/>
                <a:gd name="T9" fmla="*/ 2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2">
                  <a:moveTo>
                    <a:pt x="4" y="27"/>
                  </a:moveTo>
                  <a:cubicBezTo>
                    <a:pt x="0" y="22"/>
                    <a:pt x="1" y="15"/>
                    <a:pt x="6" y="10"/>
                  </a:cubicBezTo>
                  <a:cubicBezTo>
                    <a:pt x="17" y="0"/>
                    <a:pt x="26" y="16"/>
                    <a:pt x="26" y="20"/>
                  </a:cubicBezTo>
                  <a:cubicBezTo>
                    <a:pt x="25" y="22"/>
                    <a:pt x="24" y="25"/>
                    <a:pt x="21" y="27"/>
                  </a:cubicBezTo>
                  <a:cubicBezTo>
                    <a:pt x="16" y="32"/>
                    <a:pt x="9" y="32"/>
                    <a:pt x="4" y="2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5" name="Freeform 387">
              <a:extLst>
                <a:ext uri="{FF2B5EF4-FFF2-40B4-BE49-F238E27FC236}">
                  <a16:creationId xmlns:a16="http://schemas.microsoft.com/office/drawing/2014/main" id="{7ACF1406-B53F-477C-BD78-8727148D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3626" y="2874963"/>
              <a:ext cx="103188" cy="127000"/>
            </a:xfrm>
            <a:custGeom>
              <a:avLst/>
              <a:gdLst>
                <a:gd name="T0" fmla="*/ 4 w 26"/>
                <a:gd name="T1" fmla="*/ 27 h 32"/>
                <a:gd name="T2" fmla="*/ 21 w 26"/>
                <a:gd name="T3" fmla="*/ 27 h 32"/>
                <a:gd name="T4" fmla="*/ 26 w 26"/>
                <a:gd name="T5" fmla="*/ 20 h 32"/>
                <a:gd name="T6" fmla="*/ 6 w 26"/>
                <a:gd name="T7" fmla="*/ 10 h 32"/>
                <a:gd name="T8" fmla="*/ 4 w 26"/>
                <a:gd name="T9" fmla="*/ 2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2">
                  <a:moveTo>
                    <a:pt x="4" y="27"/>
                  </a:moveTo>
                  <a:cubicBezTo>
                    <a:pt x="9" y="32"/>
                    <a:pt x="16" y="32"/>
                    <a:pt x="21" y="27"/>
                  </a:cubicBezTo>
                  <a:cubicBezTo>
                    <a:pt x="24" y="25"/>
                    <a:pt x="25" y="22"/>
                    <a:pt x="26" y="20"/>
                  </a:cubicBezTo>
                  <a:cubicBezTo>
                    <a:pt x="26" y="16"/>
                    <a:pt x="17" y="0"/>
                    <a:pt x="6" y="10"/>
                  </a:cubicBezTo>
                  <a:cubicBezTo>
                    <a:pt x="1" y="15"/>
                    <a:pt x="0" y="22"/>
                    <a:pt x="4" y="27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6" name="Freeform 388">
              <a:extLst>
                <a:ext uri="{FF2B5EF4-FFF2-40B4-BE49-F238E27FC236}">
                  <a16:creationId xmlns:a16="http://schemas.microsoft.com/office/drawing/2014/main" id="{706356AB-F94A-4856-80A8-37CA32295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9501" y="2898775"/>
              <a:ext cx="71438" cy="84138"/>
            </a:xfrm>
            <a:custGeom>
              <a:avLst/>
              <a:gdLst>
                <a:gd name="T0" fmla="*/ 3 w 18"/>
                <a:gd name="T1" fmla="*/ 18 h 21"/>
                <a:gd name="T2" fmla="*/ 4 w 18"/>
                <a:gd name="T3" fmla="*/ 7 h 21"/>
                <a:gd name="T4" fmla="*/ 18 w 18"/>
                <a:gd name="T5" fmla="*/ 13 h 21"/>
                <a:gd name="T6" fmla="*/ 15 w 18"/>
                <a:gd name="T7" fmla="*/ 18 h 21"/>
                <a:gd name="T8" fmla="*/ 3 w 18"/>
                <a:gd name="T9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1">
                  <a:moveTo>
                    <a:pt x="3" y="18"/>
                  </a:moveTo>
                  <a:cubicBezTo>
                    <a:pt x="0" y="14"/>
                    <a:pt x="1" y="10"/>
                    <a:pt x="4" y="7"/>
                  </a:cubicBezTo>
                  <a:cubicBezTo>
                    <a:pt x="12" y="0"/>
                    <a:pt x="18" y="11"/>
                    <a:pt x="18" y="13"/>
                  </a:cubicBezTo>
                  <a:cubicBezTo>
                    <a:pt x="17" y="15"/>
                    <a:pt x="16" y="17"/>
                    <a:pt x="15" y="18"/>
                  </a:cubicBezTo>
                  <a:cubicBezTo>
                    <a:pt x="11" y="21"/>
                    <a:pt x="7" y="21"/>
                    <a:pt x="3" y="1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7" name="Freeform 389">
              <a:extLst>
                <a:ext uri="{FF2B5EF4-FFF2-40B4-BE49-F238E27FC236}">
                  <a16:creationId xmlns:a16="http://schemas.microsoft.com/office/drawing/2014/main" id="{2951DF42-7F02-4473-9380-C6A583560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9501" y="2898775"/>
              <a:ext cx="71438" cy="84138"/>
            </a:xfrm>
            <a:custGeom>
              <a:avLst/>
              <a:gdLst>
                <a:gd name="T0" fmla="*/ 3 w 18"/>
                <a:gd name="T1" fmla="*/ 18 h 21"/>
                <a:gd name="T2" fmla="*/ 4 w 18"/>
                <a:gd name="T3" fmla="*/ 7 h 21"/>
                <a:gd name="T4" fmla="*/ 18 w 18"/>
                <a:gd name="T5" fmla="*/ 13 h 21"/>
                <a:gd name="T6" fmla="*/ 15 w 18"/>
                <a:gd name="T7" fmla="*/ 18 h 21"/>
                <a:gd name="T8" fmla="*/ 3 w 18"/>
                <a:gd name="T9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1">
                  <a:moveTo>
                    <a:pt x="3" y="18"/>
                  </a:moveTo>
                  <a:cubicBezTo>
                    <a:pt x="0" y="14"/>
                    <a:pt x="1" y="10"/>
                    <a:pt x="4" y="7"/>
                  </a:cubicBezTo>
                  <a:cubicBezTo>
                    <a:pt x="12" y="0"/>
                    <a:pt x="18" y="11"/>
                    <a:pt x="18" y="13"/>
                  </a:cubicBezTo>
                  <a:cubicBezTo>
                    <a:pt x="17" y="15"/>
                    <a:pt x="16" y="17"/>
                    <a:pt x="15" y="18"/>
                  </a:cubicBezTo>
                  <a:cubicBezTo>
                    <a:pt x="11" y="21"/>
                    <a:pt x="7" y="21"/>
                    <a:pt x="3" y="1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8" name="Freeform 390">
              <a:extLst>
                <a:ext uri="{FF2B5EF4-FFF2-40B4-BE49-F238E27FC236}">
                  <a16:creationId xmlns:a16="http://schemas.microsoft.com/office/drawing/2014/main" id="{5375FD72-1CE6-445D-A6BC-AB03BE6BF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1676" y="2795588"/>
              <a:ext cx="317500" cy="211138"/>
            </a:xfrm>
            <a:custGeom>
              <a:avLst/>
              <a:gdLst>
                <a:gd name="T0" fmla="*/ 17 w 80"/>
                <a:gd name="T1" fmla="*/ 0 h 53"/>
                <a:gd name="T2" fmla="*/ 80 w 80"/>
                <a:gd name="T3" fmla="*/ 24 h 53"/>
                <a:gd name="T4" fmla="*/ 79 w 80"/>
                <a:gd name="T5" fmla="*/ 27 h 53"/>
                <a:gd name="T6" fmla="*/ 68 w 80"/>
                <a:gd name="T7" fmla="*/ 30 h 53"/>
                <a:gd name="T8" fmla="*/ 67 w 80"/>
                <a:gd name="T9" fmla="*/ 46 h 53"/>
                <a:gd name="T10" fmla="*/ 72 w 80"/>
                <a:gd name="T11" fmla="*/ 50 h 53"/>
                <a:gd name="T12" fmla="*/ 71 w 80"/>
                <a:gd name="T13" fmla="*/ 53 h 53"/>
                <a:gd name="T14" fmla="*/ 7 w 80"/>
                <a:gd name="T15" fmla="*/ 24 h 53"/>
                <a:gd name="T16" fmla="*/ 17 w 80"/>
                <a:gd name="T1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53">
                  <a:moveTo>
                    <a:pt x="17" y="0"/>
                  </a:moveTo>
                  <a:cubicBezTo>
                    <a:pt x="80" y="24"/>
                    <a:pt x="80" y="24"/>
                    <a:pt x="80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6" y="26"/>
                    <a:pt x="72" y="26"/>
                    <a:pt x="68" y="30"/>
                  </a:cubicBezTo>
                  <a:cubicBezTo>
                    <a:pt x="63" y="35"/>
                    <a:pt x="62" y="41"/>
                    <a:pt x="67" y="46"/>
                  </a:cubicBezTo>
                  <a:cubicBezTo>
                    <a:pt x="68" y="48"/>
                    <a:pt x="70" y="49"/>
                    <a:pt x="72" y="50"/>
                  </a:cubicBezTo>
                  <a:cubicBezTo>
                    <a:pt x="71" y="53"/>
                    <a:pt x="71" y="53"/>
                    <a:pt x="71" y="53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0" y="17"/>
                    <a:pt x="3" y="3"/>
                    <a:pt x="17" y="0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9" name="Freeform 391">
              <a:extLst>
                <a:ext uri="{FF2B5EF4-FFF2-40B4-BE49-F238E27FC236}">
                  <a16:creationId xmlns:a16="http://schemas.microsoft.com/office/drawing/2014/main" id="{9D1D0FA0-CE11-4B7C-9F2C-2E21B1679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6626" y="2887663"/>
              <a:ext cx="127000" cy="127000"/>
            </a:xfrm>
            <a:custGeom>
              <a:avLst/>
              <a:gdLst>
                <a:gd name="T0" fmla="*/ 6 w 32"/>
                <a:gd name="T1" fmla="*/ 26 h 32"/>
                <a:gd name="T2" fmla="*/ 27 w 32"/>
                <a:gd name="T3" fmla="*/ 25 h 32"/>
                <a:gd name="T4" fmla="*/ 32 w 32"/>
                <a:gd name="T5" fmla="*/ 15 h 32"/>
                <a:gd name="T6" fmla="*/ 24 w 32"/>
                <a:gd name="T7" fmla="*/ 3 h 32"/>
                <a:gd name="T8" fmla="*/ 7 w 32"/>
                <a:gd name="T9" fmla="*/ 5 h 32"/>
                <a:gd name="T10" fmla="*/ 6 w 32"/>
                <a:gd name="T11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2">
                  <a:moveTo>
                    <a:pt x="6" y="26"/>
                  </a:moveTo>
                  <a:cubicBezTo>
                    <a:pt x="12" y="32"/>
                    <a:pt x="21" y="32"/>
                    <a:pt x="27" y="25"/>
                  </a:cubicBezTo>
                  <a:cubicBezTo>
                    <a:pt x="30" y="22"/>
                    <a:pt x="32" y="19"/>
                    <a:pt x="32" y="15"/>
                  </a:cubicBezTo>
                  <a:cubicBezTo>
                    <a:pt x="32" y="11"/>
                    <a:pt x="25" y="4"/>
                    <a:pt x="24" y="3"/>
                  </a:cubicBezTo>
                  <a:cubicBezTo>
                    <a:pt x="20" y="0"/>
                    <a:pt x="13" y="0"/>
                    <a:pt x="7" y="5"/>
                  </a:cubicBezTo>
                  <a:cubicBezTo>
                    <a:pt x="1" y="11"/>
                    <a:pt x="0" y="20"/>
                    <a:pt x="6" y="2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0" name="Freeform 392">
              <a:extLst>
                <a:ext uri="{FF2B5EF4-FFF2-40B4-BE49-F238E27FC236}">
                  <a16:creationId xmlns:a16="http://schemas.microsoft.com/office/drawing/2014/main" id="{4DCCCE81-4DDC-4D0E-A183-7E1FDB766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6626" y="2887663"/>
              <a:ext cx="127000" cy="127000"/>
            </a:xfrm>
            <a:custGeom>
              <a:avLst/>
              <a:gdLst>
                <a:gd name="T0" fmla="*/ 6 w 32"/>
                <a:gd name="T1" fmla="*/ 26 h 32"/>
                <a:gd name="T2" fmla="*/ 27 w 32"/>
                <a:gd name="T3" fmla="*/ 25 h 32"/>
                <a:gd name="T4" fmla="*/ 32 w 32"/>
                <a:gd name="T5" fmla="*/ 15 h 32"/>
                <a:gd name="T6" fmla="*/ 24 w 32"/>
                <a:gd name="T7" fmla="*/ 3 h 32"/>
                <a:gd name="T8" fmla="*/ 7 w 32"/>
                <a:gd name="T9" fmla="*/ 5 h 32"/>
                <a:gd name="T10" fmla="*/ 6 w 32"/>
                <a:gd name="T11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2">
                  <a:moveTo>
                    <a:pt x="6" y="26"/>
                  </a:moveTo>
                  <a:cubicBezTo>
                    <a:pt x="12" y="32"/>
                    <a:pt x="21" y="32"/>
                    <a:pt x="27" y="25"/>
                  </a:cubicBezTo>
                  <a:cubicBezTo>
                    <a:pt x="30" y="22"/>
                    <a:pt x="32" y="19"/>
                    <a:pt x="32" y="15"/>
                  </a:cubicBezTo>
                  <a:cubicBezTo>
                    <a:pt x="32" y="11"/>
                    <a:pt x="25" y="4"/>
                    <a:pt x="24" y="3"/>
                  </a:cubicBezTo>
                  <a:cubicBezTo>
                    <a:pt x="20" y="0"/>
                    <a:pt x="13" y="0"/>
                    <a:pt x="7" y="5"/>
                  </a:cubicBezTo>
                  <a:cubicBezTo>
                    <a:pt x="1" y="11"/>
                    <a:pt x="0" y="20"/>
                    <a:pt x="6" y="2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1" name="Freeform 393">
              <a:extLst>
                <a:ext uri="{FF2B5EF4-FFF2-40B4-BE49-F238E27FC236}">
                  <a16:creationId xmlns:a16="http://schemas.microsoft.com/office/drawing/2014/main" id="{38DAAD1C-130D-4DD0-9B12-266258435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7738" y="2871788"/>
              <a:ext cx="107950" cy="130175"/>
            </a:xfrm>
            <a:custGeom>
              <a:avLst/>
              <a:gdLst>
                <a:gd name="T0" fmla="*/ 5 w 27"/>
                <a:gd name="T1" fmla="*/ 28 h 33"/>
                <a:gd name="T2" fmla="*/ 6 w 27"/>
                <a:gd name="T3" fmla="*/ 11 h 33"/>
                <a:gd name="T4" fmla="*/ 26 w 27"/>
                <a:gd name="T5" fmla="*/ 20 h 33"/>
                <a:gd name="T6" fmla="*/ 22 w 27"/>
                <a:gd name="T7" fmla="*/ 28 h 33"/>
                <a:gd name="T8" fmla="*/ 5 w 27"/>
                <a:gd name="T9" fmla="*/ 2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3">
                  <a:moveTo>
                    <a:pt x="5" y="28"/>
                  </a:moveTo>
                  <a:cubicBezTo>
                    <a:pt x="0" y="23"/>
                    <a:pt x="1" y="16"/>
                    <a:pt x="6" y="11"/>
                  </a:cubicBezTo>
                  <a:cubicBezTo>
                    <a:pt x="17" y="0"/>
                    <a:pt x="27" y="17"/>
                    <a:pt x="26" y="20"/>
                  </a:cubicBezTo>
                  <a:cubicBezTo>
                    <a:pt x="26" y="23"/>
                    <a:pt x="24" y="26"/>
                    <a:pt x="22" y="28"/>
                  </a:cubicBezTo>
                  <a:cubicBezTo>
                    <a:pt x="16" y="32"/>
                    <a:pt x="9" y="33"/>
                    <a:pt x="5" y="2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2" name="Freeform 394">
              <a:extLst>
                <a:ext uri="{FF2B5EF4-FFF2-40B4-BE49-F238E27FC236}">
                  <a16:creationId xmlns:a16="http://schemas.microsoft.com/office/drawing/2014/main" id="{A576FA30-963C-4D66-A427-101F3881F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7738" y="2871788"/>
              <a:ext cx="107950" cy="130175"/>
            </a:xfrm>
            <a:custGeom>
              <a:avLst/>
              <a:gdLst>
                <a:gd name="T0" fmla="*/ 5 w 27"/>
                <a:gd name="T1" fmla="*/ 28 h 33"/>
                <a:gd name="T2" fmla="*/ 6 w 27"/>
                <a:gd name="T3" fmla="*/ 11 h 33"/>
                <a:gd name="T4" fmla="*/ 26 w 27"/>
                <a:gd name="T5" fmla="*/ 20 h 33"/>
                <a:gd name="T6" fmla="*/ 22 w 27"/>
                <a:gd name="T7" fmla="*/ 28 h 33"/>
                <a:gd name="T8" fmla="*/ 5 w 27"/>
                <a:gd name="T9" fmla="*/ 2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3">
                  <a:moveTo>
                    <a:pt x="5" y="28"/>
                  </a:moveTo>
                  <a:cubicBezTo>
                    <a:pt x="0" y="23"/>
                    <a:pt x="1" y="16"/>
                    <a:pt x="6" y="11"/>
                  </a:cubicBezTo>
                  <a:cubicBezTo>
                    <a:pt x="17" y="0"/>
                    <a:pt x="27" y="17"/>
                    <a:pt x="26" y="20"/>
                  </a:cubicBezTo>
                  <a:cubicBezTo>
                    <a:pt x="26" y="23"/>
                    <a:pt x="24" y="26"/>
                    <a:pt x="22" y="28"/>
                  </a:cubicBezTo>
                  <a:cubicBezTo>
                    <a:pt x="16" y="32"/>
                    <a:pt x="9" y="33"/>
                    <a:pt x="5" y="2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3" name="Freeform 395">
              <a:extLst>
                <a:ext uri="{FF2B5EF4-FFF2-40B4-BE49-F238E27FC236}">
                  <a16:creationId xmlns:a16="http://schemas.microsoft.com/office/drawing/2014/main" id="{2DB07DF3-99D2-42F1-8034-CDCA7E614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7738" y="2871788"/>
              <a:ext cx="107950" cy="130175"/>
            </a:xfrm>
            <a:custGeom>
              <a:avLst/>
              <a:gdLst>
                <a:gd name="T0" fmla="*/ 5 w 27"/>
                <a:gd name="T1" fmla="*/ 28 h 33"/>
                <a:gd name="T2" fmla="*/ 22 w 27"/>
                <a:gd name="T3" fmla="*/ 28 h 33"/>
                <a:gd name="T4" fmla="*/ 26 w 27"/>
                <a:gd name="T5" fmla="*/ 20 h 33"/>
                <a:gd name="T6" fmla="*/ 6 w 27"/>
                <a:gd name="T7" fmla="*/ 11 h 33"/>
                <a:gd name="T8" fmla="*/ 5 w 27"/>
                <a:gd name="T9" fmla="*/ 2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3">
                  <a:moveTo>
                    <a:pt x="5" y="28"/>
                  </a:moveTo>
                  <a:cubicBezTo>
                    <a:pt x="9" y="33"/>
                    <a:pt x="16" y="32"/>
                    <a:pt x="22" y="28"/>
                  </a:cubicBezTo>
                  <a:cubicBezTo>
                    <a:pt x="24" y="26"/>
                    <a:pt x="26" y="23"/>
                    <a:pt x="26" y="20"/>
                  </a:cubicBezTo>
                  <a:cubicBezTo>
                    <a:pt x="27" y="17"/>
                    <a:pt x="17" y="0"/>
                    <a:pt x="6" y="11"/>
                  </a:cubicBezTo>
                  <a:cubicBezTo>
                    <a:pt x="1" y="16"/>
                    <a:pt x="0" y="23"/>
                    <a:pt x="5" y="28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4" name="Freeform 396">
              <a:extLst>
                <a:ext uri="{FF2B5EF4-FFF2-40B4-BE49-F238E27FC236}">
                  <a16:creationId xmlns:a16="http://schemas.microsoft.com/office/drawing/2014/main" id="{52A23DEE-368B-4ADF-A63D-031ADAC3A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8376" y="2898775"/>
              <a:ext cx="66675" cy="84138"/>
            </a:xfrm>
            <a:custGeom>
              <a:avLst/>
              <a:gdLst>
                <a:gd name="T0" fmla="*/ 3 w 17"/>
                <a:gd name="T1" fmla="*/ 18 h 21"/>
                <a:gd name="T2" fmla="*/ 4 w 17"/>
                <a:gd name="T3" fmla="*/ 7 h 21"/>
                <a:gd name="T4" fmla="*/ 17 w 17"/>
                <a:gd name="T5" fmla="*/ 13 h 21"/>
                <a:gd name="T6" fmla="*/ 14 w 17"/>
                <a:gd name="T7" fmla="*/ 18 h 21"/>
                <a:gd name="T8" fmla="*/ 3 w 17"/>
                <a:gd name="T9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1">
                  <a:moveTo>
                    <a:pt x="3" y="18"/>
                  </a:moveTo>
                  <a:cubicBezTo>
                    <a:pt x="0" y="14"/>
                    <a:pt x="0" y="10"/>
                    <a:pt x="4" y="7"/>
                  </a:cubicBezTo>
                  <a:cubicBezTo>
                    <a:pt x="11" y="0"/>
                    <a:pt x="17" y="10"/>
                    <a:pt x="17" y="13"/>
                  </a:cubicBezTo>
                  <a:cubicBezTo>
                    <a:pt x="17" y="15"/>
                    <a:pt x="15" y="16"/>
                    <a:pt x="14" y="18"/>
                  </a:cubicBezTo>
                  <a:cubicBezTo>
                    <a:pt x="10" y="21"/>
                    <a:pt x="6" y="21"/>
                    <a:pt x="3" y="1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5" name="Freeform 397">
              <a:extLst>
                <a:ext uri="{FF2B5EF4-FFF2-40B4-BE49-F238E27FC236}">
                  <a16:creationId xmlns:a16="http://schemas.microsoft.com/office/drawing/2014/main" id="{52E685A7-D3F0-4E2D-837B-6E9707B07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8376" y="2898775"/>
              <a:ext cx="66675" cy="84138"/>
            </a:xfrm>
            <a:custGeom>
              <a:avLst/>
              <a:gdLst>
                <a:gd name="T0" fmla="*/ 3 w 17"/>
                <a:gd name="T1" fmla="*/ 18 h 21"/>
                <a:gd name="T2" fmla="*/ 4 w 17"/>
                <a:gd name="T3" fmla="*/ 7 h 21"/>
                <a:gd name="T4" fmla="*/ 17 w 17"/>
                <a:gd name="T5" fmla="*/ 13 h 21"/>
                <a:gd name="T6" fmla="*/ 14 w 17"/>
                <a:gd name="T7" fmla="*/ 18 h 21"/>
                <a:gd name="T8" fmla="*/ 3 w 17"/>
                <a:gd name="T9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1">
                  <a:moveTo>
                    <a:pt x="3" y="18"/>
                  </a:moveTo>
                  <a:cubicBezTo>
                    <a:pt x="0" y="14"/>
                    <a:pt x="0" y="10"/>
                    <a:pt x="4" y="7"/>
                  </a:cubicBezTo>
                  <a:cubicBezTo>
                    <a:pt x="11" y="0"/>
                    <a:pt x="17" y="10"/>
                    <a:pt x="17" y="13"/>
                  </a:cubicBezTo>
                  <a:cubicBezTo>
                    <a:pt x="17" y="15"/>
                    <a:pt x="15" y="16"/>
                    <a:pt x="14" y="18"/>
                  </a:cubicBezTo>
                  <a:cubicBezTo>
                    <a:pt x="10" y="21"/>
                    <a:pt x="6" y="21"/>
                    <a:pt x="3" y="1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6" name="Freeform 398">
              <a:extLst>
                <a:ext uri="{FF2B5EF4-FFF2-40B4-BE49-F238E27FC236}">
                  <a16:creationId xmlns:a16="http://schemas.microsoft.com/office/drawing/2014/main" id="{BAC94528-AF76-4AF5-ABC5-6B64B8C64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1363" y="2697163"/>
              <a:ext cx="333375" cy="214313"/>
            </a:xfrm>
            <a:custGeom>
              <a:avLst/>
              <a:gdLst>
                <a:gd name="T0" fmla="*/ 18 w 84"/>
                <a:gd name="T1" fmla="*/ 0 h 54"/>
                <a:gd name="T2" fmla="*/ 84 w 84"/>
                <a:gd name="T3" fmla="*/ 25 h 54"/>
                <a:gd name="T4" fmla="*/ 83 w 84"/>
                <a:gd name="T5" fmla="*/ 28 h 54"/>
                <a:gd name="T6" fmla="*/ 72 w 84"/>
                <a:gd name="T7" fmla="*/ 30 h 54"/>
                <a:gd name="T8" fmla="*/ 70 w 84"/>
                <a:gd name="T9" fmla="*/ 47 h 54"/>
                <a:gd name="T10" fmla="*/ 76 w 84"/>
                <a:gd name="T11" fmla="*/ 51 h 54"/>
                <a:gd name="T12" fmla="*/ 75 w 84"/>
                <a:gd name="T13" fmla="*/ 54 h 54"/>
                <a:gd name="T14" fmla="*/ 8 w 84"/>
                <a:gd name="T15" fmla="*/ 24 h 54"/>
                <a:gd name="T16" fmla="*/ 18 w 84"/>
                <a:gd name="T1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" h="54">
                  <a:moveTo>
                    <a:pt x="18" y="0"/>
                  </a:moveTo>
                  <a:cubicBezTo>
                    <a:pt x="84" y="25"/>
                    <a:pt x="84" y="25"/>
                    <a:pt x="84" y="25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0" y="26"/>
                    <a:pt x="76" y="27"/>
                    <a:pt x="72" y="30"/>
                  </a:cubicBezTo>
                  <a:cubicBezTo>
                    <a:pt x="66" y="35"/>
                    <a:pt x="66" y="42"/>
                    <a:pt x="70" y="47"/>
                  </a:cubicBezTo>
                  <a:cubicBezTo>
                    <a:pt x="72" y="49"/>
                    <a:pt x="74" y="50"/>
                    <a:pt x="76" y="51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0" y="17"/>
                    <a:pt x="3" y="2"/>
                    <a:pt x="18" y="0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7" name="Freeform 399">
              <a:extLst>
                <a:ext uri="{FF2B5EF4-FFF2-40B4-BE49-F238E27FC236}">
                  <a16:creationId xmlns:a16="http://schemas.microsoft.com/office/drawing/2014/main" id="{62EB8239-4156-4A2B-B78A-7FB758E8A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7426" y="2792413"/>
              <a:ext cx="136525" cy="127000"/>
            </a:xfrm>
            <a:custGeom>
              <a:avLst/>
              <a:gdLst>
                <a:gd name="T0" fmla="*/ 6 w 34"/>
                <a:gd name="T1" fmla="*/ 26 h 32"/>
                <a:gd name="T2" fmla="*/ 29 w 34"/>
                <a:gd name="T3" fmla="*/ 25 h 32"/>
                <a:gd name="T4" fmla="*/ 34 w 34"/>
                <a:gd name="T5" fmla="*/ 15 h 32"/>
                <a:gd name="T6" fmla="*/ 26 w 34"/>
                <a:gd name="T7" fmla="*/ 3 h 32"/>
                <a:gd name="T8" fmla="*/ 7 w 34"/>
                <a:gd name="T9" fmla="*/ 5 h 32"/>
                <a:gd name="T10" fmla="*/ 6 w 34"/>
                <a:gd name="T11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32">
                  <a:moveTo>
                    <a:pt x="6" y="26"/>
                  </a:moveTo>
                  <a:cubicBezTo>
                    <a:pt x="13" y="32"/>
                    <a:pt x="22" y="32"/>
                    <a:pt x="29" y="25"/>
                  </a:cubicBezTo>
                  <a:cubicBezTo>
                    <a:pt x="32" y="22"/>
                    <a:pt x="34" y="19"/>
                    <a:pt x="34" y="15"/>
                  </a:cubicBezTo>
                  <a:cubicBezTo>
                    <a:pt x="33" y="11"/>
                    <a:pt x="26" y="4"/>
                    <a:pt x="26" y="3"/>
                  </a:cubicBezTo>
                  <a:cubicBezTo>
                    <a:pt x="21" y="0"/>
                    <a:pt x="13" y="0"/>
                    <a:pt x="7" y="5"/>
                  </a:cubicBezTo>
                  <a:cubicBezTo>
                    <a:pt x="1" y="11"/>
                    <a:pt x="0" y="20"/>
                    <a:pt x="6" y="2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8" name="Freeform 400">
              <a:extLst>
                <a:ext uri="{FF2B5EF4-FFF2-40B4-BE49-F238E27FC236}">
                  <a16:creationId xmlns:a16="http://schemas.microsoft.com/office/drawing/2014/main" id="{CB233766-47F9-43DF-88A3-0B403439C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7426" y="2792413"/>
              <a:ext cx="136525" cy="127000"/>
            </a:xfrm>
            <a:custGeom>
              <a:avLst/>
              <a:gdLst>
                <a:gd name="T0" fmla="*/ 6 w 34"/>
                <a:gd name="T1" fmla="*/ 26 h 32"/>
                <a:gd name="T2" fmla="*/ 29 w 34"/>
                <a:gd name="T3" fmla="*/ 25 h 32"/>
                <a:gd name="T4" fmla="*/ 34 w 34"/>
                <a:gd name="T5" fmla="*/ 15 h 32"/>
                <a:gd name="T6" fmla="*/ 26 w 34"/>
                <a:gd name="T7" fmla="*/ 3 h 32"/>
                <a:gd name="T8" fmla="*/ 7 w 34"/>
                <a:gd name="T9" fmla="*/ 5 h 32"/>
                <a:gd name="T10" fmla="*/ 6 w 34"/>
                <a:gd name="T11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32">
                  <a:moveTo>
                    <a:pt x="6" y="26"/>
                  </a:moveTo>
                  <a:cubicBezTo>
                    <a:pt x="13" y="32"/>
                    <a:pt x="22" y="32"/>
                    <a:pt x="29" y="25"/>
                  </a:cubicBezTo>
                  <a:cubicBezTo>
                    <a:pt x="32" y="22"/>
                    <a:pt x="34" y="19"/>
                    <a:pt x="34" y="15"/>
                  </a:cubicBezTo>
                  <a:cubicBezTo>
                    <a:pt x="33" y="11"/>
                    <a:pt x="26" y="4"/>
                    <a:pt x="26" y="3"/>
                  </a:cubicBezTo>
                  <a:cubicBezTo>
                    <a:pt x="21" y="0"/>
                    <a:pt x="13" y="0"/>
                    <a:pt x="7" y="5"/>
                  </a:cubicBezTo>
                  <a:cubicBezTo>
                    <a:pt x="1" y="11"/>
                    <a:pt x="0" y="20"/>
                    <a:pt x="6" y="2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9" name="Freeform 401">
              <a:extLst>
                <a:ext uri="{FF2B5EF4-FFF2-40B4-BE49-F238E27FC236}">
                  <a16:creationId xmlns:a16="http://schemas.microsoft.com/office/drawing/2014/main" id="{9E5D8B3D-7E8E-4B24-A758-5BB919027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0126" y="2776538"/>
              <a:ext cx="111125" cy="130175"/>
            </a:xfrm>
            <a:custGeom>
              <a:avLst/>
              <a:gdLst>
                <a:gd name="T0" fmla="*/ 5 w 28"/>
                <a:gd name="T1" fmla="*/ 27 h 33"/>
                <a:gd name="T2" fmla="*/ 7 w 28"/>
                <a:gd name="T3" fmla="*/ 11 h 33"/>
                <a:gd name="T4" fmla="*/ 28 w 28"/>
                <a:gd name="T5" fmla="*/ 20 h 33"/>
                <a:gd name="T6" fmla="*/ 23 w 28"/>
                <a:gd name="T7" fmla="*/ 28 h 33"/>
                <a:gd name="T8" fmla="*/ 5 w 28"/>
                <a:gd name="T9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3">
                  <a:moveTo>
                    <a:pt x="5" y="27"/>
                  </a:moveTo>
                  <a:cubicBezTo>
                    <a:pt x="0" y="22"/>
                    <a:pt x="1" y="16"/>
                    <a:pt x="7" y="11"/>
                  </a:cubicBezTo>
                  <a:cubicBezTo>
                    <a:pt x="18" y="0"/>
                    <a:pt x="28" y="17"/>
                    <a:pt x="28" y="20"/>
                  </a:cubicBezTo>
                  <a:cubicBezTo>
                    <a:pt x="27" y="23"/>
                    <a:pt x="25" y="26"/>
                    <a:pt x="23" y="28"/>
                  </a:cubicBezTo>
                  <a:cubicBezTo>
                    <a:pt x="18" y="32"/>
                    <a:pt x="10" y="33"/>
                    <a:pt x="5" y="2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0" name="Freeform 402">
              <a:extLst>
                <a:ext uri="{FF2B5EF4-FFF2-40B4-BE49-F238E27FC236}">
                  <a16:creationId xmlns:a16="http://schemas.microsoft.com/office/drawing/2014/main" id="{D9815105-7A4C-4C02-AA8A-255C75701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0126" y="2776538"/>
              <a:ext cx="111125" cy="130175"/>
            </a:xfrm>
            <a:custGeom>
              <a:avLst/>
              <a:gdLst>
                <a:gd name="T0" fmla="*/ 5 w 28"/>
                <a:gd name="T1" fmla="*/ 27 h 33"/>
                <a:gd name="T2" fmla="*/ 7 w 28"/>
                <a:gd name="T3" fmla="*/ 11 h 33"/>
                <a:gd name="T4" fmla="*/ 28 w 28"/>
                <a:gd name="T5" fmla="*/ 20 h 33"/>
                <a:gd name="T6" fmla="*/ 23 w 28"/>
                <a:gd name="T7" fmla="*/ 28 h 33"/>
                <a:gd name="T8" fmla="*/ 5 w 28"/>
                <a:gd name="T9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3">
                  <a:moveTo>
                    <a:pt x="5" y="27"/>
                  </a:moveTo>
                  <a:cubicBezTo>
                    <a:pt x="0" y="22"/>
                    <a:pt x="1" y="16"/>
                    <a:pt x="7" y="11"/>
                  </a:cubicBezTo>
                  <a:cubicBezTo>
                    <a:pt x="18" y="0"/>
                    <a:pt x="28" y="17"/>
                    <a:pt x="28" y="20"/>
                  </a:cubicBezTo>
                  <a:cubicBezTo>
                    <a:pt x="27" y="23"/>
                    <a:pt x="25" y="26"/>
                    <a:pt x="23" y="28"/>
                  </a:cubicBezTo>
                  <a:cubicBezTo>
                    <a:pt x="18" y="32"/>
                    <a:pt x="10" y="33"/>
                    <a:pt x="5" y="2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1" name="Freeform 403">
              <a:extLst>
                <a:ext uri="{FF2B5EF4-FFF2-40B4-BE49-F238E27FC236}">
                  <a16:creationId xmlns:a16="http://schemas.microsoft.com/office/drawing/2014/main" id="{B49F8B00-F1BA-4DA3-95E7-F134253E3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0126" y="2776538"/>
              <a:ext cx="111125" cy="130175"/>
            </a:xfrm>
            <a:custGeom>
              <a:avLst/>
              <a:gdLst>
                <a:gd name="T0" fmla="*/ 5 w 28"/>
                <a:gd name="T1" fmla="*/ 27 h 33"/>
                <a:gd name="T2" fmla="*/ 23 w 28"/>
                <a:gd name="T3" fmla="*/ 28 h 33"/>
                <a:gd name="T4" fmla="*/ 28 w 28"/>
                <a:gd name="T5" fmla="*/ 20 h 33"/>
                <a:gd name="T6" fmla="*/ 7 w 28"/>
                <a:gd name="T7" fmla="*/ 11 h 33"/>
                <a:gd name="T8" fmla="*/ 5 w 28"/>
                <a:gd name="T9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3">
                  <a:moveTo>
                    <a:pt x="5" y="27"/>
                  </a:moveTo>
                  <a:cubicBezTo>
                    <a:pt x="10" y="33"/>
                    <a:pt x="18" y="32"/>
                    <a:pt x="23" y="28"/>
                  </a:cubicBezTo>
                  <a:cubicBezTo>
                    <a:pt x="25" y="26"/>
                    <a:pt x="27" y="23"/>
                    <a:pt x="28" y="20"/>
                  </a:cubicBezTo>
                  <a:cubicBezTo>
                    <a:pt x="28" y="17"/>
                    <a:pt x="18" y="0"/>
                    <a:pt x="7" y="11"/>
                  </a:cubicBezTo>
                  <a:cubicBezTo>
                    <a:pt x="1" y="16"/>
                    <a:pt x="0" y="22"/>
                    <a:pt x="5" y="27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2" name="Freeform 404">
              <a:extLst>
                <a:ext uri="{FF2B5EF4-FFF2-40B4-BE49-F238E27FC236}">
                  <a16:creationId xmlns:a16="http://schemas.microsoft.com/office/drawing/2014/main" id="{5E30DB63-8780-453C-82DE-8149B19EB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9176" y="2803525"/>
              <a:ext cx="76200" cy="84138"/>
            </a:xfrm>
            <a:custGeom>
              <a:avLst/>
              <a:gdLst>
                <a:gd name="T0" fmla="*/ 3 w 19"/>
                <a:gd name="T1" fmla="*/ 17 h 21"/>
                <a:gd name="T2" fmla="*/ 4 w 19"/>
                <a:gd name="T3" fmla="*/ 6 h 21"/>
                <a:gd name="T4" fmla="*/ 18 w 19"/>
                <a:gd name="T5" fmla="*/ 13 h 21"/>
                <a:gd name="T6" fmla="*/ 15 w 19"/>
                <a:gd name="T7" fmla="*/ 18 h 21"/>
                <a:gd name="T8" fmla="*/ 3 w 19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1">
                  <a:moveTo>
                    <a:pt x="3" y="17"/>
                  </a:moveTo>
                  <a:cubicBezTo>
                    <a:pt x="0" y="14"/>
                    <a:pt x="1" y="10"/>
                    <a:pt x="4" y="6"/>
                  </a:cubicBezTo>
                  <a:cubicBezTo>
                    <a:pt x="12" y="0"/>
                    <a:pt x="19" y="10"/>
                    <a:pt x="18" y="13"/>
                  </a:cubicBezTo>
                  <a:cubicBezTo>
                    <a:pt x="18" y="15"/>
                    <a:pt x="17" y="16"/>
                    <a:pt x="15" y="18"/>
                  </a:cubicBezTo>
                  <a:cubicBezTo>
                    <a:pt x="12" y="21"/>
                    <a:pt x="7" y="21"/>
                    <a:pt x="3" y="1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3" name="Freeform 405">
              <a:extLst>
                <a:ext uri="{FF2B5EF4-FFF2-40B4-BE49-F238E27FC236}">
                  <a16:creationId xmlns:a16="http://schemas.microsoft.com/office/drawing/2014/main" id="{F0B62578-F27A-4A97-9535-2A831FEBB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9176" y="2803525"/>
              <a:ext cx="76200" cy="84138"/>
            </a:xfrm>
            <a:custGeom>
              <a:avLst/>
              <a:gdLst>
                <a:gd name="T0" fmla="*/ 3 w 19"/>
                <a:gd name="T1" fmla="*/ 17 h 21"/>
                <a:gd name="T2" fmla="*/ 4 w 19"/>
                <a:gd name="T3" fmla="*/ 6 h 21"/>
                <a:gd name="T4" fmla="*/ 18 w 19"/>
                <a:gd name="T5" fmla="*/ 13 h 21"/>
                <a:gd name="T6" fmla="*/ 15 w 19"/>
                <a:gd name="T7" fmla="*/ 18 h 21"/>
                <a:gd name="T8" fmla="*/ 3 w 19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1">
                  <a:moveTo>
                    <a:pt x="3" y="17"/>
                  </a:moveTo>
                  <a:cubicBezTo>
                    <a:pt x="0" y="14"/>
                    <a:pt x="1" y="10"/>
                    <a:pt x="4" y="6"/>
                  </a:cubicBezTo>
                  <a:cubicBezTo>
                    <a:pt x="12" y="0"/>
                    <a:pt x="19" y="10"/>
                    <a:pt x="18" y="13"/>
                  </a:cubicBezTo>
                  <a:cubicBezTo>
                    <a:pt x="18" y="15"/>
                    <a:pt x="17" y="16"/>
                    <a:pt x="15" y="18"/>
                  </a:cubicBezTo>
                  <a:cubicBezTo>
                    <a:pt x="12" y="21"/>
                    <a:pt x="7" y="21"/>
                    <a:pt x="3" y="1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94" name="TextBox 293">
            <a:extLst>
              <a:ext uri="{FF2B5EF4-FFF2-40B4-BE49-F238E27FC236}">
                <a16:creationId xmlns:a16="http://schemas.microsoft.com/office/drawing/2014/main" id="{73DB47BB-8E13-4148-B232-7ECDDB98564D}"/>
              </a:ext>
            </a:extLst>
          </p:cNvPr>
          <p:cNvSpPr txBox="1"/>
          <p:nvPr/>
        </p:nvSpPr>
        <p:spPr>
          <a:xfrm>
            <a:off x="4803120" y="4341117"/>
            <a:ext cx="1824605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dirty="0"/>
              <a:t>Sources</a:t>
            </a:r>
          </a:p>
        </p:txBody>
      </p: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77B0554C-09C8-47F3-9C25-548705E2CB3D}"/>
              </a:ext>
            </a:extLst>
          </p:cNvPr>
          <p:cNvCxnSpPr>
            <a:cxnSpLocks/>
          </p:cNvCxnSpPr>
          <p:nvPr/>
        </p:nvCxnSpPr>
        <p:spPr>
          <a:xfrm>
            <a:off x="5752825" y="4946057"/>
            <a:ext cx="445767" cy="375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>
            <a:extLst>
              <a:ext uri="{FF2B5EF4-FFF2-40B4-BE49-F238E27FC236}">
                <a16:creationId xmlns:a16="http://schemas.microsoft.com/office/drawing/2014/main" id="{6144FF2C-44B9-401C-981C-855D422A221B}"/>
              </a:ext>
            </a:extLst>
          </p:cNvPr>
          <p:cNvSpPr txBox="1"/>
          <p:nvPr/>
        </p:nvSpPr>
        <p:spPr>
          <a:xfrm>
            <a:off x="8216881" y="4335214"/>
            <a:ext cx="1824605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dirty="0"/>
              <a:t>Sinks</a:t>
            </a:r>
          </a:p>
        </p:txBody>
      </p:sp>
      <p:grpSp>
        <p:nvGrpSpPr>
          <p:cNvPr id="297" name="Gruppieren 36">
            <a:extLst>
              <a:ext uri="{FF2B5EF4-FFF2-40B4-BE49-F238E27FC236}">
                <a16:creationId xmlns:a16="http://schemas.microsoft.com/office/drawing/2014/main" id="{E8A5FA60-21AB-4F3C-B6D8-843323D26041}"/>
              </a:ext>
            </a:extLst>
          </p:cNvPr>
          <p:cNvGrpSpPr/>
          <p:nvPr/>
        </p:nvGrpSpPr>
        <p:grpSpPr>
          <a:xfrm>
            <a:off x="8053802" y="4767464"/>
            <a:ext cx="363575" cy="415906"/>
            <a:chOff x="1619672" y="2348884"/>
            <a:chExt cx="2092337" cy="3532450"/>
          </a:xfrm>
        </p:grpSpPr>
        <p:sp>
          <p:nvSpPr>
            <p:cNvPr id="298" name="Freeform 285">
              <a:extLst>
                <a:ext uri="{FF2B5EF4-FFF2-40B4-BE49-F238E27FC236}">
                  <a16:creationId xmlns:a16="http://schemas.microsoft.com/office/drawing/2014/main" id="{44092511-A0FE-42E1-83DA-CFE900B3D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672" y="2362207"/>
              <a:ext cx="473108" cy="3375060"/>
            </a:xfrm>
            <a:custGeom>
              <a:avLst/>
              <a:gdLst>
                <a:gd name="T0" fmla="*/ 0 w 142"/>
                <a:gd name="T1" fmla="*/ 754 h 1013"/>
                <a:gd name="T2" fmla="*/ 142 w 142"/>
                <a:gd name="T3" fmla="*/ 1013 h 1013"/>
                <a:gd name="T4" fmla="*/ 142 w 142"/>
                <a:gd name="T5" fmla="*/ 218 h 1013"/>
                <a:gd name="T6" fmla="*/ 0 w 142"/>
                <a:gd name="T7" fmla="*/ 0 h 1013"/>
                <a:gd name="T8" fmla="*/ 0 w 142"/>
                <a:gd name="T9" fmla="*/ 754 h 10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013">
                  <a:moveTo>
                    <a:pt x="0" y="754"/>
                  </a:moveTo>
                  <a:lnTo>
                    <a:pt x="142" y="1013"/>
                  </a:lnTo>
                  <a:lnTo>
                    <a:pt x="142" y="218"/>
                  </a:lnTo>
                  <a:lnTo>
                    <a:pt x="0" y="0"/>
                  </a:lnTo>
                  <a:lnTo>
                    <a:pt x="0" y="754"/>
                  </a:lnTo>
                  <a:close/>
                </a:path>
              </a:pathLst>
            </a:custGeom>
            <a:solidFill>
              <a:schemeClr val="accent1"/>
            </a:solidFill>
            <a:ln w="2540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9" name="Freeform 286">
              <a:extLst>
                <a:ext uri="{FF2B5EF4-FFF2-40B4-BE49-F238E27FC236}">
                  <a16:creationId xmlns:a16="http://schemas.microsoft.com/office/drawing/2014/main" id="{E88DA91B-E2D9-41A9-95BC-D3ED05B1F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672" y="2348884"/>
              <a:ext cx="2092336" cy="739648"/>
            </a:xfrm>
            <a:custGeom>
              <a:avLst/>
              <a:gdLst>
                <a:gd name="T0" fmla="*/ 628 w 628"/>
                <a:gd name="T1" fmla="*/ 222 h 222"/>
                <a:gd name="T2" fmla="*/ 482 w 628"/>
                <a:gd name="T3" fmla="*/ 0 h 222"/>
                <a:gd name="T4" fmla="*/ 0 w 628"/>
                <a:gd name="T5" fmla="*/ 4 h 222"/>
                <a:gd name="T6" fmla="*/ 142 w 628"/>
                <a:gd name="T7" fmla="*/ 222 h 222"/>
                <a:gd name="T8" fmla="*/ 628 w 628"/>
                <a:gd name="T9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8" h="222">
                  <a:moveTo>
                    <a:pt x="628" y="222"/>
                  </a:moveTo>
                  <a:lnTo>
                    <a:pt x="482" y="0"/>
                  </a:lnTo>
                  <a:lnTo>
                    <a:pt x="0" y="4"/>
                  </a:lnTo>
                  <a:lnTo>
                    <a:pt x="142" y="222"/>
                  </a:lnTo>
                  <a:lnTo>
                    <a:pt x="628" y="222"/>
                  </a:lnTo>
                  <a:close/>
                </a:path>
              </a:pathLst>
            </a:custGeom>
            <a:solidFill>
              <a:schemeClr val="accent1"/>
            </a:solidFill>
            <a:ln w="2540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0" name="Rechteck 8">
              <a:extLst>
                <a:ext uri="{FF2B5EF4-FFF2-40B4-BE49-F238E27FC236}">
                  <a16:creationId xmlns:a16="http://schemas.microsoft.com/office/drawing/2014/main" id="{3C66A154-447B-4448-9003-BB99393E2657}"/>
                </a:ext>
              </a:extLst>
            </p:cNvPr>
            <p:cNvSpPr/>
            <p:nvPr/>
          </p:nvSpPr>
          <p:spPr>
            <a:xfrm>
              <a:off x="2092781" y="3088532"/>
              <a:ext cx="1619228" cy="2648735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1" name="Freeform 630">
              <a:extLst>
                <a:ext uri="{FF2B5EF4-FFF2-40B4-BE49-F238E27FC236}">
                  <a16:creationId xmlns:a16="http://schemas.microsoft.com/office/drawing/2014/main" id="{B515BF61-2398-4345-9D38-B445B6CEF7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9186" y="3732659"/>
              <a:ext cx="826417" cy="2148675"/>
            </a:xfrm>
            <a:custGeom>
              <a:avLst/>
              <a:gdLst>
                <a:gd name="T0" fmla="*/ 13 w 18"/>
                <a:gd name="T1" fmla="*/ 4 h 47"/>
                <a:gd name="T2" fmla="*/ 13 w 18"/>
                <a:gd name="T3" fmla="*/ 4 h 47"/>
                <a:gd name="T4" fmla="*/ 13 w 18"/>
                <a:gd name="T5" fmla="*/ 1 h 47"/>
                <a:gd name="T6" fmla="*/ 12 w 18"/>
                <a:gd name="T7" fmla="*/ 0 h 47"/>
                <a:gd name="T8" fmla="*/ 11 w 18"/>
                <a:gd name="T9" fmla="*/ 1 h 47"/>
                <a:gd name="T10" fmla="*/ 11 w 18"/>
                <a:gd name="T11" fmla="*/ 4 h 47"/>
                <a:gd name="T12" fmla="*/ 7 w 18"/>
                <a:gd name="T13" fmla="*/ 4 h 47"/>
                <a:gd name="T14" fmla="*/ 7 w 18"/>
                <a:gd name="T15" fmla="*/ 1 h 47"/>
                <a:gd name="T16" fmla="*/ 6 w 18"/>
                <a:gd name="T17" fmla="*/ 0 h 47"/>
                <a:gd name="T18" fmla="*/ 5 w 18"/>
                <a:gd name="T19" fmla="*/ 1 h 47"/>
                <a:gd name="T20" fmla="*/ 5 w 18"/>
                <a:gd name="T21" fmla="*/ 4 h 47"/>
                <a:gd name="T22" fmla="*/ 4 w 18"/>
                <a:gd name="T23" fmla="*/ 4 h 47"/>
                <a:gd name="T24" fmla="*/ 0 w 18"/>
                <a:gd name="T25" fmla="*/ 9 h 47"/>
                <a:gd name="T26" fmla="*/ 0 w 18"/>
                <a:gd name="T27" fmla="*/ 11 h 47"/>
                <a:gd name="T28" fmla="*/ 4 w 18"/>
                <a:gd name="T29" fmla="*/ 15 h 47"/>
                <a:gd name="T30" fmla="*/ 8 w 18"/>
                <a:gd name="T31" fmla="*/ 15 h 47"/>
                <a:gd name="T32" fmla="*/ 7 w 18"/>
                <a:gd name="T33" fmla="*/ 31 h 47"/>
                <a:gd name="T34" fmla="*/ 3 w 18"/>
                <a:gd name="T35" fmla="*/ 47 h 47"/>
                <a:gd name="T36" fmla="*/ 5 w 18"/>
                <a:gd name="T37" fmla="*/ 46 h 47"/>
                <a:gd name="T38" fmla="*/ 8 w 18"/>
                <a:gd name="T39" fmla="*/ 33 h 47"/>
                <a:gd name="T40" fmla="*/ 10 w 18"/>
                <a:gd name="T41" fmla="*/ 15 h 47"/>
                <a:gd name="T42" fmla="*/ 13 w 18"/>
                <a:gd name="T43" fmla="*/ 15 h 47"/>
                <a:gd name="T44" fmla="*/ 18 w 18"/>
                <a:gd name="T45" fmla="*/ 11 h 47"/>
                <a:gd name="T46" fmla="*/ 18 w 18"/>
                <a:gd name="T47" fmla="*/ 9 h 47"/>
                <a:gd name="T48" fmla="*/ 13 w 18"/>
                <a:gd name="T49" fmla="*/ 4 h 47"/>
                <a:gd name="T50" fmla="*/ 15 w 18"/>
                <a:gd name="T51" fmla="*/ 11 h 47"/>
                <a:gd name="T52" fmla="*/ 13 w 18"/>
                <a:gd name="T53" fmla="*/ 13 h 47"/>
                <a:gd name="T54" fmla="*/ 4 w 18"/>
                <a:gd name="T55" fmla="*/ 13 h 47"/>
                <a:gd name="T56" fmla="*/ 2 w 18"/>
                <a:gd name="T57" fmla="*/ 11 h 47"/>
                <a:gd name="T58" fmla="*/ 2 w 18"/>
                <a:gd name="T59" fmla="*/ 9 h 47"/>
                <a:gd name="T60" fmla="*/ 4 w 18"/>
                <a:gd name="T61" fmla="*/ 7 h 47"/>
                <a:gd name="T62" fmla="*/ 13 w 18"/>
                <a:gd name="T63" fmla="*/ 7 h 47"/>
                <a:gd name="T64" fmla="*/ 15 w 18"/>
                <a:gd name="T65" fmla="*/ 9 h 47"/>
                <a:gd name="T66" fmla="*/ 15 w 18"/>
                <a:gd name="T67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" h="47">
                  <a:moveTo>
                    <a:pt x="13" y="4"/>
                  </a:moveTo>
                  <a:cubicBezTo>
                    <a:pt x="13" y="4"/>
                    <a:pt x="13" y="4"/>
                    <a:pt x="13" y="4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11" y="0"/>
                    <a:pt x="11" y="0"/>
                    <a:pt x="11" y="1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0"/>
                    <a:pt x="5" y="0"/>
                    <a:pt x="5" y="1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" y="4"/>
                    <a:pt x="0" y="6"/>
                    <a:pt x="0" y="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4"/>
                    <a:pt x="1" y="15"/>
                    <a:pt x="4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20"/>
                    <a:pt x="10" y="29"/>
                    <a:pt x="7" y="31"/>
                  </a:cubicBezTo>
                  <a:cubicBezTo>
                    <a:pt x="0" y="34"/>
                    <a:pt x="3" y="46"/>
                    <a:pt x="3" y="47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3"/>
                    <a:pt x="4" y="35"/>
                    <a:pt x="8" y="33"/>
                  </a:cubicBezTo>
                  <a:cubicBezTo>
                    <a:pt x="13" y="31"/>
                    <a:pt x="11" y="20"/>
                    <a:pt x="10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6" y="15"/>
                    <a:pt x="18" y="14"/>
                    <a:pt x="18" y="11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6"/>
                    <a:pt x="16" y="4"/>
                    <a:pt x="13" y="4"/>
                  </a:cubicBezTo>
                  <a:close/>
                  <a:moveTo>
                    <a:pt x="15" y="11"/>
                  </a:moveTo>
                  <a:cubicBezTo>
                    <a:pt x="15" y="12"/>
                    <a:pt x="15" y="13"/>
                    <a:pt x="13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3" y="13"/>
                    <a:pt x="2" y="12"/>
                    <a:pt x="2" y="11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8"/>
                    <a:pt x="3" y="7"/>
                    <a:pt x="4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5" y="7"/>
                    <a:pt x="15" y="8"/>
                    <a:pt x="15" y="9"/>
                  </a:cubicBezTo>
                  <a:lnTo>
                    <a:pt x="15" y="11"/>
                  </a:lnTo>
                  <a:close/>
                </a:path>
              </a:pathLst>
            </a:custGeom>
            <a:solidFill>
              <a:schemeClr val="bg1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302" name="Gruppieren 1">
            <a:extLst>
              <a:ext uri="{FF2B5EF4-FFF2-40B4-BE49-F238E27FC236}">
                <a16:creationId xmlns:a16="http://schemas.microsoft.com/office/drawing/2014/main" id="{07D4D6C2-33D3-45CB-9D60-4A3047CE4385}"/>
              </a:ext>
            </a:extLst>
          </p:cNvPr>
          <p:cNvGrpSpPr/>
          <p:nvPr/>
        </p:nvGrpSpPr>
        <p:grpSpPr>
          <a:xfrm>
            <a:off x="8533614" y="4748545"/>
            <a:ext cx="829209" cy="409572"/>
            <a:chOff x="1979712" y="2132859"/>
            <a:chExt cx="5378301" cy="3486275"/>
          </a:xfrm>
          <a:solidFill>
            <a:schemeClr val="accent1"/>
          </a:solidFill>
        </p:grpSpPr>
        <p:sp>
          <p:nvSpPr>
            <p:cNvPr id="303" name="Freeform 584">
              <a:extLst>
                <a:ext uri="{FF2B5EF4-FFF2-40B4-BE49-F238E27FC236}">
                  <a16:creationId xmlns:a16="http://schemas.microsoft.com/office/drawing/2014/main" id="{DFD360B0-91E6-4EB7-8D33-7785446DD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912" y="3954818"/>
              <a:ext cx="324102" cy="788350"/>
            </a:xfrm>
            <a:custGeom>
              <a:avLst/>
              <a:gdLst>
                <a:gd name="T0" fmla="*/ 15 w 15"/>
                <a:gd name="T1" fmla="*/ 32 h 36"/>
                <a:gd name="T2" fmla="*/ 15 w 15"/>
                <a:gd name="T3" fmla="*/ 35 h 36"/>
                <a:gd name="T4" fmla="*/ 12 w 15"/>
                <a:gd name="T5" fmla="*/ 36 h 36"/>
                <a:gd name="T6" fmla="*/ 9 w 15"/>
                <a:gd name="T7" fmla="*/ 36 h 36"/>
                <a:gd name="T8" fmla="*/ 6 w 15"/>
                <a:gd name="T9" fmla="*/ 36 h 36"/>
                <a:gd name="T10" fmla="*/ 2 w 15"/>
                <a:gd name="T11" fmla="*/ 36 h 36"/>
                <a:gd name="T12" fmla="*/ 1 w 15"/>
                <a:gd name="T13" fmla="*/ 36 h 36"/>
                <a:gd name="T14" fmla="*/ 0 w 15"/>
                <a:gd name="T15" fmla="*/ 36 h 36"/>
                <a:gd name="T16" fmla="*/ 0 w 15"/>
                <a:gd name="T17" fmla="*/ 35 h 36"/>
                <a:gd name="T18" fmla="*/ 0 w 15"/>
                <a:gd name="T19" fmla="*/ 32 h 36"/>
                <a:gd name="T20" fmla="*/ 1 w 15"/>
                <a:gd name="T21" fmla="*/ 28 h 36"/>
                <a:gd name="T22" fmla="*/ 1 w 15"/>
                <a:gd name="T23" fmla="*/ 20 h 36"/>
                <a:gd name="T24" fmla="*/ 1 w 15"/>
                <a:gd name="T25" fmla="*/ 16 h 36"/>
                <a:gd name="T26" fmla="*/ 1 w 15"/>
                <a:gd name="T27" fmla="*/ 12 h 36"/>
                <a:gd name="T28" fmla="*/ 1 w 15"/>
                <a:gd name="T29" fmla="*/ 3 h 36"/>
                <a:gd name="T30" fmla="*/ 1 w 15"/>
                <a:gd name="T31" fmla="*/ 3 h 36"/>
                <a:gd name="T32" fmla="*/ 1 w 15"/>
                <a:gd name="T33" fmla="*/ 2 h 36"/>
                <a:gd name="T34" fmla="*/ 4 w 15"/>
                <a:gd name="T35" fmla="*/ 1 h 36"/>
                <a:gd name="T36" fmla="*/ 7 w 15"/>
                <a:gd name="T37" fmla="*/ 0 h 36"/>
                <a:gd name="T38" fmla="*/ 9 w 15"/>
                <a:gd name="T39" fmla="*/ 0 h 36"/>
                <a:gd name="T40" fmla="*/ 12 w 15"/>
                <a:gd name="T41" fmla="*/ 1 h 36"/>
                <a:gd name="T42" fmla="*/ 13 w 15"/>
                <a:gd name="T43" fmla="*/ 2 h 36"/>
                <a:gd name="T44" fmla="*/ 13 w 15"/>
                <a:gd name="T45" fmla="*/ 13 h 36"/>
                <a:gd name="T46" fmla="*/ 14 w 15"/>
                <a:gd name="T47" fmla="*/ 18 h 36"/>
                <a:gd name="T48" fmla="*/ 14 w 15"/>
                <a:gd name="T49" fmla="*/ 23 h 36"/>
                <a:gd name="T50" fmla="*/ 14 w 15"/>
                <a:gd name="T51" fmla="*/ 28 h 36"/>
                <a:gd name="T52" fmla="*/ 15 w 15"/>
                <a:gd name="T53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" h="36">
                  <a:moveTo>
                    <a:pt x="15" y="32"/>
                  </a:moveTo>
                  <a:cubicBezTo>
                    <a:pt x="15" y="33"/>
                    <a:pt x="15" y="34"/>
                    <a:pt x="15" y="35"/>
                  </a:cubicBezTo>
                  <a:cubicBezTo>
                    <a:pt x="14" y="35"/>
                    <a:pt x="13" y="35"/>
                    <a:pt x="12" y="36"/>
                  </a:cubicBezTo>
                  <a:cubicBezTo>
                    <a:pt x="11" y="36"/>
                    <a:pt x="10" y="36"/>
                    <a:pt x="9" y="36"/>
                  </a:cubicBezTo>
                  <a:cubicBezTo>
                    <a:pt x="8" y="36"/>
                    <a:pt x="7" y="36"/>
                    <a:pt x="6" y="36"/>
                  </a:cubicBezTo>
                  <a:cubicBezTo>
                    <a:pt x="5" y="36"/>
                    <a:pt x="4" y="36"/>
                    <a:pt x="2" y="36"/>
                  </a:cubicBezTo>
                  <a:cubicBezTo>
                    <a:pt x="2" y="36"/>
                    <a:pt x="2" y="35"/>
                    <a:pt x="1" y="36"/>
                  </a:cubicBezTo>
                  <a:cubicBezTo>
                    <a:pt x="1" y="36"/>
                    <a:pt x="0" y="36"/>
                    <a:pt x="0" y="36"/>
                  </a:cubicBezTo>
                  <a:cubicBezTo>
                    <a:pt x="0" y="36"/>
                    <a:pt x="0" y="35"/>
                    <a:pt x="0" y="35"/>
                  </a:cubicBezTo>
                  <a:cubicBezTo>
                    <a:pt x="0" y="34"/>
                    <a:pt x="0" y="33"/>
                    <a:pt x="0" y="32"/>
                  </a:cubicBezTo>
                  <a:cubicBezTo>
                    <a:pt x="1" y="31"/>
                    <a:pt x="1" y="29"/>
                    <a:pt x="1" y="28"/>
                  </a:cubicBezTo>
                  <a:cubicBezTo>
                    <a:pt x="1" y="25"/>
                    <a:pt x="1" y="22"/>
                    <a:pt x="1" y="20"/>
                  </a:cubicBezTo>
                  <a:cubicBezTo>
                    <a:pt x="1" y="18"/>
                    <a:pt x="1" y="17"/>
                    <a:pt x="1" y="16"/>
                  </a:cubicBezTo>
                  <a:cubicBezTo>
                    <a:pt x="1" y="14"/>
                    <a:pt x="1" y="13"/>
                    <a:pt x="1" y="12"/>
                  </a:cubicBezTo>
                  <a:cubicBezTo>
                    <a:pt x="1" y="9"/>
                    <a:pt x="1" y="6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1"/>
                    <a:pt x="7" y="0"/>
                  </a:cubicBezTo>
                  <a:cubicBezTo>
                    <a:pt x="8" y="0"/>
                    <a:pt x="9" y="0"/>
                    <a:pt x="9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3" y="1"/>
                    <a:pt x="13" y="1"/>
                    <a:pt x="13" y="2"/>
                  </a:cubicBezTo>
                  <a:cubicBezTo>
                    <a:pt x="13" y="6"/>
                    <a:pt x="13" y="9"/>
                    <a:pt x="13" y="13"/>
                  </a:cubicBezTo>
                  <a:cubicBezTo>
                    <a:pt x="13" y="15"/>
                    <a:pt x="13" y="16"/>
                    <a:pt x="14" y="18"/>
                  </a:cubicBezTo>
                  <a:cubicBezTo>
                    <a:pt x="14" y="20"/>
                    <a:pt x="14" y="21"/>
                    <a:pt x="14" y="23"/>
                  </a:cubicBezTo>
                  <a:cubicBezTo>
                    <a:pt x="14" y="24"/>
                    <a:pt x="14" y="26"/>
                    <a:pt x="14" y="28"/>
                  </a:cubicBezTo>
                  <a:cubicBezTo>
                    <a:pt x="15" y="29"/>
                    <a:pt x="15" y="31"/>
                    <a:pt x="15" y="3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4" name="Freeform 585">
              <a:extLst>
                <a:ext uri="{FF2B5EF4-FFF2-40B4-BE49-F238E27FC236}">
                  <a16:creationId xmlns:a16="http://schemas.microsoft.com/office/drawing/2014/main" id="{1DB45F5D-4EC6-4B6E-86DA-73EACF66E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912" y="3954818"/>
              <a:ext cx="324102" cy="788350"/>
            </a:xfrm>
            <a:custGeom>
              <a:avLst/>
              <a:gdLst>
                <a:gd name="T0" fmla="*/ 15 w 15"/>
                <a:gd name="T1" fmla="*/ 32 h 36"/>
                <a:gd name="T2" fmla="*/ 15 w 15"/>
                <a:gd name="T3" fmla="*/ 35 h 36"/>
                <a:gd name="T4" fmla="*/ 12 w 15"/>
                <a:gd name="T5" fmla="*/ 36 h 36"/>
                <a:gd name="T6" fmla="*/ 9 w 15"/>
                <a:gd name="T7" fmla="*/ 36 h 36"/>
                <a:gd name="T8" fmla="*/ 6 w 15"/>
                <a:gd name="T9" fmla="*/ 36 h 36"/>
                <a:gd name="T10" fmla="*/ 2 w 15"/>
                <a:gd name="T11" fmla="*/ 36 h 36"/>
                <a:gd name="T12" fmla="*/ 1 w 15"/>
                <a:gd name="T13" fmla="*/ 36 h 36"/>
                <a:gd name="T14" fmla="*/ 0 w 15"/>
                <a:gd name="T15" fmla="*/ 36 h 36"/>
                <a:gd name="T16" fmla="*/ 0 w 15"/>
                <a:gd name="T17" fmla="*/ 35 h 36"/>
                <a:gd name="T18" fmla="*/ 0 w 15"/>
                <a:gd name="T19" fmla="*/ 32 h 36"/>
                <a:gd name="T20" fmla="*/ 1 w 15"/>
                <a:gd name="T21" fmla="*/ 28 h 36"/>
                <a:gd name="T22" fmla="*/ 1 w 15"/>
                <a:gd name="T23" fmla="*/ 20 h 36"/>
                <a:gd name="T24" fmla="*/ 1 w 15"/>
                <a:gd name="T25" fmla="*/ 16 h 36"/>
                <a:gd name="T26" fmla="*/ 1 w 15"/>
                <a:gd name="T27" fmla="*/ 12 h 36"/>
                <a:gd name="T28" fmla="*/ 1 w 15"/>
                <a:gd name="T29" fmla="*/ 3 h 36"/>
                <a:gd name="T30" fmla="*/ 1 w 15"/>
                <a:gd name="T31" fmla="*/ 3 h 36"/>
                <a:gd name="T32" fmla="*/ 1 w 15"/>
                <a:gd name="T33" fmla="*/ 2 h 36"/>
                <a:gd name="T34" fmla="*/ 4 w 15"/>
                <a:gd name="T35" fmla="*/ 1 h 36"/>
                <a:gd name="T36" fmla="*/ 7 w 15"/>
                <a:gd name="T37" fmla="*/ 0 h 36"/>
                <a:gd name="T38" fmla="*/ 9 w 15"/>
                <a:gd name="T39" fmla="*/ 0 h 36"/>
                <a:gd name="T40" fmla="*/ 12 w 15"/>
                <a:gd name="T41" fmla="*/ 1 h 36"/>
                <a:gd name="T42" fmla="*/ 13 w 15"/>
                <a:gd name="T43" fmla="*/ 2 h 36"/>
                <a:gd name="T44" fmla="*/ 13 w 15"/>
                <a:gd name="T45" fmla="*/ 13 h 36"/>
                <a:gd name="T46" fmla="*/ 14 w 15"/>
                <a:gd name="T47" fmla="*/ 18 h 36"/>
                <a:gd name="T48" fmla="*/ 14 w 15"/>
                <a:gd name="T49" fmla="*/ 23 h 36"/>
                <a:gd name="T50" fmla="*/ 14 w 15"/>
                <a:gd name="T51" fmla="*/ 28 h 36"/>
                <a:gd name="T52" fmla="*/ 15 w 15"/>
                <a:gd name="T53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" h="36">
                  <a:moveTo>
                    <a:pt x="15" y="32"/>
                  </a:moveTo>
                  <a:cubicBezTo>
                    <a:pt x="15" y="33"/>
                    <a:pt x="15" y="34"/>
                    <a:pt x="15" y="35"/>
                  </a:cubicBezTo>
                  <a:cubicBezTo>
                    <a:pt x="14" y="35"/>
                    <a:pt x="13" y="35"/>
                    <a:pt x="12" y="36"/>
                  </a:cubicBezTo>
                  <a:cubicBezTo>
                    <a:pt x="11" y="36"/>
                    <a:pt x="10" y="36"/>
                    <a:pt x="9" y="36"/>
                  </a:cubicBezTo>
                  <a:cubicBezTo>
                    <a:pt x="8" y="36"/>
                    <a:pt x="7" y="36"/>
                    <a:pt x="6" y="36"/>
                  </a:cubicBezTo>
                  <a:cubicBezTo>
                    <a:pt x="5" y="36"/>
                    <a:pt x="4" y="36"/>
                    <a:pt x="2" y="36"/>
                  </a:cubicBezTo>
                  <a:cubicBezTo>
                    <a:pt x="2" y="36"/>
                    <a:pt x="2" y="35"/>
                    <a:pt x="1" y="36"/>
                  </a:cubicBezTo>
                  <a:cubicBezTo>
                    <a:pt x="1" y="36"/>
                    <a:pt x="0" y="36"/>
                    <a:pt x="0" y="36"/>
                  </a:cubicBezTo>
                  <a:cubicBezTo>
                    <a:pt x="0" y="36"/>
                    <a:pt x="0" y="35"/>
                    <a:pt x="0" y="35"/>
                  </a:cubicBezTo>
                  <a:cubicBezTo>
                    <a:pt x="0" y="34"/>
                    <a:pt x="0" y="33"/>
                    <a:pt x="0" y="32"/>
                  </a:cubicBezTo>
                  <a:cubicBezTo>
                    <a:pt x="1" y="31"/>
                    <a:pt x="1" y="29"/>
                    <a:pt x="1" y="28"/>
                  </a:cubicBezTo>
                  <a:cubicBezTo>
                    <a:pt x="1" y="25"/>
                    <a:pt x="1" y="22"/>
                    <a:pt x="1" y="20"/>
                  </a:cubicBezTo>
                  <a:cubicBezTo>
                    <a:pt x="1" y="18"/>
                    <a:pt x="1" y="17"/>
                    <a:pt x="1" y="16"/>
                  </a:cubicBezTo>
                  <a:cubicBezTo>
                    <a:pt x="1" y="14"/>
                    <a:pt x="1" y="13"/>
                    <a:pt x="1" y="12"/>
                  </a:cubicBezTo>
                  <a:cubicBezTo>
                    <a:pt x="1" y="9"/>
                    <a:pt x="1" y="6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1"/>
                    <a:pt x="7" y="0"/>
                  </a:cubicBezTo>
                  <a:cubicBezTo>
                    <a:pt x="8" y="0"/>
                    <a:pt x="9" y="0"/>
                    <a:pt x="9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3" y="1"/>
                    <a:pt x="13" y="1"/>
                    <a:pt x="13" y="2"/>
                  </a:cubicBezTo>
                  <a:cubicBezTo>
                    <a:pt x="13" y="6"/>
                    <a:pt x="13" y="9"/>
                    <a:pt x="13" y="13"/>
                  </a:cubicBezTo>
                  <a:cubicBezTo>
                    <a:pt x="13" y="15"/>
                    <a:pt x="13" y="16"/>
                    <a:pt x="14" y="18"/>
                  </a:cubicBezTo>
                  <a:cubicBezTo>
                    <a:pt x="14" y="20"/>
                    <a:pt x="14" y="21"/>
                    <a:pt x="14" y="23"/>
                  </a:cubicBezTo>
                  <a:cubicBezTo>
                    <a:pt x="14" y="24"/>
                    <a:pt x="14" y="26"/>
                    <a:pt x="14" y="28"/>
                  </a:cubicBezTo>
                  <a:cubicBezTo>
                    <a:pt x="15" y="29"/>
                    <a:pt x="15" y="31"/>
                    <a:pt x="15" y="3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5" name="Freeform 586">
              <a:extLst>
                <a:ext uri="{FF2B5EF4-FFF2-40B4-BE49-F238E27FC236}">
                  <a16:creationId xmlns:a16="http://schemas.microsoft.com/office/drawing/2014/main" id="{C1A4C97F-33B0-42AE-BF73-758FF2437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005" y="2132859"/>
              <a:ext cx="2040952" cy="2014672"/>
            </a:xfrm>
            <a:custGeom>
              <a:avLst/>
              <a:gdLst>
                <a:gd name="T0" fmla="*/ 92 w 93"/>
                <a:gd name="T1" fmla="*/ 64 h 92"/>
                <a:gd name="T2" fmla="*/ 92 w 93"/>
                <a:gd name="T3" fmla="*/ 70 h 92"/>
                <a:gd name="T4" fmla="*/ 85 w 93"/>
                <a:gd name="T5" fmla="*/ 79 h 92"/>
                <a:gd name="T6" fmla="*/ 79 w 93"/>
                <a:gd name="T7" fmla="*/ 84 h 92"/>
                <a:gd name="T8" fmla="*/ 76 w 93"/>
                <a:gd name="T9" fmla="*/ 88 h 92"/>
                <a:gd name="T10" fmla="*/ 71 w 93"/>
                <a:gd name="T11" fmla="*/ 90 h 92"/>
                <a:gd name="T12" fmla="*/ 65 w 93"/>
                <a:gd name="T13" fmla="*/ 91 h 92"/>
                <a:gd name="T14" fmla="*/ 61 w 93"/>
                <a:gd name="T15" fmla="*/ 90 h 92"/>
                <a:gd name="T16" fmla="*/ 58 w 93"/>
                <a:gd name="T17" fmla="*/ 90 h 92"/>
                <a:gd name="T18" fmla="*/ 51 w 93"/>
                <a:gd name="T19" fmla="*/ 90 h 92"/>
                <a:gd name="T20" fmla="*/ 37 w 93"/>
                <a:gd name="T21" fmla="*/ 91 h 92"/>
                <a:gd name="T22" fmla="*/ 34 w 93"/>
                <a:gd name="T23" fmla="*/ 90 h 92"/>
                <a:gd name="T24" fmla="*/ 31 w 93"/>
                <a:gd name="T25" fmla="*/ 89 h 92"/>
                <a:gd name="T26" fmla="*/ 24 w 93"/>
                <a:gd name="T27" fmla="*/ 87 h 92"/>
                <a:gd name="T28" fmla="*/ 17 w 93"/>
                <a:gd name="T29" fmla="*/ 87 h 92"/>
                <a:gd name="T30" fmla="*/ 11 w 93"/>
                <a:gd name="T31" fmla="*/ 87 h 92"/>
                <a:gd name="T32" fmla="*/ 4 w 93"/>
                <a:gd name="T33" fmla="*/ 85 h 92"/>
                <a:gd name="T34" fmla="*/ 1 w 93"/>
                <a:gd name="T35" fmla="*/ 81 h 92"/>
                <a:gd name="T36" fmla="*/ 0 w 93"/>
                <a:gd name="T37" fmla="*/ 75 h 92"/>
                <a:gd name="T38" fmla="*/ 2 w 93"/>
                <a:gd name="T39" fmla="*/ 69 h 92"/>
                <a:gd name="T40" fmla="*/ 4 w 93"/>
                <a:gd name="T41" fmla="*/ 62 h 92"/>
                <a:gd name="T42" fmla="*/ 2 w 93"/>
                <a:gd name="T43" fmla="*/ 56 h 92"/>
                <a:gd name="T44" fmla="*/ 1 w 93"/>
                <a:gd name="T45" fmla="*/ 53 h 92"/>
                <a:gd name="T46" fmla="*/ 1 w 93"/>
                <a:gd name="T47" fmla="*/ 50 h 92"/>
                <a:gd name="T48" fmla="*/ 2 w 93"/>
                <a:gd name="T49" fmla="*/ 47 h 92"/>
                <a:gd name="T50" fmla="*/ 1 w 93"/>
                <a:gd name="T51" fmla="*/ 44 h 92"/>
                <a:gd name="T52" fmla="*/ 4 w 93"/>
                <a:gd name="T53" fmla="*/ 37 h 92"/>
                <a:gd name="T54" fmla="*/ 8 w 93"/>
                <a:gd name="T55" fmla="*/ 33 h 92"/>
                <a:gd name="T56" fmla="*/ 11 w 93"/>
                <a:gd name="T57" fmla="*/ 31 h 92"/>
                <a:gd name="T58" fmla="*/ 12 w 93"/>
                <a:gd name="T59" fmla="*/ 27 h 92"/>
                <a:gd name="T60" fmla="*/ 13 w 93"/>
                <a:gd name="T61" fmla="*/ 25 h 92"/>
                <a:gd name="T62" fmla="*/ 15 w 93"/>
                <a:gd name="T63" fmla="*/ 23 h 92"/>
                <a:gd name="T64" fmla="*/ 15 w 93"/>
                <a:gd name="T65" fmla="*/ 19 h 92"/>
                <a:gd name="T66" fmla="*/ 16 w 93"/>
                <a:gd name="T67" fmla="*/ 17 h 92"/>
                <a:gd name="T68" fmla="*/ 20 w 93"/>
                <a:gd name="T69" fmla="*/ 12 h 92"/>
                <a:gd name="T70" fmla="*/ 23 w 93"/>
                <a:gd name="T71" fmla="*/ 10 h 92"/>
                <a:gd name="T72" fmla="*/ 25 w 93"/>
                <a:gd name="T73" fmla="*/ 8 h 92"/>
                <a:gd name="T74" fmla="*/ 27 w 93"/>
                <a:gd name="T75" fmla="*/ 5 h 92"/>
                <a:gd name="T76" fmla="*/ 28 w 93"/>
                <a:gd name="T77" fmla="*/ 3 h 92"/>
                <a:gd name="T78" fmla="*/ 34 w 93"/>
                <a:gd name="T79" fmla="*/ 1 h 92"/>
                <a:gd name="T80" fmla="*/ 38 w 93"/>
                <a:gd name="T81" fmla="*/ 0 h 92"/>
                <a:gd name="T82" fmla="*/ 45 w 93"/>
                <a:gd name="T83" fmla="*/ 1 h 92"/>
                <a:gd name="T84" fmla="*/ 49 w 93"/>
                <a:gd name="T85" fmla="*/ 4 h 92"/>
                <a:gd name="T86" fmla="*/ 55 w 93"/>
                <a:gd name="T87" fmla="*/ 8 h 92"/>
                <a:gd name="T88" fmla="*/ 60 w 93"/>
                <a:gd name="T89" fmla="*/ 10 h 92"/>
                <a:gd name="T90" fmla="*/ 68 w 93"/>
                <a:gd name="T91" fmla="*/ 18 h 92"/>
                <a:gd name="T92" fmla="*/ 78 w 93"/>
                <a:gd name="T93" fmla="*/ 27 h 92"/>
                <a:gd name="T94" fmla="*/ 87 w 93"/>
                <a:gd name="T95" fmla="*/ 34 h 92"/>
                <a:gd name="T96" fmla="*/ 89 w 93"/>
                <a:gd name="T97" fmla="*/ 39 h 92"/>
                <a:gd name="T98" fmla="*/ 91 w 93"/>
                <a:gd name="T99" fmla="*/ 45 h 92"/>
                <a:gd name="T100" fmla="*/ 92 w 93"/>
                <a:gd name="T101" fmla="*/ 58 h 92"/>
                <a:gd name="T102" fmla="*/ 92 w 93"/>
                <a:gd name="T103" fmla="*/ 6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" h="92">
                  <a:moveTo>
                    <a:pt x="92" y="64"/>
                  </a:moveTo>
                  <a:cubicBezTo>
                    <a:pt x="93" y="66"/>
                    <a:pt x="93" y="68"/>
                    <a:pt x="92" y="70"/>
                  </a:cubicBezTo>
                  <a:cubicBezTo>
                    <a:pt x="91" y="74"/>
                    <a:pt x="88" y="77"/>
                    <a:pt x="85" y="79"/>
                  </a:cubicBezTo>
                  <a:cubicBezTo>
                    <a:pt x="83" y="81"/>
                    <a:pt x="81" y="82"/>
                    <a:pt x="79" y="84"/>
                  </a:cubicBezTo>
                  <a:cubicBezTo>
                    <a:pt x="78" y="86"/>
                    <a:pt x="77" y="87"/>
                    <a:pt x="76" y="88"/>
                  </a:cubicBezTo>
                  <a:cubicBezTo>
                    <a:pt x="74" y="89"/>
                    <a:pt x="72" y="90"/>
                    <a:pt x="71" y="90"/>
                  </a:cubicBezTo>
                  <a:cubicBezTo>
                    <a:pt x="69" y="90"/>
                    <a:pt x="67" y="91"/>
                    <a:pt x="65" y="91"/>
                  </a:cubicBezTo>
                  <a:cubicBezTo>
                    <a:pt x="63" y="90"/>
                    <a:pt x="62" y="90"/>
                    <a:pt x="61" y="90"/>
                  </a:cubicBezTo>
                  <a:cubicBezTo>
                    <a:pt x="60" y="90"/>
                    <a:pt x="59" y="90"/>
                    <a:pt x="58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46" y="90"/>
                    <a:pt x="42" y="92"/>
                    <a:pt x="37" y="91"/>
                  </a:cubicBezTo>
                  <a:cubicBezTo>
                    <a:pt x="36" y="91"/>
                    <a:pt x="35" y="91"/>
                    <a:pt x="34" y="90"/>
                  </a:cubicBezTo>
                  <a:cubicBezTo>
                    <a:pt x="33" y="90"/>
                    <a:pt x="32" y="89"/>
                    <a:pt x="31" y="89"/>
                  </a:cubicBezTo>
                  <a:cubicBezTo>
                    <a:pt x="29" y="88"/>
                    <a:pt x="27" y="87"/>
                    <a:pt x="24" y="87"/>
                  </a:cubicBezTo>
                  <a:cubicBezTo>
                    <a:pt x="22" y="87"/>
                    <a:pt x="19" y="87"/>
                    <a:pt x="17" y="87"/>
                  </a:cubicBezTo>
                  <a:cubicBezTo>
                    <a:pt x="15" y="87"/>
                    <a:pt x="13" y="88"/>
                    <a:pt x="11" y="87"/>
                  </a:cubicBezTo>
                  <a:cubicBezTo>
                    <a:pt x="9" y="86"/>
                    <a:pt x="6" y="86"/>
                    <a:pt x="4" y="85"/>
                  </a:cubicBezTo>
                  <a:cubicBezTo>
                    <a:pt x="3" y="84"/>
                    <a:pt x="2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0" y="73"/>
                    <a:pt x="1" y="71"/>
                    <a:pt x="2" y="69"/>
                  </a:cubicBezTo>
                  <a:cubicBezTo>
                    <a:pt x="2" y="66"/>
                    <a:pt x="4" y="65"/>
                    <a:pt x="4" y="62"/>
                  </a:cubicBezTo>
                  <a:cubicBezTo>
                    <a:pt x="4" y="60"/>
                    <a:pt x="3" y="58"/>
                    <a:pt x="2" y="56"/>
                  </a:cubicBezTo>
                  <a:cubicBezTo>
                    <a:pt x="2" y="55"/>
                    <a:pt x="2" y="54"/>
                    <a:pt x="1" y="53"/>
                  </a:cubicBezTo>
                  <a:cubicBezTo>
                    <a:pt x="1" y="52"/>
                    <a:pt x="1" y="51"/>
                    <a:pt x="1" y="50"/>
                  </a:cubicBezTo>
                  <a:cubicBezTo>
                    <a:pt x="1" y="49"/>
                    <a:pt x="2" y="48"/>
                    <a:pt x="2" y="47"/>
                  </a:cubicBezTo>
                  <a:cubicBezTo>
                    <a:pt x="2" y="46"/>
                    <a:pt x="1" y="45"/>
                    <a:pt x="1" y="44"/>
                  </a:cubicBezTo>
                  <a:cubicBezTo>
                    <a:pt x="2" y="41"/>
                    <a:pt x="2" y="39"/>
                    <a:pt x="4" y="37"/>
                  </a:cubicBezTo>
                  <a:cubicBezTo>
                    <a:pt x="5" y="36"/>
                    <a:pt x="7" y="35"/>
                    <a:pt x="8" y="33"/>
                  </a:cubicBezTo>
                  <a:cubicBezTo>
                    <a:pt x="9" y="33"/>
                    <a:pt x="10" y="32"/>
                    <a:pt x="11" y="31"/>
                  </a:cubicBezTo>
                  <a:cubicBezTo>
                    <a:pt x="12" y="30"/>
                    <a:pt x="12" y="29"/>
                    <a:pt x="12" y="27"/>
                  </a:cubicBezTo>
                  <a:cubicBezTo>
                    <a:pt x="12" y="26"/>
                    <a:pt x="13" y="26"/>
                    <a:pt x="13" y="25"/>
                  </a:cubicBezTo>
                  <a:cubicBezTo>
                    <a:pt x="14" y="24"/>
                    <a:pt x="14" y="23"/>
                    <a:pt x="15" y="23"/>
                  </a:cubicBezTo>
                  <a:cubicBezTo>
                    <a:pt x="15" y="21"/>
                    <a:pt x="15" y="20"/>
                    <a:pt x="15" y="19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7" y="15"/>
                    <a:pt x="18" y="13"/>
                    <a:pt x="20" y="12"/>
                  </a:cubicBezTo>
                  <a:cubicBezTo>
                    <a:pt x="21" y="12"/>
                    <a:pt x="22" y="11"/>
                    <a:pt x="23" y="10"/>
                  </a:cubicBezTo>
                  <a:cubicBezTo>
                    <a:pt x="23" y="10"/>
                    <a:pt x="24" y="9"/>
                    <a:pt x="25" y="8"/>
                  </a:cubicBezTo>
                  <a:cubicBezTo>
                    <a:pt x="25" y="7"/>
                    <a:pt x="26" y="6"/>
                    <a:pt x="27" y="5"/>
                  </a:cubicBezTo>
                  <a:cubicBezTo>
                    <a:pt x="27" y="5"/>
                    <a:pt x="28" y="4"/>
                    <a:pt x="28" y="3"/>
                  </a:cubicBezTo>
                  <a:cubicBezTo>
                    <a:pt x="30" y="2"/>
                    <a:pt x="32" y="2"/>
                    <a:pt x="34" y="1"/>
                  </a:cubicBezTo>
                  <a:cubicBezTo>
                    <a:pt x="35" y="1"/>
                    <a:pt x="37" y="1"/>
                    <a:pt x="38" y="0"/>
                  </a:cubicBezTo>
                  <a:cubicBezTo>
                    <a:pt x="38" y="0"/>
                    <a:pt x="43" y="0"/>
                    <a:pt x="45" y="1"/>
                  </a:cubicBezTo>
                  <a:cubicBezTo>
                    <a:pt x="47" y="2"/>
                    <a:pt x="48" y="3"/>
                    <a:pt x="49" y="4"/>
                  </a:cubicBezTo>
                  <a:cubicBezTo>
                    <a:pt x="51" y="6"/>
                    <a:pt x="53" y="7"/>
                    <a:pt x="55" y="8"/>
                  </a:cubicBezTo>
                  <a:cubicBezTo>
                    <a:pt x="57" y="8"/>
                    <a:pt x="59" y="9"/>
                    <a:pt x="60" y="10"/>
                  </a:cubicBezTo>
                  <a:cubicBezTo>
                    <a:pt x="64" y="12"/>
                    <a:pt x="66" y="15"/>
                    <a:pt x="68" y="18"/>
                  </a:cubicBezTo>
                  <a:cubicBezTo>
                    <a:pt x="71" y="22"/>
                    <a:pt x="74" y="25"/>
                    <a:pt x="78" y="27"/>
                  </a:cubicBezTo>
                  <a:cubicBezTo>
                    <a:pt x="81" y="29"/>
                    <a:pt x="85" y="31"/>
                    <a:pt x="87" y="34"/>
                  </a:cubicBezTo>
                  <a:cubicBezTo>
                    <a:pt x="88" y="36"/>
                    <a:pt x="89" y="37"/>
                    <a:pt x="89" y="39"/>
                  </a:cubicBezTo>
                  <a:cubicBezTo>
                    <a:pt x="90" y="41"/>
                    <a:pt x="91" y="43"/>
                    <a:pt x="91" y="45"/>
                  </a:cubicBezTo>
                  <a:cubicBezTo>
                    <a:pt x="92" y="49"/>
                    <a:pt x="92" y="54"/>
                    <a:pt x="92" y="58"/>
                  </a:cubicBezTo>
                  <a:cubicBezTo>
                    <a:pt x="91" y="60"/>
                    <a:pt x="91" y="62"/>
                    <a:pt x="92" y="6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6" name="Freeform 587">
              <a:extLst>
                <a:ext uri="{FF2B5EF4-FFF2-40B4-BE49-F238E27FC236}">
                  <a16:creationId xmlns:a16="http://schemas.microsoft.com/office/drawing/2014/main" id="{53BF8AEC-9251-48CD-904D-2353CA60A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005" y="2132865"/>
              <a:ext cx="2040952" cy="2014672"/>
            </a:xfrm>
            <a:custGeom>
              <a:avLst/>
              <a:gdLst>
                <a:gd name="T0" fmla="*/ 92 w 93"/>
                <a:gd name="T1" fmla="*/ 64 h 92"/>
                <a:gd name="T2" fmla="*/ 92 w 93"/>
                <a:gd name="T3" fmla="*/ 70 h 92"/>
                <a:gd name="T4" fmla="*/ 85 w 93"/>
                <a:gd name="T5" fmla="*/ 79 h 92"/>
                <a:gd name="T6" fmla="*/ 79 w 93"/>
                <a:gd name="T7" fmla="*/ 84 h 92"/>
                <a:gd name="T8" fmla="*/ 76 w 93"/>
                <a:gd name="T9" fmla="*/ 88 h 92"/>
                <a:gd name="T10" fmla="*/ 71 w 93"/>
                <a:gd name="T11" fmla="*/ 90 h 92"/>
                <a:gd name="T12" fmla="*/ 65 w 93"/>
                <a:gd name="T13" fmla="*/ 91 h 92"/>
                <a:gd name="T14" fmla="*/ 61 w 93"/>
                <a:gd name="T15" fmla="*/ 90 h 92"/>
                <a:gd name="T16" fmla="*/ 58 w 93"/>
                <a:gd name="T17" fmla="*/ 90 h 92"/>
                <a:gd name="T18" fmla="*/ 51 w 93"/>
                <a:gd name="T19" fmla="*/ 90 h 92"/>
                <a:gd name="T20" fmla="*/ 37 w 93"/>
                <a:gd name="T21" fmla="*/ 91 h 92"/>
                <a:gd name="T22" fmla="*/ 34 w 93"/>
                <a:gd name="T23" fmla="*/ 90 h 92"/>
                <a:gd name="T24" fmla="*/ 31 w 93"/>
                <a:gd name="T25" fmla="*/ 89 h 92"/>
                <a:gd name="T26" fmla="*/ 24 w 93"/>
                <a:gd name="T27" fmla="*/ 87 h 92"/>
                <a:gd name="T28" fmla="*/ 17 w 93"/>
                <a:gd name="T29" fmla="*/ 87 h 92"/>
                <a:gd name="T30" fmla="*/ 11 w 93"/>
                <a:gd name="T31" fmla="*/ 87 h 92"/>
                <a:gd name="T32" fmla="*/ 4 w 93"/>
                <a:gd name="T33" fmla="*/ 85 h 92"/>
                <a:gd name="T34" fmla="*/ 1 w 93"/>
                <a:gd name="T35" fmla="*/ 81 h 92"/>
                <a:gd name="T36" fmla="*/ 0 w 93"/>
                <a:gd name="T37" fmla="*/ 75 h 92"/>
                <a:gd name="T38" fmla="*/ 2 w 93"/>
                <a:gd name="T39" fmla="*/ 69 h 92"/>
                <a:gd name="T40" fmla="*/ 4 w 93"/>
                <a:gd name="T41" fmla="*/ 62 h 92"/>
                <a:gd name="T42" fmla="*/ 2 w 93"/>
                <a:gd name="T43" fmla="*/ 56 h 92"/>
                <a:gd name="T44" fmla="*/ 1 w 93"/>
                <a:gd name="T45" fmla="*/ 53 h 92"/>
                <a:gd name="T46" fmla="*/ 1 w 93"/>
                <a:gd name="T47" fmla="*/ 50 h 92"/>
                <a:gd name="T48" fmla="*/ 2 w 93"/>
                <a:gd name="T49" fmla="*/ 47 h 92"/>
                <a:gd name="T50" fmla="*/ 1 w 93"/>
                <a:gd name="T51" fmla="*/ 44 h 92"/>
                <a:gd name="T52" fmla="*/ 4 w 93"/>
                <a:gd name="T53" fmla="*/ 37 h 92"/>
                <a:gd name="T54" fmla="*/ 8 w 93"/>
                <a:gd name="T55" fmla="*/ 33 h 92"/>
                <a:gd name="T56" fmla="*/ 11 w 93"/>
                <a:gd name="T57" fmla="*/ 31 h 92"/>
                <a:gd name="T58" fmla="*/ 12 w 93"/>
                <a:gd name="T59" fmla="*/ 27 h 92"/>
                <a:gd name="T60" fmla="*/ 13 w 93"/>
                <a:gd name="T61" fmla="*/ 25 h 92"/>
                <a:gd name="T62" fmla="*/ 15 w 93"/>
                <a:gd name="T63" fmla="*/ 23 h 92"/>
                <a:gd name="T64" fmla="*/ 15 w 93"/>
                <a:gd name="T65" fmla="*/ 19 h 92"/>
                <a:gd name="T66" fmla="*/ 16 w 93"/>
                <a:gd name="T67" fmla="*/ 17 h 92"/>
                <a:gd name="T68" fmla="*/ 20 w 93"/>
                <a:gd name="T69" fmla="*/ 12 h 92"/>
                <a:gd name="T70" fmla="*/ 23 w 93"/>
                <a:gd name="T71" fmla="*/ 10 h 92"/>
                <a:gd name="T72" fmla="*/ 25 w 93"/>
                <a:gd name="T73" fmla="*/ 8 h 92"/>
                <a:gd name="T74" fmla="*/ 27 w 93"/>
                <a:gd name="T75" fmla="*/ 5 h 92"/>
                <a:gd name="T76" fmla="*/ 28 w 93"/>
                <a:gd name="T77" fmla="*/ 3 h 92"/>
                <a:gd name="T78" fmla="*/ 34 w 93"/>
                <a:gd name="T79" fmla="*/ 1 h 92"/>
                <a:gd name="T80" fmla="*/ 38 w 93"/>
                <a:gd name="T81" fmla="*/ 0 h 92"/>
                <a:gd name="T82" fmla="*/ 45 w 93"/>
                <a:gd name="T83" fmla="*/ 1 h 92"/>
                <a:gd name="T84" fmla="*/ 49 w 93"/>
                <a:gd name="T85" fmla="*/ 4 h 92"/>
                <a:gd name="T86" fmla="*/ 55 w 93"/>
                <a:gd name="T87" fmla="*/ 8 h 92"/>
                <a:gd name="T88" fmla="*/ 60 w 93"/>
                <a:gd name="T89" fmla="*/ 10 h 92"/>
                <a:gd name="T90" fmla="*/ 68 w 93"/>
                <a:gd name="T91" fmla="*/ 18 h 92"/>
                <a:gd name="T92" fmla="*/ 78 w 93"/>
                <a:gd name="T93" fmla="*/ 27 h 92"/>
                <a:gd name="T94" fmla="*/ 87 w 93"/>
                <a:gd name="T95" fmla="*/ 34 h 92"/>
                <a:gd name="T96" fmla="*/ 89 w 93"/>
                <a:gd name="T97" fmla="*/ 39 h 92"/>
                <a:gd name="T98" fmla="*/ 91 w 93"/>
                <a:gd name="T99" fmla="*/ 45 h 92"/>
                <a:gd name="T100" fmla="*/ 92 w 93"/>
                <a:gd name="T101" fmla="*/ 58 h 92"/>
                <a:gd name="T102" fmla="*/ 92 w 93"/>
                <a:gd name="T103" fmla="*/ 6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" h="92">
                  <a:moveTo>
                    <a:pt x="92" y="64"/>
                  </a:moveTo>
                  <a:cubicBezTo>
                    <a:pt x="93" y="66"/>
                    <a:pt x="93" y="68"/>
                    <a:pt x="92" y="70"/>
                  </a:cubicBezTo>
                  <a:cubicBezTo>
                    <a:pt x="91" y="74"/>
                    <a:pt x="88" y="77"/>
                    <a:pt x="85" y="79"/>
                  </a:cubicBezTo>
                  <a:cubicBezTo>
                    <a:pt x="83" y="81"/>
                    <a:pt x="81" y="82"/>
                    <a:pt x="79" y="84"/>
                  </a:cubicBezTo>
                  <a:cubicBezTo>
                    <a:pt x="78" y="86"/>
                    <a:pt x="77" y="87"/>
                    <a:pt x="76" y="88"/>
                  </a:cubicBezTo>
                  <a:cubicBezTo>
                    <a:pt x="74" y="89"/>
                    <a:pt x="72" y="90"/>
                    <a:pt x="71" y="90"/>
                  </a:cubicBezTo>
                  <a:cubicBezTo>
                    <a:pt x="69" y="90"/>
                    <a:pt x="67" y="91"/>
                    <a:pt x="65" y="91"/>
                  </a:cubicBezTo>
                  <a:cubicBezTo>
                    <a:pt x="63" y="90"/>
                    <a:pt x="62" y="90"/>
                    <a:pt x="61" y="90"/>
                  </a:cubicBezTo>
                  <a:cubicBezTo>
                    <a:pt x="60" y="90"/>
                    <a:pt x="59" y="90"/>
                    <a:pt x="58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46" y="90"/>
                    <a:pt x="42" y="92"/>
                    <a:pt x="37" y="91"/>
                  </a:cubicBezTo>
                  <a:cubicBezTo>
                    <a:pt x="36" y="91"/>
                    <a:pt x="35" y="91"/>
                    <a:pt x="34" y="90"/>
                  </a:cubicBezTo>
                  <a:cubicBezTo>
                    <a:pt x="33" y="90"/>
                    <a:pt x="32" y="89"/>
                    <a:pt x="31" y="89"/>
                  </a:cubicBezTo>
                  <a:cubicBezTo>
                    <a:pt x="29" y="88"/>
                    <a:pt x="27" y="87"/>
                    <a:pt x="24" y="87"/>
                  </a:cubicBezTo>
                  <a:cubicBezTo>
                    <a:pt x="22" y="87"/>
                    <a:pt x="19" y="87"/>
                    <a:pt x="17" y="87"/>
                  </a:cubicBezTo>
                  <a:cubicBezTo>
                    <a:pt x="15" y="87"/>
                    <a:pt x="13" y="88"/>
                    <a:pt x="11" y="87"/>
                  </a:cubicBezTo>
                  <a:cubicBezTo>
                    <a:pt x="9" y="86"/>
                    <a:pt x="6" y="86"/>
                    <a:pt x="4" y="85"/>
                  </a:cubicBezTo>
                  <a:cubicBezTo>
                    <a:pt x="3" y="84"/>
                    <a:pt x="2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0" y="73"/>
                    <a:pt x="1" y="71"/>
                    <a:pt x="2" y="69"/>
                  </a:cubicBezTo>
                  <a:cubicBezTo>
                    <a:pt x="2" y="66"/>
                    <a:pt x="4" y="65"/>
                    <a:pt x="4" y="62"/>
                  </a:cubicBezTo>
                  <a:cubicBezTo>
                    <a:pt x="4" y="60"/>
                    <a:pt x="3" y="58"/>
                    <a:pt x="2" y="56"/>
                  </a:cubicBezTo>
                  <a:cubicBezTo>
                    <a:pt x="2" y="55"/>
                    <a:pt x="2" y="54"/>
                    <a:pt x="1" y="53"/>
                  </a:cubicBezTo>
                  <a:cubicBezTo>
                    <a:pt x="1" y="52"/>
                    <a:pt x="1" y="51"/>
                    <a:pt x="1" y="50"/>
                  </a:cubicBezTo>
                  <a:cubicBezTo>
                    <a:pt x="1" y="49"/>
                    <a:pt x="2" y="48"/>
                    <a:pt x="2" y="47"/>
                  </a:cubicBezTo>
                  <a:cubicBezTo>
                    <a:pt x="2" y="46"/>
                    <a:pt x="1" y="45"/>
                    <a:pt x="1" y="44"/>
                  </a:cubicBezTo>
                  <a:cubicBezTo>
                    <a:pt x="2" y="41"/>
                    <a:pt x="2" y="39"/>
                    <a:pt x="4" y="37"/>
                  </a:cubicBezTo>
                  <a:cubicBezTo>
                    <a:pt x="5" y="36"/>
                    <a:pt x="7" y="35"/>
                    <a:pt x="8" y="33"/>
                  </a:cubicBezTo>
                  <a:cubicBezTo>
                    <a:pt x="9" y="33"/>
                    <a:pt x="10" y="32"/>
                    <a:pt x="11" y="31"/>
                  </a:cubicBezTo>
                  <a:cubicBezTo>
                    <a:pt x="12" y="30"/>
                    <a:pt x="12" y="29"/>
                    <a:pt x="12" y="27"/>
                  </a:cubicBezTo>
                  <a:cubicBezTo>
                    <a:pt x="12" y="26"/>
                    <a:pt x="13" y="26"/>
                    <a:pt x="13" y="25"/>
                  </a:cubicBezTo>
                  <a:cubicBezTo>
                    <a:pt x="14" y="24"/>
                    <a:pt x="14" y="23"/>
                    <a:pt x="15" y="23"/>
                  </a:cubicBezTo>
                  <a:cubicBezTo>
                    <a:pt x="15" y="21"/>
                    <a:pt x="15" y="20"/>
                    <a:pt x="15" y="19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7" y="15"/>
                    <a:pt x="18" y="13"/>
                    <a:pt x="20" y="12"/>
                  </a:cubicBezTo>
                  <a:cubicBezTo>
                    <a:pt x="21" y="12"/>
                    <a:pt x="22" y="11"/>
                    <a:pt x="23" y="10"/>
                  </a:cubicBezTo>
                  <a:cubicBezTo>
                    <a:pt x="23" y="10"/>
                    <a:pt x="24" y="9"/>
                    <a:pt x="25" y="8"/>
                  </a:cubicBezTo>
                  <a:cubicBezTo>
                    <a:pt x="25" y="7"/>
                    <a:pt x="26" y="6"/>
                    <a:pt x="27" y="5"/>
                  </a:cubicBezTo>
                  <a:cubicBezTo>
                    <a:pt x="27" y="5"/>
                    <a:pt x="28" y="4"/>
                    <a:pt x="28" y="3"/>
                  </a:cubicBezTo>
                  <a:cubicBezTo>
                    <a:pt x="30" y="2"/>
                    <a:pt x="32" y="2"/>
                    <a:pt x="34" y="1"/>
                  </a:cubicBezTo>
                  <a:cubicBezTo>
                    <a:pt x="35" y="1"/>
                    <a:pt x="37" y="1"/>
                    <a:pt x="38" y="0"/>
                  </a:cubicBezTo>
                  <a:cubicBezTo>
                    <a:pt x="38" y="0"/>
                    <a:pt x="43" y="0"/>
                    <a:pt x="45" y="1"/>
                  </a:cubicBezTo>
                  <a:cubicBezTo>
                    <a:pt x="47" y="2"/>
                    <a:pt x="48" y="3"/>
                    <a:pt x="49" y="4"/>
                  </a:cubicBezTo>
                  <a:cubicBezTo>
                    <a:pt x="51" y="6"/>
                    <a:pt x="53" y="7"/>
                    <a:pt x="55" y="8"/>
                  </a:cubicBezTo>
                  <a:cubicBezTo>
                    <a:pt x="57" y="8"/>
                    <a:pt x="59" y="9"/>
                    <a:pt x="60" y="10"/>
                  </a:cubicBezTo>
                  <a:cubicBezTo>
                    <a:pt x="64" y="12"/>
                    <a:pt x="66" y="15"/>
                    <a:pt x="68" y="18"/>
                  </a:cubicBezTo>
                  <a:cubicBezTo>
                    <a:pt x="71" y="22"/>
                    <a:pt x="74" y="25"/>
                    <a:pt x="78" y="27"/>
                  </a:cubicBezTo>
                  <a:cubicBezTo>
                    <a:pt x="81" y="29"/>
                    <a:pt x="85" y="31"/>
                    <a:pt x="87" y="34"/>
                  </a:cubicBezTo>
                  <a:cubicBezTo>
                    <a:pt x="88" y="36"/>
                    <a:pt x="89" y="37"/>
                    <a:pt x="89" y="39"/>
                  </a:cubicBezTo>
                  <a:cubicBezTo>
                    <a:pt x="90" y="41"/>
                    <a:pt x="91" y="43"/>
                    <a:pt x="91" y="45"/>
                  </a:cubicBezTo>
                  <a:cubicBezTo>
                    <a:pt x="92" y="49"/>
                    <a:pt x="92" y="54"/>
                    <a:pt x="92" y="58"/>
                  </a:cubicBezTo>
                  <a:cubicBezTo>
                    <a:pt x="91" y="60"/>
                    <a:pt x="91" y="62"/>
                    <a:pt x="92" y="6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7" name="Freeform 588">
              <a:extLst>
                <a:ext uri="{FF2B5EF4-FFF2-40B4-BE49-F238E27FC236}">
                  <a16:creationId xmlns:a16="http://schemas.microsoft.com/office/drawing/2014/main" id="{5D92BF2D-B332-4CAF-815A-361DE735C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712" y="3490570"/>
              <a:ext cx="437972" cy="2084748"/>
            </a:xfrm>
            <a:custGeom>
              <a:avLst/>
              <a:gdLst>
                <a:gd name="T0" fmla="*/ 0 w 50"/>
                <a:gd name="T1" fmla="*/ 148 h 238"/>
                <a:gd name="T2" fmla="*/ 50 w 50"/>
                <a:gd name="T3" fmla="*/ 238 h 238"/>
                <a:gd name="T4" fmla="*/ 50 w 50"/>
                <a:gd name="T5" fmla="*/ 88 h 238"/>
                <a:gd name="T6" fmla="*/ 0 w 50"/>
                <a:gd name="T7" fmla="*/ 0 h 238"/>
                <a:gd name="T8" fmla="*/ 0 w 50"/>
                <a:gd name="T9" fmla="*/ 14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238">
                  <a:moveTo>
                    <a:pt x="0" y="148"/>
                  </a:moveTo>
                  <a:lnTo>
                    <a:pt x="50" y="238"/>
                  </a:lnTo>
                  <a:lnTo>
                    <a:pt x="50" y="88"/>
                  </a:lnTo>
                  <a:lnTo>
                    <a:pt x="0" y="0"/>
                  </a:lnTo>
                  <a:lnTo>
                    <a:pt x="0" y="14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8" name="Freeform 589">
              <a:extLst>
                <a:ext uri="{FF2B5EF4-FFF2-40B4-BE49-F238E27FC236}">
                  <a16:creationId xmlns:a16="http://schemas.microsoft.com/office/drawing/2014/main" id="{D6D98B9F-5DB9-4482-9CA0-CFDDEB69E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712" y="3035084"/>
              <a:ext cx="1296397" cy="1226322"/>
            </a:xfrm>
            <a:custGeom>
              <a:avLst/>
              <a:gdLst>
                <a:gd name="T0" fmla="*/ 85 w 148"/>
                <a:gd name="T1" fmla="*/ 0 h 140"/>
                <a:gd name="T2" fmla="*/ 148 w 148"/>
                <a:gd name="T3" fmla="*/ 80 h 140"/>
                <a:gd name="T4" fmla="*/ 50 w 148"/>
                <a:gd name="T5" fmla="*/ 140 h 140"/>
                <a:gd name="T6" fmla="*/ 0 w 148"/>
                <a:gd name="T7" fmla="*/ 52 h 140"/>
                <a:gd name="T8" fmla="*/ 85 w 148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140">
                  <a:moveTo>
                    <a:pt x="85" y="0"/>
                  </a:moveTo>
                  <a:lnTo>
                    <a:pt x="148" y="80"/>
                  </a:lnTo>
                  <a:lnTo>
                    <a:pt x="50" y="140"/>
                  </a:lnTo>
                  <a:lnTo>
                    <a:pt x="0" y="52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9" name="Freeform 590">
              <a:extLst>
                <a:ext uri="{FF2B5EF4-FFF2-40B4-BE49-F238E27FC236}">
                  <a16:creationId xmlns:a16="http://schemas.microsoft.com/office/drawing/2014/main" id="{BCCF91BB-72D3-4521-9ABA-E5B5EFE16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267" y="3035090"/>
              <a:ext cx="1410272" cy="1226322"/>
            </a:xfrm>
            <a:custGeom>
              <a:avLst/>
              <a:gdLst>
                <a:gd name="T0" fmla="*/ 0 w 161"/>
                <a:gd name="T1" fmla="*/ 0 h 140"/>
                <a:gd name="T2" fmla="*/ 63 w 161"/>
                <a:gd name="T3" fmla="*/ 80 h 140"/>
                <a:gd name="T4" fmla="*/ 161 w 161"/>
                <a:gd name="T5" fmla="*/ 140 h 140"/>
                <a:gd name="T6" fmla="*/ 68 w 161"/>
                <a:gd name="T7" fmla="*/ 37 h 140"/>
                <a:gd name="T8" fmla="*/ 0 w 161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40">
                  <a:moveTo>
                    <a:pt x="0" y="0"/>
                  </a:moveTo>
                  <a:lnTo>
                    <a:pt x="63" y="80"/>
                  </a:lnTo>
                  <a:lnTo>
                    <a:pt x="161" y="140"/>
                  </a:lnTo>
                  <a:lnTo>
                    <a:pt x="68" y="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0" name="Freeform 591">
              <a:extLst>
                <a:ext uri="{FF2B5EF4-FFF2-40B4-BE49-F238E27FC236}">
                  <a16:creationId xmlns:a16="http://schemas.microsoft.com/office/drawing/2014/main" id="{ABC32119-33F7-4130-85FC-0A10910187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7684" y="3735845"/>
              <a:ext cx="1716850" cy="1839483"/>
            </a:xfrm>
            <a:custGeom>
              <a:avLst/>
              <a:gdLst>
                <a:gd name="T0" fmla="*/ 98 w 196"/>
                <a:gd name="T1" fmla="*/ 0 h 210"/>
                <a:gd name="T2" fmla="*/ 0 w 196"/>
                <a:gd name="T3" fmla="*/ 60 h 210"/>
                <a:gd name="T4" fmla="*/ 0 w 196"/>
                <a:gd name="T5" fmla="*/ 210 h 210"/>
                <a:gd name="T6" fmla="*/ 113 w 196"/>
                <a:gd name="T7" fmla="*/ 210 h 210"/>
                <a:gd name="T8" fmla="*/ 113 w 196"/>
                <a:gd name="T9" fmla="*/ 137 h 210"/>
                <a:gd name="T10" fmla="*/ 171 w 196"/>
                <a:gd name="T11" fmla="*/ 137 h 210"/>
                <a:gd name="T12" fmla="*/ 171 w 196"/>
                <a:gd name="T13" fmla="*/ 210 h 210"/>
                <a:gd name="T14" fmla="*/ 196 w 196"/>
                <a:gd name="T15" fmla="*/ 210 h 210"/>
                <a:gd name="T16" fmla="*/ 196 w 196"/>
                <a:gd name="T17" fmla="*/ 60 h 210"/>
                <a:gd name="T18" fmla="*/ 98 w 196"/>
                <a:gd name="T19" fmla="*/ 0 h 210"/>
                <a:gd name="T20" fmla="*/ 95 w 196"/>
                <a:gd name="T21" fmla="*/ 180 h 210"/>
                <a:gd name="T22" fmla="*/ 38 w 196"/>
                <a:gd name="T23" fmla="*/ 180 h 210"/>
                <a:gd name="T24" fmla="*/ 38 w 196"/>
                <a:gd name="T25" fmla="*/ 137 h 210"/>
                <a:gd name="T26" fmla="*/ 95 w 196"/>
                <a:gd name="T27" fmla="*/ 137 h 210"/>
                <a:gd name="T28" fmla="*/ 95 w 196"/>
                <a:gd name="T29" fmla="*/ 180 h 210"/>
                <a:gd name="T30" fmla="*/ 95 w 196"/>
                <a:gd name="T31" fmla="*/ 105 h 210"/>
                <a:gd name="T32" fmla="*/ 38 w 196"/>
                <a:gd name="T33" fmla="*/ 105 h 210"/>
                <a:gd name="T34" fmla="*/ 38 w 196"/>
                <a:gd name="T35" fmla="*/ 62 h 210"/>
                <a:gd name="T36" fmla="*/ 95 w 196"/>
                <a:gd name="T37" fmla="*/ 62 h 210"/>
                <a:gd name="T38" fmla="*/ 95 w 196"/>
                <a:gd name="T39" fmla="*/ 105 h 210"/>
                <a:gd name="T40" fmla="*/ 171 w 196"/>
                <a:gd name="T41" fmla="*/ 105 h 210"/>
                <a:gd name="T42" fmla="*/ 113 w 196"/>
                <a:gd name="T43" fmla="*/ 105 h 210"/>
                <a:gd name="T44" fmla="*/ 113 w 196"/>
                <a:gd name="T45" fmla="*/ 62 h 210"/>
                <a:gd name="T46" fmla="*/ 171 w 196"/>
                <a:gd name="T47" fmla="*/ 62 h 210"/>
                <a:gd name="T48" fmla="*/ 171 w 196"/>
                <a:gd name="T49" fmla="*/ 105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6" h="210">
                  <a:moveTo>
                    <a:pt x="98" y="0"/>
                  </a:moveTo>
                  <a:lnTo>
                    <a:pt x="0" y="60"/>
                  </a:lnTo>
                  <a:lnTo>
                    <a:pt x="0" y="210"/>
                  </a:lnTo>
                  <a:lnTo>
                    <a:pt x="113" y="210"/>
                  </a:lnTo>
                  <a:lnTo>
                    <a:pt x="113" y="137"/>
                  </a:lnTo>
                  <a:lnTo>
                    <a:pt x="171" y="137"/>
                  </a:lnTo>
                  <a:lnTo>
                    <a:pt x="171" y="210"/>
                  </a:lnTo>
                  <a:lnTo>
                    <a:pt x="196" y="210"/>
                  </a:lnTo>
                  <a:lnTo>
                    <a:pt x="196" y="60"/>
                  </a:lnTo>
                  <a:lnTo>
                    <a:pt x="98" y="0"/>
                  </a:lnTo>
                  <a:close/>
                  <a:moveTo>
                    <a:pt x="95" y="180"/>
                  </a:moveTo>
                  <a:lnTo>
                    <a:pt x="38" y="180"/>
                  </a:lnTo>
                  <a:lnTo>
                    <a:pt x="38" y="137"/>
                  </a:lnTo>
                  <a:lnTo>
                    <a:pt x="95" y="137"/>
                  </a:lnTo>
                  <a:lnTo>
                    <a:pt x="95" y="180"/>
                  </a:lnTo>
                  <a:close/>
                  <a:moveTo>
                    <a:pt x="95" y="105"/>
                  </a:moveTo>
                  <a:lnTo>
                    <a:pt x="38" y="105"/>
                  </a:lnTo>
                  <a:lnTo>
                    <a:pt x="38" y="62"/>
                  </a:lnTo>
                  <a:lnTo>
                    <a:pt x="95" y="62"/>
                  </a:lnTo>
                  <a:lnTo>
                    <a:pt x="95" y="105"/>
                  </a:lnTo>
                  <a:close/>
                  <a:moveTo>
                    <a:pt x="171" y="105"/>
                  </a:moveTo>
                  <a:lnTo>
                    <a:pt x="113" y="105"/>
                  </a:lnTo>
                  <a:lnTo>
                    <a:pt x="113" y="62"/>
                  </a:lnTo>
                  <a:lnTo>
                    <a:pt x="171" y="62"/>
                  </a:lnTo>
                  <a:lnTo>
                    <a:pt x="171" y="10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1" name="Freeform 592">
              <a:extLst>
                <a:ext uri="{FF2B5EF4-FFF2-40B4-BE49-F238E27FC236}">
                  <a16:creationId xmlns:a16="http://schemas.microsoft.com/office/drawing/2014/main" id="{7D3A4943-AFEA-46F7-971E-58D212E64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5667" y="3534381"/>
              <a:ext cx="455491" cy="2084748"/>
            </a:xfrm>
            <a:custGeom>
              <a:avLst/>
              <a:gdLst>
                <a:gd name="T0" fmla="*/ 0 w 52"/>
                <a:gd name="T1" fmla="*/ 148 h 238"/>
                <a:gd name="T2" fmla="*/ 52 w 52"/>
                <a:gd name="T3" fmla="*/ 238 h 238"/>
                <a:gd name="T4" fmla="*/ 52 w 52"/>
                <a:gd name="T5" fmla="*/ 88 h 238"/>
                <a:gd name="T6" fmla="*/ 0 w 52"/>
                <a:gd name="T7" fmla="*/ 0 h 238"/>
                <a:gd name="T8" fmla="*/ 0 w 52"/>
                <a:gd name="T9" fmla="*/ 14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38">
                  <a:moveTo>
                    <a:pt x="0" y="148"/>
                  </a:moveTo>
                  <a:lnTo>
                    <a:pt x="52" y="238"/>
                  </a:lnTo>
                  <a:lnTo>
                    <a:pt x="52" y="88"/>
                  </a:lnTo>
                  <a:lnTo>
                    <a:pt x="0" y="0"/>
                  </a:lnTo>
                  <a:lnTo>
                    <a:pt x="0" y="14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2" name="Freeform 593">
              <a:extLst>
                <a:ext uri="{FF2B5EF4-FFF2-40B4-BE49-F238E27FC236}">
                  <a16:creationId xmlns:a16="http://schemas.microsoft.com/office/drawing/2014/main" id="{D284D2B2-E22D-4550-9629-4D307C313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5661" y="3078890"/>
              <a:ext cx="1313916" cy="1226322"/>
            </a:xfrm>
            <a:custGeom>
              <a:avLst/>
              <a:gdLst>
                <a:gd name="T0" fmla="*/ 85 w 150"/>
                <a:gd name="T1" fmla="*/ 0 h 140"/>
                <a:gd name="T2" fmla="*/ 150 w 150"/>
                <a:gd name="T3" fmla="*/ 80 h 140"/>
                <a:gd name="T4" fmla="*/ 52 w 150"/>
                <a:gd name="T5" fmla="*/ 140 h 140"/>
                <a:gd name="T6" fmla="*/ 0 w 150"/>
                <a:gd name="T7" fmla="*/ 52 h 140"/>
                <a:gd name="T8" fmla="*/ 85 w 150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40">
                  <a:moveTo>
                    <a:pt x="85" y="0"/>
                  </a:moveTo>
                  <a:lnTo>
                    <a:pt x="150" y="80"/>
                  </a:lnTo>
                  <a:lnTo>
                    <a:pt x="52" y="140"/>
                  </a:lnTo>
                  <a:lnTo>
                    <a:pt x="0" y="52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3" name="Freeform 594">
              <a:extLst>
                <a:ext uri="{FF2B5EF4-FFF2-40B4-BE49-F238E27FC236}">
                  <a16:creationId xmlns:a16="http://schemas.microsoft.com/office/drawing/2014/main" id="{83B679B3-BACC-45C4-9DDC-453273F0C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222" y="3078890"/>
              <a:ext cx="1427791" cy="1226322"/>
            </a:xfrm>
            <a:custGeom>
              <a:avLst/>
              <a:gdLst>
                <a:gd name="T0" fmla="*/ 0 w 163"/>
                <a:gd name="T1" fmla="*/ 0 h 140"/>
                <a:gd name="T2" fmla="*/ 65 w 163"/>
                <a:gd name="T3" fmla="*/ 80 h 140"/>
                <a:gd name="T4" fmla="*/ 163 w 163"/>
                <a:gd name="T5" fmla="*/ 140 h 140"/>
                <a:gd name="T6" fmla="*/ 70 w 163"/>
                <a:gd name="T7" fmla="*/ 37 h 140"/>
                <a:gd name="T8" fmla="*/ 0 w 163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40">
                  <a:moveTo>
                    <a:pt x="0" y="0"/>
                  </a:moveTo>
                  <a:lnTo>
                    <a:pt x="65" y="80"/>
                  </a:lnTo>
                  <a:lnTo>
                    <a:pt x="163" y="140"/>
                  </a:lnTo>
                  <a:lnTo>
                    <a:pt x="70" y="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4" name="Freeform 595">
              <a:extLst>
                <a:ext uri="{FF2B5EF4-FFF2-40B4-BE49-F238E27FC236}">
                  <a16:creationId xmlns:a16="http://schemas.microsoft.com/office/drawing/2014/main" id="{2CEC823C-AE1D-4920-A408-324CAE1C63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1157" y="3779651"/>
              <a:ext cx="1716850" cy="1839483"/>
            </a:xfrm>
            <a:custGeom>
              <a:avLst/>
              <a:gdLst>
                <a:gd name="T0" fmla="*/ 98 w 196"/>
                <a:gd name="T1" fmla="*/ 0 h 210"/>
                <a:gd name="T2" fmla="*/ 0 w 196"/>
                <a:gd name="T3" fmla="*/ 60 h 210"/>
                <a:gd name="T4" fmla="*/ 0 w 196"/>
                <a:gd name="T5" fmla="*/ 210 h 210"/>
                <a:gd name="T6" fmla="*/ 110 w 196"/>
                <a:gd name="T7" fmla="*/ 210 h 210"/>
                <a:gd name="T8" fmla="*/ 110 w 196"/>
                <a:gd name="T9" fmla="*/ 135 h 210"/>
                <a:gd name="T10" fmla="*/ 168 w 196"/>
                <a:gd name="T11" fmla="*/ 135 h 210"/>
                <a:gd name="T12" fmla="*/ 168 w 196"/>
                <a:gd name="T13" fmla="*/ 210 h 210"/>
                <a:gd name="T14" fmla="*/ 196 w 196"/>
                <a:gd name="T15" fmla="*/ 210 h 210"/>
                <a:gd name="T16" fmla="*/ 196 w 196"/>
                <a:gd name="T17" fmla="*/ 60 h 210"/>
                <a:gd name="T18" fmla="*/ 98 w 196"/>
                <a:gd name="T19" fmla="*/ 0 h 210"/>
                <a:gd name="T20" fmla="*/ 95 w 196"/>
                <a:gd name="T21" fmla="*/ 177 h 210"/>
                <a:gd name="T22" fmla="*/ 38 w 196"/>
                <a:gd name="T23" fmla="*/ 177 h 210"/>
                <a:gd name="T24" fmla="*/ 38 w 196"/>
                <a:gd name="T25" fmla="*/ 135 h 210"/>
                <a:gd name="T26" fmla="*/ 95 w 196"/>
                <a:gd name="T27" fmla="*/ 135 h 210"/>
                <a:gd name="T28" fmla="*/ 95 w 196"/>
                <a:gd name="T29" fmla="*/ 177 h 210"/>
                <a:gd name="T30" fmla="*/ 95 w 196"/>
                <a:gd name="T31" fmla="*/ 105 h 210"/>
                <a:gd name="T32" fmla="*/ 38 w 196"/>
                <a:gd name="T33" fmla="*/ 105 h 210"/>
                <a:gd name="T34" fmla="*/ 38 w 196"/>
                <a:gd name="T35" fmla="*/ 62 h 210"/>
                <a:gd name="T36" fmla="*/ 95 w 196"/>
                <a:gd name="T37" fmla="*/ 62 h 210"/>
                <a:gd name="T38" fmla="*/ 95 w 196"/>
                <a:gd name="T39" fmla="*/ 105 h 210"/>
                <a:gd name="T40" fmla="*/ 168 w 196"/>
                <a:gd name="T41" fmla="*/ 105 h 210"/>
                <a:gd name="T42" fmla="*/ 110 w 196"/>
                <a:gd name="T43" fmla="*/ 105 h 210"/>
                <a:gd name="T44" fmla="*/ 110 w 196"/>
                <a:gd name="T45" fmla="*/ 62 h 210"/>
                <a:gd name="T46" fmla="*/ 168 w 196"/>
                <a:gd name="T47" fmla="*/ 62 h 210"/>
                <a:gd name="T48" fmla="*/ 168 w 196"/>
                <a:gd name="T49" fmla="*/ 105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6" h="210">
                  <a:moveTo>
                    <a:pt x="98" y="0"/>
                  </a:moveTo>
                  <a:lnTo>
                    <a:pt x="0" y="60"/>
                  </a:lnTo>
                  <a:lnTo>
                    <a:pt x="0" y="210"/>
                  </a:lnTo>
                  <a:lnTo>
                    <a:pt x="110" y="210"/>
                  </a:lnTo>
                  <a:lnTo>
                    <a:pt x="110" y="135"/>
                  </a:lnTo>
                  <a:lnTo>
                    <a:pt x="168" y="135"/>
                  </a:lnTo>
                  <a:lnTo>
                    <a:pt x="168" y="210"/>
                  </a:lnTo>
                  <a:lnTo>
                    <a:pt x="196" y="210"/>
                  </a:lnTo>
                  <a:lnTo>
                    <a:pt x="196" y="60"/>
                  </a:lnTo>
                  <a:lnTo>
                    <a:pt x="98" y="0"/>
                  </a:lnTo>
                  <a:close/>
                  <a:moveTo>
                    <a:pt x="95" y="177"/>
                  </a:moveTo>
                  <a:lnTo>
                    <a:pt x="38" y="177"/>
                  </a:lnTo>
                  <a:lnTo>
                    <a:pt x="38" y="135"/>
                  </a:lnTo>
                  <a:lnTo>
                    <a:pt x="95" y="135"/>
                  </a:lnTo>
                  <a:lnTo>
                    <a:pt x="95" y="177"/>
                  </a:lnTo>
                  <a:close/>
                  <a:moveTo>
                    <a:pt x="95" y="105"/>
                  </a:moveTo>
                  <a:lnTo>
                    <a:pt x="38" y="105"/>
                  </a:lnTo>
                  <a:lnTo>
                    <a:pt x="38" y="62"/>
                  </a:lnTo>
                  <a:lnTo>
                    <a:pt x="95" y="62"/>
                  </a:lnTo>
                  <a:lnTo>
                    <a:pt x="95" y="105"/>
                  </a:lnTo>
                  <a:close/>
                  <a:moveTo>
                    <a:pt x="168" y="105"/>
                  </a:moveTo>
                  <a:lnTo>
                    <a:pt x="110" y="105"/>
                  </a:lnTo>
                  <a:lnTo>
                    <a:pt x="110" y="62"/>
                  </a:lnTo>
                  <a:lnTo>
                    <a:pt x="168" y="62"/>
                  </a:lnTo>
                  <a:lnTo>
                    <a:pt x="168" y="10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315" name="Gruppieren 5">
            <a:extLst>
              <a:ext uri="{FF2B5EF4-FFF2-40B4-BE49-F238E27FC236}">
                <a16:creationId xmlns:a16="http://schemas.microsoft.com/office/drawing/2014/main" id="{AA135670-F04A-4349-9977-F7B01C8D8E08}"/>
              </a:ext>
            </a:extLst>
          </p:cNvPr>
          <p:cNvGrpSpPr/>
          <p:nvPr/>
        </p:nvGrpSpPr>
        <p:grpSpPr>
          <a:xfrm>
            <a:off x="8413172" y="5093604"/>
            <a:ext cx="576763" cy="339731"/>
            <a:chOff x="2809876" y="5070475"/>
            <a:chExt cx="623888" cy="428625"/>
          </a:xfrm>
          <a:solidFill>
            <a:schemeClr val="accent1"/>
          </a:solidFill>
        </p:grpSpPr>
        <p:sp>
          <p:nvSpPr>
            <p:cNvPr id="316" name="Freeform 628">
              <a:extLst>
                <a:ext uri="{FF2B5EF4-FFF2-40B4-BE49-F238E27FC236}">
                  <a16:creationId xmlns:a16="http://schemas.microsoft.com/office/drawing/2014/main" id="{09DA8121-C5CB-4C78-B4F3-B79033A22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9876" y="5070475"/>
              <a:ext cx="19050" cy="404813"/>
            </a:xfrm>
            <a:custGeom>
              <a:avLst/>
              <a:gdLst>
                <a:gd name="T0" fmla="*/ 0 w 5"/>
                <a:gd name="T1" fmla="*/ 95 h 102"/>
                <a:gd name="T2" fmla="*/ 5 w 5"/>
                <a:gd name="T3" fmla="*/ 102 h 102"/>
                <a:gd name="T4" fmla="*/ 5 w 5"/>
                <a:gd name="T5" fmla="*/ 9 h 102"/>
                <a:gd name="T6" fmla="*/ 0 w 5"/>
                <a:gd name="T7" fmla="*/ 5 h 102"/>
                <a:gd name="T8" fmla="*/ 0 w 5"/>
                <a:gd name="T9" fmla="*/ 9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02">
                  <a:moveTo>
                    <a:pt x="0" y="95"/>
                  </a:moveTo>
                  <a:cubicBezTo>
                    <a:pt x="5" y="102"/>
                    <a:pt x="5" y="102"/>
                    <a:pt x="5" y="102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0"/>
                    <a:pt x="0" y="0"/>
                    <a:pt x="0" y="5"/>
                  </a:cubicBezTo>
                  <a:lnTo>
                    <a:pt x="0" y="9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7" name="Freeform 629">
              <a:extLst>
                <a:ext uri="{FF2B5EF4-FFF2-40B4-BE49-F238E27FC236}">
                  <a16:creationId xmlns:a16="http://schemas.microsoft.com/office/drawing/2014/main" id="{981316EB-5B5C-4C93-B0EF-61D7FC11D2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17813" y="5070475"/>
              <a:ext cx="134938" cy="401638"/>
            </a:xfrm>
            <a:custGeom>
              <a:avLst/>
              <a:gdLst>
                <a:gd name="T0" fmla="*/ 30 w 34"/>
                <a:gd name="T1" fmla="*/ 0 h 101"/>
                <a:gd name="T2" fmla="*/ 30 w 34"/>
                <a:gd name="T3" fmla="*/ 0 h 101"/>
                <a:gd name="T4" fmla="*/ 0 w 34"/>
                <a:gd name="T5" fmla="*/ 0 h 101"/>
                <a:gd name="T6" fmla="*/ 3 w 34"/>
                <a:gd name="T7" fmla="*/ 8 h 101"/>
                <a:gd name="T8" fmla="*/ 3 w 34"/>
                <a:gd name="T9" fmla="*/ 101 h 101"/>
                <a:gd name="T10" fmla="*/ 34 w 34"/>
                <a:gd name="T11" fmla="*/ 101 h 101"/>
                <a:gd name="T12" fmla="*/ 34 w 34"/>
                <a:gd name="T13" fmla="*/ 4 h 101"/>
                <a:gd name="T14" fmla="*/ 30 w 34"/>
                <a:gd name="T15" fmla="*/ 0 h 101"/>
                <a:gd name="T16" fmla="*/ 29 w 34"/>
                <a:gd name="T17" fmla="*/ 34 h 101"/>
                <a:gd name="T18" fmla="*/ 7 w 34"/>
                <a:gd name="T19" fmla="*/ 34 h 101"/>
                <a:gd name="T20" fmla="*/ 7 w 34"/>
                <a:gd name="T21" fmla="*/ 11 h 101"/>
                <a:gd name="T22" fmla="*/ 29 w 34"/>
                <a:gd name="T23" fmla="*/ 11 h 101"/>
                <a:gd name="T24" fmla="*/ 29 w 34"/>
                <a:gd name="T25" fmla="*/ 3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101"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101"/>
                    <a:pt x="3" y="101"/>
                    <a:pt x="3" y="101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1"/>
                    <a:pt x="31" y="0"/>
                    <a:pt x="30" y="0"/>
                  </a:cubicBezTo>
                  <a:close/>
                  <a:moveTo>
                    <a:pt x="29" y="34"/>
                  </a:moveTo>
                  <a:cubicBezTo>
                    <a:pt x="7" y="34"/>
                    <a:pt x="7" y="34"/>
                    <a:pt x="7" y="34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34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8" name="Freeform 630">
              <a:extLst>
                <a:ext uri="{FF2B5EF4-FFF2-40B4-BE49-F238E27FC236}">
                  <a16:creationId xmlns:a16="http://schemas.microsoft.com/office/drawing/2014/main" id="{5E497923-65BE-4FAB-8DB3-6C5BA6910F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65438" y="5289550"/>
              <a:ext cx="71438" cy="185738"/>
            </a:xfrm>
            <a:custGeom>
              <a:avLst/>
              <a:gdLst>
                <a:gd name="T0" fmla="*/ 13 w 18"/>
                <a:gd name="T1" fmla="*/ 4 h 47"/>
                <a:gd name="T2" fmla="*/ 13 w 18"/>
                <a:gd name="T3" fmla="*/ 4 h 47"/>
                <a:gd name="T4" fmla="*/ 13 w 18"/>
                <a:gd name="T5" fmla="*/ 1 h 47"/>
                <a:gd name="T6" fmla="*/ 12 w 18"/>
                <a:gd name="T7" fmla="*/ 0 h 47"/>
                <a:gd name="T8" fmla="*/ 11 w 18"/>
                <a:gd name="T9" fmla="*/ 1 h 47"/>
                <a:gd name="T10" fmla="*/ 11 w 18"/>
                <a:gd name="T11" fmla="*/ 4 h 47"/>
                <a:gd name="T12" fmla="*/ 7 w 18"/>
                <a:gd name="T13" fmla="*/ 4 h 47"/>
                <a:gd name="T14" fmla="*/ 7 w 18"/>
                <a:gd name="T15" fmla="*/ 1 h 47"/>
                <a:gd name="T16" fmla="*/ 6 w 18"/>
                <a:gd name="T17" fmla="*/ 0 h 47"/>
                <a:gd name="T18" fmla="*/ 5 w 18"/>
                <a:gd name="T19" fmla="*/ 1 h 47"/>
                <a:gd name="T20" fmla="*/ 5 w 18"/>
                <a:gd name="T21" fmla="*/ 4 h 47"/>
                <a:gd name="T22" fmla="*/ 4 w 18"/>
                <a:gd name="T23" fmla="*/ 4 h 47"/>
                <a:gd name="T24" fmla="*/ 0 w 18"/>
                <a:gd name="T25" fmla="*/ 9 h 47"/>
                <a:gd name="T26" fmla="*/ 0 w 18"/>
                <a:gd name="T27" fmla="*/ 11 h 47"/>
                <a:gd name="T28" fmla="*/ 4 w 18"/>
                <a:gd name="T29" fmla="*/ 15 h 47"/>
                <a:gd name="T30" fmla="*/ 8 w 18"/>
                <a:gd name="T31" fmla="*/ 15 h 47"/>
                <a:gd name="T32" fmla="*/ 7 w 18"/>
                <a:gd name="T33" fmla="*/ 31 h 47"/>
                <a:gd name="T34" fmla="*/ 3 w 18"/>
                <a:gd name="T35" fmla="*/ 47 h 47"/>
                <a:gd name="T36" fmla="*/ 5 w 18"/>
                <a:gd name="T37" fmla="*/ 46 h 47"/>
                <a:gd name="T38" fmla="*/ 8 w 18"/>
                <a:gd name="T39" fmla="*/ 33 h 47"/>
                <a:gd name="T40" fmla="*/ 10 w 18"/>
                <a:gd name="T41" fmla="*/ 15 h 47"/>
                <a:gd name="T42" fmla="*/ 13 w 18"/>
                <a:gd name="T43" fmla="*/ 15 h 47"/>
                <a:gd name="T44" fmla="*/ 18 w 18"/>
                <a:gd name="T45" fmla="*/ 11 h 47"/>
                <a:gd name="T46" fmla="*/ 18 w 18"/>
                <a:gd name="T47" fmla="*/ 9 h 47"/>
                <a:gd name="T48" fmla="*/ 13 w 18"/>
                <a:gd name="T49" fmla="*/ 4 h 47"/>
                <a:gd name="T50" fmla="*/ 15 w 18"/>
                <a:gd name="T51" fmla="*/ 11 h 47"/>
                <a:gd name="T52" fmla="*/ 13 w 18"/>
                <a:gd name="T53" fmla="*/ 13 h 47"/>
                <a:gd name="T54" fmla="*/ 4 w 18"/>
                <a:gd name="T55" fmla="*/ 13 h 47"/>
                <a:gd name="T56" fmla="*/ 2 w 18"/>
                <a:gd name="T57" fmla="*/ 11 h 47"/>
                <a:gd name="T58" fmla="*/ 2 w 18"/>
                <a:gd name="T59" fmla="*/ 9 h 47"/>
                <a:gd name="T60" fmla="*/ 4 w 18"/>
                <a:gd name="T61" fmla="*/ 7 h 47"/>
                <a:gd name="T62" fmla="*/ 13 w 18"/>
                <a:gd name="T63" fmla="*/ 7 h 47"/>
                <a:gd name="T64" fmla="*/ 15 w 18"/>
                <a:gd name="T65" fmla="*/ 9 h 47"/>
                <a:gd name="T66" fmla="*/ 15 w 18"/>
                <a:gd name="T67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" h="47">
                  <a:moveTo>
                    <a:pt x="13" y="4"/>
                  </a:moveTo>
                  <a:cubicBezTo>
                    <a:pt x="13" y="4"/>
                    <a:pt x="13" y="4"/>
                    <a:pt x="13" y="4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11" y="0"/>
                    <a:pt x="11" y="0"/>
                    <a:pt x="11" y="1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0"/>
                    <a:pt x="5" y="0"/>
                    <a:pt x="5" y="1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" y="4"/>
                    <a:pt x="0" y="6"/>
                    <a:pt x="0" y="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4"/>
                    <a:pt x="1" y="15"/>
                    <a:pt x="4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20"/>
                    <a:pt x="10" y="29"/>
                    <a:pt x="7" y="31"/>
                  </a:cubicBezTo>
                  <a:cubicBezTo>
                    <a:pt x="0" y="34"/>
                    <a:pt x="3" y="46"/>
                    <a:pt x="3" y="47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3"/>
                    <a:pt x="4" y="35"/>
                    <a:pt x="8" y="33"/>
                  </a:cubicBezTo>
                  <a:cubicBezTo>
                    <a:pt x="13" y="31"/>
                    <a:pt x="11" y="20"/>
                    <a:pt x="10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6" y="15"/>
                    <a:pt x="18" y="14"/>
                    <a:pt x="18" y="11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6"/>
                    <a:pt x="16" y="4"/>
                    <a:pt x="13" y="4"/>
                  </a:cubicBezTo>
                  <a:close/>
                  <a:moveTo>
                    <a:pt x="15" y="11"/>
                  </a:moveTo>
                  <a:cubicBezTo>
                    <a:pt x="15" y="12"/>
                    <a:pt x="15" y="13"/>
                    <a:pt x="13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3" y="13"/>
                    <a:pt x="2" y="12"/>
                    <a:pt x="2" y="11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8"/>
                    <a:pt x="3" y="7"/>
                    <a:pt x="4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5" y="7"/>
                    <a:pt x="15" y="8"/>
                    <a:pt x="15" y="9"/>
                  </a:cubicBezTo>
                  <a:lnTo>
                    <a:pt x="15" y="11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9" name="Freeform 631">
              <a:extLst>
                <a:ext uri="{FF2B5EF4-FFF2-40B4-BE49-F238E27FC236}">
                  <a16:creationId xmlns:a16="http://schemas.microsoft.com/office/drawing/2014/main" id="{DE17C277-B401-4373-8230-AD3C5931E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751" y="5146675"/>
              <a:ext cx="233363" cy="177800"/>
            </a:xfrm>
            <a:custGeom>
              <a:avLst/>
              <a:gdLst>
                <a:gd name="T0" fmla="*/ 39 w 59"/>
                <a:gd name="T1" fmla="*/ 44 h 45"/>
                <a:gd name="T2" fmla="*/ 59 w 59"/>
                <a:gd name="T3" fmla="*/ 36 h 45"/>
                <a:gd name="T4" fmla="*/ 59 w 59"/>
                <a:gd name="T5" fmla="*/ 35 h 45"/>
                <a:gd name="T6" fmla="*/ 34 w 59"/>
                <a:gd name="T7" fmla="*/ 41 h 45"/>
                <a:gd name="T8" fmla="*/ 30 w 59"/>
                <a:gd name="T9" fmla="*/ 32 h 45"/>
                <a:gd name="T10" fmla="*/ 0 w 59"/>
                <a:gd name="T11" fmla="*/ 0 h 45"/>
                <a:gd name="T12" fmla="*/ 0 w 59"/>
                <a:gd name="T13" fmla="*/ 2 h 45"/>
                <a:gd name="T14" fmla="*/ 28 w 59"/>
                <a:gd name="T15" fmla="*/ 32 h 45"/>
                <a:gd name="T16" fmla="*/ 33 w 59"/>
                <a:gd name="T17" fmla="*/ 42 h 45"/>
                <a:gd name="T18" fmla="*/ 39 w 59"/>
                <a:gd name="T19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45">
                  <a:moveTo>
                    <a:pt x="39" y="44"/>
                  </a:moveTo>
                  <a:cubicBezTo>
                    <a:pt x="48" y="44"/>
                    <a:pt x="59" y="37"/>
                    <a:pt x="59" y="36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58" y="35"/>
                    <a:pt x="42" y="45"/>
                    <a:pt x="34" y="41"/>
                  </a:cubicBezTo>
                  <a:cubicBezTo>
                    <a:pt x="32" y="40"/>
                    <a:pt x="30" y="37"/>
                    <a:pt x="30" y="32"/>
                  </a:cubicBezTo>
                  <a:cubicBezTo>
                    <a:pt x="28" y="4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27" y="5"/>
                    <a:pt x="28" y="32"/>
                  </a:cubicBezTo>
                  <a:cubicBezTo>
                    <a:pt x="29" y="37"/>
                    <a:pt x="30" y="41"/>
                    <a:pt x="33" y="42"/>
                  </a:cubicBezTo>
                  <a:cubicBezTo>
                    <a:pt x="35" y="43"/>
                    <a:pt x="37" y="44"/>
                    <a:pt x="39" y="44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0" name="Freeform 632">
              <a:extLst>
                <a:ext uri="{FF2B5EF4-FFF2-40B4-BE49-F238E27FC236}">
                  <a16:creationId xmlns:a16="http://schemas.microsoft.com/office/drawing/2014/main" id="{ABDB7848-819B-4373-8AFB-28399788F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2326" y="5376863"/>
              <a:ext cx="50800" cy="111125"/>
            </a:xfrm>
            <a:custGeom>
              <a:avLst/>
              <a:gdLst>
                <a:gd name="T0" fmla="*/ 13 w 13"/>
                <a:gd name="T1" fmla="*/ 19 h 28"/>
                <a:gd name="T2" fmla="*/ 10 w 13"/>
                <a:gd name="T3" fmla="*/ 28 h 28"/>
                <a:gd name="T4" fmla="*/ 4 w 13"/>
                <a:gd name="T5" fmla="*/ 28 h 28"/>
                <a:gd name="T6" fmla="*/ 0 w 13"/>
                <a:gd name="T7" fmla="*/ 14 h 28"/>
                <a:gd name="T8" fmla="*/ 1 w 13"/>
                <a:gd name="T9" fmla="*/ 1 h 28"/>
                <a:gd name="T10" fmla="*/ 3 w 13"/>
                <a:gd name="T11" fmla="*/ 1 h 28"/>
                <a:gd name="T12" fmla="*/ 13 w 13"/>
                <a:gd name="T13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28">
                  <a:moveTo>
                    <a:pt x="13" y="19"/>
                  </a:moveTo>
                  <a:cubicBezTo>
                    <a:pt x="13" y="21"/>
                    <a:pt x="12" y="26"/>
                    <a:pt x="10" y="28"/>
                  </a:cubicBezTo>
                  <a:cubicBezTo>
                    <a:pt x="10" y="28"/>
                    <a:pt x="4" y="28"/>
                    <a:pt x="4" y="28"/>
                  </a:cubicBezTo>
                  <a:cubicBezTo>
                    <a:pt x="4" y="28"/>
                    <a:pt x="0" y="21"/>
                    <a:pt x="0" y="14"/>
                  </a:cubicBezTo>
                  <a:cubicBezTo>
                    <a:pt x="0" y="9"/>
                    <a:pt x="1" y="1"/>
                    <a:pt x="1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6" y="0"/>
                    <a:pt x="13" y="19"/>
                    <a:pt x="13" y="19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1" name="Freeform 633">
              <a:extLst>
                <a:ext uri="{FF2B5EF4-FFF2-40B4-BE49-F238E27FC236}">
                  <a16:creationId xmlns:a16="http://schemas.microsoft.com/office/drawing/2014/main" id="{019AC2AB-DD33-4E8B-8A57-A90CB7760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2326" y="5376863"/>
              <a:ext cx="50800" cy="111125"/>
            </a:xfrm>
            <a:custGeom>
              <a:avLst/>
              <a:gdLst>
                <a:gd name="T0" fmla="*/ 13 w 13"/>
                <a:gd name="T1" fmla="*/ 19 h 28"/>
                <a:gd name="T2" fmla="*/ 10 w 13"/>
                <a:gd name="T3" fmla="*/ 28 h 28"/>
                <a:gd name="T4" fmla="*/ 4 w 13"/>
                <a:gd name="T5" fmla="*/ 28 h 28"/>
                <a:gd name="T6" fmla="*/ 0 w 13"/>
                <a:gd name="T7" fmla="*/ 14 h 28"/>
                <a:gd name="T8" fmla="*/ 1 w 13"/>
                <a:gd name="T9" fmla="*/ 1 h 28"/>
                <a:gd name="T10" fmla="*/ 3 w 13"/>
                <a:gd name="T11" fmla="*/ 1 h 28"/>
                <a:gd name="T12" fmla="*/ 13 w 13"/>
                <a:gd name="T13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28">
                  <a:moveTo>
                    <a:pt x="13" y="19"/>
                  </a:moveTo>
                  <a:cubicBezTo>
                    <a:pt x="13" y="21"/>
                    <a:pt x="12" y="26"/>
                    <a:pt x="10" y="28"/>
                  </a:cubicBezTo>
                  <a:cubicBezTo>
                    <a:pt x="10" y="28"/>
                    <a:pt x="4" y="28"/>
                    <a:pt x="4" y="28"/>
                  </a:cubicBezTo>
                  <a:cubicBezTo>
                    <a:pt x="4" y="28"/>
                    <a:pt x="0" y="21"/>
                    <a:pt x="0" y="14"/>
                  </a:cubicBezTo>
                  <a:cubicBezTo>
                    <a:pt x="0" y="9"/>
                    <a:pt x="1" y="1"/>
                    <a:pt x="1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6" y="0"/>
                    <a:pt x="13" y="19"/>
                    <a:pt x="13" y="19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2" name="Freeform 634">
              <a:extLst>
                <a:ext uri="{FF2B5EF4-FFF2-40B4-BE49-F238E27FC236}">
                  <a16:creationId xmlns:a16="http://schemas.microsoft.com/office/drawing/2014/main" id="{053198F8-58C2-4B92-849D-BCBECFB38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451" y="5380038"/>
              <a:ext cx="50800" cy="111125"/>
            </a:xfrm>
            <a:custGeom>
              <a:avLst/>
              <a:gdLst>
                <a:gd name="T0" fmla="*/ 13 w 13"/>
                <a:gd name="T1" fmla="*/ 13 h 28"/>
                <a:gd name="T2" fmla="*/ 8 w 13"/>
                <a:gd name="T3" fmla="*/ 27 h 28"/>
                <a:gd name="T4" fmla="*/ 1 w 13"/>
                <a:gd name="T5" fmla="*/ 14 h 28"/>
                <a:gd name="T6" fmla="*/ 6 w 13"/>
                <a:gd name="T7" fmla="*/ 0 h 28"/>
                <a:gd name="T8" fmla="*/ 13 w 13"/>
                <a:gd name="T9" fmla="*/ 1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8">
                  <a:moveTo>
                    <a:pt x="13" y="13"/>
                  </a:moveTo>
                  <a:cubicBezTo>
                    <a:pt x="13" y="21"/>
                    <a:pt x="11" y="27"/>
                    <a:pt x="8" y="27"/>
                  </a:cubicBezTo>
                  <a:cubicBezTo>
                    <a:pt x="5" y="28"/>
                    <a:pt x="2" y="22"/>
                    <a:pt x="1" y="14"/>
                  </a:cubicBezTo>
                  <a:cubicBezTo>
                    <a:pt x="0" y="7"/>
                    <a:pt x="3" y="1"/>
                    <a:pt x="6" y="0"/>
                  </a:cubicBezTo>
                  <a:cubicBezTo>
                    <a:pt x="9" y="0"/>
                    <a:pt x="12" y="6"/>
                    <a:pt x="13" y="13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3" name="Freeform 635">
              <a:extLst>
                <a:ext uri="{FF2B5EF4-FFF2-40B4-BE49-F238E27FC236}">
                  <a16:creationId xmlns:a16="http://schemas.microsoft.com/office/drawing/2014/main" id="{25548D7D-36B5-4853-A07D-336E8101D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451" y="5380038"/>
              <a:ext cx="50800" cy="111125"/>
            </a:xfrm>
            <a:custGeom>
              <a:avLst/>
              <a:gdLst>
                <a:gd name="T0" fmla="*/ 13 w 13"/>
                <a:gd name="T1" fmla="*/ 13 h 28"/>
                <a:gd name="T2" fmla="*/ 8 w 13"/>
                <a:gd name="T3" fmla="*/ 27 h 28"/>
                <a:gd name="T4" fmla="*/ 1 w 13"/>
                <a:gd name="T5" fmla="*/ 14 h 28"/>
                <a:gd name="T6" fmla="*/ 6 w 13"/>
                <a:gd name="T7" fmla="*/ 0 h 28"/>
                <a:gd name="T8" fmla="*/ 13 w 13"/>
                <a:gd name="T9" fmla="*/ 1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8">
                  <a:moveTo>
                    <a:pt x="13" y="13"/>
                  </a:moveTo>
                  <a:cubicBezTo>
                    <a:pt x="13" y="21"/>
                    <a:pt x="11" y="27"/>
                    <a:pt x="8" y="27"/>
                  </a:cubicBezTo>
                  <a:cubicBezTo>
                    <a:pt x="5" y="28"/>
                    <a:pt x="2" y="22"/>
                    <a:pt x="1" y="14"/>
                  </a:cubicBezTo>
                  <a:cubicBezTo>
                    <a:pt x="0" y="7"/>
                    <a:pt x="3" y="1"/>
                    <a:pt x="6" y="0"/>
                  </a:cubicBezTo>
                  <a:cubicBezTo>
                    <a:pt x="9" y="0"/>
                    <a:pt x="12" y="6"/>
                    <a:pt x="13" y="13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4" name="Freeform 636">
              <a:extLst>
                <a:ext uri="{FF2B5EF4-FFF2-40B4-BE49-F238E27FC236}">
                  <a16:creationId xmlns:a16="http://schemas.microsoft.com/office/drawing/2014/main" id="{11100B47-04E8-4C00-A993-BA812A410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376" y="5364163"/>
              <a:ext cx="52388" cy="115888"/>
            </a:xfrm>
            <a:custGeom>
              <a:avLst/>
              <a:gdLst>
                <a:gd name="T0" fmla="*/ 8 w 13"/>
                <a:gd name="T1" fmla="*/ 28 h 29"/>
                <a:gd name="T2" fmla="*/ 6 w 13"/>
                <a:gd name="T3" fmla="*/ 3 h 29"/>
                <a:gd name="T4" fmla="*/ 4 w 13"/>
                <a:gd name="T5" fmla="*/ 4 h 29"/>
                <a:gd name="T6" fmla="*/ 1 w 13"/>
                <a:gd name="T7" fmla="*/ 28 h 29"/>
                <a:gd name="T8" fmla="*/ 1 w 13"/>
                <a:gd name="T9" fmla="*/ 29 h 29"/>
                <a:gd name="T10" fmla="*/ 7 w 13"/>
                <a:gd name="T11" fmla="*/ 28 h 29"/>
                <a:gd name="T12" fmla="*/ 8 w 13"/>
                <a:gd name="T13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29">
                  <a:moveTo>
                    <a:pt x="8" y="28"/>
                  </a:moveTo>
                  <a:cubicBezTo>
                    <a:pt x="8" y="28"/>
                    <a:pt x="13" y="13"/>
                    <a:pt x="6" y="3"/>
                  </a:cubicBezTo>
                  <a:cubicBezTo>
                    <a:pt x="6" y="3"/>
                    <a:pt x="5" y="0"/>
                    <a:pt x="4" y="4"/>
                  </a:cubicBezTo>
                  <a:cubicBezTo>
                    <a:pt x="4" y="4"/>
                    <a:pt x="7" y="9"/>
                    <a:pt x="1" y="28"/>
                  </a:cubicBezTo>
                  <a:cubicBezTo>
                    <a:pt x="1" y="28"/>
                    <a:pt x="0" y="29"/>
                    <a:pt x="1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8" y="2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5" name="Freeform 637">
              <a:extLst>
                <a:ext uri="{FF2B5EF4-FFF2-40B4-BE49-F238E27FC236}">
                  <a16:creationId xmlns:a16="http://schemas.microsoft.com/office/drawing/2014/main" id="{B0FB7A19-2993-45B1-B910-34ACBCE5C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376" y="5364163"/>
              <a:ext cx="52388" cy="115888"/>
            </a:xfrm>
            <a:custGeom>
              <a:avLst/>
              <a:gdLst>
                <a:gd name="T0" fmla="*/ 8 w 13"/>
                <a:gd name="T1" fmla="*/ 28 h 29"/>
                <a:gd name="T2" fmla="*/ 6 w 13"/>
                <a:gd name="T3" fmla="*/ 3 h 29"/>
                <a:gd name="T4" fmla="*/ 4 w 13"/>
                <a:gd name="T5" fmla="*/ 4 h 29"/>
                <a:gd name="T6" fmla="*/ 1 w 13"/>
                <a:gd name="T7" fmla="*/ 28 h 29"/>
                <a:gd name="T8" fmla="*/ 1 w 13"/>
                <a:gd name="T9" fmla="*/ 29 h 29"/>
                <a:gd name="T10" fmla="*/ 7 w 13"/>
                <a:gd name="T11" fmla="*/ 28 h 29"/>
                <a:gd name="T12" fmla="*/ 8 w 13"/>
                <a:gd name="T13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29">
                  <a:moveTo>
                    <a:pt x="8" y="28"/>
                  </a:moveTo>
                  <a:cubicBezTo>
                    <a:pt x="8" y="28"/>
                    <a:pt x="13" y="13"/>
                    <a:pt x="6" y="3"/>
                  </a:cubicBezTo>
                  <a:cubicBezTo>
                    <a:pt x="6" y="3"/>
                    <a:pt x="5" y="0"/>
                    <a:pt x="4" y="4"/>
                  </a:cubicBezTo>
                  <a:cubicBezTo>
                    <a:pt x="4" y="4"/>
                    <a:pt x="7" y="9"/>
                    <a:pt x="1" y="28"/>
                  </a:cubicBezTo>
                  <a:cubicBezTo>
                    <a:pt x="1" y="28"/>
                    <a:pt x="0" y="29"/>
                    <a:pt x="1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8" y="28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6" name="Freeform 638">
              <a:extLst>
                <a:ext uri="{FF2B5EF4-FFF2-40B4-BE49-F238E27FC236}">
                  <a16:creationId xmlns:a16="http://schemas.microsoft.com/office/drawing/2014/main" id="{AAB3DDED-BD8F-4D30-91F7-1AF50CA85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988" y="5218113"/>
              <a:ext cx="330200" cy="261938"/>
            </a:xfrm>
            <a:custGeom>
              <a:avLst/>
              <a:gdLst>
                <a:gd name="T0" fmla="*/ 76 w 83"/>
                <a:gd name="T1" fmla="*/ 27 h 66"/>
                <a:gd name="T2" fmla="*/ 83 w 83"/>
                <a:gd name="T3" fmla="*/ 39 h 66"/>
                <a:gd name="T4" fmla="*/ 81 w 83"/>
                <a:gd name="T5" fmla="*/ 55 h 66"/>
                <a:gd name="T6" fmla="*/ 79 w 83"/>
                <a:gd name="T7" fmla="*/ 61 h 66"/>
                <a:gd name="T8" fmla="*/ 33 w 83"/>
                <a:gd name="T9" fmla="*/ 65 h 66"/>
                <a:gd name="T10" fmla="*/ 24 w 83"/>
                <a:gd name="T11" fmla="*/ 44 h 66"/>
                <a:gd name="T12" fmla="*/ 19 w 83"/>
                <a:gd name="T13" fmla="*/ 60 h 66"/>
                <a:gd name="T14" fmla="*/ 7 w 83"/>
                <a:gd name="T15" fmla="*/ 54 h 66"/>
                <a:gd name="T16" fmla="*/ 1 w 83"/>
                <a:gd name="T17" fmla="*/ 36 h 66"/>
                <a:gd name="T18" fmla="*/ 3 w 83"/>
                <a:gd name="T19" fmla="*/ 21 h 66"/>
                <a:gd name="T20" fmla="*/ 11 w 83"/>
                <a:gd name="T21" fmla="*/ 5 h 66"/>
                <a:gd name="T22" fmla="*/ 17 w 83"/>
                <a:gd name="T23" fmla="*/ 4 h 66"/>
                <a:gd name="T24" fmla="*/ 52 w 83"/>
                <a:gd name="T25" fmla="*/ 3 h 66"/>
                <a:gd name="T26" fmla="*/ 62 w 83"/>
                <a:gd name="T27" fmla="*/ 8 h 66"/>
                <a:gd name="T28" fmla="*/ 76 w 83"/>
                <a:gd name="T29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3" h="66">
                  <a:moveTo>
                    <a:pt x="76" y="27"/>
                  </a:moveTo>
                  <a:cubicBezTo>
                    <a:pt x="76" y="27"/>
                    <a:pt x="81" y="29"/>
                    <a:pt x="83" y="39"/>
                  </a:cubicBezTo>
                  <a:cubicBezTo>
                    <a:pt x="83" y="39"/>
                    <a:pt x="83" y="45"/>
                    <a:pt x="81" y="55"/>
                  </a:cubicBezTo>
                  <a:cubicBezTo>
                    <a:pt x="81" y="57"/>
                    <a:pt x="79" y="61"/>
                    <a:pt x="79" y="61"/>
                  </a:cubicBezTo>
                  <a:cubicBezTo>
                    <a:pt x="79" y="61"/>
                    <a:pt x="52" y="66"/>
                    <a:pt x="33" y="65"/>
                  </a:cubicBezTo>
                  <a:cubicBezTo>
                    <a:pt x="33" y="65"/>
                    <a:pt x="30" y="46"/>
                    <a:pt x="24" y="44"/>
                  </a:cubicBezTo>
                  <a:cubicBezTo>
                    <a:pt x="18" y="42"/>
                    <a:pt x="19" y="56"/>
                    <a:pt x="19" y="6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7" y="54"/>
                    <a:pt x="3" y="37"/>
                    <a:pt x="1" y="36"/>
                  </a:cubicBezTo>
                  <a:cubicBezTo>
                    <a:pt x="1" y="36"/>
                    <a:pt x="0" y="25"/>
                    <a:pt x="3" y="21"/>
                  </a:cubicBezTo>
                  <a:cubicBezTo>
                    <a:pt x="3" y="21"/>
                    <a:pt x="7" y="6"/>
                    <a:pt x="11" y="5"/>
                  </a:cubicBezTo>
                  <a:cubicBezTo>
                    <a:pt x="15" y="3"/>
                    <a:pt x="17" y="4"/>
                    <a:pt x="17" y="4"/>
                  </a:cubicBezTo>
                  <a:cubicBezTo>
                    <a:pt x="17" y="4"/>
                    <a:pt x="27" y="0"/>
                    <a:pt x="52" y="3"/>
                  </a:cubicBezTo>
                  <a:cubicBezTo>
                    <a:pt x="52" y="3"/>
                    <a:pt x="58" y="3"/>
                    <a:pt x="62" y="8"/>
                  </a:cubicBezTo>
                  <a:cubicBezTo>
                    <a:pt x="62" y="8"/>
                    <a:pt x="74" y="21"/>
                    <a:pt x="76" y="2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7" name="Freeform 639">
              <a:extLst>
                <a:ext uri="{FF2B5EF4-FFF2-40B4-BE49-F238E27FC236}">
                  <a16:creationId xmlns:a16="http://schemas.microsoft.com/office/drawing/2014/main" id="{FEAD5CAF-9057-4DA8-A91A-C25C24085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988" y="5218113"/>
              <a:ext cx="330200" cy="261938"/>
            </a:xfrm>
            <a:custGeom>
              <a:avLst/>
              <a:gdLst>
                <a:gd name="T0" fmla="*/ 76 w 83"/>
                <a:gd name="T1" fmla="*/ 27 h 66"/>
                <a:gd name="T2" fmla="*/ 83 w 83"/>
                <a:gd name="T3" fmla="*/ 39 h 66"/>
                <a:gd name="T4" fmla="*/ 81 w 83"/>
                <a:gd name="T5" fmla="*/ 55 h 66"/>
                <a:gd name="T6" fmla="*/ 79 w 83"/>
                <a:gd name="T7" fmla="*/ 61 h 66"/>
                <a:gd name="T8" fmla="*/ 33 w 83"/>
                <a:gd name="T9" fmla="*/ 65 h 66"/>
                <a:gd name="T10" fmla="*/ 24 w 83"/>
                <a:gd name="T11" fmla="*/ 44 h 66"/>
                <a:gd name="T12" fmla="*/ 19 w 83"/>
                <a:gd name="T13" fmla="*/ 60 h 66"/>
                <a:gd name="T14" fmla="*/ 7 w 83"/>
                <a:gd name="T15" fmla="*/ 54 h 66"/>
                <a:gd name="T16" fmla="*/ 1 w 83"/>
                <a:gd name="T17" fmla="*/ 36 h 66"/>
                <a:gd name="T18" fmla="*/ 3 w 83"/>
                <a:gd name="T19" fmla="*/ 21 h 66"/>
                <a:gd name="T20" fmla="*/ 11 w 83"/>
                <a:gd name="T21" fmla="*/ 5 h 66"/>
                <a:gd name="T22" fmla="*/ 17 w 83"/>
                <a:gd name="T23" fmla="*/ 4 h 66"/>
                <a:gd name="T24" fmla="*/ 52 w 83"/>
                <a:gd name="T25" fmla="*/ 3 h 66"/>
                <a:gd name="T26" fmla="*/ 62 w 83"/>
                <a:gd name="T27" fmla="*/ 8 h 66"/>
                <a:gd name="T28" fmla="*/ 76 w 83"/>
                <a:gd name="T29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3" h="66">
                  <a:moveTo>
                    <a:pt x="76" y="27"/>
                  </a:moveTo>
                  <a:cubicBezTo>
                    <a:pt x="76" y="27"/>
                    <a:pt x="81" y="29"/>
                    <a:pt x="83" y="39"/>
                  </a:cubicBezTo>
                  <a:cubicBezTo>
                    <a:pt x="83" y="39"/>
                    <a:pt x="83" y="45"/>
                    <a:pt x="81" y="55"/>
                  </a:cubicBezTo>
                  <a:cubicBezTo>
                    <a:pt x="81" y="57"/>
                    <a:pt x="79" y="61"/>
                    <a:pt x="79" y="61"/>
                  </a:cubicBezTo>
                  <a:cubicBezTo>
                    <a:pt x="79" y="61"/>
                    <a:pt x="52" y="66"/>
                    <a:pt x="33" y="65"/>
                  </a:cubicBezTo>
                  <a:cubicBezTo>
                    <a:pt x="33" y="65"/>
                    <a:pt x="30" y="46"/>
                    <a:pt x="24" y="44"/>
                  </a:cubicBezTo>
                  <a:cubicBezTo>
                    <a:pt x="18" y="42"/>
                    <a:pt x="19" y="56"/>
                    <a:pt x="19" y="6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7" y="54"/>
                    <a:pt x="3" y="37"/>
                    <a:pt x="1" y="36"/>
                  </a:cubicBezTo>
                  <a:cubicBezTo>
                    <a:pt x="1" y="36"/>
                    <a:pt x="0" y="25"/>
                    <a:pt x="3" y="21"/>
                  </a:cubicBezTo>
                  <a:cubicBezTo>
                    <a:pt x="3" y="21"/>
                    <a:pt x="7" y="6"/>
                    <a:pt x="11" y="5"/>
                  </a:cubicBezTo>
                  <a:cubicBezTo>
                    <a:pt x="15" y="3"/>
                    <a:pt x="17" y="4"/>
                    <a:pt x="17" y="4"/>
                  </a:cubicBezTo>
                  <a:cubicBezTo>
                    <a:pt x="17" y="4"/>
                    <a:pt x="27" y="0"/>
                    <a:pt x="52" y="3"/>
                  </a:cubicBezTo>
                  <a:cubicBezTo>
                    <a:pt x="52" y="3"/>
                    <a:pt x="58" y="3"/>
                    <a:pt x="62" y="8"/>
                  </a:cubicBezTo>
                  <a:cubicBezTo>
                    <a:pt x="62" y="8"/>
                    <a:pt x="74" y="21"/>
                    <a:pt x="76" y="2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8" name="Freeform 640">
              <a:extLst>
                <a:ext uri="{FF2B5EF4-FFF2-40B4-BE49-F238E27FC236}">
                  <a16:creationId xmlns:a16="http://schemas.microsoft.com/office/drawing/2014/main" id="{353D753A-61B5-4B03-AE89-6252343B6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301" y="5237163"/>
              <a:ext cx="215900" cy="107950"/>
            </a:xfrm>
            <a:custGeom>
              <a:avLst/>
              <a:gdLst>
                <a:gd name="T0" fmla="*/ 37 w 54"/>
                <a:gd name="T1" fmla="*/ 1 h 27"/>
                <a:gd name="T2" fmla="*/ 52 w 54"/>
                <a:gd name="T3" fmla="*/ 23 h 27"/>
                <a:gd name="T4" fmla="*/ 4 w 54"/>
                <a:gd name="T5" fmla="*/ 23 h 27"/>
                <a:gd name="T6" fmla="*/ 0 w 54"/>
                <a:gd name="T7" fmla="*/ 2 h 27"/>
                <a:gd name="T8" fmla="*/ 37 w 54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27">
                  <a:moveTo>
                    <a:pt x="37" y="1"/>
                  </a:moveTo>
                  <a:cubicBezTo>
                    <a:pt x="37" y="1"/>
                    <a:pt x="54" y="21"/>
                    <a:pt x="52" y="23"/>
                  </a:cubicBezTo>
                  <a:cubicBezTo>
                    <a:pt x="50" y="25"/>
                    <a:pt x="20" y="27"/>
                    <a:pt x="4" y="2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26" y="0"/>
                    <a:pt x="37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9" name="Freeform 641">
              <a:extLst>
                <a:ext uri="{FF2B5EF4-FFF2-40B4-BE49-F238E27FC236}">
                  <a16:creationId xmlns:a16="http://schemas.microsoft.com/office/drawing/2014/main" id="{55A9F1DF-36EB-407E-BF8E-0B11A4A57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301" y="5237163"/>
              <a:ext cx="215900" cy="107950"/>
            </a:xfrm>
            <a:custGeom>
              <a:avLst/>
              <a:gdLst>
                <a:gd name="T0" fmla="*/ 37 w 54"/>
                <a:gd name="T1" fmla="*/ 1 h 27"/>
                <a:gd name="T2" fmla="*/ 52 w 54"/>
                <a:gd name="T3" fmla="*/ 23 h 27"/>
                <a:gd name="T4" fmla="*/ 4 w 54"/>
                <a:gd name="T5" fmla="*/ 23 h 27"/>
                <a:gd name="T6" fmla="*/ 0 w 54"/>
                <a:gd name="T7" fmla="*/ 2 h 27"/>
                <a:gd name="T8" fmla="*/ 37 w 54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27">
                  <a:moveTo>
                    <a:pt x="37" y="1"/>
                  </a:moveTo>
                  <a:cubicBezTo>
                    <a:pt x="37" y="1"/>
                    <a:pt x="54" y="21"/>
                    <a:pt x="52" y="23"/>
                  </a:cubicBezTo>
                  <a:cubicBezTo>
                    <a:pt x="50" y="25"/>
                    <a:pt x="20" y="27"/>
                    <a:pt x="4" y="2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26" y="0"/>
                    <a:pt x="37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0" name="Freeform 642">
              <a:extLst>
                <a:ext uri="{FF2B5EF4-FFF2-40B4-BE49-F238E27FC236}">
                  <a16:creationId xmlns:a16="http://schemas.microsoft.com/office/drawing/2014/main" id="{5D09704C-A3AB-42DD-BC56-503AE62B1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301" y="5237163"/>
              <a:ext cx="215900" cy="107950"/>
            </a:xfrm>
            <a:custGeom>
              <a:avLst/>
              <a:gdLst>
                <a:gd name="T0" fmla="*/ 37 w 54"/>
                <a:gd name="T1" fmla="*/ 1 h 27"/>
                <a:gd name="T2" fmla="*/ 52 w 54"/>
                <a:gd name="T3" fmla="*/ 23 h 27"/>
                <a:gd name="T4" fmla="*/ 4 w 54"/>
                <a:gd name="T5" fmla="*/ 23 h 27"/>
                <a:gd name="T6" fmla="*/ 0 w 54"/>
                <a:gd name="T7" fmla="*/ 2 h 27"/>
                <a:gd name="T8" fmla="*/ 37 w 54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27">
                  <a:moveTo>
                    <a:pt x="37" y="1"/>
                  </a:moveTo>
                  <a:cubicBezTo>
                    <a:pt x="37" y="1"/>
                    <a:pt x="54" y="21"/>
                    <a:pt x="52" y="23"/>
                  </a:cubicBezTo>
                  <a:cubicBezTo>
                    <a:pt x="50" y="25"/>
                    <a:pt x="20" y="27"/>
                    <a:pt x="4" y="2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26" y="0"/>
                    <a:pt x="37" y="1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1" name="Freeform 643">
              <a:extLst>
                <a:ext uri="{FF2B5EF4-FFF2-40B4-BE49-F238E27FC236}">
                  <a16:creationId xmlns:a16="http://schemas.microsoft.com/office/drawing/2014/main" id="{080B0D31-FF9C-4C92-8564-108E5FAAE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801" y="5241925"/>
              <a:ext cx="63500" cy="79375"/>
            </a:xfrm>
            <a:custGeom>
              <a:avLst/>
              <a:gdLst>
                <a:gd name="T0" fmla="*/ 16 w 16"/>
                <a:gd name="T1" fmla="*/ 20 h 20"/>
                <a:gd name="T2" fmla="*/ 13 w 16"/>
                <a:gd name="T3" fmla="*/ 5 h 20"/>
                <a:gd name="T4" fmla="*/ 8 w 16"/>
                <a:gd name="T5" fmla="*/ 0 h 20"/>
                <a:gd name="T6" fmla="*/ 0 w 16"/>
                <a:gd name="T7" fmla="*/ 13 h 20"/>
                <a:gd name="T8" fmla="*/ 16 w 16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0">
                  <a:moveTo>
                    <a:pt x="16" y="20"/>
                  </a:move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0"/>
                    <a:pt x="8" y="0"/>
                  </a:cubicBezTo>
                  <a:cubicBezTo>
                    <a:pt x="8" y="0"/>
                    <a:pt x="5" y="0"/>
                    <a:pt x="0" y="13"/>
                  </a:cubicBezTo>
                  <a:cubicBezTo>
                    <a:pt x="16" y="20"/>
                    <a:pt x="16" y="20"/>
                    <a:pt x="16" y="20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2" name="Freeform 644">
              <a:extLst>
                <a:ext uri="{FF2B5EF4-FFF2-40B4-BE49-F238E27FC236}">
                  <a16:creationId xmlns:a16="http://schemas.microsoft.com/office/drawing/2014/main" id="{9E0017FE-43C0-4C77-915B-B2CC0957F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801" y="5241925"/>
              <a:ext cx="63500" cy="79375"/>
            </a:xfrm>
            <a:custGeom>
              <a:avLst/>
              <a:gdLst>
                <a:gd name="T0" fmla="*/ 16 w 16"/>
                <a:gd name="T1" fmla="*/ 20 h 20"/>
                <a:gd name="T2" fmla="*/ 13 w 16"/>
                <a:gd name="T3" fmla="*/ 5 h 20"/>
                <a:gd name="T4" fmla="*/ 8 w 16"/>
                <a:gd name="T5" fmla="*/ 0 h 20"/>
                <a:gd name="T6" fmla="*/ 0 w 16"/>
                <a:gd name="T7" fmla="*/ 13 h 20"/>
                <a:gd name="T8" fmla="*/ 16 w 16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0">
                  <a:moveTo>
                    <a:pt x="16" y="20"/>
                  </a:move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0"/>
                    <a:pt x="8" y="0"/>
                  </a:cubicBezTo>
                  <a:cubicBezTo>
                    <a:pt x="8" y="0"/>
                    <a:pt x="5" y="0"/>
                    <a:pt x="0" y="13"/>
                  </a:cubicBezTo>
                  <a:cubicBezTo>
                    <a:pt x="16" y="20"/>
                    <a:pt x="16" y="20"/>
                    <a:pt x="16" y="20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3" name="Freeform 645">
              <a:extLst>
                <a:ext uri="{FF2B5EF4-FFF2-40B4-BE49-F238E27FC236}">
                  <a16:creationId xmlns:a16="http://schemas.microsoft.com/office/drawing/2014/main" id="{6237A6A1-59A4-471F-AB4A-F09AB4350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426" y="5321300"/>
              <a:ext cx="7938" cy="138113"/>
            </a:xfrm>
            <a:custGeom>
              <a:avLst/>
              <a:gdLst>
                <a:gd name="T0" fmla="*/ 1 w 2"/>
                <a:gd name="T1" fmla="*/ 35 h 35"/>
                <a:gd name="T2" fmla="*/ 0 w 2"/>
                <a:gd name="T3" fmla="*/ 10 h 35"/>
                <a:gd name="T4" fmla="*/ 2 w 2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5">
                  <a:moveTo>
                    <a:pt x="1" y="35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4"/>
                    <a:pt x="2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4" name="Freeform 646">
              <a:extLst>
                <a:ext uri="{FF2B5EF4-FFF2-40B4-BE49-F238E27FC236}">
                  <a16:creationId xmlns:a16="http://schemas.microsoft.com/office/drawing/2014/main" id="{2EB9BC8F-F58D-4FD3-9A61-0DFC1DCB7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426" y="5321300"/>
              <a:ext cx="7938" cy="138113"/>
            </a:xfrm>
            <a:custGeom>
              <a:avLst/>
              <a:gdLst>
                <a:gd name="T0" fmla="*/ 1 w 2"/>
                <a:gd name="T1" fmla="*/ 35 h 35"/>
                <a:gd name="T2" fmla="*/ 0 w 2"/>
                <a:gd name="T3" fmla="*/ 10 h 35"/>
                <a:gd name="T4" fmla="*/ 2 w 2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5">
                  <a:moveTo>
                    <a:pt x="1" y="35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4"/>
                    <a:pt x="2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5" name="Freeform 647">
              <a:extLst>
                <a:ext uri="{FF2B5EF4-FFF2-40B4-BE49-F238E27FC236}">
                  <a16:creationId xmlns:a16="http://schemas.microsoft.com/office/drawing/2014/main" id="{67CC18BF-6249-4A77-814B-19CD0457C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988" y="5292725"/>
              <a:ext cx="31750" cy="127000"/>
            </a:xfrm>
            <a:custGeom>
              <a:avLst/>
              <a:gdLst>
                <a:gd name="T0" fmla="*/ 6 w 8"/>
                <a:gd name="T1" fmla="*/ 0 h 32"/>
                <a:gd name="T2" fmla="*/ 8 w 8"/>
                <a:gd name="T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32">
                  <a:moveTo>
                    <a:pt x="6" y="0"/>
                  </a:moveTo>
                  <a:cubicBezTo>
                    <a:pt x="6" y="0"/>
                    <a:pt x="0" y="9"/>
                    <a:pt x="8" y="3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6" name="Freeform 648">
              <a:extLst>
                <a:ext uri="{FF2B5EF4-FFF2-40B4-BE49-F238E27FC236}">
                  <a16:creationId xmlns:a16="http://schemas.microsoft.com/office/drawing/2014/main" id="{A3C3275C-AB7B-43B6-80EB-E00418712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988" y="5292725"/>
              <a:ext cx="31750" cy="127000"/>
            </a:xfrm>
            <a:custGeom>
              <a:avLst/>
              <a:gdLst>
                <a:gd name="T0" fmla="*/ 6 w 8"/>
                <a:gd name="T1" fmla="*/ 0 h 32"/>
                <a:gd name="T2" fmla="*/ 8 w 8"/>
                <a:gd name="T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32">
                  <a:moveTo>
                    <a:pt x="6" y="0"/>
                  </a:moveTo>
                  <a:cubicBezTo>
                    <a:pt x="6" y="0"/>
                    <a:pt x="0" y="9"/>
                    <a:pt x="8" y="3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7" name="Freeform 649">
              <a:extLst>
                <a:ext uri="{FF2B5EF4-FFF2-40B4-BE49-F238E27FC236}">
                  <a16:creationId xmlns:a16="http://schemas.microsoft.com/office/drawing/2014/main" id="{4F712B33-A7D2-4496-9F89-E1C10B3AC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5376863"/>
              <a:ext cx="39688" cy="87313"/>
            </a:xfrm>
            <a:custGeom>
              <a:avLst/>
              <a:gdLst>
                <a:gd name="T0" fmla="*/ 2 w 10"/>
                <a:gd name="T1" fmla="*/ 20 h 22"/>
                <a:gd name="T2" fmla="*/ 6 w 10"/>
                <a:gd name="T3" fmla="*/ 22 h 22"/>
                <a:gd name="T4" fmla="*/ 10 w 10"/>
                <a:gd name="T5" fmla="*/ 7 h 22"/>
                <a:gd name="T6" fmla="*/ 2 w 10"/>
                <a:gd name="T7" fmla="*/ 6 h 22"/>
                <a:gd name="T8" fmla="*/ 2 w 10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22">
                  <a:moveTo>
                    <a:pt x="2" y="20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5" y="0"/>
                    <a:pt x="2" y="6"/>
                  </a:cubicBezTo>
                  <a:cubicBezTo>
                    <a:pt x="0" y="12"/>
                    <a:pt x="2" y="20"/>
                    <a:pt x="2" y="2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8" name="Freeform 650">
              <a:extLst>
                <a:ext uri="{FF2B5EF4-FFF2-40B4-BE49-F238E27FC236}">
                  <a16:creationId xmlns:a16="http://schemas.microsoft.com/office/drawing/2014/main" id="{5EF35BB6-0EBC-43E0-B7C7-A882EBBDA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5376863"/>
              <a:ext cx="39688" cy="87313"/>
            </a:xfrm>
            <a:custGeom>
              <a:avLst/>
              <a:gdLst>
                <a:gd name="T0" fmla="*/ 2 w 10"/>
                <a:gd name="T1" fmla="*/ 20 h 22"/>
                <a:gd name="T2" fmla="*/ 6 w 10"/>
                <a:gd name="T3" fmla="*/ 22 h 22"/>
                <a:gd name="T4" fmla="*/ 10 w 10"/>
                <a:gd name="T5" fmla="*/ 7 h 22"/>
                <a:gd name="T6" fmla="*/ 2 w 10"/>
                <a:gd name="T7" fmla="*/ 6 h 22"/>
                <a:gd name="T8" fmla="*/ 2 w 10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22">
                  <a:moveTo>
                    <a:pt x="2" y="20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5" y="0"/>
                    <a:pt x="2" y="6"/>
                  </a:cubicBezTo>
                  <a:cubicBezTo>
                    <a:pt x="0" y="12"/>
                    <a:pt x="2" y="20"/>
                    <a:pt x="2" y="2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9" name="Freeform 651">
              <a:extLst>
                <a:ext uri="{FF2B5EF4-FFF2-40B4-BE49-F238E27FC236}">
                  <a16:creationId xmlns:a16="http://schemas.microsoft.com/office/drawing/2014/main" id="{A372ECA6-1CA6-4DCB-A23D-AE594ACDE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301" y="5403850"/>
              <a:ext cx="47625" cy="95250"/>
            </a:xfrm>
            <a:custGeom>
              <a:avLst/>
              <a:gdLst>
                <a:gd name="T0" fmla="*/ 11 w 12"/>
                <a:gd name="T1" fmla="*/ 16 h 24"/>
                <a:gd name="T2" fmla="*/ 9 w 12"/>
                <a:gd name="T3" fmla="*/ 24 h 24"/>
                <a:gd name="T4" fmla="*/ 4 w 12"/>
                <a:gd name="T5" fmla="*/ 24 h 24"/>
                <a:gd name="T6" fmla="*/ 0 w 12"/>
                <a:gd name="T7" fmla="*/ 11 h 24"/>
                <a:gd name="T8" fmla="*/ 1 w 12"/>
                <a:gd name="T9" fmla="*/ 0 h 24"/>
                <a:gd name="T10" fmla="*/ 3 w 12"/>
                <a:gd name="T11" fmla="*/ 0 h 24"/>
                <a:gd name="T12" fmla="*/ 11 w 12"/>
                <a:gd name="T13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11" y="16"/>
                  </a:moveTo>
                  <a:cubicBezTo>
                    <a:pt x="12" y="17"/>
                    <a:pt x="11" y="22"/>
                    <a:pt x="9" y="24"/>
                  </a:cubicBezTo>
                  <a:cubicBezTo>
                    <a:pt x="9" y="24"/>
                    <a:pt x="4" y="24"/>
                    <a:pt x="4" y="24"/>
                  </a:cubicBezTo>
                  <a:cubicBezTo>
                    <a:pt x="4" y="24"/>
                    <a:pt x="1" y="17"/>
                    <a:pt x="0" y="11"/>
                  </a:cubicBezTo>
                  <a:cubicBezTo>
                    <a:pt x="0" y="7"/>
                    <a:pt x="1" y="0"/>
                    <a:pt x="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11" y="16"/>
                    <a:pt x="11" y="1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0" name="Freeform 652">
              <a:extLst>
                <a:ext uri="{FF2B5EF4-FFF2-40B4-BE49-F238E27FC236}">
                  <a16:creationId xmlns:a16="http://schemas.microsoft.com/office/drawing/2014/main" id="{DEDF0A11-9E55-4E21-98DB-04F12AC2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301" y="5403850"/>
              <a:ext cx="47625" cy="95250"/>
            </a:xfrm>
            <a:custGeom>
              <a:avLst/>
              <a:gdLst>
                <a:gd name="T0" fmla="*/ 11 w 12"/>
                <a:gd name="T1" fmla="*/ 16 h 24"/>
                <a:gd name="T2" fmla="*/ 9 w 12"/>
                <a:gd name="T3" fmla="*/ 24 h 24"/>
                <a:gd name="T4" fmla="*/ 4 w 12"/>
                <a:gd name="T5" fmla="*/ 24 h 24"/>
                <a:gd name="T6" fmla="*/ 0 w 12"/>
                <a:gd name="T7" fmla="*/ 11 h 24"/>
                <a:gd name="T8" fmla="*/ 1 w 12"/>
                <a:gd name="T9" fmla="*/ 0 h 24"/>
                <a:gd name="T10" fmla="*/ 3 w 12"/>
                <a:gd name="T11" fmla="*/ 0 h 24"/>
                <a:gd name="T12" fmla="*/ 11 w 12"/>
                <a:gd name="T13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11" y="16"/>
                  </a:moveTo>
                  <a:cubicBezTo>
                    <a:pt x="12" y="17"/>
                    <a:pt x="11" y="22"/>
                    <a:pt x="9" y="24"/>
                  </a:cubicBezTo>
                  <a:cubicBezTo>
                    <a:pt x="9" y="24"/>
                    <a:pt x="4" y="24"/>
                    <a:pt x="4" y="24"/>
                  </a:cubicBezTo>
                  <a:cubicBezTo>
                    <a:pt x="4" y="24"/>
                    <a:pt x="1" y="17"/>
                    <a:pt x="0" y="11"/>
                  </a:cubicBezTo>
                  <a:cubicBezTo>
                    <a:pt x="0" y="7"/>
                    <a:pt x="1" y="0"/>
                    <a:pt x="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11" y="16"/>
                    <a:pt x="11" y="1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1" name="Freeform 653">
              <a:extLst>
                <a:ext uri="{FF2B5EF4-FFF2-40B4-BE49-F238E27FC236}">
                  <a16:creationId xmlns:a16="http://schemas.microsoft.com/office/drawing/2014/main" id="{F57A2716-18BD-4504-A8FB-F3B2766AA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188" y="5403850"/>
              <a:ext cx="42863" cy="95250"/>
            </a:xfrm>
            <a:custGeom>
              <a:avLst/>
              <a:gdLst>
                <a:gd name="T0" fmla="*/ 11 w 11"/>
                <a:gd name="T1" fmla="*/ 12 h 24"/>
                <a:gd name="T2" fmla="*/ 7 w 11"/>
                <a:gd name="T3" fmla="*/ 24 h 24"/>
                <a:gd name="T4" fmla="*/ 1 w 11"/>
                <a:gd name="T5" fmla="*/ 12 h 24"/>
                <a:gd name="T6" fmla="*/ 5 w 11"/>
                <a:gd name="T7" fmla="*/ 0 h 24"/>
                <a:gd name="T8" fmla="*/ 11 w 11"/>
                <a:gd name="T9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24">
                  <a:moveTo>
                    <a:pt x="11" y="12"/>
                  </a:moveTo>
                  <a:cubicBezTo>
                    <a:pt x="11" y="18"/>
                    <a:pt x="10" y="24"/>
                    <a:pt x="7" y="24"/>
                  </a:cubicBezTo>
                  <a:cubicBezTo>
                    <a:pt x="4" y="24"/>
                    <a:pt x="1" y="19"/>
                    <a:pt x="1" y="12"/>
                  </a:cubicBezTo>
                  <a:cubicBezTo>
                    <a:pt x="0" y="6"/>
                    <a:pt x="2" y="0"/>
                    <a:pt x="5" y="0"/>
                  </a:cubicBezTo>
                  <a:cubicBezTo>
                    <a:pt x="8" y="0"/>
                    <a:pt x="10" y="5"/>
                    <a:pt x="11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2" name="Freeform 654">
              <a:extLst>
                <a:ext uri="{FF2B5EF4-FFF2-40B4-BE49-F238E27FC236}">
                  <a16:creationId xmlns:a16="http://schemas.microsoft.com/office/drawing/2014/main" id="{A0B07081-BA18-4725-951C-05F3A9409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188" y="5403850"/>
              <a:ext cx="42863" cy="95250"/>
            </a:xfrm>
            <a:custGeom>
              <a:avLst/>
              <a:gdLst>
                <a:gd name="T0" fmla="*/ 11 w 11"/>
                <a:gd name="T1" fmla="*/ 12 h 24"/>
                <a:gd name="T2" fmla="*/ 7 w 11"/>
                <a:gd name="T3" fmla="*/ 24 h 24"/>
                <a:gd name="T4" fmla="*/ 1 w 11"/>
                <a:gd name="T5" fmla="*/ 12 h 24"/>
                <a:gd name="T6" fmla="*/ 5 w 11"/>
                <a:gd name="T7" fmla="*/ 0 h 24"/>
                <a:gd name="T8" fmla="*/ 11 w 11"/>
                <a:gd name="T9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24">
                  <a:moveTo>
                    <a:pt x="11" y="12"/>
                  </a:moveTo>
                  <a:cubicBezTo>
                    <a:pt x="11" y="18"/>
                    <a:pt x="10" y="24"/>
                    <a:pt x="7" y="24"/>
                  </a:cubicBezTo>
                  <a:cubicBezTo>
                    <a:pt x="4" y="24"/>
                    <a:pt x="1" y="19"/>
                    <a:pt x="1" y="12"/>
                  </a:cubicBezTo>
                  <a:cubicBezTo>
                    <a:pt x="0" y="6"/>
                    <a:pt x="2" y="0"/>
                    <a:pt x="5" y="0"/>
                  </a:cubicBezTo>
                  <a:cubicBezTo>
                    <a:pt x="8" y="0"/>
                    <a:pt x="10" y="5"/>
                    <a:pt x="11" y="1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3" name="Freeform 655">
              <a:extLst>
                <a:ext uri="{FF2B5EF4-FFF2-40B4-BE49-F238E27FC236}">
                  <a16:creationId xmlns:a16="http://schemas.microsoft.com/office/drawing/2014/main" id="{DC553844-BDF9-4D5E-92A0-D987BD8075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54363" y="5416550"/>
              <a:ext cx="31750" cy="74613"/>
            </a:xfrm>
            <a:custGeom>
              <a:avLst/>
              <a:gdLst>
                <a:gd name="T0" fmla="*/ 5 w 8"/>
                <a:gd name="T1" fmla="*/ 17 h 19"/>
                <a:gd name="T2" fmla="*/ 5 w 8"/>
                <a:gd name="T3" fmla="*/ 17 h 19"/>
                <a:gd name="T4" fmla="*/ 4 w 8"/>
                <a:gd name="T5" fmla="*/ 17 h 19"/>
                <a:gd name="T6" fmla="*/ 2 w 8"/>
                <a:gd name="T7" fmla="*/ 14 h 19"/>
                <a:gd name="T8" fmla="*/ 4 w 8"/>
                <a:gd name="T9" fmla="*/ 11 h 19"/>
                <a:gd name="T10" fmla="*/ 5 w 8"/>
                <a:gd name="T11" fmla="*/ 17 h 19"/>
                <a:gd name="T12" fmla="*/ 5 w 8"/>
                <a:gd name="T13" fmla="*/ 17 h 19"/>
                <a:gd name="T14" fmla="*/ 7 w 8"/>
                <a:gd name="T15" fmla="*/ 13 h 19"/>
                <a:gd name="T16" fmla="*/ 5 w 8"/>
                <a:gd name="T17" fmla="*/ 17 h 19"/>
                <a:gd name="T18" fmla="*/ 5 w 8"/>
                <a:gd name="T19" fmla="*/ 11 h 19"/>
                <a:gd name="T20" fmla="*/ 7 w 8"/>
                <a:gd name="T21" fmla="*/ 11 h 19"/>
                <a:gd name="T22" fmla="*/ 7 w 8"/>
                <a:gd name="T23" fmla="*/ 13 h 19"/>
                <a:gd name="T24" fmla="*/ 2 w 8"/>
                <a:gd name="T25" fmla="*/ 13 h 19"/>
                <a:gd name="T26" fmla="*/ 2 w 8"/>
                <a:gd name="T27" fmla="*/ 12 h 19"/>
                <a:gd name="T28" fmla="*/ 1 w 8"/>
                <a:gd name="T29" fmla="*/ 6 h 19"/>
                <a:gd name="T30" fmla="*/ 2 w 8"/>
                <a:gd name="T31" fmla="*/ 5 h 19"/>
                <a:gd name="T32" fmla="*/ 4 w 8"/>
                <a:gd name="T33" fmla="*/ 10 h 19"/>
                <a:gd name="T34" fmla="*/ 2 w 8"/>
                <a:gd name="T35" fmla="*/ 13 h 19"/>
                <a:gd name="T36" fmla="*/ 7 w 8"/>
                <a:gd name="T37" fmla="*/ 7 h 19"/>
                <a:gd name="T38" fmla="*/ 7 w 8"/>
                <a:gd name="T39" fmla="*/ 10 h 19"/>
                <a:gd name="T40" fmla="*/ 5 w 8"/>
                <a:gd name="T41" fmla="*/ 9 h 19"/>
                <a:gd name="T42" fmla="*/ 5 w 8"/>
                <a:gd name="T43" fmla="*/ 2 h 19"/>
                <a:gd name="T44" fmla="*/ 7 w 8"/>
                <a:gd name="T45" fmla="*/ 7 h 19"/>
                <a:gd name="T46" fmla="*/ 4 w 8"/>
                <a:gd name="T47" fmla="*/ 8 h 19"/>
                <a:gd name="T48" fmla="*/ 2 w 8"/>
                <a:gd name="T49" fmla="*/ 4 h 19"/>
                <a:gd name="T50" fmla="*/ 4 w 8"/>
                <a:gd name="T51" fmla="*/ 2 h 19"/>
                <a:gd name="T52" fmla="*/ 5 w 8"/>
                <a:gd name="T53" fmla="*/ 2 h 19"/>
                <a:gd name="T54" fmla="*/ 4 w 8"/>
                <a:gd name="T55" fmla="*/ 8 h 19"/>
                <a:gd name="T56" fmla="*/ 5 w 8"/>
                <a:gd name="T57" fmla="*/ 1 h 19"/>
                <a:gd name="T58" fmla="*/ 4 w 8"/>
                <a:gd name="T59" fmla="*/ 0 h 19"/>
                <a:gd name="T60" fmla="*/ 4 w 8"/>
                <a:gd name="T61" fmla="*/ 0 h 19"/>
                <a:gd name="T62" fmla="*/ 1 w 8"/>
                <a:gd name="T63" fmla="*/ 5 h 19"/>
                <a:gd name="T64" fmla="*/ 3 w 8"/>
                <a:gd name="T65" fmla="*/ 18 h 19"/>
                <a:gd name="T66" fmla="*/ 5 w 8"/>
                <a:gd name="T67" fmla="*/ 19 h 19"/>
                <a:gd name="T68" fmla="*/ 8 w 8"/>
                <a:gd name="T69" fmla="*/ 14 h 19"/>
                <a:gd name="T70" fmla="*/ 5 w 8"/>
                <a:gd name="T71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" h="19">
                  <a:moveTo>
                    <a:pt x="5" y="17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moveTo>
                    <a:pt x="7" y="13"/>
                  </a:moveTo>
                  <a:cubicBezTo>
                    <a:pt x="7" y="15"/>
                    <a:pt x="6" y="17"/>
                    <a:pt x="5" y="17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2"/>
                    <a:pt x="7" y="12"/>
                    <a:pt x="7" y="13"/>
                  </a:cubicBezTo>
                  <a:moveTo>
                    <a:pt x="2" y="13"/>
                  </a:moveTo>
                  <a:cubicBezTo>
                    <a:pt x="2" y="13"/>
                    <a:pt x="2" y="13"/>
                    <a:pt x="2" y="12"/>
                  </a:cubicBezTo>
                  <a:cubicBezTo>
                    <a:pt x="1" y="10"/>
                    <a:pt x="1" y="8"/>
                    <a:pt x="1" y="6"/>
                  </a:cubicBezTo>
                  <a:cubicBezTo>
                    <a:pt x="2" y="6"/>
                    <a:pt x="2" y="5"/>
                    <a:pt x="2" y="5"/>
                  </a:cubicBezTo>
                  <a:cubicBezTo>
                    <a:pt x="4" y="10"/>
                    <a:pt x="4" y="10"/>
                    <a:pt x="4" y="10"/>
                  </a:cubicBezTo>
                  <a:lnTo>
                    <a:pt x="2" y="13"/>
                  </a:lnTo>
                  <a:close/>
                  <a:moveTo>
                    <a:pt x="7" y="7"/>
                  </a:moveTo>
                  <a:cubicBezTo>
                    <a:pt x="7" y="8"/>
                    <a:pt x="7" y="9"/>
                    <a:pt x="7" y="1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3"/>
                    <a:pt x="6" y="5"/>
                    <a:pt x="7" y="7"/>
                  </a:cubicBezTo>
                  <a:moveTo>
                    <a:pt x="4" y="8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3" y="2"/>
                    <a:pt x="4" y="2"/>
                  </a:cubicBezTo>
                  <a:cubicBezTo>
                    <a:pt x="4" y="1"/>
                    <a:pt x="5" y="2"/>
                    <a:pt x="5" y="2"/>
                  </a:cubicBezTo>
                  <a:lnTo>
                    <a:pt x="4" y="8"/>
                  </a:lnTo>
                  <a:close/>
                  <a:moveTo>
                    <a:pt x="5" y="1"/>
                  </a:moveTo>
                  <a:cubicBezTo>
                    <a:pt x="5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2"/>
                    <a:pt x="1" y="5"/>
                  </a:cubicBezTo>
                  <a:cubicBezTo>
                    <a:pt x="0" y="10"/>
                    <a:pt x="1" y="16"/>
                    <a:pt x="3" y="18"/>
                  </a:cubicBezTo>
                  <a:cubicBezTo>
                    <a:pt x="4" y="19"/>
                    <a:pt x="4" y="19"/>
                    <a:pt x="5" y="19"/>
                  </a:cubicBezTo>
                  <a:cubicBezTo>
                    <a:pt x="6" y="19"/>
                    <a:pt x="7" y="17"/>
                    <a:pt x="8" y="14"/>
                  </a:cubicBezTo>
                  <a:cubicBezTo>
                    <a:pt x="8" y="9"/>
                    <a:pt x="7" y="3"/>
                    <a:pt x="5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4" name="Freeform 656">
              <a:extLst>
                <a:ext uri="{FF2B5EF4-FFF2-40B4-BE49-F238E27FC236}">
                  <a16:creationId xmlns:a16="http://schemas.microsoft.com/office/drawing/2014/main" id="{064375D6-0FC7-4231-B1F6-702CB6850A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54363" y="5416550"/>
              <a:ext cx="31750" cy="74613"/>
            </a:xfrm>
            <a:custGeom>
              <a:avLst/>
              <a:gdLst>
                <a:gd name="T0" fmla="*/ 5 w 8"/>
                <a:gd name="T1" fmla="*/ 17 h 19"/>
                <a:gd name="T2" fmla="*/ 5 w 8"/>
                <a:gd name="T3" fmla="*/ 17 h 19"/>
                <a:gd name="T4" fmla="*/ 4 w 8"/>
                <a:gd name="T5" fmla="*/ 17 h 19"/>
                <a:gd name="T6" fmla="*/ 2 w 8"/>
                <a:gd name="T7" fmla="*/ 14 h 19"/>
                <a:gd name="T8" fmla="*/ 4 w 8"/>
                <a:gd name="T9" fmla="*/ 11 h 19"/>
                <a:gd name="T10" fmla="*/ 5 w 8"/>
                <a:gd name="T11" fmla="*/ 17 h 19"/>
                <a:gd name="T12" fmla="*/ 5 w 8"/>
                <a:gd name="T13" fmla="*/ 17 h 19"/>
                <a:gd name="T14" fmla="*/ 7 w 8"/>
                <a:gd name="T15" fmla="*/ 13 h 19"/>
                <a:gd name="T16" fmla="*/ 5 w 8"/>
                <a:gd name="T17" fmla="*/ 17 h 19"/>
                <a:gd name="T18" fmla="*/ 5 w 8"/>
                <a:gd name="T19" fmla="*/ 11 h 19"/>
                <a:gd name="T20" fmla="*/ 7 w 8"/>
                <a:gd name="T21" fmla="*/ 11 h 19"/>
                <a:gd name="T22" fmla="*/ 7 w 8"/>
                <a:gd name="T23" fmla="*/ 13 h 19"/>
                <a:gd name="T24" fmla="*/ 2 w 8"/>
                <a:gd name="T25" fmla="*/ 13 h 19"/>
                <a:gd name="T26" fmla="*/ 2 w 8"/>
                <a:gd name="T27" fmla="*/ 12 h 19"/>
                <a:gd name="T28" fmla="*/ 1 w 8"/>
                <a:gd name="T29" fmla="*/ 6 h 19"/>
                <a:gd name="T30" fmla="*/ 2 w 8"/>
                <a:gd name="T31" fmla="*/ 5 h 19"/>
                <a:gd name="T32" fmla="*/ 4 w 8"/>
                <a:gd name="T33" fmla="*/ 10 h 19"/>
                <a:gd name="T34" fmla="*/ 2 w 8"/>
                <a:gd name="T35" fmla="*/ 13 h 19"/>
                <a:gd name="T36" fmla="*/ 7 w 8"/>
                <a:gd name="T37" fmla="*/ 7 h 19"/>
                <a:gd name="T38" fmla="*/ 7 w 8"/>
                <a:gd name="T39" fmla="*/ 10 h 19"/>
                <a:gd name="T40" fmla="*/ 5 w 8"/>
                <a:gd name="T41" fmla="*/ 9 h 19"/>
                <a:gd name="T42" fmla="*/ 5 w 8"/>
                <a:gd name="T43" fmla="*/ 2 h 19"/>
                <a:gd name="T44" fmla="*/ 7 w 8"/>
                <a:gd name="T45" fmla="*/ 7 h 19"/>
                <a:gd name="T46" fmla="*/ 4 w 8"/>
                <a:gd name="T47" fmla="*/ 8 h 19"/>
                <a:gd name="T48" fmla="*/ 2 w 8"/>
                <a:gd name="T49" fmla="*/ 4 h 19"/>
                <a:gd name="T50" fmla="*/ 4 w 8"/>
                <a:gd name="T51" fmla="*/ 2 h 19"/>
                <a:gd name="T52" fmla="*/ 5 w 8"/>
                <a:gd name="T53" fmla="*/ 2 h 19"/>
                <a:gd name="T54" fmla="*/ 4 w 8"/>
                <a:gd name="T55" fmla="*/ 8 h 19"/>
                <a:gd name="T56" fmla="*/ 5 w 8"/>
                <a:gd name="T57" fmla="*/ 1 h 19"/>
                <a:gd name="T58" fmla="*/ 4 w 8"/>
                <a:gd name="T59" fmla="*/ 0 h 19"/>
                <a:gd name="T60" fmla="*/ 4 w 8"/>
                <a:gd name="T61" fmla="*/ 0 h 19"/>
                <a:gd name="T62" fmla="*/ 1 w 8"/>
                <a:gd name="T63" fmla="*/ 5 h 19"/>
                <a:gd name="T64" fmla="*/ 3 w 8"/>
                <a:gd name="T65" fmla="*/ 18 h 19"/>
                <a:gd name="T66" fmla="*/ 5 w 8"/>
                <a:gd name="T67" fmla="*/ 19 h 19"/>
                <a:gd name="T68" fmla="*/ 8 w 8"/>
                <a:gd name="T69" fmla="*/ 14 h 19"/>
                <a:gd name="T70" fmla="*/ 5 w 8"/>
                <a:gd name="T71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" h="19">
                  <a:moveTo>
                    <a:pt x="5" y="17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moveTo>
                    <a:pt x="7" y="13"/>
                  </a:moveTo>
                  <a:cubicBezTo>
                    <a:pt x="7" y="15"/>
                    <a:pt x="6" y="17"/>
                    <a:pt x="5" y="17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2"/>
                    <a:pt x="7" y="12"/>
                    <a:pt x="7" y="13"/>
                  </a:cubicBezTo>
                  <a:moveTo>
                    <a:pt x="2" y="13"/>
                  </a:moveTo>
                  <a:cubicBezTo>
                    <a:pt x="2" y="13"/>
                    <a:pt x="2" y="13"/>
                    <a:pt x="2" y="12"/>
                  </a:cubicBezTo>
                  <a:cubicBezTo>
                    <a:pt x="1" y="10"/>
                    <a:pt x="1" y="8"/>
                    <a:pt x="1" y="6"/>
                  </a:cubicBezTo>
                  <a:cubicBezTo>
                    <a:pt x="2" y="6"/>
                    <a:pt x="2" y="5"/>
                    <a:pt x="2" y="5"/>
                  </a:cubicBezTo>
                  <a:cubicBezTo>
                    <a:pt x="4" y="10"/>
                    <a:pt x="4" y="10"/>
                    <a:pt x="4" y="10"/>
                  </a:cubicBezTo>
                  <a:lnTo>
                    <a:pt x="2" y="13"/>
                  </a:lnTo>
                  <a:close/>
                  <a:moveTo>
                    <a:pt x="7" y="7"/>
                  </a:moveTo>
                  <a:cubicBezTo>
                    <a:pt x="7" y="8"/>
                    <a:pt x="7" y="9"/>
                    <a:pt x="7" y="1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3"/>
                    <a:pt x="6" y="5"/>
                    <a:pt x="7" y="7"/>
                  </a:cubicBezTo>
                  <a:moveTo>
                    <a:pt x="4" y="8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3" y="2"/>
                    <a:pt x="4" y="2"/>
                  </a:cubicBezTo>
                  <a:cubicBezTo>
                    <a:pt x="4" y="1"/>
                    <a:pt x="5" y="2"/>
                    <a:pt x="5" y="2"/>
                  </a:cubicBezTo>
                  <a:lnTo>
                    <a:pt x="4" y="8"/>
                  </a:lnTo>
                  <a:close/>
                  <a:moveTo>
                    <a:pt x="5" y="1"/>
                  </a:moveTo>
                  <a:cubicBezTo>
                    <a:pt x="5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2"/>
                    <a:pt x="1" y="5"/>
                  </a:cubicBezTo>
                  <a:cubicBezTo>
                    <a:pt x="0" y="10"/>
                    <a:pt x="1" y="16"/>
                    <a:pt x="3" y="18"/>
                  </a:cubicBezTo>
                  <a:cubicBezTo>
                    <a:pt x="4" y="19"/>
                    <a:pt x="4" y="19"/>
                    <a:pt x="5" y="19"/>
                  </a:cubicBezTo>
                  <a:cubicBezTo>
                    <a:pt x="6" y="19"/>
                    <a:pt x="7" y="17"/>
                    <a:pt x="8" y="14"/>
                  </a:cubicBezTo>
                  <a:cubicBezTo>
                    <a:pt x="8" y="9"/>
                    <a:pt x="7" y="3"/>
                    <a:pt x="5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5" name="Freeform 657">
              <a:extLst>
                <a:ext uri="{FF2B5EF4-FFF2-40B4-BE49-F238E27FC236}">
                  <a16:creationId xmlns:a16="http://schemas.microsoft.com/office/drawing/2014/main" id="{245BD4EF-BCD5-4DC5-AA82-4046DDE0D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488" y="5372100"/>
              <a:ext cx="87313" cy="111125"/>
            </a:xfrm>
            <a:custGeom>
              <a:avLst/>
              <a:gdLst>
                <a:gd name="T0" fmla="*/ 21 w 22"/>
                <a:gd name="T1" fmla="*/ 27 h 28"/>
                <a:gd name="T2" fmla="*/ 15 w 22"/>
                <a:gd name="T3" fmla="*/ 5 h 28"/>
                <a:gd name="T4" fmla="*/ 3 w 22"/>
                <a:gd name="T5" fmla="*/ 6 h 28"/>
                <a:gd name="T6" fmla="*/ 3 w 22"/>
                <a:gd name="T7" fmla="*/ 21 h 28"/>
                <a:gd name="T8" fmla="*/ 4 w 22"/>
                <a:gd name="T9" fmla="*/ 22 h 28"/>
                <a:gd name="T10" fmla="*/ 7 w 22"/>
                <a:gd name="T11" fmla="*/ 7 h 28"/>
                <a:gd name="T12" fmla="*/ 13 w 22"/>
                <a:gd name="T13" fmla="*/ 23 h 28"/>
                <a:gd name="T14" fmla="*/ 14 w 22"/>
                <a:gd name="T15" fmla="*/ 28 h 28"/>
                <a:gd name="T16" fmla="*/ 21 w 22"/>
                <a:gd name="T1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8">
                  <a:moveTo>
                    <a:pt x="21" y="27"/>
                  </a:moveTo>
                  <a:cubicBezTo>
                    <a:pt x="21" y="27"/>
                    <a:pt x="21" y="10"/>
                    <a:pt x="15" y="5"/>
                  </a:cubicBezTo>
                  <a:cubicBezTo>
                    <a:pt x="9" y="0"/>
                    <a:pt x="5" y="1"/>
                    <a:pt x="3" y="6"/>
                  </a:cubicBezTo>
                  <a:cubicBezTo>
                    <a:pt x="0" y="10"/>
                    <a:pt x="3" y="21"/>
                    <a:pt x="3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1" y="3"/>
                    <a:pt x="7" y="7"/>
                  </a:cubicBezTo>
                  <a:cubicBezTo>
                    <a:pt x="11" y="9"/>
                    <a:pt x="13" y="23"/>
                    <a:pt x="13" y="23"/>
                  </a:cubicBezTo>
                  <a:cubicBezTo>
                    <a:pt x="13" y="23"/>
                    <a:pt x="14" y="28"/>
                    <a:pt x="14" y="28"/>
                  </a:cubicBezTo>
                  <a:cubicBezTo>
                    <a:pt x="17" y="28"/>
                    <a:pt x="22" y="28"/>
                    <a:pt x="21" y="2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6" name="Freeform 658">
              <a:extLst>
                <a:ext uri="{FF2B5EF4-FFF2-40B4-BE49-F238E27FC236}">
                  <a16:creationId xmlns:a16="http://schemas.microsoft.com/office/drawing/2014/main" id="{1DBF9114-BEFE-4EF6-8F1A-E33D2F843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488" y="5372100"/>
              <a:ext cx="87313" cy="111125"/>
            </a:xfrm>
            <a:custGeom>
              <a:avLst/>
              <a:gdLst>
                <a:gd name="T0" fmla="*/ 21 w 22"/>
                <a:gd name="T1" fmla="*/ 27 h 28"/>
                <a:gd name="T2" fmla="*/ 15 w 22"/>
                <a:gd name="T3" fmla="*/ 5 h 28"/>
                <a:gd name="T4" fmla="*/ 3 w 22"/>
                <a:gd name="T5" fmla="*/ 6 h 28"/>
                <a:gd name="T6" fmla="*/ 3 w 22"/>
                <a:gd name="T7" fmla="*/ 21 h 28"/>
                <a:gd name="T8" fmla="*/ 4 w 22"/>
                <a:gd name="T9" fmla="*/ 22 h 28"/>
                <a:gd name="T10" fmla="*/ 7 w 22"/>
                <a:gd name="T11" fmla="*/ 7 h 28"/>
                <a:gd name="T12" fmla="*/ 13 w 22"/>
                <a:gd name="T13" fmla="*/ 23 h 28"/>
                <a:gd name="T14" fmla="*/ 14 w 22"/>
                <a:gd name="T15" fmla="*/ 28 h 28"/>
                <a:gd name="T16" fmla="*/ 21 w 22"/>
                <a:gd name="T1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8">
                  <a:moveTo>
                    <a:pt x="21" y="27"/>
                  </a:moveTo>
                  <a:cubicBezTo>
                    <a:pt x="21" y="27"/>
                    <a:pt x="21" y="10"/>
                    <a:pt x="15" y="5"/>
                  </a:cubicBezTo>
                  <a:cubicBezTo>
                    <a:pt x="9" y="0"/>
                    <a:pt x="5" y="1"/>
                    <a:pt x="3" y="6"/>
                  </a:cubicBezTo>
                  <a:cubicBezTo>
                    <a:pt x="0" y="10"/>
                    <a:pt x="3" y="21"/>
                    <a:pt x="3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1" y="3"/>
                    <a:pt x="7" y="7"/>
                  </a:cubicBezTo>
                  <a:cubicBezTo>
                    <a:pt x="11" y="9"/>
                    <a:pt x="13" y="23"/>
                    <a:pt x="13" y="23"/>
                  </a:cubicBezTo>
                  <a:cubicBezTo>
                    <a:pt x="13" y="23"/>
                    <a:pt x="14" y="28"/>
                    <a:pt x="14" y="28"/>
                  </a:cubicBezTo>
                  <a:cubicBezTo>
                    <a:pt x="17" y="28"/>
                    <a:pt x="22" y="28"/>
                    <a:pt x="21" y="2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7" name="Freeform 659">
              <a:extLst>
                <a:ext uri="{FF2B5EF4-FFF2-40B4-BE49-F238E27FC236}">
                  <a16:creationId xmlns:a16="http://schemas.microsoft.com/office/drawing/2014/main" id="{C2BBA81D-0924-49C1-8734-966F1D794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876" y="5340350"/>
              <a:ext cx="26988" cy="84138"/>
            </a:xfrm>
            <a:custGeom>
              <a:avLst/>
              <a:gdLst>
                <a:gd name="T0" fmla="*/ 4 w 7"/>
                <a:gd name="T1" fmla="*/ 19 h 21"/>
                <a:gd name="T2" fmla="*/ 5 w 7"/>
                <a:gd name="T3" fmla="*/ 21 h 21"/>
                <a:gd name="T4" fmla="*/ 7 w 7"/>
                <a:gd name="T5" fmla="*/ 8 h 21"/>
                <a:gd name="T6" fmla="*/ 1 w 7"/>
                <a:gd name="T7" fmla="*/ 6 h 21"/>
                <a:gd name="T8" fmla="*/ 4 w 7"/>
                <a:gd name="T9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1">
                  <a:moveTo>
                    <a:pt x="4" y="19"/>
                  </a:moveTo>
                  <a:cubicBezTo>
                    <a:pt x="5" y="21"/>
                    <a:pt x="5" y="21"/>
                    <a:pt x="5" y="2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8"/>
                    <a:pt x="2" y="0"/>
                    <a:pt x="1" y="6"/>
                  </a:cubicBezTo>
                  <a:cubicBezTo>
                    <a:pt x="0" y="13"/>
                    <a:pt x="4" y="19"/>
                    <a:pt x="4" y="19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8" name="Freeform 660">
              <a:extLst>
                <a:ext uri="{FF2B5EF4-FFF2-40B4-BE49-F238E27FC236}">
                  <a16:creationId xmlns:a16="http://schemas.microsoft.com/office/drawing/2014/main" id="{550E7A06-3396-4198-9382-E3B404355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876" y="5340350"/>
              <a:ext cx="26988" cy="84138"/>
            </a:xfrm>
            <a:custGeom>
              <a:avLst/>
              <a:gdLst>
                <a:gd name="T0" fmla="*/ 4 w 7"/>
                <a:gd name="T1" fmla="*/ 19 h 21"/>
                <a:gd name="T2" fmla="*/ 5 w 7"/>
                <a:gd name="T3" fmla="*/ 21 h 21"/>
                <a:gd name="T4" fmla="*/ 7 w 7"/>
                <a:gd name="T5" fmla="*/ 8 h 21"/>
                <a:gd name="T6" fmla="*/ 1 w 7"/>
                <a:gd name="T7" fmla="*/ 6 h 21"/>
                <a:gd name="T8" fmla="*/ 4 w 7"/>
                <a:gd name="T9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1">
                  <a:moveTo>
                    <a:pt x="4" y="19"/>
                  </a:moveTo>
                  <a:cubicBezTo>
                    <a:pt x="5" y="21"/>
                    <a:pt x="5" y="21"/>
                    <a:pt x="5" y="2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8"/>
                    <a:pt x="2" y="0"/>
                    <a:pt x="1" y="6"/>
                  </a:cubicBezTo>
                  <a:cubicBezTo>
                    <a:pt x="0" y="13"/>
                    <a:pt x="4" y="19"/>
                    <a:pt x="4" y="19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9" name="Freeform 661">
              <a:extLst>
                <a:ext uri="{FF2B5EF4-FFF2-40B4-BE49-F238E27FC236}">
                  <a16:creationId xmlns:a16="http://schemas.microsoft.com/office/drawing/2014/main" id="{826CBE50-A431-4559-90E9-392EA8482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988" y="5372100"/>
              <a:ext cx="39688" cy="84138"/>
            </a:xfrm>
            <a:custGeom>
              <a:avLst/>
              <a:gdLst>
                <a:gd name="T0" fmla="*/ 10 w 10"/>
                <a:gd name="T1" fmla="*/ 14 h 21"/>
                <a:gd name="T2" fmla="*/ 8 w 10"/>
                <a:gd name="T3" fmla="*/ 21 h 21"/>
                <a:gd name="T4" fmla="*/ 3 w 10"/>
                <a:gd name="T5" fmla="*/ 21 h 21"/>
                <a:gd name="T6" fmla="*/ 0 w 10"/>
                <a:gd name="T7" fmla="*/ 10 h 21"/>
                <a:gd name="T8" fmla="*/ 1 w 10"/>
                <a:gd name="T9" fmla="*/ 0 h 21"/>
                <a:gd name="T10" fmla="*/ 3 w 10"/>
                <a:gd name="T11" fmla="*/ 0 h 21"/>
                <a:gd name="T12" fmla="*/ 7 w 10"/>
                <a:gd name="T13" fmla="*/ 10 h 21"/>
                <a:gd name="T14" fmla="*/ 10 w 10"/>
                <a:gd name="T15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21">
                  <a:moveTo>
                    <a:pt x="10" y="14"/>
                  </a:moveTo>
                  <a:cubicBezTo>
                    <a:pt x="10" y="15"/>
                    <a:pt x="9" y="19"/>
                    <a:pt x="8" y="21"/>
                  </a:cubicBezTo>
                  <a:cubicBezTo>
                    <a:pt x="7" y="21"/>
                    <a:pt x="3" y="21"/>
                    <a:pt x="3" y="21"/>
                  </a:cubicBezTo>
                  <a:cubicBezTo>
                    <a:pt x="3" y="21"/>
                    <a:pt x="0" y="15"/>
                    <a:pt x="0" y="10"/>
                  </a:cubicBezTo>
                  <a:cubicBezTo>
                    <a:pt x="0" y="6"/>
                    <a:pt x="1" y="0"/>
                    <a:pt x="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0"/>
                    <a:pt x="5" y="7"/>
                    <a:pt x="7" y="10"/>
                  </a:cubicBezTo>
                  <a:cubicBezTo>
                    <a:pt x="8" y="14"/>
                    <a:pt x="10" y="14"/>
                    <a:pt x="10" y="1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0" name="Freeform 662">
              <a:extLst>
                <a:ext uri="{FF2B5EF4-FFF2-40B4-BE49-F238E27FC236}">
                  <a16:creationId xmlns:a16="http://schemas.microsoft.com/office/drawing/2014/main" id="{1581B670-111F-4E91-8FA7-A69CA2B12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988" y="5372100"/>
              <a:ext cx="39688" cy="84138"/>
            </a:xfrm>
            <a:custGeom>
              <a:avLst/>
              <a:gdLst>
                <a:gd name="T0" fmla="*/ 10 w 10"/>
                <a:gd name="T1" fmla="*/ 14 h 21"/>
                <a:gd name="T2" fmla="*/ 8 w 10"/>
                <a:gd name="T3" fmla="*/ 21 h 21"/>
                <a:gd name="T4" fmla="*/ 3 w 10"/>
                <a:gd name="T5" fmla="*/ 21 h 21"/>
                <a:gd name="T6" fmla="*/ 0 w 10"/>
                <a:gd name="T7" fmla="*/ 10 h 21"/>
                <a:gd name="T8" fmla="*/ 1 w 10"/>
                <a:gd name="T9" fmla="*/ 0 h 21"/>
                <a:gd name="T10" fmla="*/ 3 w 10"/>
                <a:gd name="T11" fmla="*/ 0 h 21"/>
                <a:gd name="T12" fmla="*/ 7 w 10"/>
                <a:gd name="T13" fmla="*/ 10 h 21"/>
                <a:gd name="T14" fmla="*/ 10 w 10"/>
                <a:gd name="T15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21">
                  <a:moveTo>
                    <a:pt x="10" y="14"/>
                  </a:moveTo>
                  <a:cubicBezTo>
                    <a:pt x="10" y="15"/>
                    <a:pt x="9" y="19"/>
                    <a:pt x="8" y="21"/>
                  </a:cubicBezTo>
                  <a:cubicBezTo>
                    <a:pt x="7" y="21"/>
                    <a:pt x="3" y="21"/>
                    <a:pt x="3" y="21"/>
                  </a:cubicBezTo>
                  <a:cubicBezTo>
                    <a:pt x="3" y="21"/>
                    <a:pt x="0" y="15"/>
                    <a:pt x="0" y="10"/>
                  </a:cubicBezTo>
                  <a:cubicBezTo>
                    <a:pt x="0" y="6"/>
                    <a:pt x="1" y="0"/>
                    <a:pt x="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0"/>
                    <a:pt x="5" y="7"/>
                    <a:pt x="7" y="10"/>
                  </a:cubicBezTo>
                  <a:cubicBezTo>
                    <a:pt x="8" y="14"/>
                    <a:pt x="10" y="14"/>
                    <a:pt x="10" y="1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1" name="Freeform 663">
              <a:extLst>
                <a:ext uri="{FF2B5EF4-FFF2-40B4-BE49-F238E27FC236}">
                  <a16:creationId xmlns:a16="http://schemas.microsoft.com/office/drawing/2014/main" id="{1493C8F3-C248-414E-942A-5075DF515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876" y="5372100"/>
              <a:ext cx="39688" cy="84138"/>
            </a:xfrm>
            <a:custGeom>
              <a:avLst/>
              <a:gdLst>
                <a:gd name="T0" fmla="*/ 10 w 10"/>
                <a:gd name="T1" fmla="*/ 10 h 21"/>
                <a:gd name="T2" fmla="*/ 6 w 10"/>
                <a:gd name="T3" fmla="*/ 21 h 21"/>
                <a:gd name="T4" fmla="*/ 1 w 10"/>
                <a:gd name="T5" fmla="*/ 11 h 21"/>
                <a:gd name="T6" fmla="*/ 4 w 10"/>
                <a:gd name="T7" fmla="*/ 0 h 21"/>
                <a:gd name="T8" fmla="*/ 10 w 10"/>
                <a:gd name="T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21">
                  <a:moveTo>
                    <a:pt x="10" y="10"/>
                  </a:moveTo>
                  <a:cubicBezTo>
                    <a:pt x="10" y="16"/>
                    <a:pt x="8" y="21"/>
                    <a:pt x="6" y="21"/>
                  </a:cubicBezTo>
                  <a:cubicBezTo>
                    <a:pt x="4" y="21"/>
                    <a:pt x="1" y="17"/>
                    <a:pt x="1" y="11"/>
                  </a:cubicBezTo>
                  <a:cubicBezTo>
                    <a:pt x="0" y="5"/>
                    <a:pt x="2" y="0"/>
                    <a:pt x="4" y="0"/>
                  </a:cubicBezTo>
                  <a:cubicBezTo>
                    <a:pt x="7" y="0"/>
                    <a:pt x="9" y="5"/>
                    <a:pt x="10" y="1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2" name="Freeform 664">
              <a:extLst>
                <a:ext uri="{FF2B5EF4-FFF2-40B4-BE49-F238E27FC236}">
                  <a16:creationId xmlns:a16="http://schemas.microsoft.com/office/drawing/2014/main" id="{C700DFB9-8BA7-4029-BEA4-5029ECC1A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876" y="5372100"/>
              <a:ext cx="39688" cy="84138"/>
            </a:xfrm>
            <a:custGeom>
              <a:avLst/>
              <a:gdLst>
                <a:gd name="T0" fmla="*/ 10 w 10"/>
                <a:gd name="T1" fmla="*/ 10 h 21"/>
                <a:gd name="T2" fmla="*/ 6 w 10"/>
                <a:gd name="T3" fmla="*/ 21 h 21"/>
                <a:gd name="T4" fmla="*/ 1 w 10"/>
                <a:gd name="T5" fmla="*/ 11 h 21"/>
                <a:gd name="T6" fmla="*/ 4 w 10"/>
                <a:gd name="T7" fmla="*/ 0 h 21"/>
                <a:gd name="T8" fmla="*/ 10 w 10"/>
                <a:gd name="T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21">
                  <a:moveTo>
                    <a:pt x="10" y="10"/>
                  </a:moveTo>
                  <a:cubicBezTo>
                    <a:pt x="10" y="16"/>
                    <a:pt x="8" y="21"/>
                    <a:pt x="6" y="21"/>
                  </a:cubicBezTo>
                  <a:cubicBezTo>
                    <a:pt x="4" y="21"/>
                    <a:pt x="1" y="17"/>
                    <a:pt x="1" y="11"/>
                  </a:cubicBezTo>
                  <a:cubicBezTo>
                    <a:pt x="0" y="5"/>
                    <a:pt x="2" y="0"/>
                    <a:pt x="4" y="0"/>
                  </a:cubicBezTo>
                  <a:cubicBezTo>
                    <a:pt x="7" y="0"/>
                    <a:pt x="9" y="5"/>
                    <a:pt x="10" y="1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3" name="Freeform 665">
              <a:extLst>
                <a:ext uri="{FF2B5EF4-FFF2-40B4-BE49-F238E27FC236}">
                  <a16:creationId xmlns:a16="http://schemas.microsoft.com/office/drawing/2014/main" id="{47D7FE75-2243-4BED-8158-B00F04FF09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51" y="5384800"/>
              <a:ext cx="28575" cy="63500"/>
            </a:xfrm>
            <a:custGeom>
              <a:avLst/>
              <a:gdLst>
                <a:gd name="T0" fmla="*/ 4 w 7"/>
                <a:gd name="T1" fmla="*/ 15 h 16"/>
                <a:gd name="T2" fmla="*/ 4 w 7"/>
                <a:gd name="T3" fmla="*/ 15 h 16"/>
                <a:gd name="T4" fmla="*/ 3 w 7"/>
                <a:gd name="T5" fmla="*/ 14 h 16"/>
                <a:gd name="T6" fmla="*/ 2 w 7"/>
                <a:gd name="T7" fmla="*/ 12 h 16"/>
                <a:gd name="T8" fmla="*/ 3 w 7"/>
                <a:gd name="T9" fmla="*/ 10 h 16"/>
                <a:gd name="T10" fmla="*/ 4 w 7"/>
                <a:gd name="T11" fmla="*/ 15 h 16"/>
                <a:gd name="T12" fmla="*/ 4 w 7"/>
                <a:gd name="T13" fmla="*/ 15 h 16"/>
                <a:gd name="T14" fmla="*/ 6 w 7"/>
                <a:gd name="T15" fmla="*/ 11 h 16"/>
                <a:gd name="T16" fmla="*/ 5 w 7"/>
                <a:gd name="T17" fmla="*/ 15 h 16"/>
                <a:gd name="T18" fmla="*/ 4 w 7"/>
                <a:gd name="T19" fmla="*/ 9 h 16"/>
                <a:gd name="T20" fmla="*/ 6 w 7"/>
                <a:gd name="T21" fmla="*/ 9 h 16"/>
                <a:gd name="T22" fmla="*/ 6 w 7"/>
                <a:gd name="T23" fmla="*/ 11 h 16"/>
                <a:gd name="T24" fmla="*/ 2 w 7"/>
                <a:gd name="T25" fmla="*/ 11 h 16"/>
                <a:gd name="T26" fmla="*/ 1 w 7"/>
                <a:gd name="T27" fmla="*/ 10 h 16"/>
                <a:gd name="T28" fmla="*/ 1 w 7"/>
                <a:gd name="T29" fmla="*/ 5 h 16"/>
                <a:gd name="T30" fmla="*/ 1 w 7"/>
                <a:gd name="T31" fmla="*/ 4 h 16"/>
                <a:gd name="T32" fmla="*/ 3 w 7"/>
                <a:gd name="T33" fmla="*/ 8 h 16"/>
                <a:gd name="T34" fmla="*/ 2 w 7"/>
                <a:gd name="T35" fmla="*/ 11 h 16"/>
                <a:gd name="T36" fmla="*/ 6 w 7"/>
                <a:gd name="T37" fmla="*/ 6 h 16"/>
                <a:gd name="T38" fmla="*/ 6 w 7"/>
                <a:gd name="T39" fmla="*/ 9 h 16"/>
                <a:gd name="T40" fmla="*/ 4 w 7"/>
                <a:gd name="T41" fmla="*/ 7 h 16"/>
                <a:gd name="T42" fmla="*/ 4 w 7"/>
                <a:gd name="T43" fmla="*/ 2 h 16"/>
                <a:gd name="T44" fmla="*/ 6 w 7"/>
                <a:gd name="T45" fmla="*/ 6 h 16"/>
                <a:gd name="T46" fmla="*/ 3 w 7"/>
                <a:gd name="T47" fmla="*/ 7 h 16"/>
                <a:gd name="T48" fmla="*/ 2 w 7"/>
                <a:gd name="T49" fmla="*/ 3 h 16"/>
                <a:gd name="T50" fmla="*/ 3 w 7"/>
                <a:gd name="T51" fmla="*/ 1 h 16"/>
                <a:gd name="T52" fmla="*/ 4 w 7"/>
                <a:gd name="T53" fmla="*/ 1 h 16"/>
                <a:gd name="T54" fmla="*/ 3 w 7"/>
                <a:gd name="T55" fmla="*/ 7 h 16"/>
                <a:gd name="T56" fmla="*/ 4 w 7"/>
                <a:gd name="T57" fmla="*/ 0 h 16"/>
                <a:gd name="T58" fmla="*/ 3 w 7"/>
                <a:gd name="T59" fmla="*/ 0 h 16"/>
                <a:gd name="T60" fmla="*/ 3 w 7"/>
                <a:gd name="T61" fmla="*/ 0 h 16"/>
                <a:gd name="T62" fmla="*/ 1 w 7"/>
                <a:gd name="T63" fmla="*/ 4 h 16"/>
                <a:gd name="T64" fmla="*/ 3 w 7"/>
                <a:gd name="T65" fmla="*/ 16 h 16"/>
                <a:gd name="T66" fmla="*/ 4 w 7"/>
                <a:gd name="T67" fmla="*/ 16 h 16"/>
                <a:gd name="T68" fmla="*/ 7 w 7"/>
                <a:gd name="T69" fmla="*/ 12 h 16"/>
                <a:gd name="T70" fmla="*/ 4 w 7"/>
                <a:gd name="T7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" h="16"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3" y="15"/>
                    <a:pt x="3" y="14"/>
                  </a:cubicBezTo>
                  <a:cubicBezTo>
                    <a:pt x="2" y="14"/>
                    <a:pt x="2" y="13"/>
                    <a:pt x="2" y="1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moveTo>
                    <a:pt x="6" y="11"/>
                  </a:moveTo>
                  <a:cubicBezTo>
                    <a:pt x="6" y="13"/>
                    <a:pt x="5" y="14"/>
                    <a:pt x="5" y="15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10"/>
                    <a:pt x="6" y="10"/>
                    <a:pt x="6" y="11"/>
                  </a:cubicBezTo>
                  <a:moveTo>
                    <a:pt x="2" y="11"/>
                  </a:moveTo>
                  <a:cubicBezTo>
                    <a:pt x="2" y="11"/>
                    <a:pt x="1" y="11"/>
                    <a:pt x="1" y="10"/>
                  </a:cubicBezTo>
                  <a:cubicBezTo>
                    <a:pt x="1" y="9"/>
                    <a:pt x="1" y="7"/>
                    <a:pt x="1" y="5"/>
                  </a:cubicBezTo>
                  <a:cubicBezTo>
                    <a:pt x="1" y="5"/>
                    <a:pt x="1" y="4"/>
                    <a:pt x="1" y="4"/>
                  </a:cubicBezTo>
                  <a:cubicBezTo>
                    <a:pt x="3" y="8"/>
                    <a:pt x="3" y="8"/>
                    <a:pt x="3" y="8"/>
                  </a:cubicBezTo>
                  <a:lnTo>
                    <a:pt x="2" y="11"/>
                  </a:lnTo>
                  <a:close/>
                  <a:moveTo>
                    <a:pt x="6" y="6"/>
                  </a:moveTo>
                  <a:cubicBezTo>
                    <a:pt x="6" y="7"/>
                    <a:pt x="6" y="8"/>
                    <a:pt x="6" y="9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3"/>
                    <a:pt x="6" y="4"/>
                    <a:pt x="6" y="6"/>
                  </a:cubicBezTo>
                  <a:moveTo>
                    <a:pt x="3" y="7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lnTo>
                    <a:pt x="3" y="7"/>
                  </a:lnTo>
                  <a:close/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1" y="4"/>
                  </a:cubicBezTo>
                  <a:cubicBezTo>
                    <a:pt x="0" y="9"/>
                    <a:pt x="1" y="14"/>
                    <a:pt x="3" y="16"/>
                  </a:cubicBezTo>
                  <a:cubicBezTo>
                    <a:pt x="3" y="16"/>
                    <a:pt x="4" y="16"/>
                    <a:pt x="4" y="16"/>
                  </a:cubicBezTo>
                  <a:cubicBezTo>
                    <a:pt x="5" y="16"/>
                    <a:pt x="6" y="15"/>
                    <a:pt x="7" y="12"/>
                  </a:cubicBezTo>
                  <a:cubicBezTo>
                    <a:pt x="7" y="7"/>
                    <a:pt x="6" y="2"/>
                    <a:pt x="4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4" name="Freeform 666">
              <a:extLst>
                <a:ext uri="{FF2B5EF4-FFF2-40B4-BE49-F238E27FC236}">
                  <a16:creationId xmlns:a16="http://schemas.microsoft.com/office/drawing/2014/main" id="{DF64932A-F49D-4920-AC75-698D410A60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51" y="5384800"/>
              <a:ext cx="28575" cy="63500"/>
            </a:xfrm>
            <a:custGeom>
              <a:avLst/>
              <a:gdLst>
                <a:gd name="T0" fmla="*/ 4 w 7"/>
                <a:gd name="T1" fmla="*/ 15 h 16"/>
                <a:gd name="T2" fmla="*/ 4 w 7"/>
                <a:gd name="T3" fmla="*/ 15 h 16"/>
                <a:gd name="T4" fmla="*/ 3 w 7"/>
                <a:gd name="T5" fmla="*/ 14 h 16"/>
                <a:gd name="T6" fmla="*/ 2 w 7"/>
                <a:gd name="T7" fmla="*/ 12 h 16"/>
                <a:gd name="T8" fmla="*/ 3 w 7"/>
                <a:gd name="T9" fmla="*/ 10 h 16"/>
                <a:gd name="T10" fmla="*/ 4 w 7"/>
                <a:gd name="T11" fmla="*/ 15 h 16"/>
                <a:gd name="T12" fmla="*/ 4 w 7"/>
                <a:gd name="T13" fmla="*/ 15 h 16"/>
                <a:gd name="T14" fmla="*/ 6 w 7"/>
                <a:gd name="T15" fmla="*/ 11 h 16"/>
                <a:gd name="T16" fmla="*/ 5 w 7"/>
                <a:gd name="T17" fmla="*/ 15 h 16"/>
                <a:gd name="T18" fmla="*/ 4 w 7"/>
                <a:gd name="T19" fmla="*/ 9 h 16"/>
                <a:gd name="T20" fmla="*/ 6 w 7"/>
                <a:gd name="T21" fmla="*/ 9 h 16"/>
                <a:gd name="T22" fmla="*/ 6 w 7"/>
                <a:gd name="T23" fmla="*/ 11 h 16"/>
                <a:gd name="T24" fmla="*/ 2 w 7"/>
                <a:gd name="T25" fmla="*/ 11 h 16"/>
                <a:gd name="T26" fmla="*/ 1 w 7"/>
                <a:gd name="T27" fmla="*/ 10 h 16"/>
                <a:gd name="T28" fmla="*/ 1 w 7"/>
                <a:gd name="T29" fmla="*/ 5 h 16"/>
                <a:gd name="T30" fmla="*/ 1 w 7"/>
                <a:gd name="T31" fmla="*/ 4 h 16"/>
                <a:gd name="T32" fmla="*/ 3 w 7"/>
                <a:gd name="T33" fmla="*/ 8 h 16"/>
                <a:gd name="T34" fmla="*/ 2 w 7"/>
                <a:gd name="T35" fmla="*/ 11 h 16"/>
                <a:gd name="T36" fmla="*/ 6 w 7"/>
                <a:gd name="T37" fmla="*/ 6 h 16"/>
                <a:gd name="T38" fmla="*/ 6 w 7"/>
                <a:gd name="T39" fmla="*/ 9 h 16"/>
                <a:gd name="T40" fmla="*/ 4 w 7"/>
                <a:gd name="T41" fmla="*/ 7 h 16"/>
                <a:gd name="T42" fmla="*/ 4 w 7"/>
                <a:gd name="T43" fmla="*/ 2 h 16"/>
                <a:gd name="T44" fmla="*/ 6 w 7"/>
                <a:gd name="T45" fmla="*/ 6 h 16"/>
                <a:gd name="T46" fmla="*/ 3 w 7"/>
                <a:gd name="T47" fmla="*/ 7 h 16"/>
                <a:gd name="T48" fmla="*/ 2 w 7"/>
                <a:gd name="T49" fmla="*/ 3 h 16"/>
                <a:gd name="T50" fmla="*/ 3 w 7"/>
                <a:gd name="T51" fmla="*/ 1 h 16"/>
                <a:gd name="T52" fmla="*/ 4 w 7"/>
                <a:gd name="T53" fmla="*/ 1 h 16"/>
                <a:gd name="T54" fmla="*/ 3 w 7"/>
                <a:gd name="T55" fmla="*/ 7 h 16"/>
                <a:gd name="T56" fmla="*/ 4 w 7"/>
                <a:gd name="T57" fmla="*/ 0 h 16"/>
                <a:gd name="T58" fmla="*/ 3 w 7"/>
                <a:gd name="T59" fmla="*/ 0 h 16"/>
                <a:gd name="T60" fmla="*/ 3 w 7"/>
                <a:gd name="T61" fmla="*/ 0 h 16"/>
                <a:gd name="T62" fmla="*/ 1 w 7"/>
                <a:gd name="T63" fmla="*/ 4 h 16"/>
                <a:gd name="T64" fmla="*/ 3 w 7"/>
                <a:gd name="T65" fmla="*/ 16 h 16"/>
                <a:gd name="T66" fmla="*/ 4 w 7"/>
                <a:gd name="T67" fmla="*/ 16 h 16"/>
                <a:gd name="T68" fmla="*/ 7 w 7"/>
                <a:gd name="T69" fmla="*/ 12 h 16"/>
                <a:gd name="T70" fmla="*/ 4 w 7"/>
                <a:gd name="T7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" h="16"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3" y="15"/>
                    <a:pt x="3" y="14"/>
                  </a:cubicBezTo>
                  <a:cubicBezTo>
                    <a:pt x="2" y="14"/>
                    <a:pt x="2" y="13"/>
                    <a:pt x="2" y="1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moveTo>
                    <a:pt x="6" y="11"/>
                  </a:moveTo>
                  <a:cubicBezTo>
                    <a:pt x="6" y="13"/>
                    <a:pt x="5" y="14"/>
                    <a:pt x="5" y="15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10"/>
                    <a:pt x="6" y="10"/>
                    <a:pt x="6" y="11"/>
                  </a:cubicBezTo>
                  <a:moveTo>
                    <a:pt x="2" y="11"/>
                  </a:moveTo>
                  <a:cubicBezTo>
                    <a:pt x="2" y="11"/>
                    <a:pt x="1" y="11"/>
                    <a:pt x="1" y="10"/>
                  </a:cubicBezTo>
                  <a:cubicBezTo>
                    <a:pt x="1" y="9"/>
                    <a:pt x="1" y="7"/>
                    <a:pt x="1" y="5"/>
                  </a:cubicBezTo>
                  <a:cubicBezTo>
                    <a:pt x="1" y="5"/>
                    <a:pt x="1" y="4"/>
                    <a:pt x="1" y="4"/>
                  </a:cubicBezTo>
                  <a:cubicBezTo>
                    <a:pt x="3" y="8"/>
                    <a:pt x="3" y="8"/>
                    <a:pt x="3" y="8"/>
                  </a:cubicBezTo>
                  <a:lnTo>
                    <a:pt x="2" y="11"/>
                  </a:lnTo>
                  <a:close/>
                  <a:moveTo>
                    <a:pt x="6" y="6"/>
                  </a:moveTo>
                  <a:cubicBezTo>
                    <a:pt x="6" y="7"/>
                    <a:pt x="6" y="8"/>
                    <a:pt x="6" y="9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3"/>
                    <a:pt x="6" y="4"/>
                    <a:pt x="6" y="6"/>
                  </a:cubicBezTo>
                  <a:moveTo>
                    <a:pt x="3" y="7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lnTo>
                    <a:pt x="3" y="7"/>
                  </a:lnTo>
                  <a:close/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1" y="4"/>
                  </a:cubicBezTo>
                  <a:cubicBezTo>
                    <a:pt x="0" y="9"/>
                    <a:pt x="1" y="14"/>
                    <a:pt x="3" y="16"/>
                  </a:cubicBezTo>
                  <a:cubicBezTo>
                    <a:pt x="3" y="16"/>
                    <a:pt x="4" y="16"/>
                    <a:pt x="4" y="16"/>
                  </a:cubicBezTo>
                  <a:cubicBezTo>
                    <a:pt x="5" y="16"/>
                    <a:pt x="6" y="15"/>
                    <a:pt x="7" y="12"/>
                  </a:cubicBezTo>
                  <a:cubicBezTo>
                    <a:pt x="7" y="7"/>
                    <a:pt x="6" y="2"/>
                    <a:pt x="4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5" name="Freeform 667">
              <a:extLst>
                <a:ext uri="{FF2B5EF4-FFF2-40B4-BE49-F238E27FC236}">
                  <a16:creationId xmlns:a16="http://schemas.microsoft.com/office/drawing/2014/main" id="{AFFF250F-4941-45FF-932B-856A71FA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876" y="5340350"/>
              <a:ext cx="47625" cy="95250"/>
            </a:xfrm>
            <a:custGeom>
              <a:avLst/>
              <a:gdLst>
                <a:gd name="T0" fmla="*/ 12 w 12"/>
                <a:gd name="T1" fmla="*/ 24 h 24"/>
                <a:gd name="T2" fmla="*/ 7 w 12"/>
                <a:gd name="T3" fmla="*/ 4 h 24"/>
                <a:gd name="T4" fmla="*/ 2 w 12"/>
                <a:gd name="T5" fmla="*/ 2 h 24"/>
                <a:gd name="T6" fmla="*/ 1 w 12"/>
                <a:gd name="T7" fmla="*/ 13 h 24"/>
                <a:gd name="T8" fmla="*/ 3 w 12"/>
                <a:gd name="T9" fmla="*/ 6 h 24"/>
                <a:gd name="T10" fmla="*/ 8 w 12"/>
                <a:gd name="T11" fmla="*/ 22 h 24"/>
                <a:gd name="T12" fmla="*/ 10 w 12"/>
                <a:gd name="T13" fmla="*/ 24 h 24"/>
                <a:gd name="T14" fmla="*/ 12 w 12"/>
                <a:gd name="T1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24">
                  <a:moveTo>
                    <a:pt x="12" y="24"/>
                  </a:moveTo>
                  <a:cubicBezTo>
                    <a:pt x="12" y="24"/>
                    <a:pt x="10" y="7"/>
                    <a:pt x="7" y="4"/>
                  </a:cubicBezTo>
                  <a:cubicBezTo>
                    <a:pt x="4" y="0"/>
                    <a:pt x="3" y="2"/>
                    <a:pt x="2" y="2"/>
                  </a:cubicBezTo>
                  <a:cubicBezTo>
                    <a:pt x="1" y="3"/>
                    <a:pt x="0" y="9"/>
                    <a:pt x="1" y="13"/>
                  </a:cubicBezTo>
                  <a:cubicBezTo>
                    <a:pt x="1" y="13"/>
                    <a:pt x="0" y="4"/>
                    <a:pt x="3" y="6"/>
                  </a:cubicBezTo>
                  <a:cubicBezTo>
                    <a:pt x="6" y="7"/>
                    <a:pt x="8" y="22"/>
                    <a:pt x="8" y="22"/>
                  </a:cubicBezTo>
                  <a:cubicBezTo>
                    <a:pt x="8" y="22"/>
                    <a:pt x="8" y="23"/>
                    <a:pt x="10" y="24"/>
                  </a:cubicBezTo>
                  <a:cubicBezTo>
                    <a:pt x="11" y="24"/>
                    <a:pt x="11" y="24"/>
                    <a:pt x="12" y="2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6" name="Freeform 668">
              <a:extLst>
                <a:ext uri="{FF2B5EF4-FFF2-40B4-BE49-F238E27FC236}">
                  <a16:creationId xmlns:a16="http://schemas.microsoft.com/office/drawing/2014/main" id="{917E34F1-FBAE-43AF-B2F8-F89573ED5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876" y="5340350"/>
              <a:ext cx="47625" cy="95250"/>
            </a:xfrm>
            <a:custGeom>
              <a:avLst/>
              <a:gdLst>
                <a:gd name="T0" fmla="*/ 12 w 12"/>
                <a:gd name="T1" fmla="*/ 24 h 24"/>
                <a:gd name="T2" fmla="*/ 7 w 12"/>
                <a:gd name="T3" fmla="*/ 4 h 24"/>
                <a:gd name="T4" fmla="*/ 2 w 12"/>
                <a:gd name="T5" fmla="*/ 2 h 24"/>
                <a:gd name="T6" fmla="*/ 1 w 12"/>
                <a:gd name="T7" fmla="*/ 13 h 24"/>
                <a:gd name="T8" fmla="*/ 3 w 12"/>
                <a:gd name="T9" fmla="*/ 6 h 24"/>
                <a:gd name="T10" fmla="*/ 8 w 12"/>
                <a:gd name="T11" fmla="*/ 22 h 24"/>
                <a:gd name="T12" fmla="*/ 10 w 12"/>
                <a:gd name="T13" fmla="*/ 24 h 24"/>
                <a:gd name="T14" fmla="*/ 12 w 12"/>
                <a:gd name="T1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24">
                  <a:moveTo>
                    <a:pt x="12" y="24"/>
                  </a:moveTo>
                  <a:cubicBezTo>
                    <a:pt x="12" y="24"/>
                    <a:pt x="10" y="7"/>
                    <a:pt x="7" y="4"/>
                  </a:cubicBezTo>
                  <a:cubicBezTo>
                    <a:pt x="4" y="0"/>
                    <a:pt x="3" y="2"/>
                    <a:pt x="2" y="2"/>
                  </a:cubicBezTo>
                  <a:cubicBezTo>
                    <a:pt x="1" y="3"/>
                    <a:pt x="0" y="9"/>
                    <a:pt x="1" y="13"/>
                  </a:cubicBezTo>
                  <a:cubicBezTo>
                    <a:pt x="1" y="13"/>
                    <a:pt x="0" y="4"/>
                    <a:pt x="3" y="6"/>
                  </a:cubicBezTo>
                  <a:cubicBezTo>
                    <a:pt x="6" y="7"/>
                    <a:pt x="8" y="22"/>
                    <a:pt x="8" y="22"/>
                  </a:cubicBezTo>
                  <a:cubicBezTo>
                    <a:pt x="8" y="22"/>
                    <a:pt x="8" y="23"/>
                    <a:pt x="10" y="24"/>
                  </a:cubicBezTo>
                  <a:cubicBezTo>
                    <a:pt x="11" y="24"/>
                    <a:pt x="11" y="24"/>
                    <a:pt x="12" y="2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7" name="Freeform 669">
              <a:extLst>
                <a:ext uri="{FF2B5EF4-FFF2-40B4-BE49-F238E27FC236}">
                  <a16:creationId xmlns:a16="http://schemas.microsoft.com/office/drawing/2014/main" id="{242758B2-D0D7-4580-8AD4-962E65DB9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801" y="5419725"/>
              <a:ext cx="52388" cy="36513"/>
            </a:xfrm>
            <a:custGeom>
              <a:avLst/>
              <a:gdLst>
                <a:gd name="T0" fmla="*/ 33 w 33"/>
                <a:gd name="T1" fmla="*/ 13 h 23"/>
                <a:gd name="T2" fmla="*/ 33 w 33"/>
                <a:gd name="T3" fmla="*/ 23 h 23"/>
                <a:gd name="T4" fmla="*/ 0 w 33"/>
                <a:gd name="T5" fmla="*/ 8 h 23"/>
                <a:gd name="T6" fmla="*/ 0 w 33"/>
                <a:gd name="T7" fmla="*/ 0 h 23"/>
                <a:gd name="T8" fmla="*/ 33 w 33"/>
                <a:gd name="T9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3">
                  <a:moveTo>
                    <a:pt x="33" y="13"/>
                  </a:moveTo>
                  <a:lnTo>
                    <a:pt x="33" y="23"/>
                  </a:lnTo>
                  <a:lnTo>
                    <a:pt x="0" y="8"/>
                  </a:lnTo>
                  <a:lnTo>
                    <a:pt x="0" y="0"/>
                  </a:lnTo>
                  <a:lnTo>
                    <a:pt x="33" y="1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8" name="Freeform 670">
              <a:extLst>
                <a:ext uri="{FF2B5EF4-FFF2-40B4-BE49-F238E27FC236}">
                  <a16:creationId xmlns:a16="http://schemas.microsoft.com/office/drawing/2014/main" id="{17A20379-4022-4E6D-A624-DE02A740A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801" y="5300663"/>
              <a:ext cx="23813" cy="15875"/>
            </a:xfrm>
            <a:custGeom>
              <a:avLst/>
              <a:gdLst>
                <a:gd name="T0" fmla="*/ 6 w 6"/>
                <a:gd name="T1" fmla="*/ 3 h 4"/>
                <a:gd name="T2" fmla="*/ 6 w 6"/>
                <a:gd name="T3" fmla="*/ 4 h 4"/>
                <a:gd name="T4" fmla="*/ 1 w 6"/>
                <a:gd name="T5" fmla="*/ 1 h 4"/>
                <a:gd name="T6" fmla="*/ 0 w 6"/>
                <a:gd name="T7" fmla="*/ 1 h 4"/>
                <a:gd name="T8" fmla="*/ 1 w 6"/>
                <a:gd name="T9" fmla="*/ 0 h 4"/>
                <a:gd name="T10" fmla="*/ 5 w 6"/>
                <a:gd name="T11" fmla="*/ 3 h 4"/>
                <a:gd name="T12" fmla="*/ 6 w 6"/>
                <a:gd name="T1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6" y="3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3"/>
                    <a:pt x="6" y="3"/>
                    <a:pt x="6" y="3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9" name="Freeform 671">
              <a:extLst>
                <a:ext uri="{FF2B5EF4-FFF2-40B4-BE49-F238E27FC236}">
                  <a16:creationId xmlns:a16="http://schemas.microsoft.com/office/drawing/2014/main" id="{A6D169DF-C738-473E-86D3-B13771581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801" y="5300663"/>
              <a:ext cx="23813" cy="15875"/>
            </a:xfrm>
            <a:custGeom>
              <a:avLst/>
              <a:gdLst>
                <a:gd name="T0" fmla="*/ 6 w 6"/>
                <a:gd name="T1" fmla="*/ 3 h 4"/>
                <a:gd name="T2" fmla="*/ 6 w 6"/>
                <a:gd name="T3" fmla="*/ 4 h 4"/>
                <a:gd name="T4" fmla="*/ 1 w 6"/>
                <a:gd name="T5" fmla="*/ 1 h 4"/>
                <a:gd name="T6" fmla="*/ 0 w 6"/>
                <a:gd name="T7" fmla="*/ 1 h 4"/>
                <a:gd name="T8" fmla="*/ 1 w 6"/>
                <a:gd name="T9" fmla="*/ 0 h 4"/>
                <a:gd name="T10" fmla="*/ 5 w 6"/>
                <a:gd name="T11" fmla="*/ 3 h 4"/>
                <a:gd name="T12" fmla="*/ 6 w 6"/>
                <a:gd name="T1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6" y="3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3"/>
                    <a:pt x="6" y="3"/>
                    <a:pt x="6" y="3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0" name="Freeform 672">
              <a:extLst>
                <a:ext uri="{FF2B5EF4-FFF2-40B4-BE49-F238E27FC236}">
                  <a16:creationId xmlns:a16="http://schemas.microsoft.com/office/drawing/2014/main" id="{7AC41802-DCB3-4594-BC4F-07C11B827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013" y="5424488"/>
              <a:ext cx="82550" cy="23813"/>
            </a:xfrm>
            <a:custGeom>
              <a:avLst/>
              <a:gdLst>
                <a:gd name="T0" fmla="*/ 52 w 52"/>
                <a:gd name="T1" fmla="*/ 0 h 15"/>
                <a:gd name="T2" fmla="*/ 52 w 52"/>
                <a:gd name="T3" fmla="*/ 12 h 15"/>
                <a:gd name="T4" fmla="*/ 0 w 52"/>
                <a:gd name="T5" fmla="*/ 15 h 15"/>
                <a:gd name="T6" fmla="*/ 0 w 52"/>
                <a:gd name="T7" fmla="*/ 2 h 15"/>
                <a:gd name="T8" fmla="*/ 52 w 52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5">
                  <a:moveTo>
                    <a:pt x="52" y="0"/>
                  </a:moveTo>
                  <a:lnTo>
                    <a:pt x="52" y="12"/>
                  </a:lnTo>
                  <a:lnTo>
                    <a:pt x="0" y="15"/>
                  </a:lnTo>
                  <a:lnTo>
                    <a:pt x="0" y="2"/>
                  </a:lnTo>
                  <a:lnTo>
                    <a:pt x="52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1" name="Freeform 673">
              <a:extLst>
                <a:ext uri="{FF2B5EF4-FFF2-40B4-BE49-F238E27FC236}">
                  <a16:creationId xmlns:a16="http://schemas.microsoft.com/office/drawing/2014/main" id="{3DDAD246-B9C8-4C81-8406-163C1C675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563" y="5387975"/>
              <a:ext cx="155575" cy="31750"/>
            </a:xfrm>
            <a:custGeom>
              <a:avLst/>
              <a:gdLst>
                <a:gd name="T0" fmla="*/ 39 w 39"/>
                <a:gd name="T1" fmla="*/ 1 h 8"/>
                <a:gd name="T2" fmla="*/ 33 w 39"/>
                <a:gd name="T3" fmla="*/ 6 h 8"/>
                <a:gd name="T4" fmla="*/ 7 w 39"/>
                <a:gd name="T5" fmla="*/ 7 h 8"/>
                <a:gd name="T6" fmla="*/ 1 w 39"/>
                <a:gd name="T7" fmla="*/ 3 h 8"/>
                <a:gd name="T8" fmla="*/ 3 w 39"/>
                <a:gd name="T9" fmla="*/ 2 h 8"/>
                <a:gd name="T10" fmla="*/ 37 w 39"/>
                <a:gd name="T11" fmla="*/ 0 h 8"/>
                <a:gd name="T12" fmla="*/ 39 w 39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8">
                  <a:moveTo>
                    <a:pt x="39" y="1"/>
                  </a:moveTo>
                  <a:cubicBezTo>
                    <a:pt x="39" y="1"/>
                    <a:pt x="39" y="5"/>
                    <a:pt x="33" y="6"/>
                  </a:cubicBezTo>
                  <a:cubicBezTo>
                    <a:pt x="33" y="6"/>
                    <a:pt x="15" y="8"/>
                    <a:pt x="7" y="7"/>
                  </a:cubicBezTo>
                  <a:cubicBezTo>
                    <a:pt x="7" y="7"/>
                    <a:pt x="2" y="6"/>
                    <a:pt x="1" y="3"/>
                  </a:cubicBezTo>
                  <a:cubicBezTo>
                    <a:pt x="1" y="3"/>
                    <a:pt x="0" y="2"/>
                    <a:pt x="3" y="2"/>
                  </a:cubicBezTo>
                  <a:cubicBezTo>
                    <a:pt x="3" y="2"/>
                    <a:pt x="30" y="1"/>
                    <a:pt x="37" y="0"/>
                  </a:cubicBezTo>
                  <a:cubicBezTo>
                    <a:pt x="37" y="0"/>
                    <a:pt x="38" y="0"/>
                    <a:pt x="39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2" name="Freeform 674">
              <a:extLst>
                <a:ext uri="{FF2B5EF4-FFF2-40B4-BE49-F238E27FC236}">
                  <a16:creationId xmlns:a16="http://schemas.microsoft.com/office/drawing/2014/main" id="{059242D1-CAFC-4C93-B2B4-307480E9C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563" y="5387975"/>
              <a:ext cx="155575" cy="31750"/>
            </a:xfrm>
            <a:custGeom>
              <a:avLst/>
              <a:gdLst>
                <a:gd name="T0" fmla="*/ 39 w 39"/>
                <a:gd name="T1" fmla="*/ 1 h 8"/>
                <a:gd name="T2" fmla="*/ 33 w 39"/>
                <a:gd name="T3" fmla="*/ 6 h 8"/>
                <a:gd name="T4" fmla="*/ 7 w 39"/>
                <a:gd name="T5" fmla="*/ 7 h 8"/>
                <a:gd name="T6" fmla="*/ 1 w 39"/>
                <a:gd name="T7" fmla="*/ 3 h 8"/>
                <a:gd name="T8" fmla="*/ 3 w 39"/>
                <a:gd name="T9" fmla="*/ 2 h 8"/>
                <a:gd name="T10" fmla="*/ 37 w 39"/>
                <a:gd name="T11" fmla="*/ 0 h 8"/>
                <a:gd name="T12" fmla="*/ 39 w 39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8">
                  <a:moveTo>
                    <a:pt x="39" y="1"/>
                  </a:moveTo>
                  <a:cubicBezTo>
                    <a:pt x="39" y="1"/>
                    <a:pt x="39" y="5"/>
                    <a:pt x="33" y="6"/>
                  </a:cubicBezTo>
                  <a:cubicBezTo>
                    <a:pt x="33" y="6"/>
                    <a:pt x="15" y="8"/>
                    <a:pt x="7" y="7"/>
                  </a:cubicBezTo>
                  <a:cubicBezTo>
                    <a:pt x="7" y="7"/>
                    <a:pt x="2" y="6"/>
                    <a:pt x="1" y="3"/>
                  </a:cubicBezTo>
                  <a:cubicBezTo>
                    <a:pt x="1" y="3"/>
                    <a:pt x="0" y="2"/>
                    <a:pt x="3" y="2"/>
                  </a:cubicBezTo>
                  <a:cubicBezTo>
                    <a:pt x="3" y="2"/>
                    <a:pt x="30" y="1"/>
                    <a:pt x="37" y="0"/>
                  </a:cubicBezTo>
                  <a:cubicBezTo>
                    <a:pt x="37" y="0"/>
                    <a:pt x="38" y="0"/>
                    <a:pt x="39" y="1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3" name="Freeform 675">
              <a:extLst>
                <a:ext uri="{FF2B5EF4-FFF2-40B4-BE49-F238E27FC236}">
                  <a16:creationId xmlns:a16="http://schemas.microsoft.com/office/drawing/2014/main" id="{C8BB028F-1014-4746-9AF7-12DBD8B91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676" y="5392738"/>
              <a:ext cx="139700" cy="7938"/>
            </a:xfrm>
            <a:custGeom>
              <a:avLst/>
              <a:gdLst>
                <a:gd name="T0" fmla="*/ 34 w 35"/>
                <a:gd name="T1" fmla="*/ 0 h 2"/>
                <a:gd name="T2" fmla="*/ 0 w 35"/>
                <a:gd name="T3" fmla="*/ 1 h 2"/>
                <a:gd name="T4" fmla="*/ 2 w 35"/>
                <a:gd name="T5" fmla="*/ 2 h 2"/>
                <a:gd name="T6" fmla="*/ 33 w 35"/>
                <a:gd name="T7" fmla="*/ 1 h 2"/>
                <a:gd name="T8" fmla="*/ 34 w 3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">
                  <a:moveTo>
                    <a:pt x="34" y="0"/>
                  </a:moveTo>
                  <a:cubicBezTo>
                    <a:pt x="34" y="0"/>
                    <a:pt x="8" y="2"/>
                    <a:pt x="0" y="1"/>
                  </a:cubicBezTo>
                  <a:cubicBezTo>
                    <a:pt x="0" y="1"/>
                    <a:pt x="1" y="2"/>
                    <a:pt x="2" y="2"/>
                  </a:cubicBezTo>
                  <a:cubicBezTo>
                    <a:pt x="8" y="2"/>
                    <a:pt x="24" y="2"/>
                    <a:pt x="33" y="1"/>
                  </a:cubicBezTo>
                  <a:cubicBezTo>
                    <a:pt x="33" y="1"/>
                    <a:pt x="35" y="0"/>
                    <a:pt x="34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4" name="Freeform 676">
              <a:extLst>
                <a:ext uri="{FF2B5EF4-FFF2-40B4-BE49-F238E27FC236}">
                  <a16:creationId xmlns:a16="http://schemas.microsoft.com/office/drawing/2014/main" id="{537188D3-5E48-4585-93AE-CA063AB5C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676" y="5392738"/>
              <a:ext cx="139700" cy="7938"/>
            </a:xfrm>
            <a:custGeom>
              <a:avLst/>
              <a:gdLst>
                <a:gd name="T0" fmla="*/ 34 w 35"/>
                <a:gd name="T1" fmla="*/ 0 h 2"/>
                <a:gd name="T2" fmla="*/ 0 w 35"/>
                <a:gd name="T3" fmla="*/ 1 h 2"/>
                <a:gd name="T4" fmla="*/ 2 w 35"/>
                <a:gd name="T5" fmla="*/ 2 h 2"/>
                <a:gd name="T6" fmla="*/ 33 w 35"/>
                <a:gd name="T7" fmla="*/ 1 h 2"/>
                <a:gd name="T8" fmla="*/ 34 w 3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">
                  <a:moveTo>
                    <a:pt x="34" y="0"/>
                  </a:moveTo>
                  <a:cubicBezTo>
                    <a:pt x="34" y="0"/>
                    <a:pt x="8" y="2"/>
                    <a:pt x="0" y="1"/>
                  </a:cubicBezTo>
                  <a:cubicBezTo>
                    <a:pt x="0" y="1"/>
                    <a:pt x="1" y="2"/>
                    <a:pt x="2" y="2"/>
                  </a:cubicBezTo>
                  <a:cubicBezTo>
                    <a:pt x="8" y="2"/>
                    <a:pt x="24" y="2"/>
                    <a:pt x="33" y="1"/>
                  </a:cubicBezTo>
                  <a:cubicBezTo>
                    <a:pt x="33" y="1"/>
                    <a:pt x="35" y="0"/>
                    <a:pt x="34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5" name="Freeform 677">
              <a:extLst>
                <a:ext uri="{FF2B5EF4-FFF2-40B4-BE49-F238E27FC236}">
                  <a16:creationId xmlns:a16="http://schemas.microsoft.com/office/drawing/2014/main" id="{C4F2D8D7-965E-4241-AF5C-7765CA217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551" y="5400675"/>
              <a:ext cx="115888" cy="7938"/>
            </a:xfrm>
            <a:custGeom>
              <a:avLst/>
              <a:gdLst>
                <a:gd name="T0" fmla="*/ 28 w 29"/>
                <a:gd name="T1" fmla="*/ 0 h 2"/>
                <a:gd name="T2" fmla="*/ 0 w 29"/>
                <a:gd name="T3" fmla="*/ 1 h 2"/>
                <a:gd name="T4" fmla="*/ 2 w 29"/>
                <a:gd name="T5" fmla="*/ 2 h 2"/>
                <a:gd name="T6" fmla="*/ 27 w 29"/>
                <a:gd name="T7" fmla="*/ 1 h 2"/>
                <a:gd name="T8" fmla="*/ 28 w 29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2">
                  <a:moveTo>
                    <a:pt x="28" y="0"/>
                  </a:moveTo>
                  <a:cubicBezTo>
                    <a:pt x="28" y="0"/>
                    <a:pt x="7" y="1"/>
                    <a:pt x="0" y="1"/>
                  </a:cubicBezTo>
                  <a:cubicBezTo>
                    <a:pt x="0" y="1"/>
                    <a:pt x="1" y="2"/>
                    <a:pt x="2" y="2"/>
                  </a:cubicBezTo>
                  <a:cubicBezTo>
                    <a:pt x="7" y="2"/>
                    <a:pt x="19" y="2"/>
                    <a:pt x="27" y="1"/>
                  </a:cubicBezTo>
                  <a:cubicBezTo>
                    <a:pt x="27" y="1"/>
                    <a:pt x="29" y="0"/>
                    <a:pt x="28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6" name="Freeform 678">
              <a:extLst>
                <a:ext uri="{FF2B5EF4-FFF2-40B4-BE49-F238E27FC236}">
                  <a16:creationId xmlns:a16="http://schemas.microsoft.com/office/drawing/2014/main" id="{E93F8D0A-60AD-4C11-9C2E-E5ACCBC7A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551" y="5400675"/>
              <a:ext cx="115888" cy="7938"/>
            </a:xfrm>
            <a:custGeom>
              <a:avLst/>
              <a:gdLst>
                <a:gd name="T0" fmla="*/ 28 w 29"/>
                <a:gd name="T1" fmla="*/ 0 h 2"/>
                <a:gd name="T2" fmla="*/ 0 w 29"/>
                <a:gd name="T3" fmla="*/ 1 h 2"/>
                <a:gd name="T4" fmla="*/ 2 w 29"/>
                <a:gd name="T5" fmla="*/ 2 h 2"/>
                <a:gd name="T6" fmla="*/ 27 w 29"/>
                <a:gd name="T7" fmla="*/ 1 h 2"/>
                <a:gd name="T8" fmla="*/ 28 w 29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2">
                  <a:moveTo>
                    <a:pt x="28" y="0"/>
                  </a:moveTo>
                  <a:cubicBezTo>
                    <a:pt x="28" y="0"/>
                    <a:pt x="7" y="1"/>
                    <a:pt x="0" y="1"/>
                  </a:cubicBezTo>
                  <a:cubicBezTo>
                    <a:pt x="0" y="1"/>
                    <a:pt x="1" y="2"/>
                    <a:pt x="2" y="2"/>
                  </a:cubicBezTo>
                  <a:cubicBezTo>
                    <a:pt x="7" y="2"/>
                    <a:pt x="19" y="2"/>
                    <a:pt x="27" y="1"/>
                  </a:cubicBezTo>
                  <a:cubicBezTo>
                    <a:pt x="27" y="1"/>
                    <a:pt x="29" y="0"/>
                    <a:pt x="28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7" name="Freeform 679">
              <a:extLst>
                <a:ext uri="{FF2B5EF4-FFF2-40B4-BE49-F238E27FC236}">
                  <a16:creationId xmlns:a16="http://schemas.microsoft.com/office/drawing/2014/main" id="{00F8E601-7F9C-4C5C-A245-C8428D555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013" y="5408613"/>
              <a:ext cx="87313" cy="3175"/>
            </a:xfrm>
            <a:custGeom>
              <a:avLst/>
              <a:gdLst>
                <a:gd name="T0" fmla="*/ 21 w 22"/>
                <a:gd name="T1" fmla="*/ 0 h 1"/>
                <a:gd name="T2" fmla="*/ 0 w 22"/>
                <a:gd name="T3" fmla="*/ 1 h 1"/>
                <a:gd name="T4" fmla="*/ 1 w 22"/>
                <a:gd name="T5" fmla="*/ 1 h 1"/>
                <a:gd name="T6" fmla="*/ 20 w 22"/>
                <a:gd name="T7" fmla="*/ 0 h 1"/>
                <a:gd name="T8" fmla="*/ 21 w 2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">
                  <a:moveTo>
                    <a:pt x="21" y="0"/>
                  </a:moveTo>
                  <a:cubicBezTo>
                    <a:pt x="21" y="0"/>
                    <a:pt x="5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5" y="1"/>
                    <a:pt x="15" y="1"/>
                    <a:pt x="20" y="0"/>
                  </a:cubicBezTo>
                  <a:cubicBezTo>
                    <a:pt x="20" y="0"/>
                    <a:pt x="22" y="0"/>
                    <a:pt x="21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8" name="Freeform 680">
              <a:extLst>
                <a:ext uri="{FF2B5EF4-FFF2-40B4-BE49-F238E27FC236}">
                  <a16:creationId xmlns:a16="http://schemas.microsoft.com/office/drawing/2014/main" id="{625BF34B-0E83-4189-B98A-4FF1C8224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013" y="5408613"/>
              <a:ext cx="87313" cy="3175"/>
            </a:xfrm>
            <a:custGeom>
              <a:avLst/>
              <a:gdLst>
                <a:gd name="T0" fmla="*/ 21 w 22"/>
                <a:gd name="T1" fmla="*/ 0 h 1"/>
                <a:gd name="T2" fmla="*/ 0 w 22"/>
                <a:gd name="T3" fmla="*/ 1 h 1"/>
                <a:gd name="T4" fmla="*/ 1 w 22"/>
                <a:gd name="T5" fmla="*/ 1 h 1"/>
                <a:gd name="T6" fmla="*/ 20 w 22"/>
                <a:gd name="T7" fmla="*/ 0 h 1"/>
                <a:gd name="T8" fmla="*/ 21 w 22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">
                  <a:moveTo>
                    <a:pt x="21" y="0"/>
                  </a:moveTo>
                  <a:cubicBezTo>
                    <a:pt x="21" y="0"/>
                    <a:pt x="5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5" y="1"/>
                    <a:pt x="15" y="1"/>
                    <a:pt x="20" y="0"/>
                  </a:cubicBezTo>
                  <a:cubicBezTo>
                    <a:pt x="20" y="0"/>
                    <a:pt x="22" y="0"/>
                    <a:pt x="21" y="0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9" name="Freeform 681">
              <a:extLst>
                <a:ext uri="{FF2B5EF4-FFF2-40B4-BE49-F238E27FC236}">
                  <a16:creationId xmlns:a16="http://schemas.microsoft.com/office/drawing/2014/main" id="{7233BF01-79B0-4495-A224-EA64681AB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7563" y="5329238"/>
              <a:ext cx="47625" cy="55563"/>
            </a:xfrm>
            <a:custGeom>
              <a:avLst/>
              <a:gdLst>
                <a:gd name="T0" fmla="*/ 4 w 12"/>
                <a:gd name="T1" fmla="*/ 7 h 14"/>
                <a:gd name="T2" fmla="*/ 9 w 12"/>
                <a:gd name="T3" fmla="*/ 3 h 14"/>
                <a:gd name="T4" fmla="*/ 9 w 12"/>
                <a:gd name="T5" fmla="*/ 10 h 14"/>
                <a:gd name="T6" fmla="*/ 1 w 12"/>
                <a:gd name="T7" fmla="*/ 11 h 14"/>
                <a:gd name="T8" fmla="*/ 3 w 12"/>
                <a:gd name="T9" fmla="*/ 7 h 14"/>
                <a:gd name="T10" fmla="*/ 4 w 12"/>
                <a:gd name="T11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4">
                  <a:moveTo>
                    <a:pt x="4" y="7"/>
                  </a:moveTo>
                  <a:cubicBezTo>
                    <a:pt x="4" y="7"/>
                    <a:pt x="6" y="0"/>
                    <a:pt x="9" y="3"/>
                  </a:cubicBezTo>
                  <a:cubicBezTo>
                    <a:pt x="9" y="3"/>
                    <a:pt x="12" y="9"/>
                    <a:pt x="9" y="10"/>
                  </a:cubicBezTo>
                  <a:cubicBezTo>
                    <a:pt x="9" y="10"/>
                    <a:pt x="2" y="14"/>
                    <a:pt x="1" y="11"/>
                  </a:cubicBezTo>
                  <a:cubicBezTo>
                    <a:pt x="1" y="11"/>
                    <a:pt x="0" y="8"/>
                    <a:pt x="3" y="7"/>
                  </a:cubicBezTo>
                  <a:cubicBezTo>
                    <a:pt x="3" y="7"/>
                    <a:pt x="4" y="7"/>
                    <a:pt x="4" y="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0" name="Freeform 682">
              <a:extLst>
                <a:ext uri="{FF2B5EF4-FFF2-40B4-BE49-F238E27FC236}">
                  <a16:creationId xmlns:a16="http://schemas.microsoft.com/office/drawing/2014/main" id="{44A2D219-3313-4FD4-8A1C-42CB8EF68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7563" y="5329238"/>
              <a:ext cx="47625" cy="55563"/>
            </a:xfrm>
            <a:custGeom>
              <a:avLst/>
              <a:gdLst>
                <a:gd name="T0" fmla="*/ 4 w 12"/>
                <a:gd name="T1" fmla="*/ 7 h 14"/>
                <a:gd name="T2" fmla="*/ 9 w 12"/>
                <a:gd name="T3" fmla="*/ 3 h 14"/>
                <a:gd name="T4" fmla="*/ 9 w 12"/>
                <a:gd name="T5" fmla="*/ 10 h 14"/>
                <a:gd name="T6" fmla="*/ 1 w 12"/>
                <a:gd name="T7" fmla="*/ 11 h 14"/>
                <a:gd name="T8" fmla="*/ 3 w 12"/>
                <a:gd name="T9" fmla="*/ 7 h 14"/>
                <a:gd name="T10" fmla="*/ 4 w 12"/>
                <a:gd name="T11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4">
                  <a:moveTo>
                    <a:pt x="4" y="7"/>
                  </a:moveTo>
                  <a:cubicBezTo>
                    <a:pt x="4" y="7"/>
                    <a:pt x="6" y="0"/>
                    <a:pt x="9" y="3"/>
                  </a:cubicBezTo>
                  <a:cubicBezTo>
                    <a:pt x="9" y="3"/>
                    <a:pt x="12" y="9"/>
                    <a:pt x="9" y="10"/>
                  </a:cubicBezTo>
                  <a:cubicBezTo>
                    <a:pt x="9" y="10"/>
                    <a:pt x="2" y="14"/>
                    <a:pt x="1" y="11"/>
                  </a:cubicBezTo>
                  <a:cubicBezTo>
                    <a:pt x="1" y="11"/>
                    <a:pt x="0" y="8"/>
                    <a:pt x="3" y="7"/>
                  </a:cubicBezTo>
                  <a:cubicBezTo>
                    <a:pt x="3" y="7"/>
                    <a:pt x="4" y="7"/>
                    <a:pt x="4" y="7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1" name="Freeform 683">
              <a:extLst>
                <a:ext uri="{FF2B5EF4-FFF2-40B4-BE49-F238E27FC236}">
                  <a16:creationId xmlns:a16="http://schemas.microsoft.com/office/drawing/2014/main" id="{8EA9FE62-0CA3-4B91-BD2F-25FBD2FE2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38" y="5337175"/>
              <a:ext cx="74613" cy="47625"/>
            </a:xfrm>
            <a:custGeom>
              <a:avLst/>
              <a:gdLst>
                <a:gd name="T0" fmla="*/ 11 w 19"/>
                <a:gd name="T1" fmla="*/ 6 h 12"/>
                <a:gd name="T2" fmla="*/ 0 w 19"/>
                <a:gd name="T3" fmla="*/ 4 h 12"/>
                <a:gd name="T4" fmla="*/ 4 w 19"/>
                <a:gd name="T5" fmla="*/ 10 h 12"/>
                <a:gd name="T6" fmla="*/ 17 w 19"/>
                <a:gd name="T7" fmla="*/ 12 h 12"/>
                <a:gd name="T8" fmla="*/ 17 w 19"/>
                <a:gd name="T9" fmla="*/ 9 h 12"/>
                <a:gd name="T10" fmla="*/ 14 w 19"/>
                <a:gd name="T11" fmla="*/ 7 h 12"/>
                <a:gd name="T12" fmla="*/ 11 w 19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2">
                  <a:moveTo>
                    <a:pt x="11" y="6"/>
                  </a:moveTo>
                  <a:cubicBezTo>
                    <a:pt x="11" y="6"/>
                    <a:pt x="0" y="0"/>
                    <a:pt x="0" y="4"/>
                  </a:cubicBezTo>
                  <a:cubicBezTo>
                    <a:pt x="0" y="4"/>
                    <a:pt x="1" y="9"/>
                    <a:pt x="4" y="10"/>
                  </a:cubicBezTo>
                  <a:cubicBezTo>
                    <a:pt x="8" y="11"/>
                    <a:pt x="11" y="12"/>
                    <a:pt x="17" y="12"/>
                  </a:cubicBezTo>
                  <a:cubicBezTo>
                    <a:pt x="17" y="12"/>
                    <a:pt x="19" y="11"/>
                    <a:pt x="17" y="9"/>
                  </a:cubicBezTo>
                  <a:cubicBezTo>
                    <a:pt x="17" y="9"/>
                    <a:pt x="17" y="8"/>
                    <a:pt x="14" y="7"/>
                  </a:cubicBezTo>
                  <a:cubicBezTo>
                    <a:pt x="12" y="7"/>
                    <a:pt x="11" y="6"/>
                    <a:pt x="11" y="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2" name="Freeform 684">
              <a:extLst>
                <a:ext uri="{FF2B5EF4-FFF2-40B4-BE49-F238E27FC236}">
                  <a16:creationId xmlns:a16="http://schemas.microsoft.com/office/drawing/2014/main" id="{DEBA0232-28F7-433E-9769-E572D9EB0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38" y="5337175"/>
              <a:ext cx="74613" cy="47625"/>
            </a:xfrm>
            <a:custGeom>
              <a:avLst/>
              <a:gdLst>
                <a:gd name="T0" fmla="*/ 11 w 19"/>
                <a:gd name="T1" fmla="*/ 6 h 12"/>
                <a:gd name="T2" fmla="*/ 0 w 19"/>
                <a:gd name="T3" fmla="*/ 4 h 12"/>
                <a:gd name="T4" fmla="*/ 4 w 19"/>
                <a:gd name="T5" fmla="*/ 10 h 12"/>
                <a:gd name="T6" fmla="*/ 17 w 19"/>
                <a:gd name="T7" fmla="*/ 12 h 12"/>
                <a:gd name="T8" fmla="*/ 17 w 19"/>
                <a:gd name="T9" fmla="*/ 9 h 12"/>
                <a:gd name="T10" fmla="*/ 14 w 19"/>
                <a:gd name="T11" fmla="*/ 7 h 12"/>
                <a:gd name="T12" fmla="*/ 11 w 19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2">
                  <a:moveTo>
                    <a:pt x="11" y="6"/>
                  </a:moveTo>
                  <a:cubicBezTo>
                    <a:pt x="11" y="6"/>
                    <a:pt x="0" y="0"/>
                    <a:pt x="0" y="4"/>
                  </a:cubicBezTo>
                  <a:cubicBezTo>
                    <a:pt x="0" y="4"/>
                    <a:pt x="1" y="9"/>
                    <a:pt x="4" y="10"/>
                  </a:cubicBezTo>
                  <a:cubicBezTo>
                    <a:pt x="8" y="11"/>
                    <a:pt x="11" y="12"/>
                    <a:pt x="17" y="12"/>
                  </a:cubicBezTo>
                  <a:cubicBezTo>
                    <a:pt x="17" y="12"/>
                    <a:pt x="19" y="11"/>
                    <a:pt x="17" y="9"/>
                  </a:cubicBezTo>
                  <a:cubicBezTo>
                    <a:pt x="17" y="9"/>
                    <a:pt x="17" y="8"/>
                    <a:pt x="14" y="7"/>
                  </a:cubicBezTo>
                  <a:cubicBezTo>
                    <a:pt x="12" y="7"/>
                    <a:pt x="11" y="6"/>
                    <a:pt x="11" y="6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3" name="Freeform 685">
              <a:extLst>
                <a:ext uri="{FF2B5EF4-FFF2-40B4-BE49-F238E27FC236}">
                  <a16:creationId xmlns:a16="http://schemas.microsoft.com/office/drawing/2014/main" id="{57A30BD0-4DFA-44CD-9A30-976C5A7B9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626" y="5451475"/>
              <a:ext cx="182563" cy="28575"/>
            </a:xfrm>
            <a:custGeom>
              <a:avLst/>
              <a:gdLst>
                <a:gd name="T0" fmla="*/ 115 w 115"/>
                <a:gd name="T1" fmla="*/ 0 h 18"/>
                <a:gd name="T2" fmla="*/ 108 w 115"/>
                <a:gd name="T3" fmla="*/ 3 h 18"/>
                <a:gd name="T4" fmla="*/ 0 w 115"/>
                <a:gd name="T5" fmla="*/ 8 h 18"/>
                <a:gd name="T6" fmla="*/ 0 w 115"/>
                <a:gd name="T7" fmla="*/ 18 h 18"/>
                <a:gd name="T8" fmla="*/ 108 w 115"/>
                <a:gd name="T9" fmla="*/ 15 h 18"/>
                <a:gd name="T10" fmla="*/ 115 w 115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5" h="18">
                  <a:moveTo>
                    <a:pt x="115" y="0"/>
                  </a:moveTo>
                  <a:lnTo>
                    <a:pt x="108" y="3"/>
                  </a:lnTo>
                  <a:lnTo>
                    <a:pt x="0" y="8"/>
                  </a:lnTo>
                  <a:lnTo>
                    <a:pt x="0" y="18"/>
                  </a:lnTo>
                  <a:lnTo>
                    <a:pt x="108" y="15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490FAD93-CF94-40F0-BE96-E08A13B66956}"/>
              </a:ext>
            </a:extLst>
          </p:cNvPr>
          <p:cNvCxnSpPr>
            <a:cxnSpLocks/>
          </p:cNvCxnSpPr>
          <p:nvPr/>
        </p:nvCxnSpPr>
        <p:spPr>
          <a:xfrm>
            <a:off x="7637486" y="4943656"/>
            <a:ext cx="349686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820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DC81A9F-E5D5-42FC-806D-71E5946B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2) Extend Your Single-Node Model 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98B4A5C-622E-4EF1-AB7E-43F2A0E133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56ACDE-7220-40F0-B2E6-2E16BB56F0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971" y="6222554"/>
            <a:ext cx="7151417" cy="23063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927EE12-A636-46E8-981D-9B50B617C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71" y="1052736"/>
            <a:ext cx="9131029" cy="27711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3C32398B-B740-40CE-AD09-73335A176BE3}"/>
              </a:ext>
            </a:extLst>
          </p:cNvPr>
          <p:cNvSpPr txBox="1">
            <a:spLocks/>
          </p:cNvSpPr>
          <p:nvPr/>
        </p:nvSpPr>
        <p:spPr>
          <a:xfrm>
            <a:off x="404392" y="4113851"/>
            <a:ext cx="3854756" cy="20348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47664" indent="-24766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49" indent="-25454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2353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0017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0802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305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633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961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0290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Materials </a:t>
            </a:r>
            <a:r>
              <a:rPr lang="de-DE" b="1" dirty="0" err="1"/>
              <a:t>to</a:t>
            </a:r>
            <a:r>
              <a:rPr lang="de-DE" b="1" dirty="0"/>
              <a:t> </a:t>
            </a:r>
            <a:r>
              <a:rPr lang="de-DE" b="1" dirty="0" err="1"/>
              <a:t>be</a:t>
            </a:r>
            <a:r>
              <a:rPr lang="de-DE" b="1" dirty="0"/>
              <a:t> </a:t>
            </a:r>
            <a:r>
              <a:rPr lang="de-DE" b="1" dirty="0" err="1"/>
              <a:t>used</a:t>
            </a:r>
            <a:r>
              <a:rPr lang="de-DE" dirty="0"/>
              <a:t>:</a:t>
            </a:r>
          </a:p>
          <a:p>
            <a:r>
              <a:rPr lang="en-US" dirty="0" err="1"/>
              <a:t>Jupyter</a:t>
            </a:r>
            <a:r>
              <a:rPr lang="en-US" dirty="0"/>
              <a:t>-Notebook: Exercise_2.ipynb</a:t>
            </a:r>
          </a:p>
          <a:p>
            <a:r>
              <a:rPr lang="en-US" dirty="0"/>
              <a:t>Only one commodity is regarded “electricity) </a:t>
            </a:r>
          </a:p>
          <a:p>
            <a:r>
              <a:rPr lang="en-US" dirty="0"/>
              <a:t>The whole energy system is set up as a single node system </a:t>
            </a:r>
          </a:p>
          <a:p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F454C58-02EE-4E7D-BE45-30E3F80A5054}"/>
              </a:ext>
            </a:extLst>
          </p:cNvPr>
          <p:cNvSpPr txBox="1">
            <a:spLocks/>
          </p:cNvSpPr>
          <p:nvPr/>
        </p:nvSpPr>
        <p:spPr>
          <a:xfrm>
            <a:off x="393971" y="1499284"/>
            <a:ext cx="9144000" cy="20598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47664" indent="-24766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88449" indent="-25454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22353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0017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10802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24305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219633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714961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210290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Open the related Exercise Folder and apply </a:t>
            </a:r>
            <a:r>
              <a:rPr lang="en-US" dirty="0" err="1"/>
              <a:t>jupyter</a:t>
            </a:r>
            <a:r>
              <a:rPr lang="en-US" dirty="0"/>
              <a:t>-notebook “Exercise_2.ipyb</a:t>
            </a:r>
          </a:p>
          <a:p>
            <a:r>
              <a:rPr lang="en-US" dirty="0"/>
              <a:t>Please discuss in groups of 2-3 people: </a:t>
            </a:r>
          </a:p>
          <a:p>
            <a:pPr lvl="1"/>
            <a:r>
              <a:rPr lang="en-US" dirty="0"/>
              <a:t>Compare this energy system to the system of exercise 1. What has change and what is the impact on the model results regarding the built components?</a:t>
            </a:r>
          </a:p>
          <a:p>
            <a:pPr lvl="1"/>
            <a:r>
              <a:rPr lang="en-US" dirty="0"/>
              <a:t>What is the utilization rate of the magic power source and why? Can you explain the operation peaks? 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A3589-A38C-47D0-AB3E-6EC01F22F15A}"/>
              </a:ext>
            </a:extLst>
          </p:cNvPr>
          <p:cNvSpPr txBox="1"/>
          <p:nvPr/>
        </p:nvSpPr>
        <p:spPr>
          <a:xfrm>
            <a:off x="393971" y="1052735"/>
            <a:ext cx="9134764" cy="443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400" dirty="0"/>
              <a:t>Task 2 (20 min)</a:t>
            </a:r>
          </a:p>
        </p:txBody>
      </p:sp>
      <p:sp>
        <p:nvSpPr>
          <p:cNvPr id="375" name="Rectangle: Rounded Corners 374">
            <a:extLst>
              <a:ext uri="{FF2B5EF4-FFF2-40B4-BE49-F238E27FC236}">
                <a16:creationId xmlns:a16="http://schemas.microsoft.com/office/drawing/2014/main" id="{5EFB9CB9-AD24-4B72-B12D-FE0F43753253}"/>
              </a:ext>
            </a:extLst>
          </p:cNvPr>
          <p:cNvSpPr/>
          <p:nvPr/>
        </p:nvSpPr>
        <p:spPr>
          <a:xfrm>
            <a:off x="4724952" y="3429000"/>
            <a:ext cx="4801915" cy="2893532"/>
          </a:xfrm>
          <a:prstGeom prst="roundRect">
            <a:avLst/>
          </a:prstGeom>
          <a:noFill/>
          <a:ln>
            <a:solidFill>
              <a:schemeClr val="accent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C541B842-27F0-4DF9-B829-F61CA8B0E353}"/>
              </a:ext>
            </a:extLst>
          </p:cNvPr>
          <p:cNvSpPr txBox="1"/>
          <p:nvPr/>
        </p:nvSpPr>
        <p:spPr>
          <a:xfrm>
            <a:off x="6447906" y="5488634"/>
            <a:ext cx="1532278" cy="3609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Commodity c</a:t>
            </a:r>
            <a:r>
              <a:rPr lang="en-US" sz="1600" baseline="-25000" dirty="0"/>
              <a:t>1 </a:t>
            </a:r>
            <a:r>
              <a:rPr lang="en-US" sz="1600" dirty="0"/>
              <a:t> </a:t>
            </a:r>
          </a:p>
        </p:txBody>
      </p: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7FC2F7A8-E6B8-497D-A9A2-37237C97C593}"/>
              </a:ext>
            </a:extLst>
          </p:cNvPr>
          <p:cNvGrpSpPr/>
          <p:nvPr/>
        </p:nvGrpSpPr>
        <p:grpSpPr>
          <a:xfrm>
            <a:off x="5865792" y="3746119"/>
            <a:ext cx="1948690" cy="1728058"/>
            <a:chOff x="5425469" y="1396704"/>
            <a:chExt cx="1948690" cy="1728058"/>
          </a:xfrm>
        </p:grpSpPr>
        <p:grpSp>
          <p:nvGrpSpPr>
            <p:cNvPr id="378" name="Gruppieren 5">
              <a:extLst>
                <a:ext uri="{FF2B5EF4-FFF2-40B4-BE49-F238E27FC236}">
                  <a16:creationId xmlns:a16="http://schemas.microsoft.com/office/drawing/2014/main" id="{B978374F-3E33-42E2-9E4B-F3DD46CC28DB}"/>
                </a:ext>
              </a:extLst>
            </p:cNvPr>
            <p:cNvGrpSpPr/>
            <p:nvPr/>
          </p:nvGrpSpPr>
          <p:grpSpPr>
            <a:xfrm>
              <a:off x="5425469" y="1703324"/>
              <a:ext cx="510778" cy="426513"/>
              <a:chOff x="460375" y="1816099"/>
              <a:chExt cx="1454148" cy="1511301"/>
            </a:xfrm>
            <a:solidFill>
              <a:schemeClr val="accent1"/>
            </a:solidFill>
          </p:grpSpPr>
          <p:sp>
            <p:nvSpPr>
              <p:cNvPr id="611" name="Freeform 6">
                <a:extLst>
                  <a:ext uri="{FF2B5EF4-FFF2-40B4-BE49-F238E27FC236}">
                    <a16:creationId xmlns:a16="http://schemas.microsoft.com/office/drawing/2014/main" id="{73525EAB-F122-41C1-9031-87964E582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2" name="Freeform 7">
                <a:extLst>
                  <a:ext uri="{FF2B5EF4-FFF2-40B4-BE49-F238E27FC236}">
                    <a16:creationId xmlns:a16="http://schemas.microsoft.com/office/drawing/2014/main" id="{A176B9BF-A2FA-4C30-8806-5D49C06A6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3" name="Freeform 8">
                <a:extLst>
                  <a:ext uri="{FF2B5EF4-FFF2-40B4-BE49-F238E27FC236}">
                    <a16:creationId xmlns:a16="http://schemas.microsoft.com/office/drawing/2014/main" id="{59C41B1A-AB89-4A37-B1B5-73AFD47EC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4" name="Freeform 9">
                <a:extLst>
                  <a:ext uri="{FF2B5EF4-FFF2-40B4-BE49-F238E27FC236}">
                    <a16:creationId xmlns:a16="http://schemas.microsoft.com/office/drawing/2014/main" id="{DE3FC3ED-4796-476A-9229-9982B7F7F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5" name="Freeform 11">
                <a:extLst>
                  <a:ext uri="{FF2B5EF4-FFF2-40B4-BE49-F238E27FC236}">
                    <a16:creationId xmlns:a16="http://schemas.microsoft.com/office/drawing/2014/main" id="{561156DE-4155-474B-A61C-E6BD814B0F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700" y="2311400"/>
                <a:ext cx="34925" cy="266700"/>
              </a:xfrm>
              <a:custGeom>
                <a:avLst/>
                <a:gdLst>
                  <a:gd name="T0" fmla="*/ 7 w 9"/>
                  <a:gd name="T1" fmla="*/ 34 h 67"/>
                  <a:gd name="T2" fmla="*/ 8 w 9"/>
                  <a:gd name="T3" fmla="*/ 0 h 67"/>
                  <a:gd name="T4" fmla="*/ 2 w 9"/>
                  <a:gd name="T5" fmla="*/ 33 h 67"/>
                  <a:gd name="T6" fmla="*/ 1 w 9"/>
                  <a:gd name="T7" fmla="*/ 67 h 67"/>
                  <a:gd name="T8" fmla="*/ 7 w 9"/>
                  <a:gd name="T9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7">
                    <a:moveTo>
                      <a:pt x="7" y="34"/>
                    </a:moveTo>
                    <a:cubicBezTo>
                      <a:pt x="9" y="15"/>
                      <a:pt x="9" y="0"/>
                      <a:pt x="8" y="0"/>
                    </a:cubicBezTo>
                    <a:cubicBezTo>
                      <a:pt x="6" y="0"/>
                      <a:pt x="3" y="15"/>
                      <a:pt x="2" y="33"/>
                    </a:cubicBezTo>
                    <a:cubicBezTo>
                      <a:pt x="0" y="52"/>
                      <a:pt x="0" y="67"/>
                      <a:pt x="1" y="67"/>
                    </a:cubicBezTo>
                    <a:cubicBezTo>
                      <a:pt x="3" y="67"/>
                      <a:pt x="5" y="52"/>
                      <a:pt x="7" y="3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6" name="Freeform 12">
                <a:extLst>
                  <a:ext uri="{FF2B5EF4-FFF2-40B4-BE49-F238E27FC236}">
                    <a16:creationId xmlns:a16="http://schemas.microsoft.com/office/drawing/2014/main" id="{F8D5F2D1-F053-4DA5-996D-239CA1F515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700" y="2311400"/>
                <a:ext cx="34925" cy="266700"/>
              </a:xfrm>
              <a:custGeom>
                <a:avLst/>
                <a:gdLst>
                  <a:gd name="T0" fmla="*/ 7 w 9"/>
                  <a:gd name="T1" fmla="*/ 34 h 67"/>
                  <a:gd name="T2" fmla="*/ 8 w 9"/>
                  <a:gd name="T3" fmla="*/ 0 h 67"/>
                  <a:gd name="T4" fmla="*/ 2 w 9"/>
                  <a:gd name="T5" fmla="*/ 33 h 67"/>
                  <a:gd name="T6" fmla="*/ 1 w 9"/>
                  <a:gd name="T7" fmla="*/ 67 h 67"/>
                  <a:gd name="T8" fmla="*/ 7 w 9"/>
                  <a:gd name="T9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7">
                    <a:moveTo>
                      <a:pt x="7" y="34"/>
                    </a:moveTo>
                    <a:cubicBezTo>
                      <a:pt x="9" y="15"/>
                      <a:pt x="9" y="0"/>
                      <a:pt x="8" y="0"/>
                    </a:cubicBezTo>
                    <a:cubicBezTo>
                      <a:pt x="6" y="0"/>
                      <a:pt x="3" y="15"/>
                      <a:pt x="2" y="33"/>
                    </a:cubicBezTo>
                    <a:cubicBezTo>
                      <a:pt x="0" y="52"/>
                      <a:pt x="0" y="67"/>
                      <a:pt x="1" y="67"/>
                    </a:cubicBezTo>
                    <a:cubicBezTo>
                      <a:pt x="3" y="67"/>
                      <a:pt x="5" y="52"/>
                      <a:pt x="7" y="3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7" name="Freeform 13">
                <a:extLst>
                  <a:ext uri="{FF2B5EF4-FFF2-40B4-BE49-F238E27FC236}">
                    <a16:creationId xmlns:a16="http://schemas.microsoft.com/office/drawing/2014/main" id="{72ECF711-6A68-485A-BBDD-3757B2615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688" y="2200274"/>
                <a:ext cx="246062" cy="119063"/>
              </a:xfrm>
              <a:custGeom>
                <a:avLst/>
                <a:gdLst>
                  <a:gd name="T0" fmla="*/ 30 w 62"/>
                  <a:gd name="T1" fmla="*/ 12 h 30"/>
                  <a:gd name="T2" fmla="*/ 1 w 62"/>
                  <a:gd name="T3" fmla="*/ 29 h 30"/>
                  <a:gd name="T4" fmla="*/ 32 w 62"/>
                  <a:gd name="T5" fmla="*/ 18 h 30"/>
                  <a:gd name="T6" fmla="*/ 62 w 62"/>
                  <a:gd name="T7" fmla="*/ 1 h 30"/>
                  <a:gd name="T8" fmla="*/ 30 w 62"/>
                  <a:gd name="T9" fmla="*/ 1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0">
                    <a:moveTo>
                      <a:pt x="30" y="12"/>
                    </a:moveTo>
                    <a:cubicBezTo>
                      <a:pt x="13" y="20"/>
                      <a:pt x="0" y="27"/>
                      <a:pt x="1" y="29"/>
                    </a:cubicBezTo>
                    <a:cubicBezTo>
                      <a:pt x="1" y="30"/>
                      <a:pt x="16" y="25"/>
                      <a:pt x="32" y="18"/>
                    </a:cubicBezTo>
                    <a:cubicBezTo>
                      <a:pt x="49" y="10"/>
                      <a:pt x="62" y="2"/>
                      <a:pt x="62" y="1"/>
                    </a:cubicBezTo>
                    <a:cubicBezTo>
                      <a:pt x="61" y="0"/>
                      <a:pt x="47" y="5"/>
                      <a:pt x="30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8" name="Freeform 14">
                <a:extLst>
                  <a:ext uri="{FF2B5EF4-FFF2-40B4-BE49-F238E27FC236}">
                    <a16:creationId xmlns:a16="http://schemas.microsoft.com/office/drawing/2014/main" id="{5313B07C-DE7D-4A7A-B9FA-1C14D52266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688" y="2200274"/>
                <a:ext cx="246062" cy="119063"/>
              </a:xfrm>
              <a:custGeom>
                <a:avLst/>
                <a:gdLst>
                  <a:gd name="T0" fmla="*/ 30 w 62"/>
                  <a:gd name="T1" fmla="*/ 12 h 30"/>
                  <a:gd name="T2" fmla="*/ 1 w 62"/>
                  <a:gd name="T3" fmla="*/ 29 h 30"/>
                  <a:gd name="T4" fmla="*/ 32 w 62"/>
                  <a:gd name="T5" fmla="*/ 18 h 30"/>
                  <a:gd name="T6" fmla="*/ 62 w 62"/>
                  <a:gd name="T7" fmla="*/ 1 h 30"/>
                  <a:gd name="T8" fmla="*/ 30 w 62"/>
                  <a:gd name="T9" fmla="*/ 1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0">
                    <a:moveTo>
                      <a:pt x="30" y="12"/>
                    </a:moveTo>
                    <a:cubicBezTo>
                      <a:pt x="13" y="20"/>
                      <a:pt x="0" y="27"/>
                      <a:pt x="1" y="29"/>
                    </a:cubicBezTo>
                    <a:cubicBezTo>
                      <a:pt x="1" y="30"/>
                      <a:pt x="16" y="25"/>
                      <a:pt x="32" y="18"/>
                    </a:cubicBezTo>
                    <a:cubicBezTo>
                      <a:pt x="49" y="10"/>
                      <a:pt x="62" y="2"/>
                      <a:pt x="62" y="1"/>
                    </a:cubicBezTo>
                    <a:cubicBezTo>
                      <a:pt x="61" y="0"/>
                      <a:pt x="47" y="5"/>
                      <a:pt x="30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9" name="Freeform 15">
                <a:extLst>
                  <a:ext uri="{FF2B5EF4-FFF2-40B4-BE49-F238E27FC236}">
                    <a16:creationId xmlns:a16="http://schemas.microsoft.com/office/drawing/2014/main" id="{18BEC6FA-2B40-46D6-92AE-77DEEF020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375" y="2157412"/>
                <a:ext cx="222249" cy="161925"/>
              </a:xfrm>
              <a:custGeom>
                <a:avLst/>
                <a:gdLst>
                  <a:gd name="T0" fmla="*/ 30 w 56"/>
                  <a:gd name="T1" fmla="*/ 18 h 41"/>
                  <a:gd name="T2" fmla="*/ 1 w 56"/>
                  <a:gd name="T3" fmla="*/ 1 h 41"/>
                  <a:gd name="T4" fmla="*/ 27 w 56"/>
                  <a:gd name="T5" fmla="*/ 23 h 41"/>
                  <a:gd name="T6" fmla="*/ 56 w 56"/>
                  <a:gd name="T7" fmla="*/ 40 h 41"/>
                  <a:gd name="T8" fmla="*/ 56 w 56"/>
                  <a:gd name="T9" fmla="*/ 39 h 41"/>
                  <a:gd name="T10" fmla="*/ 30 w 56"/>
                  <a:gd name="T11" fmla="*/ 1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" h="41">
                    <a:moveTo>
                      <a:pt x="30" y="18"/>
                    </a:moveTo>
                    <a:cubicBezTo>
                      <a:pt x="15" y="7"/>
                      <a:pt x="2" y="0"/>
                      <a:pt x="1" y="1"/>
                    </a:cubicBezTo>
                    <a:cubicBezTo>
                      <a:pt x="0" y="2"/>
                      <a:pt x="12" y="12"/>
                      <a:pt x="27" y="23"/>
                    </a:cubicBezTo>
                    <a:cubicBezTo>
                      <a:pt x="42" y="33"/>
                      <a:pt x="55" y="41"/>
                      <a:pt x="56" y="40"/>
                    </a:cubicBezTo>
                    <a:cubicBezTo>
                      <a:pt x="56" y="40"/>
                      <a:pt x="56" y="40"/>
                      <a:pt x="56" y="39"/>
                    </a:cubicBezTo>
                    <a:cubicBezTo>
                      <a:pt x="54" y="37"/>
                      <a:pt x="44" y="28"/>
                      <a:pt x="30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0" name="Freeform 16">
                <a:extLst>
                  <a:ext uri="{FF2B5EF4-FFF2-40B4-BE49-F238E27FC236}">
                    <a16:creationId xmlns:a16="http://schemas.microsoft.com/office/drawing/2014/main" id="{073FE1D6-6CC8-474A-A4C2-926B0CC3FF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375" y="2157412"/>
                <a:ext cx="222249" cy="161925"/>
              </a:xfrm>
              <a:custGeom>
                <a:avLst/>
                <a:gdLst>
                  <a:gd name="T0" fmla="*/ 30 w 56"/>
                  <a:gd name="T1" fmla="*/ 18 h 41"/>
                  <a:gd name="T2" fmla="*/ 1 w 56"/>
                  <a:gd name="T3" fmla="*/ 1 h 41"/>
                  <a:gd name="T4" fmla="*/ 27 w 56"/>
                  <a:gd name="T5" fmla="*/ 23 h 41"/>
                  <a:gd name="T6" fmla="*/ 56 w 56"/>
                  <a:gd name="T7" fmla="*/ 40 h 41"/>
                  <a:gd name="T8" fmla="*/ 56 w 56"/>
                  <a:gd name="T9" fmla="*/ 39 h 41"/>
                  <a:gd name="T10" fmla="*/ 30 w 56"/>
                  <a:gd name="T11" fmla="*/ 1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" h="41">
                    <a:moveTo>
                      <a:pt x="30" y="18"/>
                    </a:moveTo>
                    <a:cubicBezTo>
                      <a:pt x="15" y="7"/>
                      <a:pt x="2" y="0"/>
                      <a:pt x="1" y="1"/>
                    </a:cubicBezTo>
                    <a:cubicBezTo>
                      <a:pt x="0" y="2"/>
                      <a:pt x="12" y="12"/>
                      <a:pt x="27" y="23"/>
                    </a:cubicBezTo>
                    <a:cubicBezTo>
                      <a:pt x="42" y="33"/>
                      <a:pt x="55" y="41"/>
                      <a:pt x="56" y="40"/>
                    </a:cubicBezTo>
                    <a:cubicBezTo>
                      <a:pt x="56" y="40"/>
                      <a:pt x="56" y="40"/>
                      <a:pt x="56" y="39"/>
                    </a:cubicBezTo>
                    <a:cubicBezTo>
                      <a:pt x="54" y="37"/>
                      <a:pt x="44" y="28"/>
                      <a:pt x="30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1" name="Oval 620">
                <a:extLst>
                  <a:ext uri="{FF2B5EF4-FFF2-40B4-BE49-F238E27FC236}">
                    <a16:creationId xmlns:a16="http://schemas.microsoft.com/office/drawing/2014/main" id="{C798FFE5-0CBF-46AA-BBC7-B4D763179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2" name="Oval 621">
                <a:extLst>
                  <a:ext uri="{FF2B5EF4-FFF2-40B4-BE49-F238E27FC236}">
                    <a16:creationId xmlns:a16="http://schemas.microsoft.com/office/drawing/2014/main" id="{94DB1D9A-F3A4-46DF-A49F-A83881E6B7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3" name="Oval 622">
                <a:extLst>
                  <a:ext uri="{FF2B5EF4-FFF2-40B4-BE49-F238E27FC236}">
                    <a16:creationId xmlns:a16="http://schemas.microsoft.com/office/drawing/2014/main" id="{70F562E7-2365-4445-8A6E-AD5485C68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4" name="Oval 623">
                <a:extLst>
                  <a:ext uri="{FF2B5EF4-FFF2-40B4-BE49-F238E27FC236}">
                    <a16:creationId xmlns:a16="http://schemas.microsoft.com/office/drawing/2014/main" id="{8B5B033D-B2DE-46F4-9635-1FBF1370D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5" name="Freeform 22">
                <a:extLst>
                  <a:ext uri="{FF2B5EF4-FFF2-40B4-BE49-F238E27FC236}">
                    <a16:creationId xmlns:a16="http://schemas.microsoft.com/office/drawing/2014/main" id="{18981567-C1A3-4695-AE64-0AF440DB3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6" name="Freeform 23">
                <a:extLst>
                  <a:ext uri="{FF2B5EF4-FFF2-40B4-BE49-F238E27FC236}">
                    <a16:creationId xmlns:a16="http://schemas.microsoft.com/office/drawing/2014/main" id="{5D1802E0-D99C-477E-AAB7-E039F909B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7" name="Freeform 24">
                <a:extLst>
                  <a:ext uri="{FF2B5EF4-FFF2-40B4-BE49-F238E27FC236}">
                    <a16:creationId xmlns:a16="http://schemas.microsoft.com/office/drawing/2014/main" id="{7A3D7815-52BE-4AAE-9F88-9FFD6FA9A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8" name="Freeform 25">
                <a:extLst>
                  <a:ext uri="{FF2B5EF4-FFF2-40B4-BE49-F238E27FC236}">
                    <a16:creationId xmlns:a16="http://schemas.microsoft.com/office/drawing/2014/main" id="{90641385-0C3C-4467-A571-8F079EC01C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9" name="Freeform 27">
                <a:extLst>
                  <a:ext uri="{FF2B5EF4-FFF2-40B4-BE49-F238E27FC236}">
                    <a16:creationId xmlns:a16="http://schemas.microsoft.com/office/drawing/2014/main" id="{549B4187-F245-4658-8511-3E97D1AEA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637" y="2359025"/>
                <a:ext cx="369887" cy="150813"/>
              </a:xfrm>
              <a:custGeom>
                <a:avLst/>
                <a:gdLst>
                  <a:gd name="T0" fmla="*/ 48 w 93"/>
                  <a:gd name="T1" fmla="*/ 15 h 38"/>
                  <a:gd name="T2" fmla="*/ 1 w 93"/>
                  <a:gd name="T3" fmla="*/ 2 h 38"/>
                  <a:gd name="T4" fmla="*/ 45 w 93"/>
                  <a:gd name="T5" fmla="*/ 23 h 38"/>
                  <a:gd name="T6" fmla="*/ 92 w 93"/>
                  <a:gd name="T7" fmla="*/ 36 h 38"/>
                  <a:gd name="T8" fmla="*/ 48 w 93"/>
                  <a:gd name="T9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8">
                    <a:moveTo>
                      <a:pt x="48" y="15"/>
                    </a:moveTo>
                    <a:cubicBezTo>
                      <a:pt x="23" y="6"/>
                      <a:pt x="2" y="0"/>
                      <a:pt x="1" y="2"/>
                    </a:cubicBezTo>
                    <a:cubicBezTo>
                      <a:pt x="0" y="4"/>
                      <a:pt x="20" y="13"/>
                      <a:pt x="45" y="23"/>
                    </a:cubicBezTo>
                    <a:cubicBezTo>
                      <a:pt x="70" y="32"/>
                      <a:pt x="91" y="38"/>
                      <a:pt x="92" y="36"/>
                    </a:cubicBezTo>
                    <a:cubicBezTo>
                      <a:pt x="93" y="34"/>
                      <a:pt x="73" y="24"/>
                      <a:pt x="48" y="1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0" name="Freeform 28">
                <a:extLst>
                  <a:ext uri="{FF2B5EF4-FFF2-40B4-BE49-F238E27FC236}">
                    <a16:creationId xmlns:a16="http://schemas.microsoft.com/office/drawing/2014/main" id="{951028A5-E11B-4561-B80F-35FE9E947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637" y="2359025"/>
                <a:ext cx="369887" cy="150813"/>
              </a:xfrm>
              <a:custGeom>
                <a:avLst/>
                <a:gdLst>
                  <a:gd name="T0" fmla="*/ 48 w 93"/>
                  <a:gd name="T1" fmla="*/ 15 h 38"/>
                  <a:gd name="T2" fmla="*/ 1 w 93"/>
                  <a:gd name="T3" fmla="*/ 2 h 38"/>
                  <a:gd name="T4" fmla="*/ 45 w 93"/>
                  <a:gd name="T5" fmla="*/ 23 h 38"/>
                  <a:gd name="T6" fmla="*/ 92 w 93"/>
                  <a:gd name="T7" fmla="*/ 36 h 38"/>
                  <a:gd name="T8" fmla="*/ 48 w 93"/>
                  <a:gd name="T9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8">
                    <a:moveTo>
                      <a:pt x="48" y="15"/>
                    </a:moveTo>
                    <a:cubicBezTo>
                      <a:pt x="23" y="6"/>
                      <a:pt x="2" y="0"/>
                      <a:pt x="1" y="2"/>
                    </a:cubicBezTo>
                    <a:cubicBezTo>
                      <a:pt x="0" y="4"/>
                      <a:pt x="20" y="13"/>
                      <a:pt x="45" y="23"/>
                    </a:cubicBezTo>
                    <a:cubicBezTo>
                      <a:pt x="70" y="32"/>
                      <a:pt x="91" y="38"/>
                      <a:pt x="92" y="36"/>
                    </a:cubicBezTo>
                    <a:cubicBezTo>
                      <a:pt x="93" y="34"/>
                      <a:pt x="73" y="24"/>
                      <a:pt x="48" y="1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1" name="Freeform 29">
                <a:extLst>
                  <a:ext uri="{FF2B5EF4-FFF2-40B4-BE49-F238E27FC236}">
                    <a16:creationId xmlns:a16="http://schemas.microsoft.com/office/drawing/2014/main" id="{04BA9CD6-66ED-47B4-9C49-141BC713D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374" y="1982788"/>
                <a:ext cx="84138" cy="384175"/>
              </a:xfrm>
              <a:custGeom>
                <a:avLst/>
                <a:gdLst>
                  <a:gd name="T0" fmla="*/ 7 w 21"/>
                  <a:gd name="T1" fmla="*/ 50 h 97"/>
                  <a:gd name="T2" fmla="*/ 19 w 21"/>
                  <a:gd name="T3" fmla="*/ 97 h 97"/>
                  <a:gd name="T4" fmla="*/ 15 w 21"/>
                  <a:gd name="T5" fmla="*/ 48 h 97"/>
                  <a:gd name="T6" fmla="*/ 2 w 21"/>
                  <a:gd name="T7" fmla="*/ 1 h 97"/>
                  <a:gd name="T8" fmla="*/ 7 w 21"/>
                  <a:gd name="T9" fmla="*/ 5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97">
                    <a:moveTo>
                      <a:pt x="7" y="50"/>
                    </a:moveTo>
                    <a:cubicBezTo>
                      <a:pt x="11" y="76"/>
                      <a:pt x="16" y="97"/>
                      <a:pt x="19" y="97"/>
                    </a:cubicBezTo>
                    <a:cubicBezTo>
                      <a:pt x="21" y="96"/>
                      <a:pt x="19" y="75"/>
                      <a:pt x="15" y="48"/>
                    </a:cubicBezTo>
                    <a:cubicBezTo>
                      <a:pt x="10" y="22"/>
                      <a:pt x="5" y="0"/>
                      <a:pt x="2" y="1"/>
                    </a:cubicBezTo>
                    <a:cubicBezTo>
                      <a:pt x="0" y="1"/>
                      <a:pt x="2" y="23"/>
                      <a:pt x="7" y="5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2" name="Freeform 30">
                <a:extLst>
                  <a:ext uri="{FF2B5EF4-FFF2-40B4-BE49-F238E27FC236}">
                    <a16:creationId xmlns:a16="http://schemas.microsoft.com/office/drawing/2014/main" id="{F1281B0D-39DF-42F4-9166-E31786908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374" y="1982788"/>
                <a:ext cx="84138" cy="384175"/>
              </a:xfrm>
              <a:custGeom>
                <a:avLst/>
                <a:gdLst>
                  <a:gd name="T0" fmla="*/ 7 w 21"/>
                  <a:gd name="T1" fmla="*/ 50 h 97"/>
                  <a:gd name="T2" fmla="*/ 19 w 21"/>
                  <a:gd name="T3" fmla="*/ 97 h 97"/>
                  <a:gd name="T4" fmla="*/ 15 w 21"/>
                  <a:gd name="T5" fmla="*/ 48 h 97"/>
                  <a:gd name="T6" fmla="*/ 2 w 21"/>
                  <a:gd name="T7" fmla="*/ 1 h 97"/>
                  <a:gd name="T8" fmla="*/ 7 w 21"/>
                  <a:gd name="T9" fmla="*/ 5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97">
                    <a:moveTo>
                      <a:pt x="7" y="50"/>
                    </a:moveTo>
                    <a:cubicBezTo>
                      <a:pt x="11" y="76"/>
                      <a:pt x="16" y="97"/>
                      <a:pt x="19" y="97"/>
                    </a:cubicBezTo>
                    <a:cubicBezTo>
                      <a:pt x="21" y="96"/>
                      <a:pt x="19" y="75"/>
                      <a:pt x="15" y="48"/>
                    </a:cubicBezTo>
                    <a:cubicBezTo>
                      <a:pt x="10" y="22"/>
                      <a:pt x="5" y="0"/>
                      <a:pt x="2" y="1"/>
                    </a:cubicBezTo>
                    <a:cubicBezTo>
                      <a:pt x="0" y="1"/>
                      <a:pt x="2" y="23"/>
                      <a:pt x="7" y="5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3" name="Freeform 31">
                <a:extLst>
                  <a:ext uri="{FF2B5EF4-FFF2-40B4-BE49-F238E27FC236}">
                    <a16:creationId xmlns:a16="http://schemas.microsoft.com/office/drawing/2014/main" id="{EAB9C680-3F15-4CF3-98AF-5C89F7EA2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950" y="2359025"/>
                <a:ext cx="304800" cy="254000"/>
              </a:xfrm>
              <a:custGeom>
                <a:avLst/>
                <a:gdLst>
                  <a:gd name="T0" fmla="*/ 36 w 77"/>
                  <a:gd name="T1" fmla="*/ 28 h 64"/>
                  <a:gd name="T2" fmla="*/ 1 w 77"/>
                  <a:gd name="T3" fmla="*/ 63 h 64"/>
                  <a:gd name="T4" fmla="*/ 41 w 77"/>
                  <a:gd name="T5" fmla="*/ 35 h 64"/>
                  <a:gd name="T6" fmla="*/ 76 w 77"/>
                  <a:gd name="T7" fmla="*/ 1 h 64"/>
                  <a:gd name="T8" fmla="*/ 75 w 77"/>
                  <a:gd name="T9" fmla="*/ 0 h 64"/>
                  <a:gd name="T10" fmla="*/ 36 w 77"/>
                  <a:gd name="T11" fmla="*/ 2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64">
                    <a:moveTo>
                      <a:pt x="36" y="28"/>
                    </a:moveTo>
                    <a:cubicBezTo>
                      <a:pt x="15" y="46"/>
                      <a:pt x="0" y="61"/>
                      <a:pt x="1" y="63"/>
                    </a:cubicBezTo>
                    <a:cubicBezTo>
                      <a:pt x="2" y="64"/>
                      <a:pt x="20" y="52"/>
                      <a:pt x="41" y="35"/>
                    </a:cubicBezTo>
                    <a:cubicBezTo>
                      <a:pt x="62" y="18"/>
                      <a:pt x="77" y="2"/>
                      <a:pt x="76" y="1"/>
                    </a:cubicBezTo>
                    <a:cubicBezTo>
                      <a:pt x="76" y="0"/>
                      <a:pt x="76" y="0"/>
                      <a:pt x="75" y="0"/>
                    </a:cubicBezTo>
                    <a:cubicBezTo>
                      <a:pt x="71" y="1"/>
                      <a:pt x="55" y="13"/>
                      <a:pt x="36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4" name="Freeform 32">
                <a:extLst>
                  <a:ext uri="{FF2B5EF4-FFF2-40B4-BE49-F238E27FC236}">
                    <a16:creationId xmlns:a16="http://schemas.microsoft.com/office/drawing/2014/main" id="{DC8DB5F1-C08B-4BC5-BDB6-A7C52BA5F6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950" y="2359025"/>
                <a:ext cx="304800" cy="254000"/>
              </a:xfrm>
              <a:custGeom>
                <a:avLst/>
                <a:gdLst>
                  <a:gd name="T0" fmla="*/ 36 w 77"/>
                  <a:gd name="T1" fmla="*/ 28 h 64"/>
                  <a:gd name="T2" fmla="*/ 1 w 77"/>
                  <a:gd name="T3" fmla="*/ 63 h 64"/>
                  <a:gd name="T4" fmla="*/ 41 w 77"/>
                  <a:gd name="T5" fmla="*/ 35 h 64"/>
                  <a:gd name="T6" fmla="*/ 76 w 77"/>
                  <a:gd name="T7" fmla="*/ 1 h 64"/>
                  <a:gd name="T8" fmla="*/ 75 w 77"/>
                  <a:gd name="T9" fmla="*/ 0 h 64"/>
                  <a:gd name="T10" fmla="*/ 36 w 77"/>
                  <a:gd name="T11" fmla="*/ 2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64">
                    <a:moveTo>
                      <a:pt x="36" y="28"/>
                    </a:moveTo>
                    <a:cubicBezTo>
                      <a:pt x="15" y="46"/>
                      <a:pt x="0" y="61"/>
                      <a:pt x="1" y="63"/>
                    </a:cubicBezTo>
                    <a:cubicBezTo>
                      <a:pt x="2" y="64"/>
                      <a:pt x="20" y="52"/>
                      <a:pt x="41" y="35"/>
                    </a:cubicBezTo>
                    <a:cubicBezTo>
                      <a:pt x="62" y="18"/>
                      <a:pt x="77" y="2"/>
                      <a:pt x="76" y="1"/>
                    </a:cubicBezTo>
                    <a:cubicBezTo>
                      <a:pt x="76" y="0"/>
                      <a:pt x="76" y="0"/>
                      <a:pt x="75" y="0"/>
                    </a:cubicBezTo>
                    <a:cubicBezTo>
                      <a:pt x="71" y="1"/>
                      <a:pt x="55" y="13"/>
                      <a:pt x="36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5" name="Freeform 33">
                <a:extLst>
                  <a:ext uri="{FF2B5EF4-FFF2-40B4-BE49-F238E27FC236}">
                    <a16:creationId xmlns:a16="http://schemas.microsoft.com/office/drawing/2014/main" id="{7906BC89-15FE-426D-8686-7C6EC0FF8C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6" name="Freeform 34">
                <a:extLst>
                  <a:ext uri="{FF2B5EF4-FFF2-40B4-BE49-F238E27FC236}">
                    <a16:creationId xmlns:a16="http://schemas.microsoft.com/office/drawing/2014/main" id="{9C69E5B1-9BCD-4C40-B057-99D0FE7CA8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7" name="Freeform 35">
                <a:extLst>
                  <a:ext uri="{FF2B5EF4-FFF2-40B4-BE49-F238E27FC236}">
                    <a16:creationId xmlns:a16="http://schemas.microsoft.com/office/drawing/2014/main" id="{0CB5479F-D9FD-40B3-A3D2-11DE74F658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8" name="Freeform 36">
                <a:extLst>
                  <a:ext uri="{FF2B5EF4-FFF2-40B4-BE49-F238E27FC236}">
                    <a16:creationId xmlns:a16="http://schemas.microsoft.com/office/drawing/2014/main" id="{3BA31EA4-122B-49DB-B5BE-1DAB08850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9" name="Rectangle 638">
                <a:extLst>
                  <a:ext uri="{FF2B5EF4-FFF2-40B4-BE49-F238E27FC236}">
                    <a16:creationId xmlns:a16="http://schemas.microsoft.com/office/drawing/2014/main" id="{5371C17E-F3AF-40A9-82DF-C1AAD1BE5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949" y="2633662"/>
                <a:ext cx="3175" cy="1588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0" name="Freeform 38">
                <a:extLst>
                  <a:ext uri="{FF2B5EF4-FFF2-40B4-BE49-F238E27FC236}">
                    <a16:creationId xmlns:a16="http://schemas.microsoft.com/office/drawing/2014/main" id="{612D7804-A6CF-403A-B39A-8AFF67830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1" name="Freeform 39">
                <a:extLst>
                  <a:ext uri="{FF2B5EF4-FFF2-40B4-BE49-F238E27FC236}">
                    <a16:creationId xmlns:a16="http://schemas.microsoft.com/office/drawing/2014/main" id="{9B4B3EC7-CC2F-4B0C-B5FB-3DDBB23F6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2" name="Freeform 40">
                <a:extLst>
                  <a:ext uri="{FF2B5EF4-FFF2-40B4-BE49-F238E27FC236}">
                    <a16:creationId xmlns:a16="http://schemas.microsoft.com/office/drawing/2014/main" id="{11D8515B-B212-4BE4-A207-E0165F1C69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3" name="Freeform 41">
                <a:extLst>
                  <a:ext uri="{FF2B5EF4-FFF2-40B4-BE49-F238E27FC236}">
                    <a16:creationId xmlns:a16="http://schemas.microsoft.com/office/drawing/2014/main" id="{91D3C8C5-0B9B-46F9-BCDD-3B230917F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4" name="Freeform 43">
                <a:extLst>
                  <a:ext uri="{FF2B5EF4-FFF2-40B4-BE49-F238E27FC236}">
                    <a16:creationId xmlns:a16="http://schemas.microsoft.com/office/drawing/2014/main" id="{405882BF-4234-4386-9DE8-2CDC71648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5" name="Freeform 44">
                <a:extLst>
                  <a:ext uri="{FF2B5EF4-FFF2-40B4-BE49-F238E27FC236}">
                    <a16:creationId xmlns:a16="http://schemas.microsoft.com/office/drawing/2014/main" id="{AE2FA927-87A9-4872-B213-9D192E29B2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6" name="Freeform 45">
                <a:extLst>
                  <a:ext uri="{FF2B5EF4-FFF2-40B4-BE49-F238E27FC236}">
                    <a16:creationId xmlns:a16="http://schemas.microsoft.com/office/drawing/2014/main" id="{6FC9A71C-5241-4F1B-92AD-0A8425425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7" name="Freeform 46">
                <a:extLst>
                  <a:ext uri="{FF2B5EF4-FFF2-40B4-BE49-F238E27FC236}">
                    <a16:creationId xmlns:a16="http://schemas.microsoft.com/office/drawing/2014/main" id="{920C59EC-02BD-43C6-B1CB-8597E4E89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8" name="Freeform 48">
                <a:extLst>
                  <a:ext uri="{FF2B5EF4-FFF2-40B4-BE49-F238E27FC236}">
                    <a16:creationId xmlns:a16="http://schemas.microsoft.com/office/drawing/2014/main" id="{7E14BB5F-A9DD-44EC-BEDC-D2542703F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648" y="2327275"/>
                <a:ext cx="290512" cy="587375"/>
              </a:xfrm>
              <a:custGeom>
                <a:avLst/>
                <a:gdLst>
                  <a:gd name="T0" fmla="*/ 43 w 73"/>
                  <a:gd name="T1" fmla="*/ 71 h 148"/>
                  <a:gd name="T2" fmla="*/ 4 w 73"/>
                  <a:gd name="T3" fmla="*/ 2 h 148"/>
                  <a:gd name="T4" fmla="*/ 30 w 73"/>
                  <a:gd name="T5" fmla="*/ 77 h 148"/>
                  <a:gd name="T6" fmla="*/ 70 w 73"/>
                  <a:gd name="T7" fmla="*/ 146 h 148"/>
                  <a:gd name="T8" fmla="*/ 43 w 73"/>
                  <a:gd name="T9" fmla="*/ 71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48">
                    <a:moveTo>
                      <a:pt x="43" y="71"/>
                    </a:moveTo>
                    <a:cubicBezTo>
                      <a:pt x="24" y="31"/>
                      <a:pt x="7" y="0"/>
                      <a:pt x="4" y="2"/>
                    </a:cubicBezTo>
                    <a:cubicBezTo>
                      <a:pt x="0" y="3"/>
                      <a:pt x="12" y="37"/>
                      <a:pt x="30" y="77"/>
                    </a:cubicBezTo>
                    <a:cubicBezTo>
                      <a:pt x="49" y="117"/>
                      <a:pt x="66" y="148"/>
                      <a:pt x="70" y="146"/>
                    </a:cubicBezTo>
                    <a:cubicBezTo>
                      <a:pt x="73" y="145"/>
                      <a:pt x="61" y="111"/>
                      <a:pt x="43" y="7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9" name="Freeform 49">
                <a:extLst>
                  <a:ext uri="{FF2B5EF4-FFF2-40B4-BE49-F238E27FC236}">
                    <a16:creationId xmlns:a16="http://schemas.microsoft.com/office/drawing/2014/main" id="{514C936B-A435-4A40-A35A-E12C164D2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648" y="2327275"/>
                <a:ext cx="290512" cy="587375"/>
              </a:xfrm>
              <a:custGeom>
                <a:avLst/>
                <a:gdLst>
                  <a:gd name="T0" fmla="*/ 43 w 73"/>
                  <a:gd name="T1" fmla="*/ 71 h 148"/>
                  <a:gd name="T2" fmla="*/ 4 w 73"/>
                  <a:gd name="T3" fmla="*/ 2 h 148"/>
                  <a:gd name="T4" fmla="*/ 30 w 73"/>
                  <a:gd name="T5" fmla="*/ 77 h 148"/>
                  <a:gd name="T6" fmla="*/ 70 w 73"/>
                  <a:gd name="T7" fmla="*/ 146 h 148"/>
                  <a:gd name="T8" fmla="*/ 43 w 73"/>
                  <a:gd name="T9" fmla="*/ 71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48">
                    <a:moveTo>
                      <a:pt x="43" y="71"/>
                    </a:moveTo>
                    <a:cubicBezTo>
                      <a:pt x="24" y="31"/>
                      <a:pt x="7" y="0"/>
                      <a:pt x="4" y="2"/>
                    </a:cubicBezTo>
                    <a:cubicBezTo>
                      <a:pt x="0" y="3"/>
                      <a:pt x="12" y="37"/>
                      <a:pt x="30" y="77"/>
                    </a:cubicBezTo>
                    <a:cubicBezTo>
                      <a:pt x="49" y="117"/>
                      <a:pt x="66" y="148"/>
                      <a:pt x="70" y="146"/>
                    </a:cubicBezTo>
                    <a:cubicBezTo>
                      <a:pt x="73" y="145"/>
                      <a:pt x="61" y="111"/>
                      <a:pt x="43" y="7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0" name="Freeform 50">
                <a:extLst>
                  <a:ext uri="{FF2B5EF4-FFF2-40B4-BE49-F238E27FC236}">
                    <a16:creationId xmlns:a16="http://schemas.microsoft.com/office/drawing/2014/main" id="{A75ED29B-1AE2-435E-A4BE-001DAC4BF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586" y="1816100"/>
                <a:ext cx="388937" cy="531813"/>
              </a:xfrm>
              <a:custGeom>
                <a:avLst/>
                <a:gdLst>
                  <a:gd name="T0" fmla="*/ 43 w 98"/>
                  <a:gd name="T1" fmla="*/ 63 h 134"/>
                  <a:gd name="T2" fmla="*/ 3 w 98"/>
                  <a:gd name="T3" fmla="*/ 132 h 134"/>
                  <a:gd name="T4" fmla="*/ 54 w 98"/>
                  <a:gd name="T5" fmla="*/ 71 h 134"/>
                  <a:gd name="T6" fmla="*/ 95 w 98"/>
                  <a:gd name="T7" fmla="*/ 2 h 134"/>
                  <a:gd name="T8" fmla="*/ 43 w 98"/>
                  <a:gd name="T9" fmla="*/ 6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134">
                    <a:moveTo>
                      <a:pt x="43" y="63"/>
                    </a:moveTo>
                    <a:cubicBezTo>
                      <a:pt x="18" y="99"/>
                      <a:pt x="0" y="130"/>
                      <a:pt x="3" y="132"/>
                    </a:cubicBezTo>
                    <a:cubicBezTo>
                      <a:pt x="6" y="134"/>
                      <a:pt x="29" y="107"/>
                      <a:pt x="54" y="71"/>
                    </a:cubicBezTo>
                    <a:cubicBezTo>
                      <a:pt x="79" y="35"/>
                      <a:pt x="98" y="4"/>
                      <a:pt x="95" y="2"/>
                    </a:cubicBezTo>
                    <a:cubicBezTo>
                      <a:pt x="92" y="0"/>
                      <a:pt x="69" y="27"/>
                      <a:pt x="43" y="6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1" name="Freeform 51">
                <a:extLst>
                  <a:ext uri="{FF2B5EF4-FFF2-40B4-BE49-F238E27FC236}">
                    <a16:creationId xmlns:a16="http://schemas.microsoft.com/office/drawing/2014/main" id="{03461A47-4679-4C6C-8A2B-006B66C02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586" y="1816099"/>
                <a:ext cx="388937" cy="531813"/>
              </a:xfrm>
              <a:custGeom>
                <a:avLst/>
                <a:gdLst>
                  <a:gd name="T0" fmla="*/ 43 w 98"/>
                  <a:gd name="T1" fmla="*/ 63 h 134"/>
                  <a:gd name="T2" fmla="*/ 3 w 98"/>
                  <a:gd name="T3" fmla="*/ 132 h 134"/>
                  <a:gd name="T4" fmla="*/ 54 w 98"/>
                  <a:gd name="T5" fmla="*/ 71 h 134"/>
                  <a:gd name="T6" fmla="*/ 95 w 98"/>
                  <a:gd name="T7" fmla="*/ 2 h 134"/>
                  <a:gd name="T8" fmla="*/ 43 w 98"/>
                  <a:gd name="T9" fmla="*/ 6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134">
                    <a:moveTo>
                      <a:pt x="43" y="63"/>
                    </a:moveTo>
                    <a:cubicBezTo>
                      <a:pt x="18" y="99"/>
                      <a:pt x="0" y="130"/>
                      <a:pt x="3" y="132"/>
                    </a:cubicBezTo>
                    <a:cubicBezTo>
                      <a:pt x="6" y="134"/>
                      <a:pt x="29" y="107"/>
                      <a:pt x="54" y="71"/>
                    </a:cubicBezTo>
                    <a:cubicBezTo>
                      <a:pt x="79" y="35"/>
                      <a:pt x="98" y="4"/>
                      <a:pt x="95" y="2"/>
                    </a:cubicBezTo>
                    <a:cubicBezTo>
                      <a:pt x="92" y="0"/>
                      <a:pt x="69" y="27"/>
                      <a:pt x="43" y="6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2" name="Freeform 52">
                <a:extLst>
                  <a:ext uri="{FF2B5EF4-FFF2-40B4-BE49-F238E27FC236}">
                    <a16:creationId xmlns:a16="http://schemas.microsoft.com/office/drawing/2014/main" id="{EDD80489-B324-4A74-B555-AA0A4C2415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812" y="2260599"/>
                <a:ext cx="628649" cy="87313"/>
              </a:xfrm>
              <a:custGeom>
                <a:avLst/>
                <a:gdLst>
                  <a:gd name="T0" fmla="*/ 80 w 158"/>
                  <a:gd name="T1" fmla="*/ 5 h 22"/>
                  <a:gd name="T2" fmla="*/ 0 w 158"/>
                  <a:gd name="T3" fmla="*/ 4 h 22"/>
                  <a:gd name="T4" fmla="*/ 79 w 158"/>
                  <a:gd name="T5" fmla="*/ 18 h 22"/>
                  <a:gd name="T6" fmla="*/ 158 w 158"/>
                  <a:gd name="T7" fmla="*/ 19 h 22"/>
                  <a:gd name="T8" fmla="*/ 158 w 158"/>
                  <a:gd name="T9" fmla="*/ 18 h 22"/>
                  <a:gd name="T10" fmla="*/ 80 w 158"/>
                  <a:gd name="T11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" h="22">
                    <a:moveTo>
                      <a:pt x="80" y="5"/>
                    </a:moveTo>
                    <a:cubicBezTo>
                      <a:pt x="36" y="0"/>
                      <a:pt x="0" y="0"/>
                      <a:pt x="0" y="4"/>
                    </a:cubicBezTo>
                    <a:cubicBezTo>
                      <a:pt x="0" y="7"/>
                      <a:pt x="35" y="14"/>
                      <a:pt x="79" y="18"/>
                    </a:cubicBezTo>
                    <a:cubicBezTo>
                      <a:pt x="122" y="22"/>
                      <a:pt x="158" y="22"/>
                      <a:pt x="158" y="19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2" y="14"/>
                      <a:pt x="120" y="8"/>
                      <a:pt x="80" y="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3" name="Freeform 53">
                <a:extLst>
                  <a:ext uri="{FF2B5EF4-FFF2-40B4-BE49-F238E27FC236}">
                    <a16:creationId xmlns:a16="http://schemas.microsoft.com/office/drawing/2014/main" id="{861376DD-3223-474E-98AB-CF9DEBF4E8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813" y="2260600"/>
                <a:ext cx="628649" cy="87313"/>
              </a:xfrm>
              <a:custGeom>
                <a:avLst/>
                <a:gdLst>
                  <a:gd name="T0" fmla="*/ 80 w 158"/>
                  <a:gd name="T1" fmla="*/ 5 h 22"/>
                  <a:gd name="T2" fmla="*/ 0 w 158"/>
                  <a:gd name="T3" fmla="*/ 4 h 22"/>
                  <a:gd name="T4" fmla="*/ 79 w 158"/>
                  <a:gd name="T5" fmla="*/ 18 h 22"/>
                  <a:gd name="T6" fmla="*/ 158 w 158"/>
                  <a:gd name="T7" fmla="*/ 19 h 22"/>
                  <a:gd name="T8" fmla="*/ 158 w 158"/>
                  <a:gd name="T9" fmla="*/ 18 h 22"/>
                  <a:gd name="T10" fmla="*/ 80 w 158"/>
                  <a:gd name="T11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" h="22">
                    <a:moveTo>
                      <a:pt x="80" y="5"/>
                    </a:moveTo>
                    <a:cubicBezTo>
                      <a:pt x="36" y="0"/>
                      <a:pt x="0" y="0"/>
                      <a:pt x="0" y="4"/>
                    </a:cubicBezTo>
                    <a:cubicBezTo>
                      <a:pt x="0" y="7"/>
                      <a:pt x="35" y="14"/>
                      <a:pt x="79" y="18"/>
                    </a:cubicBezTo>
                    <a:cubicBezTo>
                      <a:pt x="122" y="22"/>
                      <a:pt x="158" y="22"/>
                      <a:pt x="158" y="19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2" y="14"/>
                      <a:pt x="120" y="8"/>
                      <a:pt x="80" y="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4" name="Freeform 54">
                <a:extLst>
                  <a:ext uri="{FF2B5EF4-FFF2-40B4-BE49-F238E27FC236}">
                    <a16:creationId xmlns:a16="http://schemas.microsoft.com/office/drawing/2014/main" id="{6ABAA811-F634-4FA6-BCAD-806ED4807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5" name="Freeform 55">
                <a:extLst>
                  <a:ext uri="{FF2B5EF4-FFF2-40B4-BE49-F238E27FC236}">
                    <a16:creationId xmlns:a16="http://schemas.microsoft.com/office/drawing/2014/main" id="{F17DB7B7-AA5E-4B79-8592-D3F6E6FAC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6" name="Freeform 56">
                <a:extLst>
                  <a:ext uri="{FF2B5EF4-FFF2-40B4-BE49-F238E27FC236}">
                    <a16:creationId xmlns:a16="http://schemas.microsoft.com/office/drawing/2014/main" id="{A67E450B-BBD1-4681-8896-A4BB8B893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7" name="Freeform 57">
                <a:extLst>
                  <a:ext uri="{FF2B5EF4-FFF2-40B4-BE49-F238E27FC236}">
                    <a16:creationId xmlns:a16="http://schemas.microsoft.com/office/drawing/2014/main" id="{5375E5B1-0061-4390-A058-06ECE446A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8" name="Rectangle 58">
                <a:extLst>
                  <a:ext uri="{FF2B5EF4-FFF2-40B4-BE49-F238E27FC236}">
                    <a16:creationId xmlns:a16="http://schemas.microsoft.com/office/drawing/2014/main" id="{6EA20531-75A6-4F0F-8A23-7959377ED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5262" y="2771775"/>
                <a:ext cx="4763" cy="4763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9" name="Freeform 59">
                <a:extLst>
                  <a:ext uri="{FF2B5EF4-FFF2-40B4-BE49-F238E27FC236}">
                    <a16:creationId xmlns:a16="http://schemas.microsoft.com/office/drawing/2014/main" id="{F81B5973-CB55-4397-9034-8F39CA1EC5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4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60" name="Freeform 60">
                <a:extLst>
                  <a:ext uri="{FF2B5EF4-FFF2-40B4-BE49-F238E27FC236}">
                    <a16:creationId xmlns:a16="http://schemas.microsoft.com/office/drawing/2014/main" id="{DD2EF09F-A950-4685-B683-27D915E7D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4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61" name="Freeform 61">
                <a:extLst>
                  <a:ext uri="{FF2B5EF4-FFF2-40B4-BE49-F238E27FC236}">
                    <a16:creationId xmlns:a16="http://schemas.microsoft.com/office/drawing/2014/main" id="{ECC052EF-58A0-477B-9344-4A665C355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3" y="2295524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62" name="Freeform 62">
                <a:extLst>
                  <a:ext uri="{FF2B5EF4-FFF2-40B4-BE49-F238E27FC236}">
                    <a16:creationId xmlns:a16="http://schemas.microsoft.com/office/drawing/2014/main" id="{48DF59E6-BC02-4133-840B-9B1333703F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6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  <p:grpSp>
          <p:nvGrpSpPr>
            <p:cNvPr id="379" name="Gruppieren 1118">
              <a:extLst>
                <a:ext uri="{FF2B5EF4-FFF2-40B4-BE49-F238E27FC236}">
                  <a16:creationId xmlns:a16="http://schemas.microsoft.com/office/drawing/2014/main" id="{374CE8B7-58AA-4321-925B-2AF1D1A17B4B}"/>
                </a:ext>
              </a:extLst>
            </p:cNvPr>
            <p:cNvGrpSpPr/>
            <p:nvPr/>
          </p:nvGrpSpPr>
          <p:grpSpPr>
            <a:xfrm>
              <a:off x="5577528" y="2154693"/>
              <a:ext cx="764529" cy="297569"/>
              <a:chOff x="1276911" y="4633118"/>
              <a:chExt cx="4068762" cy="1311276"/>
            </a:xfrm>
            <a:solidFill>
              <a:schemeClr val="accent1"/>
            </a:solidFill>
          </p:grpSpPr>
          <p:sp>
            <p:nvSpPr>
              <p:cNvPr id="467" name="Freeform 6">
                <a:extLst>
                  <a:ext uri="{FF2B5EF4-FFF2-40B4-BE49-F238E27FC236}">
                    <a16:creationId xmlns:a16="http://schemas.microsoft.com/office/drawing/2014/main" id="{519829C8-ECE6-45D8-A501-6F3E69E5D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323" y="4633118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5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8" name="Freeform 7">
                <a:extLst>
                  <a:ext uri="{FF2B5EF4-FFF2-40B4-BE49-F238E27FC236}">
                    <a16:creationId xmlns:a16="http://schemas.microsoft.com/office/drawing/2014/main" id="{779A97A3-6DD2-4314-91FA-E65DCA075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323" y="4633118"/>
                <a:ext cx="1733550" cy="865188"/>
              </a:xfrm>
              <a:custGeom>
                <a:avLst/>
                <a:gdLst>
                  <a:gd name="T0" fmla="*/ 348 w 2275"/>
                  <a:gd name="T1" fmla="*/ 1135 h 1135"/>
                  <a:gd name="T2" fmla="*/ 2275 w 2275"/>
                  <a:gd name="T3" fmla="*/ 1135 h 1135"/>
                  <a:gd name="T4" fmla="*/ 1928 w 2275"/>
                  <a:gd name="T5" fmla="*/ 0 h 1135"/>
                  <a:gd name="T6" fmla="*/ 0 w 2275"/>
                  <a:gd name="T7" fmla="*/ 0 h 1135"/>
                  <a:gd name="T8" fmla="*/ 348 w 22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5" h="1135">
                    <a:moveTo>
                      <a:pt x="348" y="1135"/>
                    </a:moveTo>
                    <a:lnTo>
                      <a:pt x="2275" y="1135"/>
                    </a:lnTo>
                    <a:lnTo>
                      <a:pt x="1928" y="0"/>
                    </a:lnTo>
                    <a:lnTo>
                      <a:pt x="0" y="0"/>
                    </a:lnTo>
                    <a:lnTo>
                      <a:pt x="348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9" name="Line 8">
                <a:extLst>
                  <a:ext uri="{FF2B5EF4-FFF2-40B4-BE49-F238E27FC236}">
                    <a16:creationId xmlns:a16="http://schemas.microsoft.com/office/drawing/2014/main" id="{25C66C4B-7BCA-48E6-9D12-65071A82D5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8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0" name="Line 9">
                <a:extLst>
                  <a:ext uri="{FF2B5EF4-FFF2-40B4-BE49-F238E27FC236}">
                    <a16:creationId xmlns:a16="http://schemas.microsoft.com/office/drawing/2014/main" id="{AA3D0F65-728A-4A6D-B5F7-5C47AF8A9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8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1" name="Line 10">
                <a:extLst>
                  <a:ext uri="{FF2B5EF4-FFF2-40B4-BE49-F238E27FC236}">
                    <a16:creationId xmlns:a16="http://schemas.microsoft.com/office/drawing/2014/main" id="{2B5F41B0-1401-4070-9E7E-8DA85EB9A3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7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2" name="Line 11">
                <a:extLst>
                  <a:ext uri="{FF2B5EF4-FFF2-40B4-BE49-F238E27FC236}">
                    <a16:creationId xmlns:a16="http://schemas.microsoft.com/office/drawing/2014/main" id="{4D81370B-5CDC-4344-BD4D-108925E94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7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3" name="Line 12">
                <a:extLst>
                  <a:ext uri="{FF2B5EF4-FFF2-40B4-BE49-F238E27FC236}">
                    <a16:creationId xmlns:a16="http://schemas.microsoft.com/office/drawing/2014/main" id="{08B80CED-1F97-4B1F-A6AB-1C1C49CB24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86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4" name="Line 13">
                <a:extLst>
                  <a:ext uri="{FF2B5EF4-FFF2-40B4-BE49-F238E27FC236}">
                    <a16:creationId xmlns:a16="http://schemas.microsoft.com/office/drawing/2014/main" id="{9D4FF0D0-707E-447A-ABB5-6530DED8E3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86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5" name="Line 14">
                <a:extLst>
                  <a:ext uri="{FF2B5EF4-FFF2-40B4-BE49-F238E27FC236}">
                    <a16:creationId xmlns:a16="http://schemas.microsoft.com/office/drawing/2014/main" id="{E86C56C7-53AE-41B4-ADAD-035CBFABBD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29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6" name="Line 15">
                <a:extLst>
                  <a:ext uri="{FF2B5EF4-FFF2-40B4-BE49-F238E27FC236}">
                    <a16:creationId xmlns:a16="http://schemas.microsoft.com/office/drawing/2014/main" id="{A12E7544-806A-4587-B13E-0547603F8F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29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7" name="Line 16">
                <a:extLst>
                  <a:ext uri="{FF2B5EF4-FFF2-40B4-BE49-F238E27FC236}">
                    <a16:creationId xmlns:a16="http://schemas.microsoft.com/office/drawing/2014/main" id="{E9CF4F61-CBEC-4389-90C0-41039713FD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88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8" name="Line 17">
                <a:extLst>
                  <a:ext uri="{FF2B5EF4-FFF2-40B4-BE49-F238E27FC236}">
                    <a16:creationId xmlns:a16="http://schemas.microsoft.com/office/drawing/2014/main" id="{C96EE5F9-83AE-4B2B-B1A0-49C3BDB72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88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9" name="Line 18">
                <a:extLst>
                  <a:ext uri="{FF2B5EF4-FFF2-40B4-BE49-F238E27FC236}">
                    <a16:creationId xmlns:a16="http://schemas.microsoft.com/office/drawing/2014/main" id="{9A4BA2DB-C9C4-45B7-8E83-3869C26EC4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47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0" name="Line 19">
                <a:extLst>
                  <a:ext uri="{FF2B5EF4-FFF2-40B4-BE49-F238E27FC236}">
                    <a16:creationId xmlns:a16="http://schemas.microsoft.com/office/drawing/2014/main" id="{88CDC212-D8B3-4C82-AA74-85EF856C8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47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1" name="Line 20">
                <a:extLst>
                  <a:ext uri="{FF2B5EF4-FFF2-40B4-BE49-F238E27FC236}">
                    <a16:creationId xmlns:a16="http://schemas.microsoft.com/office/drawing/2014/main" id="{373972D6-9C2A-46FD-89A9-F40981D01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49252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2" name="Line 21">
                <a:extLst>
                  <a:ext uri="{FF2B5EF4-FFF2-40B4-BE49-F238E27FC236}">
                    <a16:creationId xmlns:a16="http://schemas.microsoft.com/office/drawing/2014/main" id="{35E0F295-F53F-4759-9ACC-DA58D74CAD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49252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3" name="Line 22">
                <a:extLst>
                  <a:ext uri="{FF2B5EF4-FFF2-40B4-BE49-F238E27FC236}">
                    <a16:creationId xmlns:a16="http://schemas.microsoft.com/office/drawing/2014/main" id="{FC44269E-28CC-4BFA-A284-D9FAF31432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9673" y="50665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4" name="Line 23">
                <a:extLst>
                  <a:ext uri="{FF2B5EF4-FFF2-40B4-BE49-F238E27FC236}">
                    <a16:creationId xmlns:a16="http://schemas.microsoft.com/office/drawing/2014/main" id="{B814D9B9-2A64-4C51-8ECC-C23CB2C630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9673" y="50665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5" name="Line 24">
                <a:extLst>
                  <a:ext uri="{FF2B5EF4-FFF2-40B4-BE49-F238E27FC236}">
                    <a16:creationId xmlns:a16="http://schemas.microsoft.com/office/drawing/2014/main" id="{61D51155-5BDF-4707-82F5-67B304753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5711" y="52077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6" name="Line 25">
                <a:extLst>
                  <a:ext uri="{FF2B5EF4-FFF2-40B4-BE49-F238E27FC236}">
                    <a16:creationId xmlns:a16="http://schemas.microsoft.com/office/drawing/2014/main" id="{AEBAB6C5-CCE2-4BB7-BD62-3F055C6FE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5711" y="52077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7" name="Line 26">
                <a:extLst>
                  <a:ext uri="{FF2B5EF4-FFF2-40B4-BE49-F238E27FC236}">
                    <a16:creationId xmlns:a16="http://schemas.microsoft.com/office/drawing/2014/main" id="{64AC3A1F-B2B2-4854-B687-4AAC796DD6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1748" y="53506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8" name="Line 27">
                <a:extLst>
                  <a:ext uri="{FF2B5EF4-FFF2-40B4-BE49-F238E27FC236}">
                    <a16:creationId xmlns:a16="http://schemas.microsoft.com/office/drawing/2014/main" id="{35FD18A8-ABB5-4F8E-BE4B-B8678DD7C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1748" y="53506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9" name="Line 28">
                <a:extLst>
                  <a:ext uri="{FF2B5EF4-FFF2-40B4-BE49-F238E27FC236}">
                    <a16:creationId xmlns:a16="http://schemas.microsoft.com/office/drawing/2014/main" id="{E5E0F679-01FB-4A94-84D8-9D50974C9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536" y="478234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0" name="Line 29">
                <a:extLst>
                  <a:ext uri="{FF2B5EF4-FFF2-40B4-BE49-F238E27FC236}">
                    <a16:creationId xmlns:a16="http://schemas.microsoft.com/office/drawing/2014/main" id="{DD23D8E9-33D7-4E27-ABE5-7DC3F78B3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536" y="478234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1" name="Freeform 30">
                <a:extLst>
                  <a:ext uri="{FF2B5EF4-FFF2-40B4-BE49-F238E27FC236}">
                    <a16:creationId xmlns:a16="http://schemas.microsoft.com/office/drawing/2014/main" id="{D0294797-8D6A-45BA-AF80-AE9542B7E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986" y="4849018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5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2" name="Freeform 31">
                <a:extLst>
                  <a:ext uri="{FF2B5EF4-FFF2-40B4-BE49-F238E27FC236}">
                    <a16:creationId xmlns:a16="http://schemas.microsoft.com/office/drawing/2014/main" id="{9C6CBB12-D538-4C0F-B577-19E52C317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986" y="4849018"/>
                <a:ext cx="1733550" cy="865188"/>
              </a:xfrm>
              <a:custGeom>
                <a:avLst/>
                <a:gdLst>
                  <a:gd name="T0" fmla="*/ 347 w 2275"/>
                  <a:gd name="T1" fmla="*/ 1135 h 1135"/>
                  <a:gd name="T2" fmla="*/ 2275 w 2275"/>
                  <a:gd name="T3" fmla="*/ 1135 h 1135"/>
                  <a:gd name="T4" fmla="*/ 1927 w 2275"/>
                  <a:gd name="T5" fmla="*/ 0 h 1135"/>
                  <a:gd name="T6" fmla="*/ 0 w 2275"/>
                  <a:gd name="T7" fmla="*/ 0 h 1135"/>
                  <a:gd name="T8" fmla="*/ 347 w 22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5" h="1135">
                    <a:moveTo>
                      <a:pt x="347" y="1135"/>
                    </a:moveTo>
                    <a:lnTo>
                      <a:pt x="2275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3" name="Line 32">
                <a:extLst>
                  <a:ext uri="{FF2B5EF4-FFF2-40B4-BE49-F238E27FC236}">
                    <a16:creationId xmlns:a16="http://schemas.microsoft.com/office/drawing/2014/main" id="{97C105C3-8610-4666-9158-C6A2B0E609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44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4" name="Line 33">
                <a:extLst>
                  <a:ext uri="{FF2B5EF4-FFF2-40B4-BE49-F238E27FC236}">
                    <a16:creationId xmlns:a16="http://schemas.microsoft.com/office/drawing/2014/main" id="{500DEA9E-B76B-48FF-8E84-6F3456471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44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5" name="Line 34">
                <a:extLst>
                  <a:ext uri="{FF2B5EF4-FFF2-40B4-BE49-F238E27FC236}">
                    <a16:creationId xmlns:a16="http://schemas.microsoft.com/office/drawing/2014/main" id="{158F2407-4792-4FB3-9506-73BDA2B5FD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03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6" name="Line 35">
                <a:extLst>
                  <a:ext uri="{FF2B5EF4-FFF2-40B4-BE49-F238E27FC236}">
                    <a16:creationId xmlns:a16="http://schemas.microsoft.com/office/drawing/2014/main" id="{7827F746-9AC1-4570-B692-0CC4A5EC4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03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7" name="Line 36">
                <a:extLst>
                  <a:ext uri="{FF2B5EF4-FFF2-40B4-BE49-F238E27FC236}">
                    <a16:creationId xmlns:a16="http://schemas.microsoft.com/office/drawing/2014/main" id="{98CB8BF2-F793-4D9B-A9F8-074DFFE79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2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8" name="Line 37">
                <a:extLst>
                  <a:ext uri="{FF2B5EF4-FFF2-40B4-BE49-F238E27FC236}">
                    <a16:creationId xmlns:a16="http://schemas.microsoft.com/office/drawing/2014/main" id="{E7C31399-5868-4CCC-9FA8-A37462E5EF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2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9" name="Line 38">
                <a:extLst>
                  <a:ext uri="{FF2B5EF4-FFF2-40B4-BE49-F238E27FC236}">
                    <a16:creationId xmlns:a16="http://schemas.microsoft.com/office/drawing/2014/main" id="{9C3B3AE8-9759-40D0-9BFE-59DD99CCD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21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0" name="Line 39">
                <a:extLst>
                  <a:ext uri="{FF2B5EF4-FFF2-40B4-BE49-F238E27FC236}">
                    <a16:creationId xmlns:a16="http://schemas.microsoft.com/office/drawing/2014/main" id="{9B5D2AA0-BA43-4574-BEA6-3E6A1FE14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21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1" name="Line 40">
                <a:extLst>
                  <a:ext uri="{FF2B5EF4-FFF2-40B4-BE49-F238E27FC236}">
                    <a16:creationId xmlns:a16="http://schemas.microsoft.com/office/drawing/2014/main" id="{A8751148-71F0-451F-96C6-4DB567902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80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" name="Line 41">
                <a:extLst>
                  <a:ext uri="{FF2B5EF4-FFF2-40B4-BE49-F238E27FC236}">
                    <a16:creationId xmlns:a16="http://schemas.microsoft.com/office/drawing/2014/main" id="{3A1E2163-8467-43B5-A2BA-863F065C72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80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3" name="Line 42">
                <a:extLst>
                  <a:ext uri="{FF2B5EF4-FFF2-40B4-BE49-F238E27FC236}">
                    <a16:creationId xmlns:a16="http://schemas.microsoft.com/office/drawing/2014/main" id="{9C645D64-EFFA-4447-B825-9850277A91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2398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4" name="Line 43">
                <a:extLst>
                  <a:ext uri="{FF2B5EF4-FFF2-40B4-BE49-F238E27FC236}">
                    <a16:creationId xmlns:a16="http://schemas.microsoft.com/office/drawing/2014/main" id="{5325F62B-4C8E-4CFE-8B94-AA4303567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2398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5" name="Line 44">
                <a:extLst>
                  <a:ext uri="{FF2B5EF4-FFF2-40B4-BE49-F238E27FC236}">
                    <a16:creationId xmlns:a16="http://schemas.microsoft.com/office/drawing/2014/main" id="{6D5C8849-9838-46A3-A5EF-EA30CCABBC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4473" y="51411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6" name="Line 45">
                <a:extLst>
                  <a:ext uri="{FF2B5EF4-FFF2-40B4-BE49-F238E27FC236}">
                    <a16:creationId xmlns:a16="http://schemas.microsoft.com/office/drawing/2014/main" id="{C331BE38-5F78-426E-939A-4696235E7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4473" y="51411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7" name="Line 46">
                <a:extLst>
                  <a:ext uri="{FF2B5EF4-FFF2-40B4-BE49-F238E27FC236}">
                    <a16:creationId xmlns:a16="http://schemas.microsoft.com/office/drawing/2014/main" id="{BB92F373-54CC-4F0B-BD9E-328A552574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7336" y="52824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8" name="Line 47">
                <a:extLst>
                  <a:ext uri="{FF2B5EF4-FFF2-40B4-BE49-F238E27FC236}">
                    <a16:creationId xmlns:a16="http://schemas.microsoft.com/office/drawing/2014/main" id="{5CCBDBEE-93CC-451E-A73F-33CF427CF7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7336" y="52824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9" name="Line 48">
                <a:extLst>
                  <a:ext uri="{FF2B5EF4-FFF2-40B4-BE49-F238E27FC236}">
                    <a16:creationId xmlns:a16="http://schemas.microsoft.com/office/drawing/2014/main" id="{6619FA87-A714-4021-8C0C-47DDF7280D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961" y="54252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0" name="Line 49">
                <a:extLst>
                  <a:ext uri="{FF2B5EF4-FFF2-40B4-BE49-F238E27FC236}">
                    <a16:creationId xmlns:a16="http://schemas.microsoft.com/office/drawing/2014/main" id="{2BB0841B-AD35-4BCC-9024-82ECB7933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961" y="54252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1" name="Line 50">
                <a:extLst>
                  <a:ext uri="{FF2B5EF4-FFF2-40B4-BE49-F238E27FC236}">
                    <a16:creationId xmlns:a16="http://schemas.microsoft.com/office/drawing/2014/main" id="{B4C491AB-63DC-436D-927A-48472CB18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9411" y="55665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2" name="Line 51">
                <a:extLst>
                  <a:ext uri="{FF2B5EF4-FFF2-40B4-BE49-F238E27FC236}">
                    <a16:creationId xmlns:a16="http://schemas.microsoft.com/office/drawing/2014/main" id="{24E87B6D-F3E3-4824-8BE5-8544EA8CA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9411" y="55665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3" name="Line 52">
                <a:extLst>
                  <a:ext uri="{FF2B5EF4-FFF2-40B4-BE49-F238E27FC236}">
                    <a16:creationId xmlns:a16="http://schemas.microsoft.com/office/drawing/2014/main" id="{8396614F-05A4-4254-B9BC-C683AD66FC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3198" y="49998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4" name="Line 53">
                <a:extLst>
                  <a:ext uri="{FF2B5EF4-FFF2-40B4-BE49-F238E27FC236}">
                    <a16:creationId xmlns:a16="http://schemas.microsoft.com/office/drawing/2014/main" id="{8C569D80-7D6A-4529-B582-CD207D0F3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3198" y="49998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5" name="Freeform 54">
                <a:extLst>
                  <a:ext uri="{FF2B5EF4-FFF2-40B4-BE49-F238E27FC236}">
                    <a16:creationId xmlns:a16="http://schemas.microsoft.com/office/drawing/2014/main" id="{3001E2A4-60A9-494F-B740-9A3E3ACC9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123" y="5079206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6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6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6" name="Freeform 55">
                <a:extLst>
                  <a:ext uri="{FF2B5EF4-FFF2-40B4-BE49-F238E27FC236}">
                    <a16:creationId xmlns:a16="http://schemas.microsoft.com/office/drawing/2014/main" id="{B44C1B08-3C55-4A45-8BA5-1FEB16C96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123" y="5079206"/>
                <a:ext cx="1733550" cy="865188"/>
              </a:xfrm>
              <a:custGeom>
                <a:avLst/>
                <a:gdLst>
                  <a:gd name="T0" fmla="*/ 347 w 2275"/>
                  <a:gd name="T1" fmla="*/ 1135 h 1135"/>
                  <a:gd name="T2" fmla="*/ 2275 w 2275"/>
                  <a:gd name="T3" fmla="*/ 1135 h 1135"/>
                  <a:gd name="T4" fmla="*/ 1928 w 2275"/>
                  <a:gd name="T5" fmla="*/ 0 h 1135"/>
                  <a:gd name="T6" fmla="*/ 0 w 2275"/>
                  <a:gd name="T7" fmla="*/ 0 h 1135"/>
                  <a:gd name="T8" fmla="*/ 347 w 22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5" h="1135">
                    <a:moveTo>
                      <a:pt x="347" y="1135"/>
                    </a:moveTo>
                    <a:lnTo>
                      <a:pt x="2275" y="1135"/>
                    </a:lnTo>
                    <a:lnTo>
                      <a:pt x="1928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7" name="Line 56">
                <a:extLst>
                  <a:ext uri="{FF2B5EF4-FFF2-40B4-BE49-F238E27FC236}">
                    <a16:creationId xmlns:a16="http://schemas.microsoft.com/office/drawing/2014/main" id="{55CC75D6-D070-4AE8-BA0D-B02B55E6CA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26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8" name="Line 57">
                <a:extLst>
                  <a:ext uri="{FF2B5EF4-FFF2-40B4-BE49-F238E27FC236}">
                    <a16:creationId xmlns:a16="http://schemas.microsoft.com/office/drawing/2014/main" id="{9A416185-F570-4B49-A765-DDC271706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26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9" name="Line 58">
                <a:extLst>
                  <a:ext uri="{FF2B5EF4-FFF2-40B4-BE49-F238E27FC236}">
                    <a16:creationId xmlns:a16="http://schemas.microsoft.com/office/drawing/2014/main" id="{6DD115BF-ECD0-418D-885D-06F3EF7306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85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0" name="Line 59">
                <a:extLst>
                  <a:ext uri="{FF2B5EF4-FFF2-40B4-BE49-F238E27FC236}">
                    <a16:creationId xmlns:a16="http://schemas.microsoft.com/office/drawing/2014/main" id="{08D301F2-6115-4DE2-923D-277C12E5D6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85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1" name="Line 60">
                <a:extLst>
                  <a:ext uri="{FF2B5EF4-FFF2-40B4-BE49-F238E27FC236}">
                    <a16:creationId xmlns:a16="http://schemas.microsoft.com/office/drawing/2014/main" id="{0715EBE6-1BF9-474E-8B4E-C9CBEC24F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44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2" name="Line 61">
                <a:extLst>
                  <a:ext uri="{FF2B5EF4-FFF2-40B4-BE49-F238E27FC236}">
                    <a16:creationId xmlns:a16="http://schemas.microsoft.com/office/drawing/2014/main" id="{7DDFBD86-082A-4AA2-80EE-177A4E4D73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44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3" name="Line 62">
                <a:extLst>
                  <a:ext uri="{FF2B5EF4-FFF2-40B4-BE49-F238E27FC236}">
                    <a16:creationId xmlns:a16="http://schemas.microsoft.com/office/drawing/2014/main" id="{2E8FA907-A8F9-4914-926C-8E29B8552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03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4" name="Line 63">
                <a:extLst>
                  <a:ext uri="{FF2B5EF4-FFF2-40B4-BE49-F238E27FC236}">
                    <a16:creationId xmlns:a16="http://schemas.microsoft.com/office/drawing/2014/main" id="{02C25217-6F13-48D3-992E-4FA880CCC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03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5" name="Line 64">
                <a:extLst>
                  <a:ext uri="{FF2B5EF4-FFF2-40B4-BE49-F238E27FC236}">
                    <a16:creationId xmlns:a16="http://schemas.microsoft.com/office/drawing/2014/main" id="{9FA550F8-FBB2-466B-8B18-BFF82F1753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62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6" name="Line 65">
                <a:extLst>
                  <a:ext uri="{FF2B5EF4-FFF2-40B4-BE49-F238E27FC236}">
                    <a16:creationId xmlns:a16="http://schemas.microsoft.com/office/drawing/2014/main" id="{28D10144-C889-438E-866B-07CF6607D8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62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7" name="Line 66">
                <a:extLst>
                  <a:ext uri="{FF2B5EF4-FFF2-40B4-BE49-F238E27FC236}">
                    <a16:creationId xmlns:a16="http://schemas.microsoft.com/office/drawing/2014/main" id="{6612A350-FDFC-4CD9-A906-F3FC12568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21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8" name="Line 67">
                <a:extLst>
                  <a:ext uri="{FF2B5EF4-FFF2-40B4-BE49-F238E27FC236}">
                    <a16:creationId xmlns:a16="http://schemas.microsoft.com/office/drawing/2014/main" id="{C5002E89-F541-4B3F-9FAF-7B5EFB8330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21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9" name="Line 68">
                <a:extLst>
                  <a:ext uri="{FF2B5EF4-FFF2-40B4-BE49-F238E27FC236}">
                    <a16:creationId xmlns:a16="http://schemas.microsoft.com/office/drawing/2014/main" id="{76362A98-B756-4389-9E45-8840DE367E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2611" y="53713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0" name="Line 69">
                <a:extLst>
                  <a:ext uri="{FF2B5EF4-FFF2-40B4-BE49-F238E27FC236}">
                    <a16:creationId xmlns:a16="http://schemas.microsoft.com/office/drawing/2014/main" id="{CC26598A-067F-4EA6-9932-638AB35B2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2611" y="53713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1" name="Line 70">
                <a:extLst>
                  <a:ext uri="{FF2B5EF4-FFF2-40B4-BE49-F238E27FC236}">
                    <a16:creationId xmlns:a16="http://schemas.microsoft.com/office/drawing/2014/main" id="{D56AF2B4-D86D-46B5-8E82-0FC3B784F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5473" y="551259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2" name="Line 71">
                <a:extLst>
                  <a:ext uri="{FF2B5EF4-FFF2-40B4-BE49-F238E27FC236}">
                    <a16:creationId xmlns:a16="http://schemas.microsoft.com/office/drawing/2014/main" id="{AB2C5815-FB0D-4D89-8883-06470B49D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5473" y="551259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3" name="Line 72">
                <a:extLst>
                  <a:ext uri="{FF2B5EF4-FFF2-40B4-BE49-F238E27FC236}">
                    <a16:creationId xmlns:a16="http://schemas.microsoft.com/office/drawing/2014/main" id="{B3A19B13-4AFD-445C-8063-3FB4F18D47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3098" y="56538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4" name="Line 73">
                <a:extLst>
                  <a:ext uri="{FF2B5EF4-FFF2-40B4-BE49-F238E27FC236}">
                    <a16:creationId xmlns:a16="http://schemas.microsoft.com/office/drawing/2014/main" id="{B9576A51-D014-480C-B527-9C1D2D22A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3098" y="56538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5" name="Line 74">
                <a:extLst>
                  <a:ext uri="{FF2B5EF4-FFF2-40B4-BE49-F238E27FC236}">
                    <a16:creationId xmlns:a16="http://schemas.microsoft.com/office/drawing/2014/main" id="{DCAA2A63-1F7A-463B-B9B0-681EF73FF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7548" y="5795168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6" name="Line 75">
                <a:extLst>
                  <a:ext uri="{FF2B5EF4-FFF2-40B4-BE49-F238E27FC236}">
                    <a16:creationId xmlns:a16="http://schemas.microsoft.com/office/drawing/2014/main" id="{04377341-DEC1-42E3-9A95-5F0706B2D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7548" y="5795168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7" name="Line 76">
                <a:extLst>
                  <a:ext uri="{FF2B5EF4-FFF2-40B4-BE49-F238E27FC236}">
                    <a16:creationId xmlns:a16="http://schemas.microsoft.com/office/drawing/2014/main" id="{AEDE5E3A-EF68-4160-80AA-8C64D4260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2923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8" name="Line 77">
                <a:extLst>
                  <a:ext uri="{FF2B5EF4-FFF2-40B4-BE49-F238E27FC236}">
                    <a16:creationId xmlns:a16="http://schemas.microsoft.com/office/drawing/2014/main" id="{8339FD6B-9374-4833-9BC7-2D09E0EE1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2923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9" name="Freeform 78">
                <a:extLst>
                  <a:ext uri="{FF2B5EF4-FFF2-40B4-BE49-F238E27FC236}">
                    <a16:creationId xmlns:a16="http://schemas.microsoft.com/office/drawing/2014/main" id="{2BE17B4E-C7DA-40BF-9774-D2AE19EB0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911" y="4645818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5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0" name="Freeform 79">
                <a:extLst>
                  <a:ext uri="{FF2B5EF4-FFF2-40B4-BE49-F238E27FC236}">
                    <a16:creationId xmlns:a16="http://schemas.microsoft.com/office/drawing/2014/main" id="{E183BDA3-2889-4CAB-A216-26EDD4E53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911" y="4645818"/>
                <a:ext cx="1733550" cy="865188"/>
              </a:xfrm>
              <a:custGeom>
                <a:avLst/>
                <a:gdLst>
                  <a:gd name="T0" fmla="*/ 347 w 2274"/>
                  <a:gd name="T1" fmla="*/ 1135 h 1135"/>
                  <a:gd name="T2" fmla="*/ 2274 w 2274"/>
                  <a:gd name="T3" fmla="*/ 1135 h 1135"/>
                  <a:gd name="T4" fmla="*/ 1927 w 2274"/>
                  <a:gd name="T5" fmla="*/ 0 h 1135"/>
                  <a:gd name="T6" fmla="*/ 0 w 2274"/>
                  <a:gd name="T7" fmla="*/ 0 h 1135"/>
                  <a:gd name="T8" fmla="*/ 347 w 2274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4" h="1135">
                    <a:moveTo>
                      <a:pt x="347" y="1135"/>
                    </a:moveTo>
                    <a:lnTo>
                      <a:pt x="2274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1" name="Line 80">
                <a:extLst>
                  <a:ext uri="{FF2B5EF4-FFF2-40B4-BE49-F238E27FC236}">
                    <a16:creationId xmlns:a16="http://schemas.microsoft.com/office/drawing/2014/main" id="{1191589F-351E-4159-B598-CE4107349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74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2" name="Line 81">
                <a:extLst>
                  <a:ext uri="{FF2B5EF4-FFF2-40B4-BE49-F238E27FC236}">
                    <a16:creationId xmlns:a16="http://schemas.microsoft.com/office/drawing/2014/main" id="{9046BC7D-7663-47A3-BEEC-41441255B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74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3" name="Line 82">
                <a:extLst>
                  <a:ext uri="{FF2B5EF4-FFF2-40B4-BE49-F238E27FC236}">
                    <a16:creationId xmlns:a16="http://schemas.microsoft.com/office/drawing/2014/main" id="{238254FE-2AB9-4314-AF25-AB5DB7801E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33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4" name="Line 83">
                <a:extLst>
                  <a:ext uri="{FF2B5EF4-FFF2-40B4-BE49-F238E27FC236}">
                    <a16:creationId xmlns:a16="http://schemas.microsoft.com/office/drawing/2014/main" id="{DDDB69BF-A1CD-4A61-A146-542A26883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33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5" name="Line 84">
                <a:extLst>
                  <a:ext uri="{FF2B5EF4-FFF2-40B4-BE49-F238E27FC236}">
                    <a16:creationId xmlns:a16="http://schemas.microsoft.com/office/drawing/2014/main" id="{5768A3FE-A656-4C1A-985B-E5E730EB5C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92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6" name="Line 85">
                <a:extLst>
                  <a:ext uri="{FF2B5EF4-FFF2-40B4-BE49-F238E27FC236}">
                    <a16:creationId xmlns:a16="http://schemas.microsoft.com/office/drawing/2014/main" id="{345EF3B7-91D5-47E6-8185-649952D7F2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92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7" name="Line 86">
                <a:extLst>
                  <a:ext uri="{FF2B5EF4-FFF2-40B4-BE49-F238E27FC236}">
                    <a16:creationId xmlns:a16="http://schemas.microsoft.com/office/drawing/2014/main" id="{FAECC88B-4B5E-45E7-9BA5-CE20311F2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51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8" name="Line 87">
                <a:extLst>
                  <a:ext uri="{FF2B5EF4-FFF2-40B4-BE49-F238E27FC236}">
                    <a16:creationId xmlns:a16="http://schemas.microsoft.com/office/drawing/2014/main" id="{300BF41B-C62D-49AA-8DBF-A764C4E34D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51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9" name="Line 88">
                <a:extLst>
                  <a:ext uri="{FF2B5EF4-FFF2-40B4-BE49-F238E27FC236}">
                    <a16:creationId xmlns:a16="http://schemas.microsoft.com/office/drawing/2014/main" id="{CB9C9C71-D35A-4C59-B9C4-4CD5C3816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10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0" name="Line 89">
                <a:extLst>
                  <a:ext uri="{FF2B5EF4-FFF2-40B4-BE49-F238E27FC236}">
                    <a16:creationId xmlns:a16="http://schemas.microsoft.com/office/drawing/2014/main" id="{D9D01601-9B0F-4AAC-BB00-234AC4C6D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10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1" name="Line 90">
                <a:extLst>
                  <a:ext uri="{FF2B5EF4-FFF2-40B4-BE49-F238E27FC236}">
                    <a16:creationId xmlns:a16="http://schemas.microsoft.com/office/drawing/2014/main" id="{38DE7DE9-358D-4B5E-9C05-6F359448D3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5323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2" name="Line 91">
                <a:extLst>
                  <a:ext uri="{FF2B5EF4-FFF2-40B4-BE49-F238E27FC236}">
                    <a16:creationId xmlns:a16="http://schemas.microsoft.com/office/drawing/2014/main" id="{867FB5B3-1669-4016-8A25-AEA03A2C1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5323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3" name="Line 92">
                <a:extLst>
                  <a:ext uri="{FF2B5EF4-FFF2-40B4-BE49-F238E27FC236}">
                    <a16:creationId xmlns:a16="http://schemas.microsoft.com/office/drawing/2014/main" id="{82EAE877-3CBB-424A-BFBD-4D5F7128E8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7398" y="49379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4" name="Line 93">
                <a:extLst>
                  <a:ext uri="{FF2B5EF4-FFF2-40B4-BE49-F238E27FC236}">
                    <a16:creationId xmlns:a16="http://schemas.microsoft.com/office/drawing/2014/main" id="{D4DF6744-5FD5-4285-99F6-981DFAC513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7398" y="49379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5" name="Line 94">
                <a:extLst>
                  <a:ext uri="{FF2B5EF4-FFF2-40B4-BE49-F238E27FC236}">
                    <a16:creationId xmlns:a16="http://schemas.microsoft.com/office/drawing/2014/main" id="{7DE7E290-AF24-430F-AAD3-968DB2009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261" y="50792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6" name="Line 95">
                <a:extLst>
                  <a:ext uri="{FF2B5EF4-FFF2-40B4-BE49-F238E27FC236}">
                    <a16:creationId xmlns:a16="http://schemas.microsoft.com/office/drawing/2014/main" id="{ED55229A-D493-4D4C-AF58-F8C0A673D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261" y="50792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7" name="Line 96">
                <a:extLst>
                  <a:ext uri="{FF2B5EF4-FFF2-40B4-BE49-F238E27FC236}">
                    <a16:creationId xmlns:a16="http://schemas.microsoft.com/office/drawing/2014/main" id="{DF71CF0D-BAC8-4FE1-9015-492E47B122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298" y="52220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8" name="Line 97">
                <a:extLst>
                  <a:ext uri="{FF2B5EF4-FFF2-40B4-BE49-F238E27FC236}">
                    <a16:creationId xmlns:a16="http://schemas.microsoft.com/office/drawing/2014/main" id="{A19EE63B-7E68-4A9B-BC14-0AC1CFEE9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298" y="52220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9" name="Line 98">
                <a:extLst>
                  <a:ext uri="{FF2B5EF4-FFF2-40B4-BE49-F238E27FC236}">
                    <a16:creationId xmlns:a16="http://schemas.microsoft.com/office/drawing/2014/main" id="{CA899C7F-846C-420B-9D06-CA34D6F7D4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2336" y="53633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0" name="Line 99">
                <a:extLst>
                  <a:ext uri="{FF2B5EF4-FFF2-40B4-BE49-F238E27FC236}">
                    <a16:creationId xmlns:a16="http://schemas.microsoft.com/office/drawing/2014/main" id="{F775248E-8E07-4609-BE4F-9D0E4BF1B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2336" y="53633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1" name="Line 100">
                <a:extLst>
                  <a:ext uri="{FF2B5EF4-FFF2-40B4-BE49-F238E27FC236}">
                    <a16:creationId xmlns:a16="http://schemas.microsoft.com/office/drawing/2014/main" id="{9643D2F4-5E41-494B-ADBC-CF2C30BEC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6123" y="47966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2" name="Line 101">
                <a:extLst>
                  <a:ext uri="{FF2B5EF4-FFF2-40B4-BE49-F238E27FC236}">
                    <a16:creationId xmlns:a16="http://schemas.microsoft.com/office/drawing/2014/main" id="{36CFA632-B9A0-466F-B734-7A6760B97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6123" y="47966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3" name="Freeform 102">
                <a:extLst>
                  <a:ext uri="{FF2B5EF4-FFF2-40B4-BE49-F238E27FC236}">
                    <a16:creationId xmlns:a16="http://schemas.microsoft.com/office/drawing/2014/main" id="{87F96C07-06F9-47CB-BAC3-57BAAA70E4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161" y="4863306"/>
                <a:ext cx="1731962" cy="865188"/>
              </a:xfrm>
              <a:custGeom>
                <a:avLst/>
                <a:gdLst>
                  <a:gd name="T0" fmla="*/ 166 w 1091"/>
                  <a:gd name="T1" fmla="*/ 545 h 545"/>
                  <a:gd name="T2" fmla="*/ 1091 w 1091"/>
                  <a:gd name="T3" fmla="*/ 545 h 545"/>
                  <a:gd name="T4" fmla="*/ 924 w 1091"/>
                  <a:gd name="T5" fmla="*/ 0 h 545"/>
                  <a:gd name="T6" fmla="*/ 0 w 1091"/>
                  <a:gd name="T7" fmla="*/ 0 h 545"/>
                  <a:gd name="T8" fmla="*/ 166 w 1091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1" h="545">
                    <a:moveTo>
                      <a:pt x="166" y="545"/>
                    </a:moveTo>
                    <a:lnTo>
                      <a:pt x="1091" y="545"/>
                    </a:lnTo>
                    <a:lnTo>
                      <a:pt x="924" y="0"/>
                    </a:lnTo>
                    <a:lnTo>
                      <a:pt x="0" y="0"/>
                    </a:lnTo>
                    <a:lnTo>
                      <a:pt x="166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4" name="Freeform 103">
                <a:extLst>
                  <a:ext uri="{FF2B5EF4-FFF2-40B4-BE49-F238E27FC236}">
                    <a16:creationId xmlns:a16="http://schemas.microsoft.com/office/drawing/2014/main" id="{14CB6180-9C29-4E22-B271-59415FC051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161" y="4863306"/>
                <a:ext cx="1731962" cy="865188"/>
              </a:xfrm>
              <a:custGeom>
                <a:avLst/>
                <a:gdLst>
                  <a:gd name="T0" fmla="*/ 347 w 2274"/>
                  <a:gd name="T1" fmla="*/ 1135 h 1135"/>
                  <a:gd name="T2" fmla="*/ 2274 w 2274"/>
                  <a:gd name="T3" fmla="*/ 1135 h 1135"/>
                  <a:gd name="T4" fmla="*/ 1927 w 2274"/>
                  <a:gd name="T5" fmla="*/ 0 h 1135"/>
                  <a:gd name="T6" fmla="*/ 0 w 2274"/>
                  <a:gd name="T7" fmla="*/ 0 h 1135"/>
                  <a:gd name="T8" fmla="*/ 347 w 2274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4" h="1135">
                    <a:moveTo>
                      <a:pt x="347" y="1135"/>
                    </a:moveTo>
                    <a:lnTo>
                      <a:pt x="2274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5" name="Line 104">
                <a:extLst>
                  <a:ext uri="{FF2B5EF4-FFF2-40B4-BE49-F238E27FC236}">
                    <a16:creationId xmlns:a16="http://schemas.microsoft.com/office/drawing/2014/main" id="{A38A34F3-3279-4C19-9CFB-F008B9226A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50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6" name="Line 105">
                <a:extLst>
                  <a:ext uri="{FF2B5EF4-FFF2-40B4-BE49-F238E27FC236}">
                    <a16:creationId xmlns:a16="http://schemas.microsoft.com/office/drawing/2014/main" id="{0800777B-4694-46C0-A9AD-5DB43A1684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50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7" name="Line 106">
                <a:extLst>
                  <a:ext uri="{FF2B5EF4-FFF2-40B4-BE49-F238E27FC236}">
                    <a16:creationId xmlns:a16="http://schemas.microsoft.com/office/drawing/2014/main" id="{903D8796-E8B8-478F-87C4-594D58D3E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09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8" name="Line 107">
                <a:extLst>
                  <a:ext uri="{FF2B5EF4-FFF2-40B4-BE49-F238E27FC236}">
                    <a16:creationId xmlns:a16="http://schemas.microsoft.com/office/drawing/2014/main" id="{13D28BDF-8FDE-4529-BF37-FF08229D0A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09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9" name="Line 108">
                <a:extLst>
                  <a:ext uri="{FF2B5EF4-FFF2-40B4-BE49-F238E27FC236}">
                    <a16:creationId xmlns:a16="http://schemas.microsoft.com/office/drawing/2014/main" id="{FF66467C-6B7E-44E4-B063-88218A1ECA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68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0" name="Line 109">
                <a:extLst>
                  <a:ext uri="{FF2B5EF4-FFF2-40B4-BE49-F238E27FC236}">
                    <a16:creationId xmlns:a16="http://schemas.microsoft.com/office/drawing/2014/main" id="{63F0EB2C-DFF6-4C15-87BF-FFE41769DC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68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1" name="Line 110">
                <a:extLst>
                  <a:ext uri="{FF2B5EF4-FFF2-40B4-BE49-F238E27FC236}">
                    <a16:creationId xmlns:a16="http://schemas.microsoft.com/office/drawing/2014/main" id="{241D22AA-8B2C-4D62-846F-9559DED107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7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2" name="Line 111">
                <a:extLst>
                  <a:ext uri="{FF2B5EF4-FFF2-40B4-BE49-F238E27FC236}">
                    <a16:creationId xmlns:a16="http://schemas.microsoft.com/office/drawing/2014/main" id="{0D916553-55EA-4D75-B918-690192F5A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7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3" name="Line 112">
                <a:extLst>
                  <a:ext uri="{FF2B5EF4-FFF2-40B4-BE49-F238E27FC236}">
                    <a16:creationId xmlns:a16="http://schemas.microsoft.com/office/drawing/2014/main" id="{CB20538C-B6D0-42C3-B47F-594F3102E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7086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4" name="Line 113">
                <a:extLst>
                  <a:ext uri="{FF2B5EF4-FFF2-40B4-BE49-F238E27FC236}">
                    <a16:creationId xmlns:a16="http://schemas.microsoft.com/office/drawing/2014/main" id="{230F1DF3-0F9B-42BE-A1F2-BDA3DDEAC9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7086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5" name="Line 114">
                <a:extLst>
                  <a:ext uri="{FF2B5EF4-FFF2-40B4-BE49-F238E27FC236}">
                    <a16:creationId xmlns:a16="http://schemas.microsoft.com/office/drawing/2014/main" id="{2C0BAE1B-C9AD-4C3F-AB1E-030F356A5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5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6" name="Line 115">
                <a:extLst>
                  <a:ext uri="{FF2B5EF4-FFF2-40B4-BE49-F238E27FC236}">
                    <a16:creationId xmlns:a16="http://schemas.microsoft.com/office/drawing/2014/main" id="{60519869-8A15-47EE-B5D4-73767A0227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5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7" name="Line 116">
                <a:extLst>
                  <a:ext uri="{FF2B5EF4-FFF2-40B4-BE49-F238E27FC236}">
                    <a16:creationId xmlns:a16="http://schemas.microsoft.com/office/drawing/2014/main" id="{EDA510B5-3DFA-4DC3-80E5-C5F7BEF8D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5061" y="51538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8" name="Line 117">
                <a:extLst>
                  <a:ext uri="{FF2B5EF4-FFF2-40B4-BE49-F238E27FC236}">
                    <a16:creationId xmlns:a16="http://schemas.microsoft.com/office/drawing/2014/main" id="{96AC7073-F5A8-420D-AC99-118987701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5061" y="51538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9" name="Line 118">
                <a:extLst>
                  <a:ext uri="{FF2B5EF4-FFF2-40B4-BE49-F238E27FC236}">
                    <a16:creationId xmlns:a16="http://schemas.microsoft.com/office/drawing/2014/main" id="{694B96ED-0BB4-4074-BCEC-AAD64A50E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7923" y="52951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0" name="Line 119">
                <a:extLst>
                  <a:ext uri="{FF2B5EF4-FFF2-40B4-BE49-F238E27FC236}">
                    <a16:creationId xmlns:a16="http://schemas.microsoft.com/office/drawing/2014/main" id="{383C7BAC-4EEA-44FF-9533-A5AF0FB1C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7923" y="52951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1" name="Line 120">
                <a:extLst>
                  <a:ext uri="{FF2B5EF4-FFF2-40B4-BE49-F238E27FC236}">
                    <a16:creationId xmlns:a16="http://schemas.microsoft.com/office/drawing/2014/main" id="{8EA63F60-7EC6-4ECD-9218-438C8E969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3961" y="54379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2" name="Line 121">
                <a:extLst>
                  <a:ext uri="{FF2B5EF4-FFF2-40B4-BE49-F238E27FC236}">
                    <a16:creationId xmlns:a16="http://schemas.microsoft.com/office/drawing/2014/main" id="{0D002E5A-082B-4647-A5D8-D7653D0FA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3961" y="54379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3" name="Line 122">
                <a:extLst>
                  <a:ext uri="{FF2B5EF4-FFF2-40B4-BE49-F238E27FC236}">
                    <a16:creationId xmlns:a16="http://schemas.microsoft.com/office/drawing/2014/main" id="{EE74FA58-A901-415E-A175-0CEED146A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998" y="558085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" name="Line 123">
                <a:extLst>
                  <a:ext uri="{FF2B5EF4-FFF2-40B4-BE49-F238E27FC236}">
                    <a16:creationId xmlns:a16="http://schemas.microsoft.com/office/drawing/2014/main" id="{D067A10F-4BA7-4913-878F-A83D326715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998" y="558085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5" name="Line 124">
                <a:extLst>
                  <a:ext uri="{FF2B5EF4-FFF2-40B4-BE49-F238E27FC236}">
                    <a16:creationId xmlns:a16="http://schemas.microsoft.com/office/drawing/2014/main" id="{758BE524-08D2-4682-9DB1-91478288F8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3786" y="50125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6" name="Line 125">
                <a:extLst>
                  <a:ext uri="{FF2B5EF4-FFF2-40B4-BE49-F238E27FC236}">
                    <a16:creationId xmlns:a16="http://schemas.microsoft.com/office/drawing/2014/main" id="{19009881-C4CE-4F8F-8F0B-CA79743CA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3786" y="50125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7" name="Freeform 126">
                <a:extLst>
                  <a:ext uri="{FF2B5EF4-FFF2-40B4-BE49-F238E27FC236}">
                    <a16:creationId xmlns:a16="http://schemas.microsoft.com/office/drawing/2014/main" id="{393D3136-6F4B-44FC-98BA-74B11BC93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4298" y="5079206"/>
                <a:ext cx="1731962" cy="865188"/>
              </a:xfrm>
              <a:custGeom>
                <a:avLst/>
                <a:gdLst>
                  <a:gd name="T0" fmla="*/ 166 w 1091"/>
                  <a:gd name="T1" fmla="*/ 545 h 545"/>
                  <a:gd name="T2" fmla="*/ 1091 w 1091"/>
                  <a:gd name="T3" fmla="*/ 545 h 545"/>
                  <a:gd name="T4" fmla="*/ 925 w 1091"/>
                  <a:gd name="T5" fmla="*/ 0 h 545"/>
                  <a:gd name="T6" fmla="*/ 0 w 1091"/>
                  <a:gd name="T7" fmla="*/ 0 h 545"/>
                  <a:gd name="T8" fmla="*/ 166 w 1091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1" h="545">
                    <a:moveTo>
                      <a:pt x="166" y="545"/>
                    </a:moveTo>
                    <a:lnTo>
                      <a:pt x="1091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6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8" name="Freeform 127">
                <a:extLst>
                  <a:ext uri="{FF2B5EF4-FFF2-40B4-BE49-F238E27FC236}">
                    <a16:creationId xmlns:a16="http://schemas.microsoft.com/office/drawing/2014/main" id="{45C64185-5D26-4D25-B793-0A593DFA6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4298" y="5079206"/>
                <a:ext cx="1731962" cy="865188"/>
              </a:xfrm>
              <a:custGeom>
                <a:avLst/>
                <a:gdLst>
                  <a:gd name="T0" fmla="*/ 347 w 2274"/>
                  <a:gd name="T1" fmla="*/ 1135 h 1135"/>
                  <a:gd name="T2" fmla="*/ 2274 w 2274"/>
                  <a:gd name="T3" fmla="*/ 1135 h 1135"/>
                  <a:gd name="T4" fmla="*/ 1927 w 2274"/>
                  <a:gd name="T5" fmla="*/ 0 h 1135"/>
                  <a:gd name="T6" fmla="*/ 0 w 2274"/>
                  <a:gd name="T7" fmla="*/ 0 h 1135"/>
                  <a:gd name="T8" fmla="*/ 347 w 2274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4" h="1135">
                    <a:moveTo>
                      <a:pt x="347" y="1135"/>
                    </a:moveTo>
                    <a:lnTo>
                      <a:pt x="2274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9" name="Line 128">
                <a:extLst>
                  <a:ext uri="{FF2B5EF4-FFF2-40B4-BE49-F238E27FC236}">
                    <a16:creationId xmlns:a16="http://schemas.microsoft.com/office/drawing/2014/main" id="{C3029AE5-D5DC-4AF0-9B46-5953BEAA2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32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0" name="Line 129">
                <a:extLst>
                  <a:ext uri="{FF2B5EF4-FFF2-40B4-BE49-F238E27FC236}">
                    <a16:creationId xmlns:a16="http://schemas.microsoft.com/office/drawing/2014/main" id="{AD4F1217-894D-405A-806B-E8A2AAB323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32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1" name="Line 130">
                <a:extLst>
                  <a:ext uri="{FF2B5EF4-FFF2-40B4-BE49-F238E27FC236}">
                    <a16:creationId xmlns:a16="http://schemas.microsoft.com/office/drawing/2014/main" id="{3AEAB39B-B65A-4767-9D1C-69D34302C6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1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2" name="Line 131">
                <a:extLst>
                  <a:ext uri="{FF2B5EF4-FFF2-40B4-BE49-F238E27FC236}">
                    <a16:creationId xmlns:a16="http://schemas.microsoft.com/office/drawing/2014/main" id="{FA78CB8C-27CB-4474-8332-10AA34423E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1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3" name="Line 132">
                <a:extLst>
                  <a:ext uri="{FF2B5EF4-FFF2-40B4-BE49-F238E27FC236}">
                    <a16:creationId xmlns:a16="http://schemas.microsoft.com/office/drawing/2014/main" id="{3590896E-2F6A-4B77-9768-E6AA9522D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50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4" name="Line 133">
                <a:extLst>
                  <a:ext uri="{FF2B5EF4-FFF2-40B4-BE49-F238E27FC236}">
                    <a16:creationId xmlns:a16="http://schemas.microsoft.com/office/drawing/2014/main" id="{B9F7F488-9C80-487F-9706-97D5F1B79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50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5" name="Line 134">
                <a:extLst>
                  <a:ext uri="{FF2B5EF4-FFF2-40B4-BE49-F238E27FC236}">
                    <a16:creationId xmlns:a16="http://schemas.microsoft.com/office/drawing/2014/main" id="{D9C5864A-4DDC-4572-905B-264C5EC6B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09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6" name="Line 135">
                <a:extLst>
                  <a:ext uri="{FF2B5EF4-FFF2-40B4-BE49-F238E27FC236}">
                    <a16:creationId xmlns:a16="http://schemas.microsoft.com/office/drawing/2014/main" id="{F569CA0B-4C13-44E6-874C-5FAD3BEE9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09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7" name="Line 136">
                <a:extLst>
                  <a:ext uri="{FF2B5EF4-FFF2-40B4-BE49-F238E27FC236}">
                    <a16:creationId xmlns:a16="http://schemas.microsoft.com/office/drawing/2014/main" id="{7330BFF9-5F5E-4DEC-B03F-1DFA84985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8" name="Line 137">
                <a:extLst>
                  <a:ext uri="{FF2B5EF4-FFF2-40B4-BE49-F238E27FC236}">
                    <a16:creationId xmlns:a16="http://schemas.microsoft.com/office/drawing/2014/main" id="{2DF05FC8-97D5-457C-BFA3-60DE633E6C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9" name="Line 138">
                <a:extLst>
                  <a:ext uri="{FF2B5EF4-FFF2-40B4-BE49-F238E27FC236}">
                    <a16:creationId xmlns:a16="http://schemas.microsoft.com/office/drawing/2014/main" id="{AC0FF289-7D7F-4B96-A6C3-D384A0660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2711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0" name="Line 139">
                <a:extLst>
                  <a:ext uri="{FF2B5EF4-FFF2-40B4-BE49-F238E27FC236}">
                    <a16:creationId xmlns:a16="http://schemas.microsoft.com/office/drawing/2014/main" id="{4D7EDBDD-32BD-46C7-8078-9A0F17DB5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2711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1" name="Line 140">
                <a:extLst>
                  <a:ext uri="{FF2B5EF4-FFF2-40B4-BE49-F238E27FC236}">
                    <a16:creationId xmlns:a16="http://schemas.microsoft.com/office/drawing/2014/main" id="{E27A8FC1-54F5-4574-8DC2-D440F9344E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3198" y="53713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2" name="Line 141">
                <a:extLst>
                  <a:ext uri="{FF2B5EF4-FFF2-40B4-BE49-F238E27FC236}">
                    <a16:creationId xmlns:a16="http://schemas.microsoft.com/office/drawing/2014/main" id="{2AA10249-7E5E-4B1C-B226-B3068F987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3198" y="53713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3" name="Line 142">
                <a:extLst>
                  <a:ext uri="{FF2B5EF4-FFF2-40B4-BE49-F238E27FC236}">
                    <a16:creationId xmlns:a16="http://schemas.microsoft.com/office/drawing/2014/main" id="{6094AE0C-CAD3-4442-B12A-EE38280FEE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7648" y="55125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" name="Line 143">
                <a:extLst>
                  <a:ext uri="{FF2B5EF4-FFF2-40B4-BE49-F238E27FC236}">
                    <a16:creationId xmlns:a16="http://schemas.microsoft.com/office/drawing/2014/main" id="{30CECDB6-743D-4884-9240-EDECFEBF4F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7648" y="55125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5" name="Line 144">
                <a:extLst>
                  <a:ext uri="{FF2B5EF4-FFF2-40B4-BE49-F238E27FC236}">
                    <a16:creationId xmlns:a16="http://schemas.microsoft.com/office/drawing/2014/main" id="{CDE54E5A-0D0C-4685-91B5-58625DBE94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2098" y="56538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6" name="Line 145">
                <a:extLst>
                  <a:ext uri="{FF2B5EF4-FFF2-40B4-BE49-F238E27FC236}">
                    <a16:creationId xmlns:a16="http://schemas.microsoft.com/office/drawing/2014/main" id="{310BDC75-124F-4B29-B16D-E23DA6E12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2098" y="56538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7" name="Line 146">
                <a:extLst>
                  <a:ext uri="{FF2B5EF4-FFF2-40B4-BE49-F238E27FC236}">
                    <a16:creationId xmlns:a16="http://schemas.microsoft.com/office/drawing/2014/main" id="{26C6C6D9-D1C5-4809-98FB-EC5310902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136" y="57951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8" name="Line 147">
                <a:extLst>
                  <a:ext uri="{FF2B5EF4-FFF2-40B4-BE49-F238E27FC236}">
                    <a16:creationId xmlns:a16="http://schemas.microsoft.com/office/drawing/2014/main" id="{53E7F693-A0B2-46E2-A9C2-BE8D6F1BF3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136" y="57951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9" name="Line 148">
                <a:extLst>
                  <a:ext uri="{FF2B5EF4-FFF2-40B4-BE49-F238E27FC236}">
                    <a16:creationId xmlns:a16="http://schemas.microsoft.com/office/drawing/2014/main" id="{83C4CD05-5245-4752-9141-5227FFC05E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3511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0" name="Line 149">
                <a:extLst>
                  <a:ext uri="{FF2B5EF4-FFF2-40B4-BE49-F238E27FC236}">
                    <a16:creationId xmlns:a16="http://schemas.microsoft.com/office/drawing/2014/main" id="{35E193C7-81BB-4206-823B-7D730C52B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3511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80" name="Gruppieren 90">
              <a:extLst>
                <a:ext uri="{FF2B5EF4-FFF2-40B4-BE49-F238E27FC236}">
                  <a16:creationId xmlns:a16="http://schemas.microsoft.com/office/drawing/2014/main" id="{3E0FED0C-D6B2-40A5-B0DA-4B86CDFF150E}"/>
                </a:ext>
              </a:extLst>
            </p:cNvPr>
            <p:cNvGrpSpPr/>
            <p:nvPr/>
          </p:nvGrpSpPr>
          <p:grpSpPr>
            <a:xfrm>
              <a:off x="5946126" y="1666563"/>
              <a:ext cx="481733" cy="463274"/>
              <a:chOff x="7927976" y="1435100"/>
              <a:chExt cx="1479550" cy="1582738"/>
            </a:xfrm>
            <a:solidFill>
              <a:schemeClr val="accent1"/>
            </a:solidFill>
          </p:grpSpPr>
          <p:sp>
            <p:nvSpPr>
              <p:cNvPr id="383" name="Freeform 322">
                <a:extLst>
                  <a:ext uri="{FF2B5EF4-FFF2-40B4-BE49-F238E27FC236}">
                    <a16:creationId xmlns:a16="http://schemas.microsoft.com/office/drawing/2014/main" id="{F83B83EB-71DA-43CA-BFD5-ADBEE31A62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6813" y="2133600"/>
                <a:ext cx="44450" cy="161925"/>
              </a:xfrm>
              <a:custGeom>
                <a:avLst/>
                <a:gdLst>
                  <a:gd name="T0" fmla="*/ 11 w 11"/>
                  <a:gd name="T1" fmla="*/ 37 h 41"/>
                  <a:gd name="T2" fmla="*/ 11 w 11"/>
                  <a:gd name="T3" fmla="*/ 32 h 41"/>
                  <a:gd name="T4" fmla="*/ 11 w 11"/>
                  <a:gd name="T5" fmla="*/ 22 h 41"/>
                  <a:gd name="T6" fmla="*/ 11 w 11"/>
                  <a:gd name="T7" fmla="*/ 18 h 41"/>
                  <a:gd name="T8" fmla="*/ 11 w 11"/>
                  <a:gd name="T9" fmla="*/ 13 h 41"/>
                  <a:gd name="T10" fmla="*/ 11 w 11"/>
                  <a:gd name="T11" fmla="*/ 4 h 41"/>
                  <a:gd name="T12" fmla="*/ 11 w 11"/>
                  <a:gd name="T13" fmla="*/ 3 h 41"/>
                  <a:gd name="T14" fmla="*/ 10 w 11"/>
                  <a:gd name="T15" fmla="*/ 2 h 41"/>
                  <a:gd name="T16" fmla="*/ 9 w 11"/>
                  <a:gd name="T17" fmla="*/ 1 h 41"/>
                  <a:gd name="T18" fmla="*/ 6 w 11"/>
                  <a:gd name="T19" fmla="*/ 0 h 41"/>
                  <a:gd name="T20" fmla="*/ 4 w 11"/>
                  <a:gd name="T21" fmla="*/ 0 h 41"/>
                  <a:gd name="T22" fmla="*/ 2 w 11"/>
                  <a:gd name="T23" fmla="*/ 1 h 41"/>
                  <a:gd name="T24" fmla="*/ 1 w 11"/>
                  <a:gd name="T25" fmla="*/ 3 h 41"/>
                  <a:gd name="T26" fmla="*/ 1 w 11"/>
                  <a:gd name="T27" fmla="*/ 15 h 41"/>
                  <a:gd name="T28" fmla="*/ 1 w 11"/>
                  <a:gd name="T29" fmla="*/ 21 h 41"/>
                  <a:gd name="T30" fmla="*/ 1 w 11"/>
                  <a:gd name="T31" fmla="*/ 26 h 41"/>
                  <a:gd name="T32" fmla="*/ 0 w 11"/>
                  <a:gd name="T33" fmla="*/ 32 h 41"/>
                  <a:gd name="T34" fmla="*/ 0 w 11"/>
                  <a:gd name="T35" fmla="*/ 38 h 41"/>
                  <a:gd name="T36" fmla="*/ 0 w 11"/>
                  <a:gd name="T37" fmla="*/ 40 h 41"/>
                  <a:gd name="T38" fmla="*/ 2 w 11"/>
                  <a:gd name="T39" fmla="*/ 41 h 41"/>
                  <a:gd name="T40" fmla="*/ 4 w 11"/>
                  <a:gd name="T41" fmla="*/ 41 h 41"/>
                  <a:gd name="T42" fmla="*/ 7 w 11"/>
                  <a:gd name="T43" fmla="*/ 41 h 41"/>
                  <a:gd name="T44" fmla="*/ 9 w 11"/>
                  <a:gd name="T45" fmla="*/ 41 h 41"/>
                  <a:gd name="T46" fmla="*/ 10 w 11"/>
                  <a:gd name="T47" fmla="*/ 41 h 41"/>
                  <a:gd name="T48" fmla="*/ 11 w 11"/>
                  <a:gd name="T49" fmla="*/ 41 h 41"/>
                  <a:gd name="T50" fmla="*/ 11 w 11"/>
                  <a:gd name="T51" fmla="*/ 41 h 41"/>
                  <a:gd name="T52" fmla="*/ 11 w 11"/>
                  <a:gd name="T53" fmla="*/ 3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" h="41">
                    <a:moveTo>
                      <a:pt x="11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2"/>
                    </a:cubicBezTo>
                    <a:cubicBezTo>
                      <a:pt x="11" y="21"/>
                      <a:pt x="11" y="19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0" y="10"/>
                      <a:pt x="10" y="7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1"/>
                    </a:cubicBezTo>
                    <a:cubicBezTo>
                      <a:pt x="1" y="1"/>
                      <a:pt x="1" y="1"/>
                      <a:pt x="1" y="3"/>
                    </a:cubicBezTo>
                    <a:cubicBezTo>
                      <a:pt x="1" y="7"/>
                      <a:pt x="1" y="11"/>
                      <a:pt x="1" y="15"/>
                    </a:cubicBezTo>
                    <a:cubicBezTo>
                      <a:pt x="1" y="17"/>
                      <a:pt x="1" y="19"/>
                      <a:pt x="1" y="21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0" y="32"/>
                    </a:cubicBezTo>
                    <a:cubicBezTo>
                      <a:pt x="0" y="34"/>
                      <a:pt x="0" y="36"/>
                      <a:pt x="0" y="38"/>
                    </a:cubicBezTo>
                    <a:cubicBezTo>
                      <a:pt x="0" y="38"/>
                      <a:pt x="0" y="40"/>
                      <a:pt x="0" y="40"/>
                    </a:cubicBezTo>
                    <a:cubicBezTo>
                      <a:pt x="1" y="41"/>
                      <a:pt x="1" y="41"/>
                      <a:pt x="2" y="41"/>
                    </a:cubicBezTo>
                    <a:cubicBezTo>
                      <a:pt x="3" y="41"/>
                      <a:pt x="4" y="41"/>
                      <a:pt x="4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9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39"/>
                      <a:pt x="11" y="38"/>
                      <a:pt x="11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4" name="Freeform 323">
                <a:extLst>
                  <a:ext uri="{FF2B5EF4-FFF2-40B4-BE49-F238E27FC236}">
                    <a16:creationId xmlns:a16="http://schemas.microsoft.com/office/drawing/2014/main" id="{924C6C5F-9074-47CF-B6BD-E0733B8C7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6813" y="2133600"/>
                <a:ext cx="44450" cy="161925"/>
              </a:xfrm>
              <a:custGeom>
                <a:avLst/>
                <a:gdLst>
                  <a:gd name="T0" fmla="*/ 11 w 11"/>
                  <a:gd name="T1" fmla="*/ 37 h 41"/>
                  <a:gd name="T2" fmla="*/ 11 w 11"/>
                  <a:gd name="T3" fmla="*/ 32 h 41"/>
                  <a:gd name="T4" fmla="*/ 11 w 11"/>
                  <a:gd name="T5" fmla="*/ 22 h 41"/>
                  <a:gd name="T6" fmla="*/ 11 w 11"/>
                  <a:gd name="T7" fmla="*/ 18 h 41"/>
                  <a:gd name="T8" fmla="*/ 11 w 11"/>
                  <a:gd name="T9" fmla="*/ 13 h 41"/>
                  <a:gd name="T10" fmla="*/ 11 w 11"/>
                  <a:gd name="T11" fmla="*/ 4 h 41"/>
                  <a:gd name="T12" fmla="*/ 11 w 11"/>
                  <a:gd name="T13" fmla="*/ 3 h 41"/>
                  <a:gd name="T14" fmla="*/ 10 w 11"/>
                  <a:gd name="T15" fmla="*/ 2 h 41"/>
                  <a:gd name="T16" fmla="*/ 9 w 11"/>
                  <a:gd name="T17" fmla="*/ 1 h 41"/>
                  <a:gd name="T18" fmla="*/ 6 w 11"/>
                  <a:gd name="T19" fmla="*/ 0 h 41"/>
                  <a:gd name="T20" fmla="*/ 4 w 11"/>
                  <a:gd name="T21" fmla="*/ 0 h 41"/>
                  <a:gd name="T22" fmla="*/ 2 w 11"/>
                  <a:gd name="T23" fmla="*/ 1 h 41"/>
                  <a:gd name="T24" fmla="*/ 1 w 11"/>
                  <a:gd name="T25" fmla="*/ 3 h 41"/>
                  <a:gd name="T26" fmla="*/ 1 w 11"/>
                  <a:gd name="T27" fmla="*/ 15 h 41"/>
                  <a:gd name="T28" fmla="*/ 1 w 11"/>
                  <a:gd name="T29" fmla="*/ 21 h 41"/>
                  <a:gd name="T30" fmla="*/ 1 w 11"/>
                  <a:gd name="T31" fmla="*/ 26 h 41"/>
                  <a:gd name="T32" fmla="*/ 0 w 11"/>
                  <a:gd name="T33" fmla="*/ 32 h 41"/>
                  <a:gd name="T34" fmla="*/ 0 w 11"/>
                  <a:gd name="T35" fmla="*/ 38 h 41"/>
                  <a:gd name="T36" fmla="*/ 0 w 11"/>
                  <a:gd name="T37" fmla="*/ 40 h 41"/>
                  <a:gd name="T38" fmla="*/ 2 w 11"/>
                  <a:gd name="T39" fmla="*/ 41 h 41"/>
                  <a:gd name="T40" fmla="*/ 4 w 11"/>
                  <a:gd name="T41" fmla="*/ 41 h 41"/>
                  <a:gd name="T42" fmla="*/ 7 w 11"/>
                  <a:gd name="T43" fmla="*/ 41 h 41"/>
                  <a:gd name="T44" fmla="*/ 9 w 11"/>
                  <a:gd name="T45" fmla="*/ 41 h 41"/>
                  <a:gd name="T46" fmla="*/ 10 w 11"/>
                  <a:gd name="T47" fmla="*/ 41 h 41"/>
                  <a:gd name="T48" fmla="*/ 11 w 11"/>
                  <a:gd name="T49" fmla="*/ 41 h 41"/>
                  <a:gd name="T50" fmla="*/ 11 w 11"/>
                  <a:gd name="T51" fmla="*/ 41 h 41"/>
                  <a:gd name="T52" fmla="*/ 11 w 11"/>
                  <a:gd name="T53" fmla="*/ 3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" h="41">
                    <a:moveTo>
                      <a:pt x="11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2"/>
                    </a:cubicBezTo>
                    <a:cubicBezTo>
                      <a:pt x="11" y="21"/>
                      <a:pt x="11" y="19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0" y="10"/>
                      <a:pt x="10" y="7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1"/>
                    </a:cubicBezTo>
                    <a:cubicBezTo>
                      <a:pt x="1" y="1"/>
                      <a:pt x="1" y="1"/>
                      <a:pt x="1" y="3"/>
                    </a:cubicBezTo>
                    <a:cubicBezTo>
                      <a:pt x="1" y="7"/>
                      <a:pt x="1" y="11"/>
                      <a:pt x="1" y="15"/>
                    </a:cubicBezTo>
                    <a:cubicBezTo>
                      <a:pt x="1" y="17"/>
                      <a:pt x="1" y="19"/>
                      <a:pt x="1" y="21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0" y="32"/>
                    </a:cubicBezTo>
                    <a:cubicBezTo>
                      <a:pt x="0" y="34"/>
                      <a:pt x="0" y="36"/>
                      <a:pt x="0" y="38"/>
                    </a:cubicBezTo>
                    <a:cubicBezTo>
                      <a:pt x="0" y="38"/>
                      <a:pt x="0" y="40"/>
                      <a:pt x="0" y="40"/>
                    </a:cubicBezTo>
                    <a:cubicBezTo>
                      <a:pt x="1" y="41"/>
                      <a:pt x="1" y="41"/>
                      <a:pt x="2" y="41"/>
                    </a:cubicBezTo>
                    <a:cubicBezTo>
                      <a:pt x="3" y="41"/>
                      <a:pt x="4" y="41"/>
                      <a:pt x="4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9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39"/>
                      <a:pt x="11" y="38"/>
                      <a:pt x="11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5" name="Freeform 324">
                <a:extLst>
                  <a:ext uri="{FF2B5EF4-FFF2-40B4-BE49-F238E27FC236}">
                    <a16:creationId xmlns:a16="http://schemas.microsoft.com/office/drawing/2014/main" id="{E7A526A7-F091-4901-9FA2-190F63FE0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0613" y="1435100"/>
                <a:ext cx="195263" cy="741363"/>
              </a:xfrm>
              <a:custGeom>
                <a:avLst/>
                <a:gdLst>
                  <a:gd name="T0" fmla="*/ 1 w 49"/>
                  <a:gd name="T1" fmla="*/ 131 h 187"/>
                  <a:gd name="T2" fmla="*/ 1 w 49"/>
                  <a:gd name="T3" fmla="*/ 141 h 187"/>
                  <a:gd name="T4" fmla="*/ 5 w 49"/>
                  <a:gd name="T5" fmla="*/ 161 h 187"/>
                  <a:gd name="T6" fmla="*/ 7 w 49"/>
                  <a:gd name="T7" fmla="*/ 171 h 187"/>
                  <a:gd name="T8" fmla="*/ 12 w 49"/>
                  <a:gd name="T9" fmla="*/ 182 h 187"/>
                  <a:gd name="T10" fmla="*/ 30 w 49"/>
                  <a:gd name="T11" fmla="*/ 185 h 187"/>
                  <a:gd name="T12" fmla="*/ 44 w 49"/>
                  <a:gd name="T13" fmla="*/ 176 h 187"/>
                  <a:gd name="T14" fmla="*/ 49 w 49"/>
                  <a:gd name="T15" fmla="*/ 164 h 187"/>
                  <a:gd name="T16" fmla="*/ 49 w 49"/>
                  <a:gd name="T17" fmla="*/ 152 h 187"/>
                  <a:gd name="T18" fmla="*/ 49 w 49"/>
                  <a:gd name="T19" fmla="*/ 139 h 187"/>
                  <a:gd name="T20" fmla="*/ 47 w 49"/>
                  <a:gd name="T21" fmla="*/ 126 h 187"/>
                  <a:gd name="T22" fmla="*/ 48 w 49"/>
                  <a:gd name="T23" fmla="*/ 114 h 187"/>
                  <a:gd name="T24" fmla="*/ 49 w 49"/>
                  <a:gd name="T25" fmla="*/ 95 h 187"/>
                  <a:gd name="T26" fmla="*/ 49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1 w 49"/>
                  <a:gd name="T35" fmla="*/ 34 h 187"/>
                  <a:gd name="T36" fmla="*/ 39 w 49"/>
                  <a:gd name="T37" fmla="*/ 25 h 187"/>
                  <a:gd name="T38" fmla="*/ 34 w 49"/>
                  <a:gd name="T39" fmla="*/ 7 h 187"/>
                  <a:gd name="T40" fmla="*/ 31 w 49"/>
                  <a:gd name="T41" fmla="*/ 3 h 187"/>
                  <a:gd name="T42" fmla="*/ 30 w 49"/>
                  <a:gd name="T43" fmla="*/ 1 h 187"/>
                  <a:gd name="T44" fmla="*/ 26 w 49"/>
                  <a:gd name="T45" fmla="*/ 2 h 187"/>
                  <a:gd name="T46" fmla="*/ 23 w 49"/>
                  <a:gd name="T47" fmla="*/ 8 h 187"/>
                  <a:gd name="T48" fmla="*/ 13 w 49"/>
                  <a:gd name="T49" fmla="*/ 38 h 187"/>
                  <a:gd name="T50" fmla="*/ 8 w 49"/>
                  <a:gd name="T51" fmla="*/ 55 h 187"/>
                  <a:gd name="T52" fmla="*/ 3 w 49"/>
                  <a:gd name="T53" fmla="*/ 69 h 187"/>
                  <a:gd name="T54" fmla="*/ 1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1" y="131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1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7" y="171"/>
                    </a:cubicBezTo>
                    <a:cubicBezTo>
                      <a:pt x="8" y="174"/>
                      <a:pt x="11" y="182"/>
                      <a:pt x="12" y="182"/>
                    </a:cubicBezTo>
                    <a:cubicBezTo>
                      <a:pt x="13" y="182"/>
                      <a:pt x="27" y="187"/>
                      <a:pt x="30" y="185"/>
                    </a:cubicBezTo>
                    <a:cubicBezTo>
                      <a:pt x="30" y="185"/>
                      <a:pt x="43" y="178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3"/>
                      <a:pt x="49" y="139"/>
                    </a:cubicBezTo>
                    <a:cubicBezTo>
                      <a:pt x="48" y="135"/>
                      <a:pt x="47" y="131"/>
                      <a:pt x="47" y="126"/>
                    </a:cubicBezTo>
                    <a:cubicBezTo>
                      <a:pt x="47" y="122"/>
                      <a:pt x="48" y="118"/>
                      <a:pt x="48" y="114"/>
                    </a:cubicBezTo>
                    <a:cubicBezTo>
                      <a:pt x="48" y="112"/>
                      <a:pt x="48" y="97"/>
                      <a:pt x="49" y="95"/>
                    </a:cubicBezTo>
                    <a:cubicBezTo>
                      <a:pt x="49" y="93"/>
                      <a:pt x="49" y="91"/>
                      <a:pt x="49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7" y="73"/>
                      <a:pt x="43" y="58"/>
                      <a:pt x="43" y="56"/>
                    </a:cubicBezTo>
                    <a:cubicBezTo>
                      <a:pt x="43" y="54"/>
                      <a:pt x="43" y="52"/>
                      <a:pt x="42" y="51"/>
                    </a:cubicBezTo>
                    <a:cubicBezTo>
                      <a:pt x="42" y="49"/>
                      <a:pt x="41" y="35"/>
                      <a:pt x="41" y="34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8" y="24"/>
                      <a:pt x="35" y="8"/>
                      <a:pt x="34" y="7"/>
                    </a:cubicBezTo>
                    <a:cubicBezTo>
                      <a:pt x="33" y="4"/>
                      <a:pt x="32" y="4"/>
                      <a:pt x="31" y="3"/>
                    </a:cubicBezTo>
                    <a:cubicBezTo>
                      <a:pt x="31" y="2"/>
                      <a:pt x="30" y="2"/>
                      <a:pt x="30" y="1"/>
                    </a:cubicBezTo>
                    <a:cubicBezTo>
                      <a:pt x="29" y="1"/>
                      <a:pt x="26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6" y="60"/>
                      <a:pt x="5" y="62"/>
                      <a:pt x="3" y="69"/>
                    </a:cubicBezTo>
                    <a:cubicBezTo>
                      <a:pt x="3" y="72"/>
                      <a:pt x="1" y="126"/>
                      <a:pt x="1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6" name="Freeform 325">
                <a:extLst>
                  <a:ext uri="{FF2B5EF4-FFF2-40B4-BE49-F238E27FC236}">
                    <a16:creationId xmlns:a16="http://schemas.microsoft.com/office/drawing/2014/main" id="{AD8A1EA8-27A6-4F62-A402-463C41D3D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0613" y="1435100"/>
                <a:ext cx="195263" cy="741363"/>
              </a:xfrm>
              <a:custGeom>
                <a:avLst/>
                <a:gdLst>
                  <a:gd name="T0" fmla="*/ 1 w 49"/>
                  <a:gd name="T1" fmla="*/ 131 h 187"/>
                  <a:gd name="T2" fmla="*/ 1 w 49"/>
                  <a:gd name="T3" fmla="*/ 141 h 187"/>
                  <a:gd name="T4" fmla="*/ 5 w 49"/>
                  <a:gd name="T5" fmla="*/ 161 h 187"/>
                  <a:gd name="T6" fmla="*/ 7 w 49"/>
                  <a:gd name="T7" fmla="*/ 171 h 187"/>
                  <a:gd name="T8" fmla="*/ 12 w 49"/>
                  <a:gd name="T9" fmla="*/ 182 h 187"/>
                  <a:gd name="T10" fmla="*/ 30 w 49"/>
                  <a:gd name="T11" fmla="*/ 185 h 187"/>
                  <a:gd name="T12" fmla="*/ 44 w 49"/>
                  <a:gd name="T13" fmla="*/ 176 h 187"/>
                  <a:gd name="T14" fmla="*/ 49 w 49"/>
                  <a:gd name="T15" fmla="*/ 164 h 187"/>
                  <a:gd name="T16" fmla="*/ 49 w 49"/>
                  <a:gd name="T17" fmla="*/ 152 h 187"/>
                  <a:gd name="T18" fmla="*/ 49 w 49"/>
                  <a:gd name="T19" fmla="*/ 139 h 187"/>
                  <a:gd name="T20" fmla="*/ 47 w 49"/>
                  <a:gd name="T21" fmla="*/ 126 h 187"/>
                  <a:gd name="T22" fmla="*/ 48 w 49"/>
                  <a:gd name="T23" fmla="*/ 114 h 187"/>
                  <a:gd name="T24" fmla="*/ 49 w 49"/>
                  <a:gd name="T25" fmla="*/ 95 h 187"/>
                  <a:gd name="T26" fmla="*/ 49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1 w 49"/>
                  <a:gd name="T35" fmla="*/ 34 h 187"/>
                  <a:gd name="T36" fmla="*/ 39 w 49"/>
                  <a:gd name="T37" fmla="*/ 25 h 187"/>
                  <a:gd name="T38" fmla="*/ 34 w 49"/>
                  <a:gd name="T39" fmla="*/ 7 h 187"/>
                  <a:gd name="T40" fmla="*/ 31 w 49"/>
                  <a:gd name="T41" fmla="*/ 3 h 187"/>
                  <a:gd name="T42" fmla="*/ 30 w 49"/>
                  <a:gd name="T43" fmla="*/ 1 h 187"/>
                  <a:gd name="T44" fmla="*/ 26 w 49"/>
                  <a:gd name="T45" fmla="*/ 2 h 187"/>
                  <a:gd name="T46" fmla="*/ 23 w 49"/>
                  <a:gd name="T47" fmla="*/ 8 h 187"/>
                  <a:gd name="T48" fmla="*/ 13 w 49"/>
                  <a:gd name="T49" fmla="*/ 38 h 187"/>
                  <a:gd name="T50" fmla="*/ 8 w 49"/>
                  <a:gd name="T51" fmla="*/ 55 h 187"/>
                  <a:gd name="T52" fmla="*/ 3 w 49"/>
                  <a:gd name="T53" fmla="*/ 69 h 187"/>
                  <a:gd name="T54" fmla="*/ 1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1" y="131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1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7" y="171"/>
                    </a:cubicBezTo>
                    <a:cubicBezTo>
                      <a:pt x="8" y="174"/>
                      <a:pt x="11" y="182"/>
                      <a:pt x="12" y="182"/>
                    </a:cubicBezTo>
                    <a:cubicBezTo>
                      <a:pt x="13" y="182"/>
                      <a:pt x="27" y="187"/>
                      <a:pt x="30" y="185"/>
                    </a:cubicBezTo>
                    <a:cubicBezTo>
                      <a:pt x="30" y="185"/>
                      <a:pt x="43" y="178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3"/>
                      <a:pt x="49" y="139"/>
                    </a:cubicBezTo>
                    <a:cubicBezTo>
                      <a:pt x="48" y="135"/>
                      <a:pt x="47" y="131"/>
                      <a:pt x="47" y="126"/>
                    </a:cubicBezTo>
                    <a:cubicBezTo>
                      <a:pt x="47" y="122"/>
                      <a:pt x="48" y="118"/>
                      <a:pt x="48" y="114"/>
                    </a:cubicBezTo>
                    <a:cubicBezTo>
                      <a:pt x="48" y="112"/>
                      <a:pt x="48" y="97"/>
                      <a:pt x="49" y="95"/>
                    </a:cubicBezTo>
                    <a:cubicBezTo>
                      <a:pt x="49" y="93"/>
                      <a:pt x="49" y="91"/>
                      <a:pt x="49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7" y="73"/>
                      <a:pt x="43" y="58"/>
                      <a:pt x="43" y="56"/>
                    </a:cubicBezTo>
                    <a:cubicBezTo>
                      <a:pt x="43" y="54"/>
                      <a:pt x="43" y="52"/>
                      <a:pt x="42" y="51"/>
                    </a:cubicBezTo>
                    <a:cubicBezTo>
                      <a:pt x="42" y="49"/>
                      <a:pt x="41" y="35"/>
                      <a:pt x="41" y="34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8" y="24"/>
                      <a:pt x="35" y="8"/>
                      <a:pt x="34" y="7"/>
                    </a:cubicBezTo>
                    <a:cubicBezTo>
                      <a:pt x="33" y="4"/>
                      <a:pt x="32" y="4"/>
                      <a:pt x="31" y="3"/>
                    </a:cubicBezTo>
                    <a:cubicBezTo>
                      <a:pt x="31" y="2"/>
                      <a:pt x="30" y="2"/>
                      <a:pt x="30" y="1"/>
                    </a:cubicBezTo>
                    <a:cubicBezTo>
                      <a:pt x="29" y="1"/>
                      <a:pt x="26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6" y="60"/>
                      <a:pt x="5" y="62"/>
                      <a:pt x="3" y="69"/>
                    </a:cubicBezTo>
                    <a:cubicBezTo>
                      <a:pt x="3" y="72"/>
                      <a:pt x="1" y="126"/>
                      <a:pt x="1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7" name="Freeform 326">
                <a:extLst>
                  <a:ext uri="{FF2B5EF4-FFF2-40B4-BE49-F238E27FC236}">
                    <a16:creationId xmlns:a16="http://schemas.microsoft.com/office/drawing/2014/main" id="{571A063E-37D5-4BC0-B79B-FE2DE403DA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8363" y="2117725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7 h 49"/>
                  <a:gd name="T22" fmla="*/ 19 w 21"/>
                  <a:gd name="T23" fmla="*/ 26 h 49"/>
                  <a:gd name="T24" fmla="*/ 20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3" y="17"/>
                    </a:cubicBezTo>
                    <a:cubicBezTo>
                      <a:pt x="3" y="20"/>
                      <a:pt x="2" y="22"/>
                      <a:pt x="2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8" name="Freeform 327">
                <a:extLst>
                  <a:ext uri="{FF2B5EF4-FFF2-40B4-BE49-F238E27FC236}">
                    <a16:creationId xmlns:a16="http://schemas.microsoft.com/office/drawing/2014/main" id="{AD83E507-99C6-43A6-9AAB-37DA709FC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8363" y="2117725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7 h 49"/>
                  <a:gd name="T22" fmla="*/ 19 w 21"/>
                  <a:gd name="T23" fmla="*/ 26 h 49"/>
                  <a:gd name="T24" fmla="*/ 20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3" y="17"/>
                    </a:cubicBezTo>
                    <a:cubicBezTo>
                      <a:pt x="3" y="20"/>
                      <a:pt x="2" y="22"/>
                      <a:pt x="2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9" name="Freeform 328">
                <a:extLst>
                  <a:ext uri="{FF2B5EF4-FFF2-40B4-BE49-F238E27FC236}">
                    <a16:creationId xmlns:a16="http://schemas.microsoft.com/office/drawing/2014/main" id="{94926D58-8D8E-4097-966E-D4A6D5E7DD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74051" y="1668463"/>
                <a:ext cx="501650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6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80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5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6" y="112"/>
                      <a:pt x="18" y="114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3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80" y="1"/>
                    </a:cubicBezTo>
                    <a:cubicBezTo>
                      <a:pt x="78" y="1"/>
                      <a:pt x="77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2" y="58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0" name="Freeform 329">
                <a:extLst>
                  <a:ext uri="{FF2B5EF4-FFF2-40B4-BE49-F238E27FC236}">
                    <a16:creationId xmlns:a16="http://schemas.microsoft.com/office/drawing/2014/main" id="{275E6199-56EC-4DF0-A8C5-E092E3E85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74051" y="1668463"/>
                <a:ext cx="501650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6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80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5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6" y="112"/>
                      <a:pt x="18" y="114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3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80" y="1"/>
                    </a:cubicBezTo>
                    <a:cubicBezTo>
                      <a:pt x="78" y="1"/>
                      <a:pt x="77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2" y="58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1" name="Freeform 330">
                <a:extLst>
                  <a:ext uri="{FF2B5EF4-FFF2-40B4-BE49-F238E27FC236}">
                    <a16:creationId xmlns:a16="http://schemas.microsoft.com/office/drawing/2014/main" id="{79348EFB-7DFF-4713-A04D-CEEEE0FA5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1451" y="2160588"/>
                <a:ext cx="82550" cy="190500"/>
              </a:xfrm>
              <a:custGeom>
                <a:avLst/>
                <a:gdLst>
                  <a:gd name="T0" fmla="*/ 1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9 w 21"/>
                  <a:gd name="T7" fmla="*/ 48 h 48"/>
                  <a:gd name="T8" fmla="*/ 13 w 21"/>
                  <a:gd name="T9" fmla="*/ 48 h 48"/>
                  <a:gd name="T10" fmla="*/ 18 w 21"/>
                  <a:gd name="T11" fmla="*/ 48 h 48"/>
                  <a:gd name="T12" fmla="*/ 20 w 21"/>
                  <a:gd name="T13" fmla="*/ 48 h 48"/>
                  <a:gd name="T14" fmla="*/ 21 w 21"/>
                  <a:gd name="T15" fmla="*/ 48 h 48"/>
                  <a:gd name="T16" fmla="*/ 21 w 21"/>
                  <a:gd name="T17" fmla="*/ 48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20 w 21"/>
                  <a:gd name="T27" fmla="*/ 15 h 48"/>
                  <a:gd name="T28" fmla="*/ 20 w 21"/>
                  <a:gd name="T29" fmla="*/ 4 h 48"/>
                  <a:gd name="T30" fmla="*/ 20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1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9" y="48"/>
                    </a:cubicBezTo>
                    <a:cubicBezTo>
                      <a:pt x="10" y="48"/>
                      <a:pt x="12" y="48"/>
                      <a:pt x="13" y="48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1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4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0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2"/>
                      <a:pt x="3" y="17"/>
                    </a:cubicBezTo>
                    <a:cubicBezTo>
                      <a:pt x="3" y="19"/>
                      <a:pt x="3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2" y="35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2" name="Freeform 331">
                <a:extLst>
                  <a:ext uri="{FF2B5EF4-FFF2-40B4-BE49-F238E27FC236}">
                    <a16:creationId xmlns:a16="http://schemas.microsoft.com/office/drawing/2014/main" id="{7D8AF7E7-0D60-4DA5-94E3-92A1B49388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1451" y="2160588"/>
                <a:ext cx="82550" cy="190500"/>
              </a:xfrm>
              <a:custGeom>
                <a:avLst/>
                <a:gdLst>
                  <a:gd name="T0" fmla="*/ 1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9 w 21"/>
                  <a:gd name="T7" fmla="*/ 48 h 48"/>
                  <a:gd name="T8" fmla="*/ 13 w 21"/>
                  <a:gd name="T9" fmla="*/ 48 h 48"/>
                  <a:gd name="T10" fmla="*/ 18 w 21"/>
                  <a:gd name="T11" fmla="*/ 48 h 48"/>
                  <a:gd name="T12" fmla="*/ 20 w 21"/>
                  <a:gd name="T13" fmla="*/ 48 h 48"/>
                  <a:gd name="T14" fmla="*/ 21 w 21"/>
                  <a:gd name="T15" fmla="*/ 48 h 48"/>
                  <a:gd name="T16" fmla="*/ 21 w 21"/>
                  <a:gd name="T17" fmla="*/ 48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20 w 21"/>
                  <a:gd name="T27" fmla="*/ 15 h 48"/>
                  <a:gd name="T28" fmla="*/ 20 w 21"/>
                  <a:gd name="T29" fmla="*/ 4 h 48"/>
                  <a:gd name="T30" fmla="*/ 20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1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9" y="48"/>
                    </a:cubicBezTo>
                    <a:cubicBezTo>
                      <a:pt x="10" y="48"/>
                      <a:pt x="12" y="48"/>
                      <a:pt x="13" y="48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1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4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0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2"/>
                      <a:pt x="3" y="17"/>
                    </a:cubicBezTo>
                    <a:cubicBezTo>
                      <a:pt x="3" y="19"/>
                      <a:pt x="3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2" y="35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3" name="Freeform 332">
                <a:extLst>
                  <a:ext uri="{FF2B5EF4-FFF2-40B4-BE49-F238E27FC236}">
                    <a16:creationId xmlns:a16="http://schemas.microsoft.com/office/drawing/2014/main" id="{6AC1F2E1-1B96-4575-9C3B-420A0D60C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171291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1 w 127"/>
                  <a:gd name="T5" fmla="*/ 108 h 125"/>
                  <a:gd name="T6" fmla="*/ 19 w 127"/>
                  <a:gd name="T7" fmla="*/ 114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2 h 125"/>
                  <a:gd name="T18" fmla="*/ 57 w 127"/>
                  <a:gd name="T19" fmla="*/ 122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8 h 125"/>
                  <a:gd name="T28" fmla="*/ 104 w 127"/>
                  <a:gd name="T29" fmla="*/ 118 h 125"/>
                  <a:gd name="T30" fmla="*/ 112 w 127"/>
                  <a:gd name="T31" fmla="*/ 118 h 125"/>
                  <a:gd name="T32" fmla="*/ 121 w 127"/>
                  <a:gd name="T33" fmla="*/ 115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4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6 w 127"/>
                  <a:gd name="T65" fmla="*/ 25 h 125"/>
                  <a:gd name="T66" fmla="*/ 104 w 127"/>
                  <a:gd name="T67" fmla="*/ 22 h 125"/>
                  <a:gd name="T68" fmla="*/ 100 w 127"/>
                  <a:gd name="T69" fmla="*/ 16 h 125"/>
                  <a:gd name="T70" fmla="*/ 96 w 127"/>
                  <a:gd name="T71" fmla="*/ 14 h 125"/>
                  <a:gd name="T72" fmla="*/ 93 w 127"/>
                  <a:gd name="T73" fmla="*/ 10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3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4"/>
                    </a:cubicBezTo>
                    <a:cubicBezTo>
                      <a:pt x="20" y="116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3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2"/>
                      <a:pt x="48" y="122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64" y="122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4" y="118"/>
                    </a:cubicBezTo>
                    <a:cubicBezTo>
                      <a:pt x="97" y="118"/>
                      <a:pt x="100" y="118"/>
                      <a:pt x="104" y="118"/>
                    </a:cubicBezTo>
                    <a:cubicBezTo>
                      <a:pt x="106" y="118"/>
                      <a:pt x="110" y="119"/>
                      <a:pt x="112" y="118"/>
                    </a:cubicBezTo>
                    <a:cubicBezTo>
                      <a:pt x="115" y="117"/>
                      <a:pt x="118" y="117"/>
                      <a:pt x="121" y="115"/>
                    </a:cubicBezTo>
                    <a:cubicBezTo>
                      <a:pt x="123" y="114"/>
                      <a:pt x="125" y="112"/>
                      <a:pt x="125" y="110"/>
                    </a:cubicBezTo>
                    <a:cubicBezTo>
                      <a:pt x="127" y="108"/>
                      <a:pt x="127" y="104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4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0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1"/>
                      <a:pt x="107" y="30"/>
                    </a:cubicBezTo>
                    <a:cubicBezTo>
                      <a:pt x="107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6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1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2"/>
                      <a:pt x="83" y="2"/>
                      <a:pt x="80" y="1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8"/>
                      <a:pt x="51" y="10"/>
                    </a:cubicBezTo>
                    <a:cubicBezTo>
                      <a:pt x="49" y="11"/>
                      <a:pt x="47" y="12"/>
                      <a:pt x="44" y="13"/>
                    </a:cubicBezTo>
                    <a:cubicBezTo>
                      <a:pt x="40" y="16"/>
                      <a:pt x="37" y="20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1" y="72"/>
                      <a:pt x="2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4" name="Freeform 333">
                <a:extLst>
                  <a:ext uri="{FF2B5EF4-FFF2-40B4-BE49-F238E27FC236}">
                    <a16:creationId xmlns:a16="http://schemas.microsoft.com/office/drawing/2014/main" id="{10E9AB2D-E3AE-4CB4-B5E7-67ED74217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171291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1 w 127"/>
                  <a:gd name="T5" fmla="*/ 108 h 125"/>
                  <a:gd name="T6" fmla="*/ 19 w 127"/>
                  <a:gd name="T7" fmla="*/ 114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2 h 125"/>
                  <a:gd name="T18" fmla="*/ 57 w 127"/>
                  <a:gd name="T19" fmla="*/ 122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8 h 125"/>
                  <a:gd name="T28" fmla="*/ 104 w 127"/>
                  <a:gd name="T29" fmla="*/ 118 h 125"/>
                  <a:gd name="T30" fmla="*/ 112 w 127"/>
                  <a:gd name="T31" fmla="*/ 118 h 125"/>
                  <a:gd name="T32" fmla="*/ 121 w 127"/>
                  <a:gd name="T33" fmla="*/ 115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4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6 w 127"/>
                  <a:gd name="T65" fmla="*/ 25 h 125"/>
                  <a:gd name="T66" fmla="*/ 104 w 127"/>
                  <a:gd name="T67" fmla="*/ 22 h 125"/>
                  <a:gd name="T68" fmla="*/ 100 w 127"/>
                  <a:gd name="T69" fmla="*/ 16 h 125"/>
                  <a:gd name="T70" fmla="*/ 96 w 127"/>
                  <a:gd name="T71" fmla="*/ 14 h 125"/>
                  <a:gd name="T72" fmla="*/ 93 w 127"/>
                  <a:gd name="T73" fmla="*/ 10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3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4"/>
                    </a:cubicBezTo>
                    <a:cubicBezTo>
                      <a:pt x="20" y="116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3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2"/>
                      <a:pt x="48" y="122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64" y="122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4" y="118"/>
                    </a:cubicBezTo>
                    <a:cubicBezTo>
                      <a:pt x="97" y="118"/>
                      <a:pt x="100" y="118"/>
                      <a:pt x="104" y="118"/>
                    </a:cubicBezTo>
                    <a:cubicBezTo>
                      <a:pt x="106" y="118"/>
                      <a:pt x="110" y="119"/>
                      <a:pt x="112" y="118"/>
                    </a:cubicBezTo>
                    <a:cubicBezTo>
                      <a:pt x="115" y="117"/>
                      <a:pt x="118" y="117"/>
                      <a:pt x="121" y="115"/>
                    </a:cubicBezTo>
                    <a:cubicBezTo>
                      <a:pt x="123" y="114"/>
                      <a:pt x="125" y="112"/>
                      <a:pt x="125" y="110"/>
                    </a:cubicBezTo>
                    <a:cubicBezTo>
                      <a:pt x="127" y="108"/>
                      <a:pt x="127" y="104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4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0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1"/>
                      <a:pt x="107" y="30"/>
                    </a:cubicBezTo>
                    <a:cubicBezTo>
                      <a:pt x="107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6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1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2"/>
                      <a:pt x="83" y="2"/>
                      <a:pt x="80" y="1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8"/>
                      <a:pt x="51" y="10"/>
                    </a:cubicBezTo>
                    <a:cubicBezTo>
                      <a:pt x="49" y="11"/>
                      <a:pt x="47" y="12"/>
                      <a:pt x="44" y="13"/>
                    </a:cubicBezTo>
                    <a:cubicBezTo>
                      <a:pt x="40" y="16"/>
                      <a:pt x="37" y="20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1" y="72"/>
                      <a:pt x="2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5" name="Freeform 334">
                <a:extLst>
                  <a:ext uri="{FF2B5EF4-FFF2-40B4-BE49-F238E27FC236}">
                    <a16:creationId xmlns:a16="http://schemas.microsoft.com/office/drawing/2014/main" id="{9777DFA8-A66E-48CD-96CE-D5B829DBE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2288" y="2303463"/>
                <a:ext cx="84138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9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9 h 49"/>
                  <a:gd name="T12" fmla="*/ 19 w 21"/>
                  <a:gd name="T13" fmla="*/ 49 h 49"/>
                  <a:gd name="T14" fmla="*/ 20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7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5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1 h 49"/>
                  <a:gd name="T38" fmla="*/ 8 w 21"/>
                  <a:gd name="T39" fmla="*/ 1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8 h 49"/>
                  <a:gd name="T46" fmla="*/ 2 w 21"/>
                  <a:gd name="T47" fmla="*/ 25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9"/>
                    </a:cubicBezTo>
                    <a:cubicBezTo>
                      <a:pt x="5" y="49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9"/>
                      <a:pt x="17" y="49"/>
                    </a:cubicBezTo>
                    <a:cubicBezTo>
                      <a:pt x="18" y="49"/>
                      <a:pt x="18" y="48"/>
                      <a:pt x="19" y="49"/>
                    </a:cubicBezTo>
                    <a:cubicBezTo>
                      <a:pt x="19" y="49"/>
                      <a:pt x="20" y="49"/>
                      <a:pt x="20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2"/>
                      <a:pt x="19" y="40"/>
                      <a:pt x="19" y="38"/>
                    </a:cubicBezTo>
                    <a:cubicBezTo>
                      <a:pt x="19" y="34"/>
                      <a:pt x="19" y="30"/>
                      <a:pt x="19" y="27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8"/>
                      <a:pt x="19" y="16"/>
                    </a:cubicBezTo>
                    <a:cubicBezTo>
                      <a:pt x="19" y="12"/>
                      <a:pt x="19" y="8"/>
                      <a:pt x="19" y="5"/>
                    </a:cubicBezTo>
                    <a:cubicBezTo>
                      <a:pt x="19" y="5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3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1"/>
                    </a:cubicBezTo>
                    <a:cubicBezTo>
                      <a:pt x="10" y="0"/>
                      <a:pt x="9" y="1"/>
                      <a:pt x="8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8"/>
                    </a:cubicBezTo>
                    <a:cubicBezTo>
                      <a:pt x="2" y="20"/>
                      <a:pt x="2" y="22"/>
                      <a:pt x="2" y="25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6" name="Freeform 335">
                <a:extLst>
                  <a:ext uri="{FF2B5EF4-FFF2-40B4-BE49-F238E27FC236}">
                    <a16:creationId xmlns:a16="http://schemas.microsoft.com/office/drawing/2014/main" id="{6D558275-0DF5-4233-AE9B-D84D27838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2288" y="2303463"/>
                <a:ext cx="84138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9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9 h 49"/>
                  <a:gd name="T12" fmla="*/ 19 w 21"/>
                  <a:gd name="T13" fmla="*/ 49 h 49"/>
                  <a:gd name="T14" fmla="*/ 20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7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5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1 h 49"/>
                  <a:gd name="T38" fmla="*/ 8 w 21"/>
                  <a:gd name="T39" fmla="*/ 1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8 h 49"/>
                  <a:gd name="T46" fmla="*/ 2 w 21"/>
                  <a:gd name="T47" fmla="*/ 25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9"/>
                    </a:cubicBezTo>
                    <a:cubicBezTo>
                      <a:pt x="5" y="49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9"/>
                      <a:pt x="17" y="49"/>
                    </a:cubicBezTo>
                    <a:cubicBezTo>
                      <a:pt x="18" y="49"/>
                      <a:pt x="18" y="48"/>
                      <a:pt x="19" y="49"/>
                    </a:cubicBezTo>
                    <a:cubicBezTo>
                      <a:pt x="19" y="49"/>
                      <a:pt x="20" y="49"/>
                      <a:pt x="20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2"/>
                      <a:pt x="19" y="40"/>
                      <a:pt x="19" y="38"/>
                    </a:cubicBezTo>
                    <a:cubicBezTo>
                      <a:pt x="19" y="34"/>
                      <a:pt x="19" y="30"/>
                      <a:pt x="19" y="27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8"/>
                      <a:pt x="19" y="16"/>
                    </a:cubicBezTo>
                    <a:cubicBezTo>
                      <a:pt x="19" y="12"/>
                      <a:pt x="19" y="8"/>
                      <a:pt x="19" y="5"/>
                    </a:cubicBezTo>
                    <a:cubicBezTo>
                      <a:pt x="19" y="5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3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1"/>
                    </a:cubicBezTo>
                    <a:cubicBezTo>
                      <a:pt x="10" y="0"/>
                      <a:pt x="9" y="1"/>
                      <a:pt x="8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8"/>
                    </a:cubicBezTo>
                    <a:cubicBezTo>
                      <a:pt x="2" y="20"/>
                      <a:pt x="2" y="22"/>
                      <a:pt x="2" y="25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7" name="Freeform 336">
                <a:extLst>
                  <a:ext uri="{FF2B5EF4-FFF2-40B4-BE49-F238E27FC236}">
                    <a16:creationId xmlns:a16="http://schemas.microsoft.com/office/drawing/2014/main" id="{F4DC40E7-9E46-4206-9323-79055AF42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7976" y="1855788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3 h 126"/>
                  <a:gd name="T14" fmla="*/ 43 w 126"/>
                  <a:gd name="T15" fmla="*/ 122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3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0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3 h 126"/>
                  <a:gd name="T40" fmla="*/ 120 w 126"/>
                  <a:gd name="T41" fmla="*/ 85 h 126"/>
                  <a:gd name="T42" fmla="*/ 123 w 126"/>
                  <a:gd name="T43" fmla="*/ 76 h 126"/>
                  <a:gd name="T44" fmla="*/ 124 w 126"/>
                  <a:gd name="T45" fmla="*/ 72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4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6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5 w 126"/>
                  <a:gd name="T71" fmla="*/ 14 h 126"/>
                  <a:gd name="T72" fmla="*/ 93 w 126"/>
                  <a:gd name="T73" fmla="*/ 11 h 126"/>
                  <a:gd name="T74" fmla="*/ 90 w 126"/>
                  <a:gd name="T75" fmla="*/ 7 h 126"/>
                  <a:gd name="T76" fmla="*/ 88 w 126"/>
                  <a:gd name="T77" fmla="*/ 5 h 126"/>
                  <a:gd name="T78" fmla="*/ 79 w 126"/>
                  <a:gd name="T79" fmla="*/ 2 h 126"/>
                  <a:gd name="T80" fmla="*/ 75 w 126"/>
                  <a:gd name="T81" fmla="*/ 0 h 126"/>
                  <a:gd name="T82" fmla="*/ 65 w 126"/>
                  <a:gd name="T83" fmla="*/ 1 h 126"/>
                  <a:gd name="T84" fmla="*/ 59 w 126"/>
                  <a:gd name="T85" fmla="*/ 6 h 126"/>
                  <a:gd name="T86" fmla="*/ 51 w 126"/>
                  <a:gd name="T87" fmla="*/ 10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4 w 126"/>
                  <a:gd name="T97" fmla="*/ 54 h 126"/>
                  <a:gd name="T98" fmla="*/ 2 w 126"/>
                  <a:gd name="T99" fmla="*/ 62 h 126"/>
                  <a:gd name="T100" fmla="*/ 1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19" y="117"/>
                      <a:pt x="21" y="119"/>
                      <a:pt x="23" y="120"/>
                    </a:cubicBezTo>
                    <a:cubicBezTo>
                      <a:pt x="25" y="121"/>
                      <a:pt x="28" y="123"/>
                      <a:pt x="30" y="123"/>
                    </a:cubicBezTo>
                    <a:cubicBezTo>
                      <a:pt x="33" y="123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6"/>
                      <a:pt x="76" y="125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9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2"/>
                      <a:pt x="122" y="79"/>
                      <a:pt x="123" y="76"/>
                    </a:cubicBezTo>
                    <a:cubicBezTo>
                      <a:pt x="124" y="75"/>
                      <a:pt x="124" y="74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4" y="60"/>
                    </a:cubicBezTo>
                    <a:cubicBezTo>
                      <a:pt x="124" y="56"/>
                      <a:pt x="123" y="54"/>
                      <a:pt x="121" y="51"/>
                    </a:cubicBezTo>
                    <a:cubicBezTo>
                      <a:pt x="119" y="49"/>
                      <a:pt x="117" y="47"/>
                      <a:pt x="115" y="46"/>
                    </a:cubicBezTo>
                    <a:cubicBezTo>
                      <a:pt x="114" y="45"/>
                      <a:pt x="113" y="43"/>
                      <a:pt x="112" y="42"/>
                    </a:cubicBezTo>
                    <a:cubicBezTo>
                      <a:pt x="110" y="41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7"/>
                    </a:cubicBezTo>
                    <a:cubicBezTo>
                      <a:pt x="89" y="6"/>
                      <a:pt x="89" y="5"/>
                      <a:pt x="88" y="5"/>
                    </a:cubicBezTo>
                    <a:cubicBezTo>
                      <a:pt x="85" y="3"/>
                      <a:pt x="82" y="2"/>
                      <a:pt x="79" y="2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6" y="8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9"/>
                      <a:pt x="5" y="51"/>
                      <a:pt x="4" y="54"/>
                    </a:cubicBezTo>
                    <a:cubicBezTo>
                      <a:pt x="3" y="56"/>
                      <a:pt x="2" y="59"/>
                      <a:pt x="2" y="62"/>
                    </a:cubicBezTo>
                    <a:cubicBezTo>
                      <a:pt x="0" y="67"/>
                      <a:pt x="1" y="73"/>
                      <a:pt x="1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8" name="Freeform 337">
                <a:extLst>
                  <a:ext uri="{FF2B5EF4-FFF2-40B4-BE49-F238E27FC236}">
                    <a16:creationId xmlns:a16="http://schemas.microsoft.com/office/drawing/2014/main" id="{778B497E-A639-46B2-94B0-55B82B422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7976" y="1855788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3 h 126"/>
                  <a:gd name="T14" fmla="*/ 43 w 126"/>
                  <a:gd name="T15" fmla="*/ 122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3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0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3 h 126"/>
                  <a:gd name="T40" fmla="*/ 120 w 126"/>
                  <a:gd name="T41" fmla="*/ 85 h 126"/>
                  <a:gd name="T42" fmla="*/ 123 w 126"/>
                  <a:gd name="T43" fmla="*/ 76 h 126"/>
                  <a:gd name="T44" fmla="*/ 124 w 126"/>
                  <a:gd name="T45" fmla="*/ 72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4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6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5 w 126"/>
                  <a:gd name="T71" fmla="*/ 14 h 126"/>
                  <a:gd name="T72" fmla="*/ 93 w 126"/>
                  <a:gd name="T73" fmla="*/ 11 h 126"/>
                  <a:gd name="T74" fmla="*/ 90 w 126"/>
                  <a:gd name="T75" fmla="*/ 7 h 126"/>
                  <a:gd name="T76" fmla="*/ 88 w 126"/>
                  <a:gd name="T77" fmla="*/ 5 h 126"/>
                  <a:gd name="T78" fmla="*/ 79 w 126"/>
                  <a:gd name="T79" fmla="*/ 2 h 126"/>
                  <a:gd name="T80" fmla="*/ 75 w 126"/>
                  <a:gd name="T81" fmla="*/ 0 h 126"/>
                  <a:gd name="T82" fmla="*/ 65 w 126"/>
                  <a:gd name="T83" fmla="*/ 1 h 126"/>
                  <a:gd name="T84" fmla="*/ 59 w 126"/>
                  <a:gd name="T85" fmla="*/ 6 h 126"/>
                  <a:gd name="T86" fmla="*/ 51 w 126"/>
                  <a:gd name="T87" fmla="*/ 10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4 w 126"/>
                  <a:gd name="T97" fmla="*/ 54 h 126"/>
                  <a:gd name="T98" fmla="*/ 2 w 126"/>
                  <a:gd name="T99" fmla="*/ 62 h 126"/>
                  <a:gd name="T100" fmla="*/ 1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19" y="117"/>
                      <a:pt x="21" y="119"/>
                      <a:pt x="23" y="120"/>
                    </a:cubicBezTo>
                    <a:cubicBezTo>
                      <a:pt x="25" y="121"/>
                      <a:pt x="28" y="123"/>
                      <a:pt x="30" y="123"/>
                    </a:cubicBezTo>
                    <a:cubicBezTo>
                      <a:pt x="33" y="123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6"/>
                      <a:pt x="76" y="125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9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2"/>
                      <a:pt x="122" y="79"/>
                      <a:pt x="123" y="76"/>
                    </a:cubicBezTo>
                    <a:cubicBezTo>
                      <a:pt x="124" y="75"/>
                      <a:pt x="124" y="74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4" y="60"/>
                    </a:cubicBezTo>
                    <a:cubicBezTo>
                      <a:pt x="124" y="56"/>
                      <a:pt x="123" y="54"/>
                      <a:pt x="121" y="51"/>
                    </a:cubicBezTo>
                    <a:cubicBezTo>
                      <a:pt x="119" y="49"/>
                      <a:pt x="117" y="47"/>
                      <a:pt x="115" y="46"/>
                    </a:cubicBezTo>
                    <a:cubicBezTo>
                      <a:pt x="114" y="45"/>
                      <a:pt x="113" y="43"/>
                      <a:pt x="112" y="42"/>
                    </a:cubicBezTo>
                    <a:cubicBezTo>
                      <a:pt x="110" y="41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7"/>
                    </a:cubicBezTo>
                    <a:cubicBezTo>
                      <a:pt x="89" y="6"/>
                      <a:pt x="89" y="5"/>
                      <a:pt x="88" y="5"/>
                    </a:cubicBezTo>
                    <a:cubicBezTo>
                      <a:pt x="85" y="3"/>
                      <a:pt x="82" y="2"/>
                      <a:pt x="79" y="2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6" y="8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9"/>
                      <a:pt x="5" y="51"/>
                      <a:pt x="4" y="54"/>
                    </a:cubicBezTo>
                    <a:cubicBezTo>
                      <a:pt x="3" y="56"/>
                      <a:pt x="2" y="59"/>
                      <a:pt x="2" y="62"/>
                    </a:cubicBezTo>
                    <a:cubicBezTo>
                      <a:pt x="0" y="67"/>
                      <a:pt x="1" y="73"/>
                      <a:pt x="1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9" name="Freeform 338">
                <a:extLst>
                  <a:ext uri="{FF2B5EF4-FFF2-40B4-BE49-F238E27FC236}">
                    <a16:creationId xmlns:a16="http://schemas.microsoft.com/office/drawing/2014/main" id="{01987C0E-6DDC-4789-9166-7B7453FDA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76" y="2260600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9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0" name="Freeform 339">
                <a:extLst>
                  <a:ext uri="{FF2B5EF4-FFF2-40B4-BE49-F238E27FC236}">
                    <a16:creationId xmlns:a16="http://schemas.microsoft.com/office/drawing/2014/main" id="{57812316-E66E-4252-B825-1B6E5C52F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76" y="2260600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9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1" name="Freeform 340">
                <a:extLst>
                  <a:ext uri="{FF2B5EF4-FFF2-40B4-BE49-F238E27FC236}">
                    <a16:creationId xmlns:a16="http://schemas.microsoft.com/office/drawing/2014/main" id="{5DF01F51-63A8-44A4-ACD1-EABCD1595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1063" y="1811338"/>
                <a:ext cx="500063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1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2" name="Freeform 341">
                <a:extLst>
                  <a:ext uri="{FF2B5EF4-FFF2-40B4-BE49-F238E27FC236}">
                    <a16:creationId xmlns:a16="http://schemas.microsoft.com/office/drawing/2014/main" id="{C6D271B9-54FC-4FE7-98D8-09A5CA2DC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1063" y="1811338"/>
                <a:ext cx="500063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1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3" name="Freeform 342">
                <a:extLst>
                  <a:ext uri="{FF2B5EF4-FFF2-40B4-BE49-F238E27FC236}">
                    <a16:creationId xmlns:a16="http://schemas.microsoft.com/office/drawing/2014/main" id="{04678771-A7C9-4EA7-8DFA-BF4A9D37CF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8988" y="23637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4 h 42"/>
                  <a:gd name="T10" fmla="*/ 11 w 12"/>
                  <a:gd name="T11" fmla="*/ 4 h 42"/>
                  <a:gd name="T12" fmla="*/ 11 w 12"/>
                  <a:gd name="T13" fmla="*/ 4 h 42"/>
                  <a:gd name="T14" fmla="*/ 11 w 12"/>
                  <a:gd name="T15" fmla="*/ 3 h 42"/>
                  <a:gd name="T16" fmla="*/ 9 w 12"/>
                  <a:gd name="T17" fmla="*/ 2 h 42"/>
                  <a:gd name="T18" fmla="*/ 7 w 12"/>
                  <a:gd name="T19" fmla="*/ 1 h 42"/>
                  <a:gd name="T20" fmla="*/ 5 w 12"/>
                  <a:gd name="T21" fmla="*/ 1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7 h 42"/>
                  <a:gd name="T32" fmla="*/ 1 w 12"/>
                  <a:gd name="T33" fmla="*/ 33 h 42"/>
                  <a:gd name="T34" fmla="*/ 1 w 12"/>
                  <a:gd name="T35" fmla="*/ 38 h 42"/>
                  <a:gd name="T36" fmla="*/ 1 w 12"/>
                  <a:gd name="T37" fmla="*/ 41 h 42"/>
                  <a:gd name="T38" fmla="*/ 3 w 12"/>
                  <a:gd name="T39" fmla="*/ 42 h 42"/>
                  <a:gd name="T40" fmla="*/ 5 w 12"/>
                  <a:gd name="T41" fmla="*/ 42 h 42"/>
                  <a:gd name="T42" fmla="*/ 7 w 12"/>
                  <a:gd name="T43" fmla="*/ 42 h 42"/>
                  <a:gd name="T44" fmla="*/ 10 w 12"/>
                  <a:gd name="T45" fmla="*/ 42 h 42"/>
                  <a:gd name="T46" fmla="*/ 11 w 12"/>
                  <a:gd name="T47" fmla="*/ 42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6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7"/>
                      <a:pt x="11" y="15"/>
                      <a:pt x="11" y="14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2"/>
                      <a:pt x="8" y="1"/>
                      <a:pt x="7" y="1"/>
                    </a:cubicBezTo>
                    <a:cubicBezTo>
                      <a:pt x="6" y="0"/>
                      <a:pt x="5" y="1"/>
                      <a:pt x="5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7"/>
                    </a:cubicBezTo>
                    <a:cubicBezTo>
                      <a:pt x="1" y="29"/>
                      <a:pt x="1" y="31"/>
                      <a:pt x="1" y="33"/>
                    </a:cubicBezTo>
                    <a:cubicBezTo>
                      <a:pt x="1" y="35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1"/>
                    </a:cubicBezTo>
                    <a:cubicBezTo>
                      <a:pt x="1" y="41"/>
                      <a:pt x="2" y="41"/>
                      <a:pt x="3" y="42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7" y="42"/>
                    </a:cubicBezTo>
                    <a:cubicBezTo>
                      <a:pt x="8" y="42"/>
                      <a:pt x="9" y="42"/>
                      <a:pt x="10" y="42"/>
                    </a:cubicBezTo>
                    <a:cubicBezTo>
                      <a:pt x="10" y="42"/>
                      <a:pt x="11" y="42"/>
                      <a:pt x="11" y="42"/>
                    </a:cubicBezTo>
                    <a:cubicBezTo>
                      <a:pt x="11" y="42"/>
                      <a:pt x="12" y="42"/>
                      <a:pt x="12" y="42"/>
                    </a:cubicBezTo>
                    <a:cubicBezTo>
                      <a:pt x="12" y="42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4" name="Freeform 343">
                <a:extLst>
                  <a:ext uri="{FF2B5EF4-FFF2-40B4-BE49-F238E27FC236}">
                    <a16:creationId xmlns:a16="http://schemas.microsoft.com/office/drawing/2014/main" id="{D8F8C83D-DFF0-42E2-9F46-32A7C399D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8988" y="23637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4 h 42"/>
                  <a:gd name="T10" fmla="*/ 11 w 12"/>
                  <a:gd name="T11" fmla="*/ 4 h 42"/>
                  <a:gd name="T12" fmla="*/ 11 w 12"/>
                  <a:gd name="T13" fmla="*/ 4 h 42"/>
                  <a:gd name="T14" fmla="*/ 11 w 12"/>
                  <a:gd name="T15" fmla="*/ 3 h 42"/>
                  <a:gd name="T16" fmla="*/ 9 w 12"/>
                  <a:gd name="T17" fmla="*/ 2 h 42"/>
                  <a:gd name="T18" fmla="*/ 7 w 12"/>
                  <a:gd name="T19" fmla="*/ 1 h 42"/>
                  <a:gd name="T20" fmla="*/ 5 w 12"/>
                  <a:gd name="T21" fmla="*/ 1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7 h 42"/>
                  <a:gd name="T32" fmla="*/ 1 w 12"/>
                  <a:gd name="T33" fmla="*/ 33 h 42"/>
                  <a:gd name="T34" fmla="*/ 1 w 12"/>
                  <a:gd name="T35" fmla="*/ 38 h 42"/>
                  <a:gd name="T36" fmla="*/ 1 w 12"/>
                  <a:gd name="T37" fmla="*/ 41 h 42"/>
                  <a:gd name="T38" fmla="*/ 3 w 12"/>
                  <a:gd name="T39" fmla="*/ 42 h 42"/>
                  <a:gd name="T40" fmla="*/ 5 w 12"/>
                  <a:gd name="T41" fmla="*/ 42 h 42"/>
                  <a:gd name="T42" fmla="*/ 7 w 12"/>
                  <a:gd name="T43" fmla="*/ 42 h 42"/>
                  <a:gd name="T44" fmla="*/ 10 w 12"/>
                  <a:gd name="T45" fmla="*/ 42 h 42"/>
                  <a:gd name="T46" fmla="*/ 11 w 12"/>
                  <a:gd name="T47" fmla="*/ 42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6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7"/>
                      <a:pt x="11" y="15"/>
                      <a:pt x="11" y="14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2"/>
                      <a:pt x="8" y="1"/>
                      <a:pt x="7" y="1"/>
                    </a:cubicBezTo>
                    <a:cubicBezTo>
                      <a:pt x="6" y="0"/>
                      <a:pt x="5" y="1"/>
                      <a:pt x="5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7"/>
                    </a:cubicBezTo>
                    <a:cubicBezTo>
                      <a:pt x="1" y="29"/>
                      <a:pt x="1" y="31"/>
                      <a:pt x="1" y="33"/>
                    </a:cubicBezTo>
                    <a:cubicBezTo>
                      <a:pt x="1" y="35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1"/>
                    </a:cubicBezTo>
                    <a:cubicBezTo>
                      <a:pt x="1" y="41"/>
                      <a:pt x="2" y="41"/>
                      <a:pt x="3" y="42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7" y="42"/>
                    </a:cubicBezTo>
                    <a:cubicBezTo>
                      <a:pt x="8" y="42"/>
                      <a:pt x="9" y="42"/>
                      <a:pt x="10" y="42"/>
                    </a:cubicBezTo>
                    <a:cubicBezTo>
                      <a:pt x="10" y="42"/>
                      <a:pt x="11" y="42"/>
                      <a:pt x="11" y="42"/>
                    </a:cubicBezTo>
                    <a:cubicBezTo>
                      <a:pt x="11" y="42"/>
                      <a:pt x="12" y="42"/>
                      <a:pt x="12" y="42"/>
                    </a:cubicBezTo>
                    <a:cubicBezTo>
                      <a:pt x="12" y="42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5" name="Freeform 344">
                <a:extLst>
                  <a:ext uri="{FF2B5EF4-FFF2-40B4-BE49-F238E27FC236}">
                    <a16:creationId xmlns:a16="http://schemas.microsoft.com/office/drawing/2014/main" id="{1B962D25-15B3-482A-9252-0F2E074DB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7551" y="1668463"/>
                <a:ext cx="195263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0 h 186"/>
                  <a:gd name="T4" fmla="*/ 4 w 49"/>
                  <a:gd name="T5" fmla="*/ 160 h 186"/>
                  <a:gd name="T6" fmla="*/ 7 w 49"/>
                  <a:gd name="T7" fmla="*/ 170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4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0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6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8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0"/>
                    </a:cubicBezTo>
                    <a:cubicBezTo>
                      <a:pt x="1" y="149"/>
                      <a:pt x="2" y="155"/>
                      <a:pt x="4" y="160"/>
                    </a:cubicBezTo>
                    <a:cubicBezTo>
                      <a:pt x="5" y="164"/>
                      <a:pt x="6" y="167"/>
                      <a:pt x="7" y="170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7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7"/>
                      <a:pt x="48" y="113"/>
                    </a:cubicBezTo>
                    <a:cubicBezTo>
                      <a:pt x="48" y="111"/>
                      <a:pt x="48" y="97"/>
                      <a:pt x="48" y="94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79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3"/>
                      <a:pt x="42" y="52"/>
                      <a:pt x="42" y="50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3"/>
                      <a:pt x="34" y="7"/>
                      <a:pt x="34" y="6"/>
                    </a:cubicBezTo>
                    <a:cubicBezTo>
                      <a:pt x="33" y="4"/>
                      <a:pt x="32" y="3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3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4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8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6" name="Freeform 345">
                <a:extLst>
                  <a:ext uri="{FF2B5EF4-FFF2-40B4-BE49-F238E27FC236}">
                    <a16:creationId xmlns:a16="http://schemas.microsoft.com/office/drawing/2014/main" id="{7BD11EE0-E94A-4C8C-A45D-0436D27D9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7551" y="1668463"/>
                <a:ext cx="195263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0 h 186"/>
                  <a:gd name="T4" fmla="*/ 4 w 49"/>
                  <a:gd name="T5" fmla="*/ 160 h 186"/>
                  <a:gd name="T6" fmla="*/ 7 w 49"/>
                  <a:gd name="T7" fmla="*/ 170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4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0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6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8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0"/>
                    </a:cubicBezTo>
                    <a:cubicBezTo>
                      <a:pt x="1" y="149"/>
                      <a:pt x="2" y="155"/>
                      <a:pt x="4" y="160"/>
                    </a:cubicBezTo>
                    <a:cubicBezTo>
                      <a:pt x="5" y="164"/>
                      <a:pt x="6" y="167"/>
                      <a:pt x="7" y="170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7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7"/>
                      <a:pt x="48" y="113"/>
                    </a:cubicBezTo>
                    <a:cubicBezTo>
                      <a:pt x="48" y="111"/>
                      <a:pt x="48" y="97"/>
                      <a:pt x="48" y="94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79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3"/>
                      <a:pt x="42" y="52"/>
                      <a:pt x="42" y="50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3"/>
                      <a:pt x="34" y="7"/>
                      <a:pt x="34" y="6"/>
                    </a:cubicBezTo>
                    <a:cubicBezTo>
                      <a:pt x="33" y="4"/>
                      <a:pt x="32" y="3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3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4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8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7" name="Freeform 346">
                <a:extLst>
                  <a:ext uri="{FF2B5EF4-FFF2-40B4-BE49-F238E27FC236}">
                    <a16:creationId xmlns:a16="http://schemas.microsoft.com/office/drawing/2014/main" id="{765EB0AE-FEEF-4EBC-BF65-EC0F8D2B9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324100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19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5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19" y="30"/>
                      <a:pt x="19" y="26"/>
                    </a:cubicBezTo>
                    <a:cubicBezTo>
                      <a:pt x="19" y="24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2" y="8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5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8" name="Freeform 347">
                <a:extLst>
                  <a:ext uri="{FF2B5EF4-FFF2-40B4-BE49-F238E27FC236}">
                    <a16:creationId xmlns:a16="http://schemas.microsoft.com/office/drawing/2014/main" id="{92F76ACE-5F16-4EE9-A495-B30E92B62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324100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19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5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19" y="30"/>
                      <a:pt x="19" y="26"/>
                    </a:cubicBezTo>
                    <a:cubicBezTo>
                      <a:pt x="19" y="24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2" y="8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5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9" name="Freeform 348">
                <a:extLst>
                  <a:ext uri="{FF2B5EF4-FFF2-40B4-BE49-F238E27FC236}">
                    <a16:creationId xmlns:a16="http://schemas.microsoft.com/office/drawing/2014/main" id="{0FE6E789-6B14-445A-BA74-89A2521A6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1871663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9 h 126"/>
                  <a:gd name="T6" fmla="*/ 18 w 126"/>
                  <a:gd name="T7" fmla="*/ 115 h 126"/>
                  <a:gd name="T8" fmla="*/ 23 w 126"/>
                  <a:gd name="T9" fmla="*/ 121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2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3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3 h 126"/>
                  <a:gd name="T58" fmla="*/ 110 w 126"/>
                  <a:gd name="T59" fmla="*/ 38 h 126"/>
                  <a:gd name="T60" fmla="*/ 108 w 126"/>
                  <a:gd name="T61" fmla="*/ 35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5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6 h 126"/>
                  <a:gd name="T92" fmla="*/ 20 w 126"/>
                  <a:gd name="T93" fmla="*/ 38 h 126"/>
                  <a:gd name="T94" fmla="*/ 8 w 126"/>
                  <a:gd name="T95" fmla="*/ 47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1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9"/>
                    </a:cubicBezTo>
                    <a:cubicBezTo>
                      <a:pt x="14" y="111"/>
                      <a:pt x="16" y="113"/>
                      <a:pt x="18" y="115"/>
                    </a:cubicBezTo>
                    <a:cubicBezTo>
                      <a:pt x="20" y="117"/>
                      <a:pt x="21" y="120"/>
                      <a:pt x="23" y="121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2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8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3"/>
                    </a:cubicBezTo>
                    <a:cubicBezTo>
                      <a:pt x="126" y="100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0" y="82"/>
                      <a:pt x="122" y="80"/>
                      <a:pt x="123" y="77"/>
                    </a:cubicBezTo>
                    <a:cubicBezTo>
                      <a:pt x="124" y="76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4" y="68"/>
                    </a:cubicBezTo>
                    <a:cubicBezTo>
                      <a:pt x="124" y="67"/>
                      <a:pt x="124" y="66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8"/>
                      <a:pt x="115" y="46"/>
                    </a:cubicBezTo>
                    <a:cubicBezTo>
                      <a:pt x="114" y="45"/>
                      <a:pt x="113" y="44"/>
                      <a:pt x="112" y="43"/>
                    </a:cubicBezTo>
                    <a:cubicBezTo>
                      <a:pt x="110" y="41"/>
                      <a:pt x="111" y="39"/>
                      <a:pt x="110" y="38"/>
                    </a:cubicBezTo>
                    <a:cubicBezTo>
                      <a:pt x="110" y="37"/>
                      <a:pt x="109" y="36"/>
                      <a:pt x="108" y="35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30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6"/>
                      <a:pt x="96" y="15"/>
                    </a:cubicBezTo>
                    <a:cubicBezTo>
                      <a:pt x="95" y="14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6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1"/>
                      <a:pt x="67" y="0"/>
                      <a:pt x="65" y="2"/>
                    </a:cubicBezTo>
                    <a:cubicBezTo>
                      <a:pt x="63" y="3"/>
                      <a:pt x="61" y="5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6"/>
                    </a:cubicBezTo>
                    <a:cubicBezTo>
                      <a:pt x="30" y="31"/>
                      <a:pt x="25" y="34"/>
                      <a:pt x="20" y="38"/>
                    </a:cubicBezTo>
                    <a:cubicBezTo>
                      <a:pt x="16" y="40"/>
                      <a:pt x="11" y="42"/>
                      <a:pt x="8" y="47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8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0" name="Freeform 349">
                <a:extLst>
                  <a:ext uri="{FF2B5EF4-FFF2-40B4-BE49-F238E27FC236}">
                    <a16:creationId xmlns:a16="http://schemas.microsoft.com/office/drawing/2014/main" id="{2D529C7C-FA67-4EEC-B2A7-4AFD8F0F1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1871663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9 h 126"/>
                  <a:gd name="T6" fmla="*/ 18 w 126"/>
                  <a:gd name="T7" fmla="*/ 115 h 126"/>
                  <a:gd name="T8" fmla="*/ 23 w 126"/>
                  <a:gd name="T9" fmla="*/ 121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2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3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3 h 126"/>
                  <a:gd name="T58" fmla="*/ 110 w 126"/>
                  <a:gd name="T59" fmla="*/ 38 h 126"/>
                  <a:gd name="T60" fmla="*/ 108 w 126"/>
                  <a:gd name="T61" fmla="*/ 35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5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6 h 126"/>
                  <a:gd name="T92" fmla="*/ 20 w 126"/>
                  <a:gd name="T93" fmla="*/ 38 h 126"/>
                  <a:gd name="T94" fmla="*/ 8 w 126"/>
                  <a:gd name="T95" fmla="*/ 47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1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9"/>
                    </a:cubicBezTo>
                    <a:cubicBezTo>
                      <a:pt x="14" y="111"/>
                      <a:pt x="16" y="113"/>
                      <a:pt x="18" y="115"/>
                    </a:cubicBezTo>
                    <a:cubicBezTo>
                      <a:pt x="20" y="117"/>
                      <a:pt x="21" y="120"/>
                      <a:pt x="23" y="121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2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8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3"/>
                    </a:cubicBezTo>
                    <a:cubicBezTo>
                      <a:pt x="126" y="100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0" y="82"/>
                      <a:pt x="122" y="80"/>
                      <a:pt x="123" y="77"/>
                    </a:cubicBezTo>
                    <a:cubicBezTo>
                      <a:pt x="124" y="76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4" y="68"/>
                    </a:cubicBezTo>
                    <a:cubicBezTo>
                      <a:pt x="124" y="67"/>
                      <a:pt x="124" y="66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8"/>
                      <a:pt x="115" y="46"/>
                    </a:cubicBezTo>
                    <a:cubicBezTo>
                      <a:pt x="114" y="45"/>
                      <a:pt x="113" y="44"/>
                      <a:pt x="112" y="43"/>
                    </a:cubicBezTo>
                    <a:cubicBezTo>
                      <a:pt x="110" y="41"/>
                      <a:pt x="111" y="39"/>
                      <a:pt x="110" y="38"/>
                    </a:cubicBezTo>
                    <a:cubicBezTo>
                      <a:pt x="110" y="37"/>
                      <a:pt x="109" y="36"/>
                      <a:pt x="108" y="35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30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6"/>
                      <a:pt x="96" y="15"/>
                    </a:cubicBezTo>
                    <a:cubicBezTo>
                      <a:pt x="95" y="14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6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1"/>
                      <a:pt x="67" y="0"/>
                      <a:pt x="65" y="2"/>
                    </a:cubicBezTo>
                    <a:cubicBezTo>
                      <a:pt x="63" y="3"/>
                      <a:pt x="61" y="5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6"/>
                    </a:cubicBezTo>
                    <a:cubicBezTo>
                      <a:pt x="30" y="31"/>
                      <a:pt x="25" y="34"/>
                      <a:pt x="20" y="38"/>
                    </a:cubicBezTo>
                    <a:cubicBezTo>
                      <a:pt x="16" y="40"/>
                      <a:pt x="11" y="42"/>
                      <a:pt x="8" y="47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8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1" name="Freeform 350">
                <a:extLst>
                  <a:ext uri="{FF2B5EF4-FFF2-40B4-BE49-F238E27FC236}">
                    <a16:creationId xmlns:a16="http://schemas.microsoft.com/office/drawing/2014/main" id="{2FD9BEF5-5E99-4C8D-BB8D-8D371A3004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8063" y="24272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3 h 42"/>
                  <a:gd name="T10" fmla="*/ 11 w 12"/>
                  <a:gd name="T11" fmla="*/ 4 h 42"/>
                  <a:gd name="T12" fmla="*/ 11 w 12"/>
                  <a:gd name="T13" fmla="*/ 3 h 42"/>
                  <a:gd name="T14" fmla="*/ 11 w 12"/>
                  <a:gd name="T15" fmla="*/ 2 h 42"/>
                  <a:gd name="T16" fmla="*/ 9 w 12"/>
                  <a:gd name="T17" fmla="*/ 2 h 42"/>
                  <a:gd name="T18" fmla="*/ 7 w 12"/>
                  <a:gd name="T19" fmla="*/ 0 h 42"/>
                  <a:gd name="T20" fmla="*/ 5 w 12"/>
                  <a:gd name="T21" fmla="*/ 0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6 h 42"/>
                  <a:gd name="T32" fmla="*/ 1 w 12"/>
                  <a:gd name="T33" fmla="*/ 32 h 42"/>
                  <a:gd name="T34" fmla="*/ 1 w 12"/>
                  <a:gd name="T35" fmla="*/ 38 h 42"/>
                  <a:gd name="T36" fmla="*/ 1 w 12"/>
                  <a:gd name="T37" fmla="*/ 40 h 42"/>
                  <a:gd name="T38" fmla="*/ 3 w 12"/>
                  <a:gd name="T39" fmla="*/ 41 h 42"/>
                  <a:gd name="T40" fmla="*/ 5 w 12"/>
                  <a:gd name="T41" fmla="*/ 42 h 42"/>
                  <a:gd name="T42" fmla="*/ 8 w 12"/>
                  <a:gd name="T43" fmla="*/ 42 h 42"/>
                  <a:gd name="T44" fmla="*/ 10 w 12"/>
                  <a:gd name="T45" fmla="*/ 41 h 42"/>
                  <a:gd name="T46" fmla="*/ 11 w 12"/>
                  <a:gd name="T47" fmla="*/ 41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3"/>
                    </a:cubicBezTo>
                    <a:cubicBezTo>
                      <a:pt x="11" y="3"/>
                      <a:pt x="11" y="3"/>
                      <a:pt x="11" y="2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1"/>
                      <a:pt x="8" y="1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6"/>
                    </a:cubicBezTo>
                    <a:cubicBezTo>
                      <a:pt x="1" y="28"/>
                      <a:pt x="1" y="31"/>
                      <a:pt x="1" y="32"/>
                    </a:cubicBezTo>
                    <a:cubicBezTo>
                      <a:pt x="1" y="34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0"/>
                    </a:cubicBezTo>
                    <a:cubicBezTo>
                      <a:pt x="1" y="41"/>
                      <a:pt x="2" y="41"/>
                      <a:pt x="3" y="41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8" y="42"/>
                    </a:cubicBezTo>
                    <a:cubicBezTo>
                      <a:pt x="8" y="42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2"/>
                      <a:pt x="12" y="42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2" name="Freeform 351">
                <a:extLst>
                  <a:ext uri="{FF2B5EF4-FFF2-40B4-BE49-F238E27FC236}">
                    <a16:creationId xmlns:a16="http://schemas.microsoft.com/office/drawing/2014/main" id="{633F8219-3196-42D2-9CBA-29029D8E9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8063" y="24272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3 h 42"/>
                  <a:gd name="T10" fmla="*/ 11 w 12"/>
                  <a:gd name="T11" fmla="*/ 4 h 42"/>
                  <a:gd name="T12" fmla="*/ 11 w 12"/>
                  <a:gd name="T13" fmla="*/ 3 h 42"/>
                  <a:gd name="T14" fmla="*/ 11 w 12"/>
                  <a:gd name="T15" fmla="*/ 2 h 42"/>
                  <a:gd name="T16" fmla="*/ 9 w 12"/>
                  <a:gd name="T17" fmla="*/ 2 h 42"/>
                  <a:gd name="T18" fmla="*/ 7 w 12"/>
                  <a:gd name="T19" fmla="*/ 0 h 42"/>
                  <a:gd name="T20" fmla="*/ 5 w 12"/>
                  <a:gd name="T21" fmla="*/ 0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6 h 42"/>
                  <a:gd name="T32" fmla="*/ 1 w 12"/>
                  <a:gd name="T33" fmla="*/ 32 h 42"/>
                  <a:gd name="T34" fmla="*/ 1 w 12"/>
                  <a:gd name="T35" fmla="*/ 38 h 42"/>
                  <a:gd name="T36" fmla="*/ 1 w 12"/>
                  <a:gd name="T37" fmla="*/ 40 h 42"/>
                  <a:gd name="T38" fmla="*/ 3 w 12"/>
                  <a:gd name="T39" fmla="*/ 41 h 42"/>
                  <a:gd name="T40" fmla="*/ 5 w 12"/>
                  <a:gd name="T41" fmla="*/ 42 h 42"/>
                  <a:gd name="T42" fmla="*/ 8 w 12"/>
                  <a:gd name="T43" fmla="*/ 42 h 42"/>
                  <a:gd name="T44" fmla="*/ 10 w 12"/>
                  <a:gd name="T45" fmla="*/ 41 h 42"/>
                  <a:gd name="T46" fmla="*/ 11 w 12"/>
                  <a:gd name="T47" fmla="*/ 41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3"/>
                    </a:cubicBezTo>
                    <a:cubicBezTo>
                      <a:pt x="11" y="3"/>
                      <a:pt x="11" y="3"/>
                      <a:pt x="11" y="2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1"/>
                      <a:pt x="8" y="1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6"/>
                    </a:cubicBezTo>
                    <a:cubicBezTo>
                      <a:pt x="1" y="28"/>
                      <a:pt x="1" y="31"/>
                      <a:pt x="1" y="32"/>
                    </a:cubicBezTo>
                    <a:cubicBezTo>
                      <a:pt x="1" y="34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0"/>
                    </a:cubicBezTo>
                    <a:cubicBezTo>
                      <a:pt x="1" y="41"/>
                      <a:pt x="2" y="41"/>
                      <a:pt x="3" y="41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8" y="42"/>
                    </a:cubicBezTo>
                    <a:cubicBezTo>
                      <a:pt x="8" y="42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2"/>
                      <a:pt x="12" y="42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3" name="Freeform 352">
                <a:extLst>
                  <a:ext uri="{FF2B5EF4-FFF2-40B4-BE49-F238E27FC236}">
                    <a16:creationId xmlns:a16="http://schemas.microsoft.com/office/drawing/2014/main" id="{8CE89FEE-9073-4636-9B06-A07452FB19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1728788"/>
                <a:ext cx="195263" cy="741363"/>
              </a:xfrm>
              <a:custGeom>
                <a:avLst/>
                <a:gdLst>
                  <a:gd name="T0" fmla="*/ 0 w 49"/>
                  <a:gd name="T1" fmla="*/ 131 h 187"/>
                  <a:gd name="T2" fmla="*/ 0 w 49"/>
                  <a:gd name="T3" fmla="*/ 141 h 187"/>
                  <a:gd name="T4" fmla="*/ 4 w 49"/>
                  <a:gd name="T5" fmla="*/ 161 h 187"/>
                  <a:gd name="T6" fmla="*/ 7 w 49"/>
                  <a:gd name="T7" fmla="*/ 171 h 187"/>
                  <a:gd name="T8" fmla="*/ 12 w 49"/>
                  <a:gd name="T9" fmla="*/ 183 h 187"/>
                  <a:gd name="T10" fmla="*/ 29 w 49"/>
                  <a:gd name="T11" fmla="*/ 186 h 187"/>
                  <a:gd name="T12" fmla="*/ 43 w 49"/>
                  <a:gd name="T13" fmla="*/ 177 h 187"/>
                  <a:gd name="T14" fmla="*/ 49 w 49"/>
                  <a:gd name="T15" fmla="*/ 165 h 187"/>
                  <a:gd name="T16" fmla="*/ 49 w 49"/>
                  <a:gd name="T17" fmla="*/ 152 h 187"/>
                  <a:gd name="T18" fmla="*/ 48 w 49"/>
                  <a:gd name="T19" fmla="*/ 139 h 187"/>
                  <a:gd name="T20" fmla="*/ 47 w 49"/>
                  <a:gd name="T21" fmla="*/ 127 h 187"/>
                  <a:gd name="T22" fmla="*/ 48 w 49"/>
                  <a:gd name="T23" fmla="*/ 114 h 187"/>
                  <a:gd name="T24" fmla="*/ 48 w 49"/>
                  <a:gd name="T25" fmla="*/ 95 h 187"/>
                  <a:gd name="T26" fmla="*/ 48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0 w 49"/>
                  <a:gd name="T35" fmla="*/ 34 h 187"/>
                  <a:gd name="T36" fmla="*/ 39 w 49"/>
                  <a:gd name="T37" fmla="*/ 26 h 187"/>
                  <a:gd name="T38" fmla="*/ 34 w 49"/>
                  <a:gd name="T39" fmla="*/ 7 h 187"/>
                  <a:gd name="T40" fmla="*/ 31 w 49"/>
                  <a:gd name="T41" fmla="*/ 3 h 187"/>
                  <a:gd name="T42" fmla="*/ 29 w 49"/>
                  <a:gd name="T43" fmla="*/ 1 h 187"/>
                  <a:gd name="T44" fmla="*/ 25 w 49"/>
                  <a:gd name="T45" fmla="*/ 2 h 187"/>
                  <a:gd name="T46" fmla="*/ 23 w 49"/>
                  <a:gd name="T47" fmla="*/ 9 h 187"/>
                  <a:gd name="T48" fmla="*/ 13 w 49"/>
                  <a:gd name="T49" fmla="*/ 38 h 187"/>
                  <a:gd name="T50" fmla="*/ 8 w 49"/>
                  <a:gd name="T51" fmla="*/ 56 h 187"/>
                  <a:gd name="T52" fmla="*/ 3 w 49"/>
                  <a:gd name="T53" fmla="*/ 69 h 187"/>
                  <a:gd name="T54" fmla="*/ 0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0" y="131"/>
                    </a:moveTo>
                    <a:cubicBezTo>
                      <a:pt x="0" y="134"/>
                      <a:pt x="0" y="138"/>
                      <a:pt x="0" y="141"/>
                    </a:cubicBezTo>
                    <a:cubicBezTo>
                      <a:pt x="1" y="149"/>
                      <a:pt x="3" y="156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4"/>
                      <a:pt x="11" y="183"/>
                      <a:pt x="12" y="183"/>
                    </a:cubicBezTo>
                    <a:cubicBezTo>
                      <a:pt x="13" y="183"/>
                      <a:pt x="27" y="187"/>
                      <a:pt x="29" y="186"/>
                    </a:cubicBezTo>
                    <a:cubicBezTo>
                      <a:pt x="30" y="185"/>
                      <a:pt x="42" y="178"/>
                      <a:pt x="43" y="177"/>
                    </a:cubicBezTo>
                    <a:cubicBezTo>
                      <a:pt x="45" y="176"/>
                      <a:pt x="48" y="168"/>
                      <a:pt x="49" y="165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4"/>
                      <a:pt x="48" y="139"/>
                    </a:cubicBezTo>
                    <a:cubicBezTo>
                      <a:pt x="48" y="135"/>
                      <a:pt x="47" y="132"/>
                      <a:pt x="47" y="127"/>
                    </a:cubicBezTo>
                    <a:cubicBezTo>
                      <a:pt x="47" y="122"/>
                      <a:pt x="47" y="118"/>
                      <a:pt x="48" y="114"/>
                    </a:cubicBezTo>
                    <a:cubicBezTo>
                      <a:pt x="48" y="112"/>
                      <a:pt x="48" y="97"/>
                      <a:pt x="48" y="95"/>
                    </a:cubicBezTo>
                    <a:cubicBezTo>
                      <a:pt x="48" y="93"/>
                      <a:pt x="49" y="91"/>
                      <a:pt x="48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3"/>
                      <a:pt x="43" y="58"/>
                      <a:pt x="43" y="56"/>
                    </a:cubicBezTo>
                    <a:cubicBezTo>
                      <a:pt x="43" y="54"/>
                      <a:pt x="42" y="53"/>
                      <a:pt x="42" y="51"/>
                    </a:cubicBezTo>
                    <a:cubicBezTo>
                      <a:pt x="42" y="50"/>
                      <a:pt x="41" y="35"/>
                      <a:pt x="40" y="34"/>
                    </a:cubicBezTo>
                    <a:cubicBezTo>
                      <a:pt x="40" y="31"/>
                      <a:pt x="39" y="28"/>
                      <a:pt x="39" y="26"/>
                    </a:cubicBezTo>
                    <a:cubicBezTo>
                      <a:pt x="38" y="24"/>
                      <a:pt x="34" y="8"/>
                      <a:pt x="34" y="7"/>
                    </a:cubicBezTo>
                    <a:cubicBezTo>
                      <a:pt x="33" y="5"/>
                      <a:pt x="32" y="4"/>
                      <a:pt x="31" y="3"/>
                    </a:cubicBezTo>
                    <a:cubicBezTo>
                      <a:pt x="30" y="2"/>
                      <a:pt x="30" y="2"/>
                      <a:pt x="29" y="1"/>
                    </a:cubicBezTo>
                    <a:cubicBezTo>
                      <a:pt x="29" y="1"/>
                      <a:pt x="26" y="0"/>
                      <a:pt x="25" y="2"/>
                    </a:cubicBezTo>
                    <a:cubicBezTo>
                      <a:pt x="24" y="4"/>
                      <a:pt x="24" y="7"/>
                      <a:pt x="23" y="9"/>
                    </a:cubicBezTo>
                    <a:cubicBezTo>
                      <a:pt x="22" y="12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6"/>
                    </a:cubicBezTo>
                    <a:cubicBezTo>
                      <a:pt x="6" y="60"/>
                      <a:pt x="4" y="63"/>
                      <a:pt x="3" y="69"/>
                    </a:cubicBezTo>
                    <a:cubicBezTo>
                      <a:pt x="2" y="73"/>
                      <a:pt x="1" y="127"/>
                      <a:pt x="0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4" name="Freeform 353">
                <a:extLst>
                  <a:ext uri="{FF2B5EF4-FFF2-40B4-BE49-F238E27FC236}">
                    <a16:creationId xmlns:a16="http://schemas.microsoft.com/office/drawing/2014/main" id="{9BD7286D-B5CB-4EEC-BCCA-1B34451AF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1728788"/>
                <a:ext cx="195263" cy="741363"/>
              </a:xfrm>
              <a:custGeom>
                <a:avLst/>
                <a:gdLst>
                  <a:gd name="T0" fmla="*/ 0 w 49"/>
                  <a:gd name="T1" fmla="*/ 131 h 187"/>
                  <a:gd name="T2" fmla="*/ 0 w 49"/>
                  <a:gd name="T3" fmla="*/ 141 h 187"/>
                  <a:gd name="T4" fmla="*/ 4 w 49"/>
                  <a:gd name="T5" fmla="*/ 161 h 187"/>
                  <a:gd name="T6" fmla="*/ 7 w 49"/>
                  <a:gd name="T7" fmla="*/ 171 h 187"/>
                  <a:gd name="T8" fmla="*/ 12 w 49"/>
                  <a:gd name="T9" fmla="*/ 183 h 187"/>
                  <a:gd name="T10" fmla="*/ 29 w 49"/>
                  <a:gd name="T11" fmla="*/ 186 h 187"/>
                  <a:gd name="T12" fmla="*/ 43 w 49"/>
                  <a:gd name="T13" fmla="*/ 177 h 187"/>
                  <a:gd name="T14" fmla="*/ 49 w 49"/>
                  <a:gd name="T15" fmla="*/ 165 h 187"/>
                  <a:gd name="T16" fmla="*/ 49 w 49"/>
                  <a:gd name="T17" fmla="*/ 152 h 187"/>
                  <a:gd name="T18" fmla="*/ 48 w 49"/>
                  <a:gd name="T19" fmla="*/ 139 h 187"/>
                  <a:gd name="T20" fmla="*/ 47 w 49"/>
                  <a:gd name="T21" fmla="*/ 127 h 187"/>
                  <a:gd name="T22" fmla="*/ 48 w 49"/>
                  <a:gd name="T23" fmla="*/ 114 h 187"/>
                  <a:gd name="T24" fmla="*/ 48 w 49"/>
                  <a:gd name="T25" fmla="*/ 95 h 187"/>
                  <a:gd name="T26" fmla="*/ 48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0 w 49"/>
                  <a:gd name="T35" fmla="*/ 34 h 187"/>
                  <a:gd name="T36" fmla="*/ 39 w 49"/>
                  <a:gd name="T37" fmla="*/ 26 h 187"/>
                  <a:gd name="T38" fmla="*/ 34 w 49"/>
                  <a:gd name="T39" fmla="*/ 7 h 187"/>
                  <a:gd name="T40" fmla="*/ 31 w 49"/>
                  <a:gd name="T41" fmla="*/ 3 h 187"/>
                  <a:gd name="T42" fmla="*/ 29 w 49"/>
                  <a:gd name="T43" fmla="*/ 1 h 187"/>
                  <a:gd name="T44" fmla="*/ 25 w 49"/>
                  <a:gd name="T45" fmla="*/ 2 h 187"/>
                  <a:gd name="T46" fmla="*/ 23 w 49"/>
                  <a:gd name="T47" fmla="*/ 9 h 187"/>
                  <a:gd name="T48" fmla="*/ 13 w 49"/>
                  <a:gd name="T49" fmla="*/ 38 h 187"/>
                  <a:gd name="T50" fmla="*/ 8 w 49"/>
                  <a:gd name="T51" fmla="*/ 56 h 187"/>
                  <a:gd name="T52" fmla="*/ 3 w 49"/>
                  <a:gd name="T53" fmla="*/ 69 h 187"/>
                  <a:gd name="T54" fmla="*/ 0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0" y="131"/>
                    </a:moveTo>
                    <a:cubicBezTo>
                      <a:pt x="0" y="134"/>
                      <a:pt x="0" y="138"/>
                      <a:pt x="0" y="141"/>
                    </a:cubicBezTo>
                    <a:cubicBezTo>
                      <a:pt x="1" y="149"/>
                      <a:pt x="3" y="156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4"/>
                      <a:pt x="11" y="183"/>
                      <a:pt x="12" y="183"/>
                    </a:cubicBezTo>
                    <a:cubicBezTo>
                      <a:pt x="13" y="183"/>
                      <a:pt x="27" y="187"/>
                      <a:pt x="29" y="186"/>
                    </a:cubicBezTo>
                    <a:cubicBezTo>
                      <a:pt x="30" y="185"/>
                      <a:pt x="42" y="178"/>
                      <a:pt x="43" y="177"/>
                    </a:cubicBezTo>
                    <a:cubicBezTo>
                      <a:pt x="45" y="176"/>
                      <a:pt x="48" y="168"/>
                      <a:pt x="49" y="165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4"/>
                      <a:pt x="48" y="139"/>
                    </a:cubicBezTo>
                    <a:cubicBezTo>
                      <a:pt x="48" y="135"/>
                      <a:pt x="47" y="132"/>
                      <a:pt x="47" y="127"/>
                    </a:cubicBezTo>
                    <a:cubicBezTo>
                      <a:pt x="47" y="122"/>
                      <a:pt x="47" y="118"/>
                      <a:pt x="48" y="114"/>
                    </a:cubicBezTo>
                    <a:cubicBezTo>
                      <a:pt x="48" y="112"/>
                      <a:pt x="48" y="97"/>
                      <a:pt x="48" y="95"/>
                    </a:cubicBezTo>
                    <a:cubicBezTo>
                      <a:pt x="48" y="93"/>
                      <a:pt x="49" y="91"/>
                      <a:pt x="48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3"/>
                      <a:pt x="43" y="58"/>
                      <a:pt x="43" y="56"/>
                    </a:cubicBezTo>
                    <a:cubicBezTo>
                      <a:pt x="43" y="54"/>
                      <a:pt x="42" y="53"/>
                      <a:pt x="42" y="51"/>
                    </a:cubicBezTo>
                    <a:cubicBezTo>
                      <a:pt x="42" y="50"/>
                      <a:pt x="41" y="35"/>
                      <a:pt x="40" y="34"/>
                    </a:cubicBezTo>
                    <a:cubicBezTo>
                      <a:pt x="40" y="31"/>
                      <a:pt x="39" y="28"/>
                      <a:pt x="39" y="26"/>
                    </a:cubicBezTo>
                    <a:cubicBezTo>
                      <a:pt x="38" y="24"/>
                      <a:pt x="34" y="8"/>
                      <a:pt x="34" y="7"/>
                    </a:cubicBezTo>
                    <a:cubicBezTo>
                      <a:pt x="33" y="5"/>
                      <a:pt x="32" y="4"/>
                      <a:pt x="31" y="3"/>
                    </a:cubicBezTo>
                    <a:cubicBezTo>
                      <a:pt x="30" y="2"/>
                      <a:pt x="30" y="2"/>
                      <a:pt x="29" y="1"/>
                    </a:cubicBezTo>
                    <a:cubicBezTo>
                      <a:pt x="29" y="1"/>
                      <a:pt x="26" y="0"/>
                      <a:pt x="25" y="2"/>
                    </a:cubicBezTo>
                    <a:cubicBezTo>
                      <a:pt x="24" y="4"/>
                      <a:pt x="24" y="7"/>
                      <a:pt x="23" y="9"/>
                    </a:cubicBezTo>
                    <a:cubicBezTo>
                      <a:pt x="22" y="12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6"/>
                    </a:cubicBezTo>
                    <a:cubicBezTo>
                      <a:pt x="6" y="60"/>
                      <a:pt x="4" y="63"/>
                      <a:pt x="3" y="69"/>
                    </a:cubicBezTo>
                    <a:cubicBezTo>
                      <a:pt x="2" y="73"/>
                      <a:pt x="1" y="127"/>
                      <a:pt x="0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5" name="Freeform 354">
                <a:extLst>
                  <a:ext uri="{FF2B5EF4-FFF2-40B4-BE49-F238E27FC236}">
                    <a16:creationId xmlns:a16="http://schemas.microsoft.com/office/drawing/2014/main" id="{E82107C9-B56D-4C93-88DA-1A59AE692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7063" y="243046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0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2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7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7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0" y="47"/>
                    </a:cubicBezTo>
                    <a:cubicBezTo>
                      <a:pt x="1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2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8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19" y="41"/>
                      <a:pt x="19" y="39"/>
                      <a:pt x="19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4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7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6" name="Freeform 355">
                <a:extLst>
                  <a:ext uri="{FF2B5EF4-FFF2-40B4-BE49-F238E27FC236}">
                    <a16:creationId xmlns:a16="http://schemas.microsoft.com/office/drawing/2014/main" id="{BC4A9446-7299-4127-97CA-8C146DCA8D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7063" y="243046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0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2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7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7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0" y="47"/>
                    </a:cubicBezTo>
                    <a:cubicBezTo>
                      <a:pt x="1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2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8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19" y="41"/>
                      <a:pt x="19" y="39"/>
                      <a:pt x="19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4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7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7" name="Freeform 356">
                <a:extLst>
                  <a:ext uri="{FF2B5EF4-FFF2-40B4-BE49-F238E27FC236}">
                    <a16:creationId xmlns:a16="http://schemas.microsoft.com/office/drawing/2014/main" id="{BA5EE320-7FC9-4C62-8F85-10C25D09D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1163" y="198278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1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4"/>
                    </a:cubicBezTo>
                    <a:cubicBezTo>
                      <a:pt x="19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1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2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1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6" y="32"/>
                      <a:pt x="106" y="30"/>
                    </a:cubicBezTo>
                    <a:cubicBezTo>
                      <a:pt x="106" y="29"/>
                      <a:pt x="106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6" y="15"/>
                      <a:pt x="95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39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8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8" name="Freeform 357">
                <a:extLst>
                  <a:ext uri="{FF2B5EF4-FFF2-40B4-BE49-F238E27FC236}">
                    <a16:creationId xmlns:a16="http://schemas.microsoft.com/office/drawing/2014/main" id="{9EE44DDD-534E-4E1D-BAEF-8B92ACFB0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1163" y="198278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1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4"/>
                    </a:cubicBezTo>
                    <a:cubicBezTo>
                      <a:pt x="19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1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2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1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6" y="32"/>
                      <a:pt x="106" y="30"/>
                    </a:cubicBezTo>
                    <a:cubicBezTo>
                      <a:pt x="106" y="29"/>
                      <a:pt x="106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6" y="15"/>
                      <a:pt x="95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39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8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9" name="Freeform 358">
                <a:extLst>
                  <a:ext uri="{FF2B5EF4-FFF2-40B4-BE49-F238E27FC236}">
                    <a16:creationId xmlns:a16="http://schemas.microsoft.com/office/drawing/2014/main" id="{1C171737-8510-4A43-BE18-F120816B7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34451" y="239871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20" y="48"/>
                      <a:pt x="20" y="49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6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0" name="Freeform 359">
                <a:extLst>
                  <a:ext uri="{FF2B5EF4-FFF2-40B4-BE49-F238E27FC236}">
                    <a16:creationId xmlns:a16="http://schemas.microsoft.com/office/drawing/2014/main" id="{B07C99F5-F307-4721-84A3-570F0D990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34451" y="239871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20" y="48"/>
                      <a:pt x="20" y="49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6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1" name="Freeform 360">
                <a:extLst>
                  <a:ext uri="{FF2B5EF4-FFF2-40B4-BE49-F238E27FC236}">
                    <a16:creationId xmlns:a16="http://schemas.microsoft.com/office/drawing/2014/main" id="{BBF94AF3-EBD0-4AA5-AB09-A63A970F5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8551" y="195103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4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1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2" name="Freeform 361">
                <a:extLst>
                  <a:ext uri="{FF2B5EF4-FFF2-40B4-BE49-F238E27FC236}">
                    <a16:creationId xmlns:a16="http://schemas.microsoft.com/office/drawing/2014/main" id="{92F7E953-ACC0-474B-ADE2-B7F5146BC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8551" y="195103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4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1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3" name="Freeform 362">
                <a:extLst>
                  <a:ext uri="{FF2B5EF4-FFF2-40B4-BE49-F238E27FC236}">
                    <a16:creationId xmlns:a16="http://schemas.microsoft.com/office/drawing/2014/main" id="{DD847B7C-B07B-4CCF-986E-C8155EB6D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0113" y="2493963"/>
                <a:ext cx="47625" cy="163513"/>
              </a:xfrm>
              <a:custGeom>
                <a:avLst/>
                <a:gdLst>
                  <a:gd name="T0" fmla="*/ 11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6 w 12"/>
                  <a:gd name="T19" fmla="*/ 0 h 41"/>
                  <a:gd name="T20" fmla="*/ 4 w 12"/>
                  <a:gd name="T21" fmla="*/ 0 h 41"/>
                  <a:gd name="T22" fmla="*/ 2 w 12"/>
                  <a:gd name="T23" fmla="*/ 0 h 41"/>
                  <a:gd name="T24" fmla="*/ 1 w 12"/>
                  <a:gd name="T25" fmla="*/ 2 h 41"/>
                  <a:gd name="T26" fmla="*/ 1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0 w 12"/>
                  <a:gd name="T37" fmla="*/ 40 h 41"/>
                  <a:gd name="T38" fmla="*/ 2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1 w 12"/>
                  <a:gd name="T49" fmla="*/ 41 h 41"/>
                  <a:gd name="T50" fmla="*/ 12 w 12"/>
                  <a:gd name="T51" fmla="*/ 40 h 41"/>
                  <a:gd name="T52" fmla="*/ 11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1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0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9" y="1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2" y="0"/>
                      <a:pt x="1" y="1"/>
                      <a:pt x="1" y="2"/>
                    </a:cubicBezTo>
                    <a:cubicBezTo>
                      <a:pt x="1" y="6"/>
                      <a:pt x="1" y="10"/>
                      <a:pt x="1" y="14"/>
                    </a:cubicBezTo>
                    <a:cubicBezTo>
                      <a:pt x="1" y="16"/>
                      <a:pt x="1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0" y="34"/>
                      <a:pt x="0" y="35"/>
                      <a:pt x="0" y="37"/>
                    </a:cubicBezTo>
                    <a:cubicBezTo>
                      <a:pt x="0" y="38"/>
                      <a:pt x="0" y="39"/>
                      <a:pt x="0" y="40"/>
                    </a:cubicBezTo>
                    <a:cubicBezTo>
                      <a:pt x="1" y="40"/>
                      <a:pt x="1" y="41"/>
                      <a:pt x="2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0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1" y="38"/>
                      <a:pt x="11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4" name="Freeform 363">
                <a:extLst>
                  <a:ext uri="{FF2B5EF4-FFF2-40B4-BE49-F238E27FC236}">
                    <a16:creationId xmlns:a16="http://schemas.microsoft.com/office/drawing/2014/main" id="{D26F482C-1CDF-4FFF-AF35-B82B46637D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0113" y="2493963"/>
                <a:ext cx="47625" cy="163513"/>
              </a:xfrm>
              <a:custGeom>
                <a:avLst/>
                <a:gdLst>
                  <a:gd name="T0" fmla="*/ 11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6 w 12"/>
                  <a:gd name="T19" fmla="*/ 0 h 41"/>
                  <a:gd name="T20" fmla="*/ 4 w 12"/>
                  <a:gd name="T21" fmla="*/ 0 h 41"/>
                  <a:gd name="T22" fmla="*/ 2 w 12"/>
                  <a:gd name="T23" fmla="*/ 0 h 41"/>
                  <a:gd name="T24" fmla="*/ 1 w 12"/>
                  <a:gd name="T25" fmla="*/ 2 h 41"/>
                  <a:gd name="T26" fmla="*/ 1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0 w 12"/>
                  <a:gd name="T37" fmla="*/ 40 h 41"/>
                  <a:gd name="T38" fmla="*/ 2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1 w 12"/>
                  <a:gd name="T49" fmla="*/ 41 h 41"/>
                  <a:gd name="T50" fmla="*/ 12 w 12"/>
                  <a:gd name="T51" fmla="*/ 40 h 41"/>
                  <a:gd name="T52" fmla="*/ 11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1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0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9" y="1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2" y="0"/>
                      <a:pt x="1" y="1"/>
                      <a:pt x="1" y="2"/>
                    </a:cubicBezTo>
                    <a:cubicBezTo>
                      <a:pt x="1" y="6"/>
                      <a:pt x="1" y="10"/>
                      <a:pt x="1" y="14"/>
                    </a:cubicBezTo>
                    <a:cubicBezTo>
                      <a:pt x="1" y="16"/>
                      <a:pt x="1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0" y="34"/>
                      <a:pt x="0" y="35"/>
                      <a:pt x="0" y="37"/>
                    </a:cubicBezTo>
                    <a:cubicBezTo>
                      <a:pt x="0" y="38"/>
                      <a:pt x="0" y="39"/>
                      <a:pt x="0" y="40"/>
                    </a:cubicBezTo>
                    <a:cubicBezTo>
                      <a:pt x="1" y="40"/>
                      <a:pt x="1" y="41"/>
                      <a:pt x="2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0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1" y="38"/>
                      <a:pt x="11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5" name="Freeform 364">
                <a:extLst>
                  <a:ext uri="{FF2B5EF4-FFF2-40B4-BE49-F238E27FC236}">
                    <a16:creationId xmlns:a16="http://schemas.microsoft.com/office/drawing/2014/main" id="{16618710-D659-4957-95A3-BC144BD58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5501" y="1795463"/>
                <a:ext cx="193675" cy="738188"/>
              </a:xfrm>
              <a:custGeom>
                <a:avLst/>
                <a:gdLst>
                  <a:gd name="T0" fmla="*/ 1 w 49"/>
                  <a:gd name="T1" fmla="*/ 130 h 186"/>
                  <a:gd name="T2" fmla="*/ 1 w 49"/>
                  <a:gd name="T3" fmla="*/ 141 h 186"/>
                  <a:gd name="T4" fmla="*/ 5 w 49"/>
                  <a:gd name="T5" fmla="*/ 161 h 186"/>
                  <a:gd name="T6" fmla="*/ 8 w 49"/>
                  <a:gd name="T7" fmla="*/ 171 h 186"/>
                  <a:gd name="T8" fmla="*/ 12 w 49"/>
                  <a:gd name="T9" fmla="*/ 182 h 186"/>
                  <a:gd name="T10" fmla="*/ 30 w 49"/>
                  <a:gd name="T11" fmla="*/ 185 h 186"/>
                  <a:gd name="T12" fmla="*/ 44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9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9 w 49"/>
                  <a:gd name="T25" fmla="*/ 95 h 186"/>
                  <a:gd name="T26" fmla="*/ 49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3 w 49"/>
                  <a:gd name="T33" fmla="*/ 51 h 186"/>
                  <a:gd name="T34" fmla="*/ 41 w 49"/>
                  <a:gd name="T35" fmla="*/ 33 h 186"/>
                  <a:gd name="T36" fmla="*/ 39 w 49"/>
                  <a:gd name="T37" fmla="*/ 25 h 186"/>
                  <a:gd name="T38" fmla="*/ 35 w 49"/>
                  <a:gd name="T39" fmla="*/ 7 h 186"/>
                  <a:gd name="T40" fmla="*/ 31 w 49"/>
                  <a:gd name="T41" fmla="*/ 2 h 186"/>
                  <a:gd name="T42" fmla="*/ 30 w 49"/>
                  <a:gd name="T43" fmla="*/ 0 h 186"/>
                  <a:gd name="T44" fmla="*/ 26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4 w 49"/>
                  <a:gd name="T53" fmla="*/ 69 h 186"/>
                  <a:gd name="T54" fmla="*/ 1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1" y="130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2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8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30" y="185"/>
                    </a:cubicBezTo>
                    <a:cubicBezTo>
                      <a:pt x="31" y="185"/>
                      <a:pt x="43" y="177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9" y="143"/>
                      <a:pt x="49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8" y="118"/>
                      <a:pt x="48" y="113"/>
                    </a:cubicBezTo>
                    <a:cubicBezTo>
                      <a:pt x="48" y="111"/>
                      <a:pt x="49" y="97"/>
                      <a:pt x="49" y="95"/>
                    </a:cubicBezTo>
                    <a:cubicBezTo>
                      <a:pt x="49" y="93"/>
                      <a:pt x="49" y="90"/>
                      <a:pt x="49" y="88"/>
                    </a:cubicBezTo>
                    <a:cubicBezTo>
                      <a:pt x="49" y="84"/>
                      <a:pt x="48" y="80"/>
                      <a:pt x="47" y="76"/>
                    </a:cubicBezTo>
                    <a:cubicBezTo>
                      <a:pt x="47" y="72"/>
                      <a:pt x="43" y="58"/>
                      <a:pt x="43" y="55"/>
                    </a:cubicBezTo>
                    <a:cubicBezTo>
                      <a:pt x="43" y="54"/>
                      <a:pt x="43" y="52"/>
                      <a:pt x="43" y="51"/>
                    </a:cubicBezTo>
                    <a:cubicBezTo>
                      <a:pt x="42" y="49"/>
                      <a:pt x="41" y="35"/>
                      <a:pt x="41" y="33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9" y="24"/>
                      <a:pt x="35" y="7"/>
                      <a:pt x="35" y="7"/>
                    </a:cubicBezTo>
                    <a:cubicBezTo>
                      <a:pt x="34" y="4"/>
                      <a:pt x="32" y="4"/>
                      <a:pt x="31" y="2"/>
                    </a:cubicBezTo>
                    <a:cubicBezTo>
                      <a:pt x="31" y="2"/>
                      <a:pt x="30" y="1"/>
                      <a:pt x="30" y="0"/>
                    </a:cubicBezTo>
                    <a:cubicBezTo>
                      <a:pt x="29" y="0"/>
                      <a:pt x="27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5" y="31"/>
                      <a:pt x="13" y="37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7" y="59"/>
                      <a:pt x="5" y="62"/>
                      <a:pt x="4" y="69"/>
                    </a:cubicBezTo>
                    <a:cubicBezTo>
                      <a:pt x="3" y="72"/>
                      <a:pt x="1" y="126"/>
                      <a:pt x="1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6" name="Freeform 365">
                <a:extLst>
                  <a:ext uri="{FF2B5EF4-FFF2-40B4-BE49-F238E27FC236}">
                    <a16:creationId xmlns:a16="http://schemas.microsoft.com/office/drawing/2014/main" id="{7A179E74-00DC-4427-93DE-79CB0F377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5501" y="1795463"/>
                <a:ext cx="193675" cy="738188"/>
              </a:xfrm>
              <a:custGeom>
                <a:avLst/>
                <a:gdLst>
                  <a:gd name="T0" fmla="*/ 1 w 49"/>
                  <a:gd name="T1" fmla="*/ 130 h 186"/>
                  <a:gd name="T2" fmla="*/ 1 w 49"/>
                  <a:gd name="T3" fmla="*/ 141 h 186"/>
                  <a:gd name="T4" fmla="*/ 5 w 49"/>
                  <a:gd name="T5" fmla="*/ 161 h 186"/>
                  <a:gd name="T6" fmla="*/ 8 w 49"/>
                  <a:gd name="T7" fmla="*/ 171 h 186"/>
                  <a:gd name="T8" fmla="*/ 12 w 49"/>
                  <a:gd name="T9" fmla="*/ 182 h 186"/>
                  <a:gd name="T10" fmla="*/ 30 w 49"/>
                  <a:gd name="T11" fmla="*/ 185 h 186"/>
                  <a:gd name="T12" fmla="*/ 44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9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9 w 49"/>
                  <a:gd name="T25" fmla="*/ 95 h 186"/>
                  <a:gd name="T26" fmla="*/ 49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3 w 49"/>
                  <a:gd name="T33" fmla="*/ 51 h 186"/>
                  <a:gd name="T34" fmla="*/ 41 w 49"/>
                  <a:gd name="T35" fmla="*/ 33 h 186"/>
                  <a:gd name="T36" fmla="*/ 39 w 49"/>
                  <a:gd name="T37" fmla="*/ 25 h 186"/>
                  <a:gd name="T38" fmla="*/ 35 w 49"/>
                  <a:gd name="T39" fmla="*/ 7 h 186"/>
                  <a:gd name="T40" fmla="*/ 31 w 49"/>
                  <a:gd name="T41" fmla="*/ 2 h 186"/>
                  <a:gd name="T42" fmla="*/ 30 w 49"/>
                  <a:gd name="T43" fmla="*/ 0 h 186"/>
                  <a:gd name="T44" fmla="*/ 26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4 w 49"/>
                  <a:gd name="T53" fmla="*/ 69 h 186"/>
                  <a:gd name="T54" fmla="*/ 1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1" y="130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2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8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30" y="185"/>
                    </a:cubicBezTo>
                    <a:cubicBezTo>
                      <a:pt x="31" y="185"/>
                      <a:pt x="43" y="177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9" y="143"/>
                      <a:pt x="49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8" y="118"/>
                      <a:pt x="48" y="113"/>
                    </a:cubicBezTo>
                    <a:cubicBezTo>
                      <a:pt x="48" y="111"/>
                      <a:pt x="49" y="97"/>
                      <a:pt x="49" y="95"/>
                    </a:cubicBezTo>
                    <a:cubicBezTo>
                      <a:pt x="49" y="93"/>
                      <a:pt x="49" y="90"/>
                      <a:pt x="49" y="88"/>
                    </a:cubicBezTo>
                    <a:cubicBezTo>
                      <a:pt x="49" y="84"/>
                      <a:pt x="48" y="80"/>
                      <a:pt x="47" y="76"/>
                    </a:cubicBezTo>
                    <a:cubicBezTo>
                      <a:pt x="47" y="72"/>
                      <a:pt x="43" y="58"/>
                      <a:pt x="43" y="55"/>
                    </a:cubicBezTo>
                    <a:cubicBezTo>
                      <a:pt x="43" y="54"/>
                      <a:pt x="43" y="52"/>
                      <a:pt x="43" y="51"/>
                    </a:cubicBezTo>
                    <a:cubicBezTo>
                      <a:pt x="42" y="49"/>
                      <a:pt x="41" y="35"/>
                      <a:pt x="41" y="33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9" y="24"/>
                      <a:pt x="35" y="7"/>
                      <a:pt x="35" y="7"/>
                    </a:cubicBezTo>
                    <a:cubicBezTo>
                      <a:pt x="34" y="4"/>
                      <a:pt x="32" y="4"/>
                      <a:pt x="31" y="2"/>
                    </a:cubicBezTo>
                    <a:cubicBezTo>
                      <a:pt x="31" y="2"/>
                      <a:pt x="30" y="1"/>
                      <a:pt x="30" y="0"/>
                    </a:cubicBezTo>
                    <a:cubicBezTo>
                      <a:pt x="29" y="0"/>
                      <a:pt x="27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5" y="31"/>
                      <a:pt x="13" y="37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7" y="59"/>
                      <a:pt x="5" y="62"/>
                      <a:pt x="4" y="69"/>
                    </a:cubicBezTo>
                    <a:cubicBezTo>
                      <a:pt x="3" y="72"/>
                      <a:pt x="1" y="126"/>
                      <a:pt x="1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7" name="Freeform 366">
                <a:extLst>
                  <a:ext uri="{FF2B5EF4-FFF2-40B4-BE49-F238E27FC236}">
                    <a16:creationId xmlns:a16="http://schemas.microsoft.com/office/drawing/2014/main" id="{39F35488-148D-49DC-9A06-27CB265A6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509838"/>
                <a:ext cx="87313" cy="195263"/>
              </a:xfrm>
              <a:custGeom>
                <a:avLst/>
                <a:gdLst>
                  <a:gd name="T0" fmla="*/ 1 w 22"/>
                  <a:gd name="T1" fmla="*/ 44 h 49"/>
                  <a:gd name="T2" fmla="*/ 1 w 22"/>
                  <a:gd name="T3" fmla="*/ 47 h 49"/>
                  <a:gd name="T4" fmla="*/ 4 w 22"/>
                  <a:gd name="T5" fmla="*/ 48 h 49"/>
                  <a:gd name="T6" fmla="*/ 9 w 22"/>
                  <a:gd name="T7" fmla="*/ 49 h 49"/>
                  <a:gd name="T8" fmla="*/ 13 w 22"/>
                  <a:gd name="T9" fmla="*/ 49 h 49"/>
                  <a:gd name="T10" fmla="*/ 18 w 22"/>
                  <a:gd name="T11" fmla="*/ 48 h 49"/>
                  <a:gd name="T12" fmla="*/ 20 w 22"/>
                  <a:gd name="T13" fmla="*/ 48 h 49"/>
                  <a:gd name="T14" fmla="*/ 21 w 22"/>
                  <a:gd name="T15" fmla="*/ 48 h 49"/>
                  <a:gd name="T16" fmla="*/ 22 w 22"/>
                  <a:gd name="T17" fmla="*/ 48 h 49"/>
                  <a:gd name="T18" fmla="*/ 21 w 22"/>
                  <a:gd name="T19" fmla="*/ 43 h 49"/>
                  <a:gd name="T20" fmla="*/ 20 w 22"/>
                  <a:gd name="T21" fmla="*/ 37 h 49"/>
                  <a:gd name="T22" fmla="*/ 20 w 22"/>
                  <a:gd name="T23" fmla="*/ 26 h 49"/>
                  <a:gd name="T24" fmla="*/ 20 w 22"/>
                  <a:gd name="T25" fmla="*/ 21 h 49"/>
                  <a:gd name="T26" fmla="*/ 20 w 22"/>
                  <a:gd name="T27" fmla="*/ 15 h 49"/>
                  <a:gd name="T28" fmla="*/ 20 w 22"/>
                  <a:gd name="T29" fmla="*/ 4 h 49"/>
                  <a:gd name="T30" fmla="*/ 20 w 22"/>
                  <a:gd name="T31" fmla="*/ 4 h 49"/>
                  <a:gd name="T32" fmla="*/ 20 w 22"/>
                  <a:gd name="T33" fmla="*/ 3 h 49"/>
                  <a:gd name="T34" fmla="*/ 16 w 22"/>
                  <a:gd name="T35" fmla="*/ 2 h 49"/>
                  <a:gd name="T36" fmla="*/ 12 w 22"/>
                  <a:gd name="T37" fmla="*/ 0 h 49"/>
                  <a:gd name="T38" fmla="*/ 8 w 22"/>
                  <a:gd name="T39" fmla="*/ 0 h 49"/>
                  <a:gd name="T40" fmla="*/ 4 w 22"/>
                  <a:gd name="T41" fmla="*/ 1 h 49"/>
                  <a:gd name="T42" fmla="*/ 3 w 22"/>
                  <a:gd name="T43" fmla="*/ 3 h 49"/>
                  <a:gd name="T44" fmla="*/ 3 w 22"/>
                  <a:gd name="T45" fmla="*/ 17 h 49"/>
                  <a:gd name="T46" fmla="*/ 3 w 22"/>
                  <a:gd name="T47" fmla="*/ 24 h 49"/>
                  <a:gd name="T48" fmla="*/ 2 w 22"/>
                  <a:gd name="T49" fmla="*/ 31 h 49"/>
                  <a:gd name="T50" fmla="*/ 2 w 22"/>
                  <a:gd name="T51" fmla="*/ 38 h 49"/>
                  <a:gd name="T52" fmla="*/ 1 w 22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" h="49">
                    <a:moveTo>
                      <a:pt x="1" y="44"/>
                    </a:moveTo>
                    <a:cubicBezTo>
                      <a:pt x="1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8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1" y="49"/>
                      <a:pt x="21" y="48"/>
                    </a:cubicBezTo>
                    <a:cubicBezTo>
                      <a:pt x="21" y="48"/>
                      <a:pt x="21" y="48"/>
                      <a:pt x="22" y="48"/>
                    </a:cubicBezTo>
                    <a:cubicBezTo>
                      <a:pt x="22" y="46"/>
                      <a:pt x="21" y="45"/>
                      <a:pt x="21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20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6" y="0"/>
                      <a:pt x="4" y="1"/>
                    </a:cubicBezTo>
                    <a:cubicBezTo>
                      <a:pt x="4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3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2" y="36"/>
                      <a:pt x="2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8" name="Freeform 367">
                <a:extLst>
                  <a:ext uri="{FF2B5EF4-FFF2-40B4-BE49-F238E27FC236}">
                    <a16:creationId xmlns:a16="http://schemas.microsoft.com/office/drawing/2014/main" id="{A55C01EC-911C-4AEA-9675-D8A5179CE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509838"/>
                <a:ext cx="87313" cy="195263"/>
              </a:xfrm>
              <a:custGeom>
                <a:avLst/>
                <a:gdLst>
                  <a:gd name="T0" fmla="*/ 1 w 22"/>
                  <a:gd name="T1" fmla="*/ 44 h 49"/>
                  <a:gd name="T2" fmla="*/ 1 w 22"/>
                  <a:gd name="T3" fmla="*/ 47 h 49"/>
                  <a:gd name="T4" fmla="*/ 4 w 22"/>
                  <a:gd name="T5" fmla="*/ 48 h 49"/>
                  <a:gd name="T6" fmla="*/ 9 w 22"/>
                  <a:gd name="T7" fmla="*/ 49 h 49"/>
                  <a:gd name="T8" fmla="*/ 13 w 22"/>
                  <a:gd name="T9" fmla="*/ 49 h 49"/>
                  <a:gd name="T10" fmla="*/ 18 w 22"/>
                  <a:gd name="T11" fmla="*/ 48 h 49"/>
                  <a:gd name="T12" fmla="*/ 20 w 22"/>
                  <a:gd name="T13" fmla="*/ 48 h 49"/>
                  <a:gd name="T14" fmla="*/ 21 w 22"/>
                  <a:gd name="T15" fmla="*/ 48 h 49"/>
                  <a:gd name="T16" fmla="*/ 22 w 22"/>
                  <a:gd name="T17" fmla="*/ 48 h 49"/>
                  <a:gd name="T18" fmla="*/ 21 w 22"/>
                  <a:gd name="T19" fmla="*/ 43 h 49"/>
                  <a:gd name="T20" fmla="*/ 20 w 22"/>
                  <a:gd name="T21" fmla="*/ 37 h 49"/>
                  <a:gd name="T22" fmla="*/ 20 w 22"/>
                  <a:gd name="T23" fmla="*/ 26 h 49"/>
                  <a:gd name="T24" fmla="*/ 20 w 22"/>
                  <a:gd name="T25" fmla="*/ 21 h 49"/>
                  <a:gd name="T26" fmla="*/ 20 w 22"/>
                  <a:gd name="T27" fmla="*/ 15 h 49"/>
                  <a:gd name="T28" fmla="*/ 20 w 22"/>
                  <a:gd name="T29" fmla="*/ 4 h 49"/>
                  <a:gd name="T30" fmla="*/ 20 w 22"/>
                  <a:gd name="T31" fmla="*/ 4 h 49"/>
                  <a:gd name="T32" fmla="*/ 20 w 22"/>
                  <a:gd name="T33" fmla="*/ 3 h 49"/>
                  <a:gd name="T34" fmla="*/ 16 w 22"/>
                  <a:gd name="T35" fmla="*/ 2 h 49"/>
                  <a:gd name="T36" fmla="*/ 12 w 22"/>
                  <a:gd name="T37" fmla="*/ 0 h 49"/>
                  <a:gd name="T38" fmla="*/ 8 w 22"/>
                  <a:gd name="T39" fmla="*/ 0 h 49"/>
                  <a:gd name="T40" fmla="*/ 4 w 22"/>
                  <a:gd name="T41" fmla="*/ 1 h 49"/>
                  <a:gd name="T42" fmla="*/ 3 w 22"/>
                  <a:gd name="T43" fmla="*/ 3 h 49"/>
                  <a:gd name="T44" fmla="*/ 3 w 22"/>
                  <a:gd name="T45" fmla="*/ 17 h 49"/>
                  <a:gd name="T46" fmla="*/ 3 w 22"/>
                  <a:gd name="T47" fmla="*/ 24 h 49"/>
                  <a:gd name="T48" fmla="*/ 2 w 22"/>
                  <a:gd name="T49" fmla="*/ 31 h 49"/>
                  <a:gd name="T50" fmla="*/ 2 w 22"/>
                  <a:gd name="T51" fmla="*/ 38 h 49"/>
                  <a:gd name="T52" fmla="*/ 1 w 22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" h="49">
                    <a:moveTo>
                      <a:pt x="1" y="44"/>
                    </a:moveTo>
                    <a:cubicBezTo>
                      <a:pt x="1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8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1" y="49"/>
                      <a:pt x="21" y="48"/>
                    </a:cubicBezTo>
                    <a:cubicBezTo>
                      <a:pt x="21" y="48"/>
                      <a:pt x="21" y="48"/>
                      <a:pt x="22" y="48"/>
                    </a:cubicBezTo>
                    <a:cubicBezTo>
                      <a:pt x="22" y="46"/>
                      <a:pt x="21" y="45"/>
                      <a:pt x="21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20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6" y="0"/>
                      <a:pt x="4" y="1"/>
                    </a:cubicBezTo>
                    <a:cubicBezTo>
                      <a:pt x="4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3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2" y="36"/>
                      <a:pt x="2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9" name="Freeform 368">
                <a:extLst>
                  <a:ext uri="{FF2B5EF4-FFF2-40B4-BE49-F238E27FC236}">
                    <a16:creationId xmlns:a16="http://schemas.microsoft.com/office/drawing/2014/main" id="{7F1FD373-2C51-45DC-8043-39D14336C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9801" y="206216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2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8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5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3 w 127"/>
                  <a:gd name="T31" fmla="*/ 118 h 125"/>
                  <a:gd name="T32" fmla="*/ 121 w 127"/>
                  <a:gd name="T33" fmla="*/ 116 h 125"/>
                  <a:gd name="T34" fmla="*/ 126 w 127"/>
                  <a:gd name="T35" fmla="*/ 110 h 125"/>
                  <a:gd name="T36" fmla="*/ 127 w 127"/>
                  <a:gd name="T37" fmla="*/ 102 h 125"/>
                  <a:gd name="T38" fmla="*/ 125 w 127"/>
                  <a:gd name="T39" fmla="*/ 93 h 125"/>
                  <a:gd name="T40" fmla="*/ 121 w 127"/>
                  <a:gd name="T41" fmla="*/ 85 h 125"/>
                  <a:gd name="T42" fmla="*/ 124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5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1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7 w 127"/>
                  <a:gd name="T65" fmla="*/ 25 h 125"/>
                  <a:gd name="T66" fmla="*/ 105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0 h 125"/>
                  <a:gd name="T74" fmla="*/ 91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60 w 127"/>
                  <a:gd name="T85" fmla="*/ 5 h 125"/>
                  <a:gd name="T86" fmla="*/ 52 w 127"/>
                  <a:gd name="T87" fmla="*/ 10 h 125"/>
                  <a:gd name="T88" fmla="*/ 45 w 127"/>
                  <a:gd name="T89" fmla="*/ 14 h 125"/>
                  <a:gd name="T90" fmla="*/ 34 w 127"/>
                  <a:gd name="T91" fmla="*/ 25 h 125"/>
                  <a:gd name="T92" fmla="*/ 21 w 127"/>
                  <a:gd name="T93" fmla="*/ 37 h 125"/>
                  <a:gd name="T94" fmla="*/ 9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1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2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6"/>
                      <a:pt x="22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4" y="122"/>
                      <a:pt x="36" y="123"/>
                      <a:pt x="39" y="123"/>
                    </a:cubicBezTo>
                    <a:cubicBezTo>
                      <a:pt x="41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8" y="123"/>
                      <a:pt x="58" y="123"/>
                      <a:pt x="58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80" y="124"/>
                      <a:pt x="81" y="123"/>
                    </a:cubicBezTo>
                    <a:cubicBezTo>
                      <a:pt x="82" y="122"/>
                      <a:pt x="83" y="121"/>
                      <a:pt x="85" y="121"/>
                    </a:cubicBezTo>
                    <a:cubicBezTo>
                      <a:pt x="88" y="119"/>
                      <a:pt x="91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7" y="119"/>
                      <a:pt x="110" y="119"/>
                      <a:pt x="113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5" y="112"/>
                      <a:pt x="126" y="110"/>
                    </a:cubicBezTo>
                    <a:cubicBezTo>
                      <a:pt x="127" y="108"/>
                      <a:pt x="127" y="105"/>
                      <a:pt x="127" y="102"/>
                    </a:cubicBezTo>
                    <a:cubicBezTo>
                      <a:pt x="126" y="99"/>
                      <a:pt x="126" y="96"/>
                      <a:pt x="125" y="93"/>
                    </a:cubicBezTo>
                    <a:cubicBezTo>
                      <a:pt x="124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4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5" y="65"/>
                      <a:pt x="125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4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5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1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0"/>
                    </a:cubicBezTo>
                    <a:cubicBezTo>
                      <a:pt x="107" y="29"/>
                      <a:pt x="107" y="27"/>
                      <a:pt x="107" y="25"/>
                    </a:cubicBezTo>
                    <a:cubicBezTo>
                      <a:pt x="106" y="24"/>
                      <a:pt x="105" y="23"/>
                      <a:pt x="105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9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0"/>
                    </a:cubicBezTo>
                    <a:cubicBezTo>
                      <a:pt x="93" y="9"/>
                      <a:pt x="92" y="8"/>
                      <a:pt x="91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1"/>
                    </a:cubicBezTo>
                    <a:cubicBezTo>
                      <a:pt x="79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60" y="5"/>
                    </a:cubicBezTo>
                    <a:cubicBezTo>
                      <a:pt x="57" y="7"/>
                      <a:pt x="55" y="9"/>
                      <a:pt x="52" y="10"/>
                    </a:cubicBezTo>
                    <a:cubicBezTo>
                      <a:pt x="49" y="11"/>
                      <a:pt x="47" y="12"/>
                      <a:pt x="45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1" y="37"/>
                    </a:cubicBezTo>
                    <a:cubicBezTo>
                      <a:pt x="16" y="40"/>
                      <a:pt x="11" y="42"/>
                      <a:pt x="9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2" y="73"/>
                      <a:pt x="2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0" name="Freeform 369">
                <a:extLst>
                  <a:ext uri="{FF2B5EF4-FFF2-40B4-BE49-F238E27FC236}">
                    <a16:creationId xmlns:a16="http://schemas.microsoft.com/office/drawing/2014/main" id="{B6DE9A4D-FC46-4080-92A7-8075B9C29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9801" y="206216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2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8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5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3 w 127"/>
                  <a:gd name="T31" fmla="*/ 118 h 125"/>
                  <a:gd name="T32" fmla="*/ 121 w 127"/>
                  <a:gd name="T33" fmla="*/ 116 h 125"/>
                  <a:gd name="T34" fmla="*/ 126 w 127"/>
                  <a:gd name="T35" fmla="*/ 110 h 125"/>
                  <a:gd name="T36" fmla="*/ 127 w 127"/>
                  <a:gd name="T37" fmla="*/ 102 h 125"/>
                  <a:gd name="T38" fmla="*/ 125 w 127"/>
                  <a:gd name="T39" fmla="*/ 93 h 125"/>
                  <a:gd name="T40" fmla="*/ 121 w 127"/>
                  <a:gd name="T41" fmla="*/ 85 h 125"/>
                  <a:gd name="T42" fmla="*/ 124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5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1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7 w 127"/>
                  <a:gd name="T65" fmla="*/ 25 h 125"/>
                  <a:gd name="T66" fmla="*/ 105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0 h 125"/>
                  <a:gd name="T74" fmla="*/ 91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60 w 127"/>
                  <a:gd name="T85" fmla="*/ 5 h 125"/>
                  <a:gd name="T86" fmla="*/ 52 w 127"/>
                  <a:gd name="T87" fmla="*/ 10 h 125"/>
                  <a:gd name="T88" fmla="*/ 45 w 127"/>
                  <a:gd name="T89" fmla="*/ 14 h 125"/>
                  <a:gd name="T90" fmla="*/ 34 w 127"/>
                  <a:gd name="T91" fmla="*/ 25 h 125"/>
                  <a:gd name="T92" fmla="*/ 21 w 127"/>
                  <a:gd name="T93" fmla="*/ 37 h 125"/>
                  <a:gd name="T94" fmla="*/ 9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1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2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6"/>
                      <a:pt x="22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4" y="122"/>
                      <a:pt x="36" y="123"/>
                      <a:pt x="39" y="123"/>
                    </a:cubicBezTo>
                    <a:cubicBezTo>
                      <a:pt x="41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8" y="123"/>
                      <a:pt x="58" y="123"/>
                      <a:pt x="58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80" y="124"/>
                      <a:pt x="81" y="123"/>
                    </a:cubicBezTo>
                    <a:cubicBezTo>
                      <a:pt x="82" y="122"/>
                      <a:pt x="83" y="121"/>
                      <a:pt x="85" y="121"/>
                    </a:cubicBezTo>
                    <a:cubicBezTo>
                      <a:pt x="88" y="119"/>
                      <a:pt x="91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7" y="119"/>
                      <a:pt x="110" y="119"/>
                      <a:pt x="113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5" y="112"/>
                      <a:pt x="126" y="110"/>
                    </a:cubicBezTo>
                    <a:cubicBezTo>
                      <a:pt x="127" y="108"/>
                      <a:pt x="127" y="105"/>
                      <a:pt x="127" y="102"/>
                    </a:cubicBezTo>
                    <a:cubicBezTo>
                      <a:pt x="126" y="99"/>
                      <a:pt x="126" y="96"/>
                      <a:pt x="125" y="93"/>
                    </a:cubicBezTo>
                    <a:cubicBezTo>
                      <a:pt x="124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4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5" y="65"/>
                      <a:pt x="125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4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5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1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0"/>
                    </a:cubicBezTo>
                    <a:cubicBezTo>
                      <a:pt x="107" y="29"/>
                      <a:pt x="107" y="27"/>
                      <a:pt x="107" y="25"/>
                    </a:cubicBezTo>
                    <a:cubicBezTo>
                      <a:pt x="106" y="24"/>
                      <a:pt x="105" y="23"/>
                      <a:pt x="105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9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0"/>
                    </a:cubicBezTo>
                    <a:cubicBezTo>
                      <a:pt x="93" y="9"/>
                      <a:pt x="92" y="8"/>
                      <a:pt x="91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1"/>
                    </a:cubicBezTo>
                    <a:cubicBezTo>
                      <a:pt x="79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60" y="5"/>
                    </a:cubicBezTo>
                    <a:cubicBezTo>
                      <a:pt x="57" y="7"/>
                      <a:pt x="55" y="9"/>
                      <a:pt x="52" y="10"/>
                    </a:cubicBezTo>
                    <a:cubicBezTo>
                      <a:pt x="49" y="11"/>
                      <a:pt x="47" y="12"/>
                      <a:pt x="45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1" y="37"/>
                    </a:cubicBezTo>
                    <a:cubicBezTo>
                      <a:pt x="16" y="40"/>
                      <a:pt x="11" y="42"/>
                      <a:pt x="9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2" y="73"/>
                      <a:pt x="2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1" name="Freeform 370">
                <a:extLst>
                  <a:ext uri="{FF2B5EF4-FFF2-40B4-BE49-F238E27FC236}">
                    <a16:creationId xmlns:a16="http://schemas.microsoft.com/office/drawing/2014/main" id="{54608229-8DA7-4E8B-B88B-730D3B9849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605088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1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0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0 h 48"/>
                  <a:gd name="T50" fmla="*/ 1 w 21"/>
                  <a:gd name="T51" fmla="*/ 37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3"/>
                      <a:pt x="20" y="30"/>
                      <a:pt x="20" y="26"/>
                    </a:cubicBezTo>
                    <a:cubicBezTo>
                      <a:pt x="20" y="24"/>
                      <a:pt x="20" y="22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1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2"/>
                      <a:pt x="19" y="2"/>
                    </a:cubicBezTo>
                    <a:cubicBezTo>
                      <a:pt x="18" y="2"/>
                      <a:pt x="17" y="2"/>
                      <a:pt x="16" y="1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0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3" y="7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0"/>
                    </a:cubicBezTo>
                    <a:cubicBezTo>
                      <a:pt x="2" y="33"/>
                      <a:pt x="2" y="35"/>
                      <a:pt x="1" y="37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2" name="Freeform 371">
                <a:extLst>
                  <a:ext uri="{FF2B5EF4-FFF2-40B4-BE49-F238E27FC236}">
                    <a16:creationId xmlns:a16="http://schemas.microsoft.com/office/drawing/2014/main" id="{1F0D1919-D54E-43D6-919B-49735EB14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605088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1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0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0 h 48"/>
                  <a:gd name="T50" fmla="*/ 1 w 21"/>
                  <a:gd name="T51" fmla="*/ 37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3"/>
                      <a:pt x="20" y="30"/>
                      <a:pt x="20" y="26"/>
                    </a:cubicBezTo>
                    <a:cubicBezTo>
                      <a:pt x="20" y="24"/>
                      <a:pt x="20" y="22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1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2"/>
                      <a:pt x="19" y="2"/>
                    </a:cubicBezTo>
                    <a:cubicBezTo>
                      <a:pt x="18" y="2"/>
                      <a:pt x="17" y="2"/>
                      <a:pt x="16" y="1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0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3" y="7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0"/>
                    </a:cubicBezTo>
                    <a:cubicBezTo>
                      <a:pt x="2" y="33"/>
                      <a:pt x="2" y="35"/>
                      <a:pt x="1" y="37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3" name="Freeform 372">
                <a:extLst>
                  <a:ext uri="{FF2B5EF4-FFF2-40B4-BE49-F238E27FC236}">
                    <a16:creationId xmlns:a16="http://schemas.microsoft.com/office/drawing/2014/main" id="{15947FB8-9430-4304-854E-4B9A47AAB4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2152650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5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4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8"/>
                    </a:cubicBezTo>
                    <a:cubicBezTo>
                      <a:pt x="14" y="110"/>
                      <a:pt x="17" y="113"/>
                      <a:pt x="18" y="115"/>
                    </a:cubicBezTo>
                    <a:cubicBezTo>
                      <a:pt x="20" y="117"/>
                      <a:pt x="21" y="119"/>
                      <a:pt x="23" y="120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1" y="82"/>
                      <a:pt x="122" y="79"/>
                      <a:pt x="123" y="77"/>
                    </a:cubicBezTo>
                    <a:cubicBezTo>
                      <a:pt x="124" y="75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5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7"/>
                      <a:pt x="115" y="46"/>
                    </a:cubicBezTo>
                    <a:cubicBezTo>
                      <a:pt x="114" y="45"/>
                      <a:pt x="113" y="44"/>
                      <a:pt x="112" y="42"/>
                    </a:cubicBezTo>
                    <a:cubicBezTo>
                      <a:pt x="110" y="41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5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0"/>
                      <a:pt x="67" y="0"/>
                      <a:pt x="65" y="2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7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4" name="Freeform 373">
                <a:extLst>
                  <a:ext uri="{FF2B5EF4-FFF2-40B4-BE49-F238E27FC236}">
                    <a16:creationId xmlns:a16="http://schemas.microsoft.com/office/drawing/2014/main" id="{83BB7233-6307-433F-A783-7C34B7C3D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2152650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5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4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8"/>
                    </a:cubicBezTo>
                    <a:cubicBezTo>
                      <a:pt x="14" y="110"/>
                      <a:pt x="17" y="113"/>
                      <a:pt x="18" y="115"/>
                    </a:cubicBezTo>
                    <a:cubicBezTo>
                      <a:pt x="20" y="117"/>
                      <a:pt x="21" y="119"/>
                      <a:pt x="23" y="120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1" y="82"/>
                      <a:pt x="122" y="79"/>
                      <a:pt x="123" y="77"/>
                    </a:cubicBezTo>
                    <a:cubicBezTo>
                      <a:pt x="124" y="75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5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7"/>
                      <a:pt x="115" y="46"/>
                    </a:cubicBezTo>
                    <a:cubicBezTo>
                      <a:pt x="114" y="45"/>
                      <a:pt x="113" y="44"/>
                      <a:pt x="112" y="42"/>
                    </a:cubicBezTo>
                    <a:cubicBezTo>
                      <a:pt x="110" y="41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5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0"/>
                      <a:pt x="67" y="0"/>
                      <a:pt x="65" y="2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7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5" name="Freeform 374">
                <a:extLst>
                  <a:ext uri="{FF2B5EF4-FFF2-40B4-BE49-F238E27FC236}">
                    <a16:creationId xmlns:a16="http://schemas.microsoft.com/office/drawing/2014/main" id="{935151D4-BCD9-4BD8-830D-467426C30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0751" y="2620963"/>
                <a:ext cx="82550" cy="195263"/>
              </a:xfrm>
              <a:custGeom>
                <a:avLst/>
                <a:gdLst>
                  <a:gd name="T0" fmla="*/ 1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9 w 21"/>
                  <a:gd name="T7" fmla="*/ 49 h 49"/>
                  <a:gd name="T8" fmla="*/ 13 w 21"/>
                  <a:gd name="T9" fmla="*/ 49 h 49"/>
                  <a:gd name="T10" fmla="*/ 18 w 21"/>
                  <a:gd name="T11" fmla="*/ 48 h 49"/>
                  <a:gd name="T12" fmla="*/ 19 w 21"/>
                  <a:gd name="T13" fmla="*/ 48 h 49"/>
                  <a:gd name="T14" fmla="*/ 21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8 h 49"/>
                  <a:gd name="T22" fmla="*/ 20 w 21"/>
                  <a:gd name="T23" fmla="*/ 27 h 49"/>
                  <a:gd name="T24" fmla="*/ 20 w 21"/>
                  <a:gd name="T25" fmla="*/ 21 h 49"/>
                  <a:gd name="T26" fmla="*/ 20 w 21"/>
                  <a:gd name="T27" fmla="*/ 16 h 49"/>
                  <a:gd name="T28" fmla="*/ 20 w 21"/>
                  <a:gd name="T29" fmla="*/ 4 h 49"/>
                  <a:gd name="T30" fmla="*/ 20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2 w 21"/>
                  <a:gd name="T37" fmla="*/ 0 h 49"/>
                  <a:gd name="T38" fmla="*/ 8 w 21"/>
                  <a:gd name="T39" fmla="*/ 1 h 49"/>
                  <a:gd name="T40" fmla="*/ 4 w 21"/>
                  <a:gd name="T41" fmla="*/ 1 h 49"/>
                  <a:gd name="T42" fmla="*/ 3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1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9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9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9"/>
                      <a:pt x="21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1" y="45"/>
                      <a:pt x="20" y="43"/>
                    </a:cubicBezTo>
                    <a:cubicBezTo>
                      <a:pt x="20" y="42"/>
                      <a:pt x="20" y="40"/>
                      <a:pt x="20" y="38"/>
                    </a:cubicBezTo>
                    <a:cubicBezTo>
                      <a:pt x="20" y="34"/>
                      <a:pt x="20" y="30"/>
                      <a:pt x="20" y="27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6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2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1"/>
                    </a:cubicBezTo>
                    <a:cubicBezTo>
                      <a:pt x="7" y="1"/>
                      <a:pt x="5" y="1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2" y="36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6" name="Freeform 375">
                <a:extLst>
                  <a:ext uri="{FF2B5EF4-FFF2-40B4-BE49-F238E27FC236}">
                    <a16:creationId xmlns:a16="http://schemas.microsoft.com/office/drawing/2014/main" id="{2DE6B607-0BA5-4BE9-ACB1-723288DDD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0751" y="2620963"/>
                <a:ext cx="82550" cy="195263"/>
              </a:xfrm>
              <a:custGeom>
                <a:avLst/>
                <a:gdLst>
                  <a:gd name="T0" fmla="*/ 1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9 w 21"/>
                  <a:gd name="T7" fmla="*/ 49 h 49"/>
                  <a:gd name="T8" fmla="*/ 13 w 21"/>
                  <a:gd name="T9" fmla="*/ 49 h 49"/>
                  <a:gd name="T10" fmla="*/ 18 w 21"/>
                  <a:gd name="T11" fmla="*/ 48 h 49"/>
                  <a:gd name="T12" fmla="*/ 19 w 21"/>
                  <a:gd name="T13" fmla="*/ 48 h 49"/>
                  <a:gd name="T14" fmla="*/ 21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8 h 49"/>
                  <a:gd name="T22" fmla="*/ 20 w 21"/>
                  <a:gd name="T23" fmla="*/ 27 h 49"/>
                  <a:gd name="T24" fmla="*/ 20 w 21"/>
                  <a:gd name="T25" fmla="*/ 21 h 49"/>
                  <a:gd name="T26" fmla="*/ 20 w 21"/>
                  <a:gd name="T27" fmla="*/ 16 h 49"/>
                  <a:gd name="T28" fmla="*/ 20 w 21"/>
                  <a:gd name="T29" fmla="*/ 4 h 49"/>
                  <a:gd name="T30" fmla="*/ 20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2 w 21"/>
                  <a:gd name="T37" fmla="*/ 0 h 49"/>
                  <a:gd name="T38" fmla="*/ 8 w 21"/>
                  <a:gd name="T39" fmla="*/ 1 h 49"/>
                  <a:gd name="T40" fmla="*/ 4 w 21"/>
                  <a:gd name="T41" fmla="*/ 1 h 49"/>
                  <a:gd name="T42" fmla="*/ 3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1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9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9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9"/>
                      <a:pt x="21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1" y="45"/>
                      <a:pt x="20" y="43"/>
                    </a:cubicBezTo>
                    <a:cubicBezTo>
                      <a:pt x="20" y="42"/>
                      <a:pt x="20" y="40"/>
                      <a:pt x="20" y="38"/>
                    </a:cubicBezTo>
                    <a:cubicBezTo>
                      <a:pt x="20" y="34"/>
                      <a:pt x="20" y="30"/>
                      <a:pt x="20" y="27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6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2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1"/>
                    </a:cubicBezTo>
                    <a:cubicBezTo>
                      <a:pt x="7" y="1"/>
                      <a:pt x="5" y="1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2" y="36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7" name="Freeform 376">
                <a:extLst>
                  <a:ext uri="{FF2B5EF4-FFF2-40B4-BE49-F238E27FC236}">
                    <a16:creationId xmlns:a16="http://schemas.microsoft.com/office/drawing/2014/main" id="{6593FBB5-D085-4F1D-8B33-E311EB945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6438" y="2173288"/>
                <a:ext cx="504825" cy="495300"/>
              </a:xfrm>
              <a:custGeom>
                <a:avLst/>
                <a:gdLst>
                  <a:gd name="T0" fmla="*/ 1 w 127"/>
                  <a:gd name="T1" fmla="*/ 88 h 125"/>
                  <a:gd name="T2" fmla="*/ 1 w 127"/>
                  <a:gd name="T3" fmla="*/ 95 h 125"/>
                  <a:gd name="T4" fmla="*/ 11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7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2 w 127"/>
                  <a:gd name="T31" fmla="*/ 118 h 125"/>
                  <a:gd name="T32" fmla="*/ 121 w 127"/>
                  <a:gd name="T33" fmla="*/ 116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5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4 h 125"/>
                  <a:gd name="T50" fmla="*/ 125 w 127"/>
                  <a:gd name="T51" fmla="*/ 59 h 125"/>
                  <a:gd name="T52" fmla="*/ 121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1 h 125"/>
                  <a:gd name="T64" fmla="*/ 106 w 127"/>
                  <a:gd name="T65" fmla="*/ 26 h 125"/>
                  <a:gd name="T66" fmla="*/ 104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1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2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4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8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7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4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2"/>
                      <a:pt x="84" y="121"/>
                    </a:cubicBezTo>
                    <a:cubicBezTo>
                      <a:pt x="87" y="119"/>
                      <a:pt x="90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6" y="119"/>
                      <a:pt x="110" y="119"/>
                      <a:pt x="112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7" y="108"/>
                      <a:pt x="127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4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4"/>
                    </a:cubicBezTo>
                    <a:cubicBezTo>
                      <a:pt x="125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9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7"/>
                      <a:pt x="106" y="26"/>
                    </a:cubicBezTo>
                    <a:cubicBezTo>
                      <a:pt x="106" y="25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2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7" y="12"/>
                      <a:pt x="44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9"/>
                      <a:pt x="2" y="61"/>
                    </a:cubicBezTo>
                    <a:cubicBezTo>
                      <a:pt x="1" y="67"/>
                      <a:pt x="1" y="73"/>
                      <a:pt x="2" y="78"/>
                    </a:cubicBezTo>
                    <a:cubicBezTo>
                      <a:pt x="2" y="81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8" name="Freeform 377">
                <a:extLst>
                  <a:ext uri="{FF2B5EF4-FFF2-40B4-BE49-F238E27FC236}">
                    <a16:creationId xmlns:a16="http://schemas.microsoft.com/office/drawing/2014/main" id="{6D557A3F-4F4B-4172-83A7-D6EA5069BB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6438" y="2173288"/>
                <a:ext cx="504825" cy="495300"/>
              </a:xfrm>
              <a:custGeom>
                <a:avLst/>
                <a:gdLst>
                  <a:gd name="T0" fmla="*/ 1 w 127"/>
                  <a:gd name="T1" fmla="*/ 88 h 125"/>
                  <a:gd name="T2" fmla="*/ 1 w 127"/>
                  <a:gd name="T3" fmla="*/ 95 h 125"/>
                  <a:gd name="T4" fmla="*/ 11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7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2 w 127"/>
                  <a:gd name="T31" fmla="*/ 118 h 125"/>
                  <a:gd name="T32" fmla="*/ 121 w 127"/>
                  <a:gd name="T33" fmla="*/ 116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5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4 h 125"/>
                  <a:gd name="T50" fmla="*/ 125 w 127"/>
                  <a:gd name="T51" fmla="*/ 59 h 125"/>
                  <a:gd name="T52" fmla="*/ 121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1 h 125"/>
                  <a:gd name="T64" fmla="*/ 106 w 127"/>
                  <a:gd name="T65" fmla="*/ 26 h 125"/>
                  <a:gd name="T66" fmla="*/ 104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1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2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4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8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7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4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2"/>
                      <a:pt x="84" y="121"/>
                    </a:cubicBezTo>
                    <a:cubicBezTo>
                      <a:pt x="87" y="119"/>
                      <a:pt x="90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6" y="119"/>
                      <a:pt x="110" y="119"/>
                      <a:pt x="112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7" y="108"/>
                      <a:pt x="127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4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4"/>
                    </a:cubicBezTo>
                    <a:cubicBezTo>
                      <a:pt x="125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9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7"/>
                      <a:pt x="106" y="26"/>
                    </a:cubicBezTo>
                    <a:cubicBezTo>
                      <a:pt x="106" y="25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2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7" y="12"/>
                      <a:pt x="44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9"/>
                      <a:pt x="2" y="61"/>
                    </a:cubicBezTo>
                    <a:cubicBezTo>
                      <a:pt x="1" y="67"/>
                      <a:pt x="1" y="73"/>
                      <a:pt x="2" y="78"/>
                    </a:cubicBezTo>
                    <a:cubicBezTo>
                      <a:pt x="2" y="81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9" name="Freeform 378">
                <a:extLst>
                  <a:ext uri="{FF2B5EF4-FFF2-40B4-BE49-F238E27FC236}">
                    <a16:creationId xmlns:a16="http://schemas.microsoft.com/office/drawing/2014/main" id="{625469DA-593C-44D6-B015-925F51170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2752725"/>
                <a:ext cx="47625" cy="161925"/>
              </a:xfrm>
              <a:custGeom>
                <a:avLst/>
                <a:gdLst>
                  <a:gd name="T0" fmla="*/ 12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7 w 12"/>
                  <a:gd name="T19" fmla="*/ 0 h 41"/>
                  <a:gd name="T20" fmla="*/ 5 w 12"/>
                  <a:gd name="T21" fmla="*/ 0 h 41"/>
                  <a:gd name="T22" fmla="*/ 2 w 12"/>
                  <a:gd name="T23" fmla="*/ 0 h 41"/>
                  <a:gd name="T24" fmla="*/ 2 w 12"/>
                  <a:gd name="T25" fmla="*/ 2 h 41"/>
                  <a:gd name="T26" fmla="*/ 2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1 w 12"/>
                  <a:gd name="T37" fmla="*/ 40 h 41"/>
                  <a:gd name="T38" fmla="*/ 3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2 w 12"/>
                  <a:gd name="T49" fmla="*/ 41 h 41"/>
                  <a:gd name="T50" fmla="*/ 12 w 12"/>
                  <a:gd name="T51" fmla="*/ 40 h 41"/>
                  <a:gd name="T52" fmla="*/ 12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2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1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10" y="1"/>
                      <a:pt x="9" y="1"/>
                    </a:cubicBezTo>
                    <a:cubicBezTo>
                      <a:pt x="8" y="1"/>
                      <a:pt x="8" y="0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2" y="0"/>
                      <a:pt x="2" y="1"/>
                      <a:pt x="2" y="2"/>
                    </a:cubicBezTo>
                    <a:cubicBezTo>
                      <a:pt x="2" y="6"/>
                      <a:pt x="2" y="10"/>
                      <a:pt x="2" y="14"/>
                    </a:cubicBezTo>
                    <a:cubicBezTo>
                      <a:pt x="2" y="16"/>
                      <a:pt x="2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1" y="34"/>
                      <a:pt x="1" y="35"/>
                      <a:pt x="0" y="37"/>
                    </a:cubicBezTo>
                    <a:cubicBezTo>
                      <a:pt x="0" y="38"/>
                      <a:pt x="0" y="39"/>
                      <a:pt x="1" y="40"/>
                    </a:cubicBezTo>
                    <a:cubicBezTo>
                      <a:pt x="1" y="40"/>
                      <a:pt x="2" y="41"/>
                      <a:pt x="3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6" y="41"/>
                      <a:pt x="7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1"/>
                      <a:pt x="12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2" y="38"/>
                      <a:pt x="12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0" name="Freeform 379">
                <a:extLst>
                  <a:ext uri="{FF2B5EF4-FFF2-40B4-BE49-F238E27FC236}">
                    <a16:creationId xmlns:a16="http://schemas.microsoft.com/office/drawing/2014/main" id="{DEC0CE6A-3BD3-4BAD-98FB-03E2F2245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2752725"/>
                <a:ext cx="47625" cy="161925"/>
              </a:xfrm>
              <a:custGeom>
                <a:avLst/>
                <a:gdLst>
                  <a:gd name="T0" fmla="*/ 12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7 w 12"/>
                  <a:gd name="T19" fmla="*/ 0 h 41"/>
                  <a:gd name="T20" fmla="*/ 5 w 12"/>
                  <a:gd name="T21" fmla="*/ 0 h 41"/>
                  <a:gd name="T22" fmla="*/ 2 w 12"/>
                  <a:gd name="T23" fmla="*/ 0 h 41"/>
                  <a:gd name="T24" fmla="*/ 2 w 12"/>
                  <a:gd name="T25" fmla="*/ 2 h 41"/>
                  <a:gd name="T26" fmla="*/ 2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1 w 12"/>
                  <a:gd name="T37" fmla="*/ 40 h 41"/>
                  <a:gd name="T38" fmla="*/ 3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2 w 12"/>
                  <a:gd name="T49" fmla="*/ 41 h 41"/>
                  <a:gd name="T50" fmla="*/ 12 w 12"/>
                  <a:gd name="T51" fmla="*/ 40 h 41"/>
                  <a:gd name="T52" fmla="*/ 12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2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1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10" y="1"/>
                      <a:pt x="9" y="1"/>
                    </a:cubicBezTo>
                    <a:cubicBezTo>
                      <a:pt x="8" y="1"/>
                      <a:pt x="8" y="0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2" y="0"/>
                      <a:pt x="2" y="1"/>
                      <a:pt x="2" y="2"/>
                    </a:cubicBezTo>
                    <a:cubicBezTo>
                      <a:pt x="2" y="6"/>
                      <a:pt x="2" y="10"/>
                      <a:pt x="2" y="14"/>
                    </a:cubicBezTo>
                    <a:cubicBezTo>
                      <a:pt x="2" y="16"/>
                      <a:pt x="2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1" y="34"/>
                      <a:pt x="1" y="35"/>
                      <a:pt x="0" y="37"/>
                    </a:cubicBezTo>
                    <a:cubicBezTo>
                      <a:pt x="0" y="38"/>
                      <a:pt x="0" y="39"/>
                      <a:pt x="1" y="40"/>
                    </a:cubicBezTo>
                    <a:cubicBezTo>
                      <a:pt x="1" y="40"/>
                      <a:pt x="2" y="41"/>
                      <a:pt x="3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6" y="41"/>
                      <a:pt x="7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1"/>
                      <a:pt x="12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2" y="38"/>
                      <a:pt x="12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1" name="Freeform 380">
                <a:extLst>
                  <a:ext uri="{FF2B5EF4-FFF2-40B4-BE49-F238E27FC236}">
                    <a16:creationId xmlns:a16="http://schemas.microsoft.com/office/drawing/2014/main" id="{B964204E-F213-4CA4-A272-302CC80FF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054225"/>
                <a:ext cx="193675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1 h 186"/>
                  <a:gd name="T4" fmla="*/ 4 w 49"/>
                  <a:gd name="T5" fmla="*/ 161 h 186"/>
                  <a:gd name="T6" fmla="*/ 7 w 49"/>
                  <a:gd name="T7" fmla="*/ 171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8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5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1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7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9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1"/>
                    </a:cubicBezTo>
                    <a:cubicBezTo>
                      <a:pt x="1" y="149"/>
                      <a:pt x="2" y="155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8"/>
                      <a:pt x="48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8"/>
                      <a:pt x="48" y="113"/>
                    </a:cubicBezTo>
                    <a:cubicBezTo>
                      <a:pt x="48" y="111"/>
                      <a:pt x="48" y="97"/>
                      <a:pt x="48" y="95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4"/>
                      <a:pt x="42" y="52"/>
                      <a:pt x="42" y="51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4"/>
                      <a:pt x="34" y="7"/>
                      <a:pt x="34" y="7"/>
                    </a:cubicBezTo>
                    <a:cubicBezTo>
                      <a:pt x="33" y="4"/>
                      <a:pt x="32" y="4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5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9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2" name="Freeform 381">
                <a:extLst>
                  <a:ext uri="{FF2B5EF4-FFF2-40B4-BE49-F238E27FC236}">
                    <a16:creationId xmlns:a16="http://schemas.microsoft.com/office/drawing/2014/main" id="{F3D82475-B994-47F5-AE67-CA167DB2C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054225"/>
                <a:ext cx="193675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1 h 186"/>
                  <a:gd name="T4" fmla="*/ 4 w 49"/>
                  <a:gd name="T5" fmla="*/ 161 h 186"/>
                  <a:gd name="T6" fmla="*/ 7 w 49"/>
                  <a:gd name="T7" fmla="*/ 171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8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5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1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7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9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1"/>
                    </a:cubicBezTo>
                    <a:cubicBezTo>
                      <a:pt x="1" y="149"/>
                      <a:pt x="2" y="155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8"/>
                      <a:pt x="48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8"/>
                      <a:pt x="48" y="113"/>
                    </a:cubicBezTo>
                    <a:cubicBezTo>
                      <a:pt x="48" y="111"/>
                      <a:pt x="48" y="97"/>
                      <a:pt x="48" y="95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4"/>
                      <a:pt x="42" y="52"/>
                      <a:pt x="42" y="51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4"/>
                      <a:pt x="34" y="7"/>
                      <a:pt x="34" y="7"/>
                    </a:cubicBezTo>
                    <a:cubicBezTo>
                      <a:pt x="33" y="4"/>
                      <a:pt x="32" y="4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5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9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3" name="Freeform 382">
                <a:extLst>
                  <a:ext uri="{FF2B5EF4-FFF2-40B4-BE49-F238E27FC236}">
                    <a16:creationId xmlns:a16="http://schemas.microsoft.com/office/drawing/2014/main" id="{A7A19056-0C55-4584-BCD4-CDC5A607D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32801" y="2795588"/>
                <a:ext cx="322263" cy="211138"/>
              </a:xfrm>
              <a:custGeom>
                <a:avLst/>
                <a:gdLst>
                  <a:gd name="T0" fmla="*/ 18 w 81"/>
                  <a:gd name="T1" fmla="*/ 0 h 53"/>
                  <a:gd name="T2" fmla="*/ 81 w 81"/>
                  <a:gd name="T3" fmla="*/ 25 h 53"/>
                  <a:gd name="T4" fmla="*/ 80 w 81"/>
                  <a:gd name="T5" fmla="*/ 27 h 53"/>
                  <a:gd name="T6" fmla="*/ 69 w 81"/>
                  <a:gd name="T7" fmla="*/ 30 h 53"/>
                  <a:gd name="T8" fmla="*/ 67 w 81"/>
                  <a:gd name="T9" fmla="*/ 46 h 53"/>
                  <a:gd name="T10" fmla="*/ 73 w 81"/>
                  <a:gd name="T11" fmla="*/ 50 h 53"/>
                  <a:gd name="T12" fmla="*/ 72 w 81"/>
                  <a:gd name="T13" fmla="*/ 53 h 53"/>
                  <a:gd name="T14" fmla="*/ 8 w 81"/>
                  <a:gd name="T15" fmla="*/ 25 h 53"/>
                  <a:gd name="T16" fmla="*/ 18 w 81"/>
                  <a:gd name="T1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3">
                    <a:moveTo>
                      <a:pt x="18" y="0"/>
                    </a:moveTo>
                    <a:cubicBezTo>
                      <a:pt x="81" y="25"/>
                      <a:pt x="81" y="25"/>
                      <a:pt x="81" y="25"/>
                    </a:cubicBezTo>
                    <a:cubicBezTo>
                      <a:pt x="80" y="27"/>
                      <a:pt x="80" y="27"/>
                      <a:pt x="80" y="27"/>
                    </a:cubicBezTo>
                    <a:cubicBezTo>
                      <a:pt x="77" y="26"/>
                      <a:pt x="73" y="26"/>
                      <a:pt x="69" y="30"/>
                    </a:cubicBezTo>
                    <a:cubicBezTo>
                      <a:pt x="64" y="35"/>
                      <a:pt x="63" y="41"/>
                      <a:pt x="67" y="46"/>
                    </a:cubicBezTo>
                    <a:cubicBezTo>
                      <a:pt x="69" y="48"/>
                      <a:pt x="71" y="50"/>
                      <a:pt x="73" y="50"/>
                    </a:cubicBezTo>
                    <a:cubicBezTo>
                      <a:pt x="72" y="53"/>
                      <a:pt x="72" y="53"/>
                      <a:pt x="72" y="5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0" y="17"/>
                      <a:pt x="3" y="3"/>
                      <a:pt x="18" y="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4" name="Freeform 383">
                <a:extLst>
                  <a:ext uri="{FF2B5EF4-FFF2-40B4-BE49-F238E27FC236}">
                    <a16:creationId xmlns:a16="http://schemas.microsoft.com/office/drawing/2014/main" id="{B2FCE372-4041-4DAD-94AA-BF1BE1F82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7751" y="2887663"/>
                <a:ext cx="131763" cy="130175"/>
              </a:xfrm>
              <a:custGeom>
                <a:avLst/>
                <a:gdLst>
                  <a:gd name="T0" fmla="*/ 6 w 33"/>
                  <a:gd name="T1" fmla="*/ 26 h 33"/>
                  <a:gd name="T2" fmla="*/ 28 w 33"/>
                  <a:gd name="T3" fmla="*/ 25 h 33"/>
                  <a:gd name="T4" fmla="*/ 33 w 33"/>
                  <a:gd name="T5" fmla="*/ 15 h 33"/>
                  <a:gd name="T6" fmla="*/ 25 w 33"/>
                  <a:gd name="T7" fmla="*/ 4 h 33"/>
                  <a:gd name="T8" fmla="*/ 8 w 33"/>
                  <a:gd name="T9" fmla="*/ 5 h 33"/>
                  <a:gd name="T10" fmla="*/ 6 w 33"/>
                  <a:gd name="T1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3">
                    <a:moveTo>
                      <a:pt x="6" y="26"/>
                    </a:moveTo>
                    <a:cubicBezTo>
                      <a:pt x="12" y="33"/>
                      <a:pt x="22" y="32"/>
                      <a:pt x="28" y="25"/>
                    </a:cubicBezTo>
                    <a:cubicBezTo>
                      <a:pt x="31" y="23"/>
                      <a:pt x="33" y="19"/>
                      <a:pt x="33" y="15"/>
                    </a:cubicBezTo>
                    <a:cubicBezTo>
                      <a:pt x="32" y="11"/>
                      <a:pt x="25" y="4"/>
                      <a:pt x="25" y="4"/>
                    </a:cubicBezTo>
                    <a:cubicBezTo>
                      <a:pt x="21" y="0"/>
                      <a:pt x="13" y="0"/>
                      <a:pt x="8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5" name="Freeform 384">
                <a:extLst>
                  <a:ext uri="{FF2B5EF4-FFF2-40B4-BE49-F238E27FC236}">
                    <a16:creationId xmlns:a16="http://schemas.microsoft.com/office/drawing/2014/main" id="{1E039DFC-057C-41B3-B499-A05722BBE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7751" y="2887663"/>
                <a:ext cx="131763" cy="130175"/>
              </a:xfrm>
              <a:custGeom>
                <a:avLst/>
                <a:gdLst>
                  <a:gd name="T0" fmla="*/ 6 w 33"/>
                  <a:gd name="T1" fmla="*/ 26 h 33"/>
                  <a:gd name="T2" fmla="*/ 28 w 33"/>
                  <a:gd name="T3" fmla="*/ 25 h 33"/>
                  <a:gd name="T4" fmla="*/ 33 w 33"/>
                  <a:gd name="T5" fmla="*/ 15 h 33"/>
                  <a:gd name="T6" fmla="*/ 25 w 33"/>
                  <a:gd name="T7" fmla="*/ 4 h 33"/>
                  <a:gd name="T8" fmla="*/ 8 w 33"/>
                  <a:gd name="T9" fmla="*/ 5 h 33"/>
                  <a:gd name="T10" fmla="*/ 6 w 33"/>
                  <a:gd name="T1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3">
                    <a:moveTo>
                      <a:pt x="6" y="26"/>
                    </a:moveTo>
                    <a:cubicBezTo>
                      <a:pt x="12" y="33"/>
                      <a:pt x="22" y="32"/>
                      <a:pt x="28" y="25"/>
                    </a:cubicBezTo>
                    <a:cubicBezTo>
                      <a:pt x="31" y="23"/>
                      <a:pt x="33" y="19"/>
                      <a:pt x="33" y="15"/>
                    </a:cubicBezTo>
                    <a:cubicBezTo>
                      <a:pt x="32" y="11"/>
                      <a:pt x="25" y="4"/>
                      <a:pt x="25" y="4"/>
                    </a:cubicBezTo>
                    <a:cubicBezTo>
                      <a:pt x="21" y="0"/>
                      <a:pt x="13" y="0"/>
                      <a:pt x="8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6" name="Freeform 385">
                <a:extLst>
                  <a:ext uri="{FF2B5EF4-FFF2-40B4-BE49-F238E27FC236}">
                    <a16:creationId xmlns:a16="http://schemas.microsoft.com/office/drawing/2014/main" id="{CFB34DEB-C7E2-43B9-84E7-41370C0821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3626" y="2874963"/>
                <a:ext cx="103188" cy="127000"/>
              </a:xfrm>
              <a:custGeom>
                <a:avLst/>
                <a:gdLst>
                  <a:gd name="T0" fmla="*/ 4 w 26"/>
                  <a:gd name="T1" fmla="*/ 27 h 32"/>
                  <a:gd name="T2" fmla="*/ 6 w 26"/>
                  <a:gd name="T3" fmla="*/ 10 h 32"/>
                  <a:gd name="T4" fmla="*/ 26 w 26"/>
                  <a:gd name="T5" fmla="*/ 20 h 32"/>
                  <a:gd name="T6" fmla="*/ 21 w 26"/>
                  <a:gd name="T7" fmla="*/ 27 h 32"/>
                  <a:gd name="T8" fmla="*/ 4 w 26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4" y="27"/>
                    </a:moveTo>
                    <a:cubicBezTo>
                      <a:pt x="0" y="22"/>
                      <a:pt x="1" y="15"/>
                      <a:pt x="6" y="10"/>
                    </a:cubicBezTo>
                    <a:cubicBezTo>
                      <a:pt x="17" y="0"/>
                      <a:pt x="26" y="16"/>
                      <a:pt x="26" y="20"/>
                    </a:cubicBezTo>
                    <a:cubicBezTo>
                      <a:pt x="25" y="22"/>
                      <a:pt x="24" y="25"/>
                      <a:pt x="21" y="27"/>
                    </a:cubicBezTo>
                    <a:cubicBezTo>
                      <a:pt x="16" y="32"/>
                      <a:pt x="9" y="32"/>
                      <a:pt x="4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7" name="Freeform 386">
                <a:extLst>
                  <a:ext uri="{FF2B5EF4-FFF2-40B4-BE49-F238E27FC236}">
                    <a16:creationId xmlns:a16="http://schemas.microsoft.com/office/drawing/2014/main" id="{96F97C54-B5BF-4DD5-955F-5420FC5E9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3626" y="2874963"/>
                <a:ext cx="103188" cy="127000"/>
              </a:xfrm>
              <a:custGeom>
                <a:avLst/>
                <a:gdLst>
                  <a:gd name="T0" fmla="*/ 4 w 26"/>
                  <a:gd name="T1" fmla="*/ 27 h 32"/>
                  <a:gd name="T2" fmla="*/ 6 w 26"/>
                  <a:gd name="T3" fmla="*/ 10 h 32"/>
                  <a:gd name="T4" fmla="*/ 26 w 26"/>
                  <a:gd name="T5" fmla="*/ 20 h 32"/>
                  <a:gd name="T6" fmla="*/ 21 w 26"/>
                  <a:gd name="T7" fmla="*/ 27 h 32"/>
                  <a:gd name="T8" fmla="*/ 4 w 26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4" y="27"/>
                    </a:moveTo>
                    <a:cubicBezTo>
                      <a:pt x="0" y="22"/>
                      <a:pt x="1" y="15"/>
                      <a:pt x="6" y="10"/>
                    </a:cubicBezTo>
                    <a:cubicBezTo>
                      <a:pt x="17" y="0"/>
                      <a:pt x="26" y="16"/>
                      <a:pt x="26" y="20"/>
                    </a:cubicBezTo>
                    <a:cubicBezTo>
                      <a:pt x="25" y="22"/>
                      <a:pt x="24" y="25"/>
                      <a:pt x="21" y="27"/>
                    </a:cubicBezTo>
                    <a:cubicBezTo>
                      <a:pt x="16" y="32"/>
                      <a:pt x="9" y="32"/>
                      <a:pt x="4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8" name="Freeform 387">
                <a:extLst>
                  <a:ext uri="{FF2B5EF4-FFF2-40B4-BE49-F238E27FC236}">
                    <a16:creationId xmlns:a16="http://schemas.microsoft.com/office/drawing/2014/main" id="{5ADE7259-9F37-46A6-9F58-5C290FBAA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3626" y="2874963"/>
                <a:ext cx="103188" cy="127000"/>
              </a:xfrm>
              <a:custGeom>
                <a:avLst/>
                <a:gdLst>
                  <a:gd name="T0" fmla="*/ 4 w 26"/>
                  <a:gd name="T1" fmla="*/ 27 h 32"/>
                  <a:gd name="T2" fmla="*/ 21 w 26"/>
                  <a:gd name="T3" fmla="*/ 27 h 32"/>
                  <a:gd name="T4" fmla="*/ 26 w 26"/>
                  <a:gd name="T5" fmla="*/ 20 h 32"/>
                  <a:gd name="T6" fmla="*/ 6 w 26"/>
                  <a:gd name="T7" fmla="*/ 10 h 32"/>
                  <a:gd name="T8" fmla="*/ 4 w 26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4" y="27"/>
                    </a:moveTo>
                    <a:cubicBezTo>
                      <a:pt x="9" y="32"/>
                      <a:pt x="16" y="32"/>
                      <a:pt x="21" y="27"/>
                    </a:cubicBezTo>
                    <a:cubicBezTo>
                      <a:pt x="24" y="25"/>
                      <a:pt x="25" y="22"/>
                      <a:pt x="26" y="20"/>
                    </a:cubicBezTo>
                    <a:cubicBezTo>
                      <a:pt x="26" y="16"/>
                      <a:pt x="17" y="0"/>
                      <a:pt x="6" y="10"/>
                    </a:cubicBezTo>
                    <a:cubicBezTo>
                      <a:pt x="1" y="15"/>
                      <a:pt x="0" y="22"/>
                      <a:pt x="4" y="27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9" name="Freeform 388">
                <a:extLst>
                  <a:ext uri="{FF2B5EF4-FFF2-40B4-BE49-F238E27FC236}">
                    <a16:creationId xmlns:a16="http://schemas.microsoft.com/office/drawing/2014/main" id="{2997F381-D996-448C-A3A4-E30D6C2CE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9501" y="2898775"/>
                <a:ext cx="71438" cy="84138"/>
              </a:xfrm>
              <a:custGeom>
                <a:avLst/>
                <a:gdLst>
                  <a:gd name="T0" fmla="*/ 3 w 18"/>
                  <a:gd name="T1" fmla="*/ 18 h 21"/>
                  <a:gd name="T2" fmla="*/ 4 w 18"/>
                  <a:gd name="T3" fmla="*/ 7 h 21"/>
                  <a:gd name="T4" fmla="*/ 18 w 18"/>
                  <a:gd name="T5" fmla="*/ 13 h 21"/>
                  <a:gd name="T6" fmla="*/ 15 w 18"/>
                  <a:gd name="T7" fmla="*/ 18 h 21"/>
                  <a:gd name="T8" fmla="*/ 3 w 18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1">
                    <a:moveTo>
                      <a:pt x="3" y="18"/>
                    </a:moveTo>
                    <a:cubicBezTo>
                      <a:pt x="0" y="14"/>
                      <a:pt x="1" y="10"/>
                      <a:pt x="4" y="7"/>
                    </a:cubicBezTo>
                    <a:cubicBezTo>
                      <a:pt x="12" y="0"/>
                      <a:pt x="18" y="11"/>
                      <a:pt x="18" y="13"/>
                    </a:cubicBezTo>
                    <a:cubicBezTo>
                      <a:pt x="17" y="15"/>
                      <a:pt x="16" y="17"/>
                      <a:pt x="15" y="18"/>
                    </a:cubicBezTo>
                    <a:cubicBezTo>
                      <a:pt x="11" y="21"/>
                      <a:pt x="7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0" name="Freeform 389">
                <a:extLst>
                  <a:ext uri="{FF2B5EF4-FFF2-40B4-BE49-F238E27FC236}">
                    <a16:creationId xmlns:a16="http://schemas.microsoft.com/office/drawing/2014/main" id="{5720B34C-EF19-40A5-9B88-70A4BC837A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9501" y="2898775"/>
                <a:ext cx="71438" cy="84138"/>
              </a:xfrm>
              <a:custGeom>
                <a:avLst/>
                <a:gdLst>
                  <a:gd name="T0" fmla="*/ 3 w 18"/>
                  <a:gd name="T1" fmla="*/ 18 h 21"/>
                  <a:gd name="T2" fmla="*/ 4 w 18"/>
                  <a:gd name="T3" fmla="*/ 7 h 21"/>
                  <a:gd name="T4" fmla="*/ 18 w 18"/>
                  <a:gd name="T5" fmla="*/ 13 h 21"/>
                  <a:gd name="T6" fmla="*/ 15 w 18"/>
                  <a:gd name="T7" fmla="*/ 18 h 21"/>
                  <a:gd name="T8" fmla="*/ 3 w 18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1">
                    <a:moveTo>
                      <a:pt x="3" y="18"/>
                    </a:moveTo>
                    <a:cubicBezTo>
                      <a:pt x="0" y="14"/>
                      <a:pt x="1" y="10"/>
                      <a:pt x="4" y="7"/>
                    </a:cubicBezTo>
                    <a:cubicBezTo>
                      <a:pt x="12" y="0"/>
                      <a:pt x="18" y="11"/>
                      <a:pt x="18" y="13"/>
                    </a:cubicBezTo>
                    <a:cubicBezTo>
                      <a:pt x="17" y="15"/>
                      <a:pt x="16" y="17"/>
                      <a:pt x="15" y="18"/>
                    </a:cubicBezTo>
                    <a:cubicBezTo>
                      <a:pt x="11" y="21"/>
                      <a:pt x="7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1" name="Freeform 390">
                <a:extLst>
                  <a:ext uri="{FF2B5EF4-FFF2-40B4-BE49-F238E27FC236}">
                    <a16:creationId xmlns:a16="http://schemas.microsoft.com/office/drawing/2014/main" id="{BE9DB3DF-48CE-4E11-AFCE-002DFB367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1676" y="2795588"/>
                <a:ext cx="317500" cy="211138"/>
              </a:xfrm>
              <a:custGeom>
                <a:avLst/>
                <a:gdLst>
                  <a:gd name="T0" fmla="*/ 17 w 80"/>
                  <a:gd name="T1" fmla="*/ 0 h 53"/>
                  <a:gd name="T2" fmla="*/ 80 w 80"/>
                  <a:gd name="T3" fmla="*/ 24 h 53"/>
                  <a:gd name="T4" fmla="*/ 79 w 80"/>
                  <a:gd name="T5" fmla="*/ 27 h 53"/>
                  <a:gd name="T6" fmla="*/ 68 w 80"/>
                  <a:gd name="T7" fmla="*/ 30 h 53"/>
                  <a:gd name="T8" fmla="*/ 67 w 80"/>
                  <a:gd name="T9" fmla="*/ 46 h 53"/>
                  <a:gd name="T10" fmla="*/ 72 w 80"/>
                  <a:gd name="T11" fmla="*/ 50 h 53"/>
                  <a:gd name="T12" fmla="*/ 71 w 80"/>
                  <a:gd name="T13" fmla="*/ 53 h 53"/>
                  <a:gd name="T14" fmla="*/ 7 w 80"/>
                  <a:gd name="T15" fmla="*/ 24 h 53"/>
                  <a:gd name="T16" fmla="*/ 17 w 80"/>
                  <a:gd name="T1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53">
                    <a:moveTo>
                      <a:pt x="17" y="0"/>
                    </a:moveTo>
                    <a:cubicBezTo>
                      <a:pt x="80" y="24"/>
                      <a:pt x="80" y="24"/>
                      <a:pt x="80" y="24"/>
                    </a:cubicBezTo>
                    <a:cubicBezTo>
                      <a:pt x="79" y="27"/>
                      <a:pt x="79" y="27"/>
                      <a:pt x="79" y="27"/>
                    </a:cubicBezTo>
                    <a:cubicBezTo>
                      <a:pt x="76" y="26"/>
                      <a:pt x="72" y="26"/>
                      <a:pt x="68" y="30"/>
                    </a:cubicBezTo>
                    <a:cubicBezTo>
                      <a:pt x="63" y="35"/>
                      <a:pt x="62" y="41"/>
                      <a:pt x="67" y="46"/>
                    </a:cubicBezTo>
                    <a:cubicBezTo>
                      <a:pt x="68" y="48"/>
                      <a:pt x="70" y="49"/>
                      <a:pt x="72" y="50"/>
                    </a:cubicBezTo>
                    <a:cubicBezTo>
                      <a:pt x="71" y="53"/>
                      <a:pt x="71" y="53"/>
                      <a:pt x="71" y="53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0" y="17"/>
                      <a:pt x="3" y="3"/>
                      <a:pt x="17" y="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2" name="Freeform 391">
                <a:extLst>
                  <a:ext uri="{FF2B5EF4-FFF2-40B4-BE49-F238E27FC236}">
                    <a16:creationId xmlns:a16="http://schemas.microsoft.com/office/drawing/2014/main" id="{3301F011-C892-4107-9931-893BD1F27F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2887663"/>
                <a:ext cx="127000" cy="127000"/>
              </a:xfrm>
              <a:custGeom>
                <a:avLst/>
                <a:gdLst>
                  <a:gd name="T0" fmla="*/ 6 w 32"/>
                  <a:gd name="T1" fmla="*/ 26 h 32"/>
                  <a:gd name="T2" fmla="*/ 27 w 32"/>
                  <a:gd name="T3" fmla="*/ 25 h 32"/>
                  <a:gd name="T4" fmla="*/ 32 w 32"/>
                  <a:gd name="T5" fmla="*/ 15 h 32"/>
                  <a:gd name="T6" fmla="*/ 24 w 32"/>
                  <a:gd name="T7" fmla="*/ 3 h 32"/>
                  <a:gd name="T8" fmla="*/ 7 w 32"/>
                  <a:gd name="T9" fmla="*/ 5 h 32"/>
                  <a:gd name="T10" fmla="*/ 6 w 32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32">
                    <a:moveTo>
                      <a:pt x="6" y="26"/>
                    </a:moveTo>
                    <a:cubicBezTo>
                      <a:pt x="12" y="32"/>
                      <a:pt x="21" y="32"/>
                      <a:pt x="27" y="25"/>
                    </a:cubicBezTo>
                    <a:cubicBezTo>
                      <a:pt x="30" y="22"/>
                      <a:pt x="32" y="19"/>
                      <a:pt x="32" y="15"/>
                    </a:cubicBezTo>
                    <a:cubicBezTo>
                      <a:pt x="32" y="11"/>
                      <a:pt x="25" y="4"/>
                      <a:pt x="24" y="3"/>
                    </a:cubicBezTo>
                    <a:cubicBezTo>
                      <a:pt x="20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3" name="Freeform 392">
                <a:extLst>
                  <a:ext uri="{FF2B5EF4-FFF2-40B4-BE49-F238E27FC236}">
                    <a16:creationId xmlns:a16="http://schemas.microsoft.com/office/drawing/2014/main" id="{7F2B9A8E-CABA-4680-98C8-82D8E45ED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2887663"/>
                <a:ext cx="127000" cy="127000"/>
              </a:xfrm>
              <a:custGeom>
                <a:avLst/>
                <a:gdLst>
                  <a:gd name="T0" fmla="*/ 6 w 32"/>
                  <a:gd name="T1" fmla="*/ 26 h 32"/>
                  <a:gd name="T2" fmla="*/ 27 w 32"/>
                  <a:gd name="T3" fmla="*/ 25 h 32"/>
                  <a:gd name="T4" fmla="*/ 32 w 32"/>
                  <a:gd name="T5" fmla="*/ 15 h 32"/>
                  <a:gd name="T6" fmla="*/ 24 w 32"/>
                  <a:gd name="T7" fmla="*/ 3 h 32"/>
                  <a:gd name="T8" fmla="*/ 7 w 32"/>
                  <a:gd name="T9" fmla="*/ 5 h 32"/>
                  <a:gd name="T10" fmla="*/ 6 w 32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32">
                    <a:moveTo>
                      <a:pt x="6" y="26"/>
                    </a:moveTo>
                    <a:cubicBezTo>
                      <a:pt x="12" y="32"/>
                      <a:pt x="21" y="32"/>
                      <a:pt x="27" y="25"/>
                    </a:cubicBezTo>
                    <a:cubicBezTo>
                      <a:pt x="30" y="22"/>
                      <a:pt x="32" y="19"/>
                      <a:pt x="32" y="15"/>
                    </a:cubicBezTo>
                    <a:cubicBezTo>
                      <a:pt x="32" y="11"/>
                      <a:pt x="25" y="4"/>
                      <a:pt x="24" y="3"/>
                    </a:cubicBezTo>
                    <a:cubicBezTo>
                      <a:pt x="20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4" name="Freeform 393">
                <a:extLst>
                  <a:ext uri="{FF2B5EF4-FFF2-40B4-BE49-F238E27FC236}">
                    <a16:creationId xmlns:a16="http://schemas.microsoft.com/office/drawing/2014/main" id="{C09E01EB-61B4-4799-B2BB-7847F5960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7738" y="2871788"/>
                <a:ext cx="107950" cy="130175"/>
              </a:xfrm>
              <a:custGeom>
                <a:avLst/>
                <a:gdLst>
                  <a:gd name="T0" fmla="*/ 5 w 27"/>
                  <a:gd name="T1" fmla="*/ 28 h 33"/>
                  <a:gd name="T2" fmla="*/ 6 w 27"/>
                  <a:gd name="T3" fmla="*/ 11 h 33"/>
                  <a:gd name="T4" fmla="*/ 26 w 27"/>
                  <a:gd name="T5" fmla="*/ 20 h 33"/>
                  <a:gd name="T6" fmla="*/ 22 w 27"/>
                  <a:gd name="T7" fmla="*/ 28 h 33"/>
                  <a:gd name="T8" fmla="*/ 5 w 27"/>
                  <a:gd name="T9" fmla="*/ 2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3">
                    <a:moveTo>
                      <a:pt x="5" y="28"/>
                    </a:moveTo>
                    <a:cubicBezTo>
                      <a:pt x="0" y="23"/>
                      <a:pt x="1" y="16"/>
                      <a:pt x="6" y="11"/>
                    </a:cubicBezTo>
                    <a:cubicBezTo>
                      <a:pt x="17" y="0"/>
                      <a:pt x="27" y="17"/>
                      <a:pt x="26" y="20"/>
                    </a:cubicBezTo>
                    <a:cubicBezTo>
                      <a:pt x="26" y="23"/>
                      <a:pt x="24" y="26"/>
                      <a:pt x="22" y="28"/>
                    </a:cubicBezTo>
                    <a:cubicBezTo>
                      <a:pt x="16" y="32"/>
                      <a:pt x="9" y="33"/>
                      <a:pt x="5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5" name="Freeform 394">
                <a:extLst>
                  <a:ext uri="{FF2B5EF4-FFF2-40B4-BE49-F238E27FC236}">
                    <a16:creationId xmlns:a16="http://schemas.microsoft.com/office/drawing/2014/main" id="{47485212-25C1-46C4-A258-5EEB515E7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7738" y="2871788"/>
                <a:ext cx="107950" cy="130175"/>
              </a:xfrm>
              <a:custGeom>
                <a:avLst/>
                <a:gdLst>
                  <a:gd name="T0" fmla="*/ 5 w 27"/>
                  <a:gd name="T1" fmla="*/ 28 h 33"/>
                  <a:gd name="T2" fmla="*/ 6 w 27"/>
                  <a:gd name="T3" fmla="*/ 11 h 33"/>
                  <a:gd name="T4" fmla="*/ 26 w 27"/>
                  <a:gd name="T5" fmla="*/ 20 h 33"/>
                  <a:gd name="T6" fmla="*/ 22 w 27"/>
                  <a:gd name="T7" fmla="*/ 28 h 33"/>
                  <a:gd name="T8" fmla="*/ 5 w 27"/>
                  <a:gd name="T9" fmla="*/ 2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3">
                    <a:moveTo>
                      <a:pt x="5" y="28"/>
                    </a:moveTo>
                    <a:cubicBezTo>
                      <a:pt x="0" y="23"/>
                      <a:pt x="1" y="16"/>
                      <a:pt x="6" y="11"/>
                    </a:cubicBezTo>
                    <a:cubicBezTo>
                      <a:pt x="17" y="0"/>
                      <a:pt x="27" y="17"/>
                      <a:pt x="26" y="20"/>
                    </a:cubicBezTo>
                    <a:cubicBezTo>
                      <a:pt x="26" y="23"/>
                      <a:pt x="24" y="26"/>
                      <a:pt x="22" y="28"/>
                    </a:cubicBezTo>
                    <a:cubicBezTo>
                      <a:pt x="16" y="32"/>
                      <a:pt x="9" y="33"/>
                      <a:pt x="5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6" name="Freeform 395">
                <a:extLst>
                  <a:ext uri="{FF2B5EF4-FFF2-40B4-BE49-F238E27FC236}">
                    <a16:creationId xmlns:a16="http://schemas.microsoft.com/office/drawing/2014/main" id="{02B079A1-1B9D-4D5E-8ACC-CCF0C8BDD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7738" y="2871788"/>
                <a:ext cx="107950" cy="130175"/>
              </a:xfrm>
              <a:custGeom>
                <a:avLst/>
                <a:gdLst>
                  <a:gd name="T0" fmla="*/ 5 w 27"/>
                  <a:gd name="T1" fmla="*/ 28 h 33"/>
                  <a:gd name="T2" fmla="*/ 22 w 27"/>
                  <a:gd name="T3" fmla="*/ 28 h 33"/>
                  <a:gd name="T4" fmla="*/ 26 w 27"/>
                  <a:gd name="T5" fmla="*/ 20 h 33"/>
                  <a:gd name="T6" fmla="*/ 6 w 27"/>
                  <a:gd name="T7" fmla="*/ 11 h 33"/>
                  <a:gd name="T8" fmla="*/ 5 w 27"/>
                  <a:gd name="T9" fmla="*/ 2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3">
                    <a:moveTo>
                      <a:pt x="5" y="28"/>
                    </a:moveTo>
                    <a:cubicBezTo>
                      <a:pt x="9" y="33"/>
                      <a:pt x="16" y="32"/>
                      <a:pt x="22" y="28"/>
                    </a:cubicBezTo>
                    <a:cubicBezTo>
                      <a:pt x="24" y="26"/>
                      <a:pt x="26" y="23"/>
                      <a:pt x="26" y="20"/>
                    </a:cubicBezTo>
                    <a:cubicBezTo>
                      <a:pt x="27" y="17"/>
                      <a:pt x="17" y="0"/>
                      <a:pt x="6" y="11"/>
                    </a:cubicBezTo>
                    <a:cubicBezTo>
                      <a:pt x="1" y="16"/>
                      <a:pt x="0" y="23"/>
                      <a:pt x="5" y="28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7" name="Freeform 396">
                <a:extLst>
                  <a:ext uri="{FF2B5EF4-FFF2-40B4-BE49-F238E27FC236}">
                    <a16:creationId xmlns:a16="http://schemas.microsoft.com/office/drawing/2014/main" id="{59BBC6DF-AD77-4423-9594-D3C45BC8A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8376" y="2898775"/>
                <a:ext cx="66675" cy="84138"/>
              </a:xfrm>
              <a:custGeom>
                <a:avLst/>
                <a:gdLst>
                  <a:gd name="T0" fmla="*/ 3 w 17"/>
                  <a:gd name="T1" fmla="*/ 18 h 21"/>
                  <a:gd name="T2" fmla="*/ 4 w 17"/>
                  <a:gd name="T3" fmla="*/ 7 h 21"/>
                  <a:gd name="T4" fmla="*/ 17 w 17"/>
                  <a:gd name="T5" fmla="*/ 13 h 21"/>
                  <a:gd name="T6" fmla="*/ 14 w 17"/>
                  <a:gd name="T7" fmla="*/ 18 h 21"/>
                  <a:gd name="T8" fmla="*/ 3 w 17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3" y="18"/>
                    </a:moveTo>
                    <a:cubicBezTo>
                      <a:pt x="0" y="14"/>
                      <a:pt x="0" y="10"/>
                      <a:pt x="4" y="7"/>
                    </a:cubicBezTo>
                    <a:cubicBezTo>
                      <a:pt x="11" y="0"/>
                      <a:pt x="17" y="10"/>
                      <a:pt x="17" y="13"/>
                    </a:cubicBezTo>
                    <a:cubicBezTo>
                      <a:pt x="17" y="15"/>
                      <a:pt x="15" y="16"/>
                      <a:pt x="14" y="18"/>
                    </a:cubicBezTo>
                    <a:cubicBezTo>
                      <a:pt x="10" y="21"/>
                      <a:pt x="6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8" name="Freeform 397">
                <a:extLst>
                  <a:ext uri="{FF2B5EF4-FFF2-40B4-BE49-F238E27FC236}">
                    <a16:creationId xmlns:a16="http://schemas.microsoft.com/office/drawing/2014/main" id="{0EBDB8EB-3F88-426E-8FD2-068DA15F3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8376" y="2898775"/>
                <a:ext cx="66675" cy="84138"/>
              </a:xfrm>
              <a:custGeom>
                <a:avLst/>
                <a:gdLst>
                  <a:gd name="T0" fmla="*/ 3 w 17"/>
                  <a:gd name="T1" fmla="*/ 18 h 21"/>
                  <a:gd name="T2" fmla="*/ 4 w 17"/>
                  <a:gd name="T3" fmla="*/ 7 h 21"/>
                  <a:gd name="T4" fmla="*/ 17 w 17"/>
                  <a:gd name="T5" fmla="*/ 13 h 21"/>
                  <a:gd name="T6" fmla="*/ 14 w 17"/>
                  <a:gd name="T7" fmla="*/ 18 h 21"/>
                  <a:gd name="T8" fmla="*/ 3 w 17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3" y="18"/>
                    </a:moveTo>
                    <a:cubicBezTo>
                      <a:pt x="0" y="14"/>
                      <a:pt x="0" y="10"/>
                      <a:pt x="4" y="7"/>
                    </a:cubicBezTo>
                    <a:cubicBezTo>
                      <a:pt x="11" y="0"/>
                      <a:pt x="17" y="10"/>
                      <a:pt x="17" y="13"/>
                    </a:cubicBezTo>
                    <a:cubicBezTo>
                      <a:pt x="17" y="15"/>
                      <a:pt x="15" y="16"/>
                      <a:pt x="14" y="18"/>
                    </a:cubicBezTo>
                    <a:cubicBezTo>
                      <a:pt x="10" y="21"/>
                      <a:pt x="6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9" name="Freeform 398">
                <a:extLst>
                  <a:ext uri="{FF2B5EF4-FFF2-40B4-BE49-F238E27FC236}">
                    <a16:creationId xmlns:a16="http://schemas.microsoft.com/office/drawing/2014/main" id="{98D76A53-BA02-4085-86B0-1F15825D9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1363" y="2697163"/>
                <a:ext cx="333375" cy="214313"/>
              </a:xfrm>
              <a:custGeom>
                <a:avLst/>
                <a:gdLst>
                  <a:gd name="T0" fmla="*/ 18 w 84"/>
                  <a:gd name="T1" fmla="*/ 0 h 54"/>
                  <a:gd name="T2" fmla="*/ 84 w 84"/>
                  <a:gd name="T3" fmla="*/ 25 h 54"/>
                  <a:gd name="T4" fmla="*/ 83 w 84"/>
                  <a:gd name="T5" fmla="*/ 28 h 54"/>
                  <a:gd name="T6" fmla="*/ 72 w 84"/>
                  <a:gd name="T7" fmla="*/ 30 h 54"/>
                  <a:gd name="T8" fmla="*/ 70 w 84"/>
                  <a:gd name="T9" fmla="*/ 47 h 54"/>
                  <a:gd name="T10" fmla="*/ 76 w 84"/>
                  <a:gd name="T11" fmla="*/ 51 h 54"/>
                  <a:gd name="T12" fmla="*/ 75 w 84"/>
                  <a:gd name="T13" fmla="*/ 54 h 54"/>
                  <a:gd name="T14" fmla="*/ 8 w 84"/>
                  <a:gd name="T15" fmla="*/ 24 h 54"/>
                  <a:gd name="T16" fmla="*/ 18 w 84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54">
                    <a:moveTo>
                      <a:pt x="18" y="0"/>
                    </a:moveTo>
                    <a:cubicBezTo>
                      <a:pt x="84" y="25"/>
                      <a:pt x="84" y="25"/>
                      <a:pt x="84" y="25"/>
                    </a:cubicBezTo>
                    <a:cubicBezTo>
                      <a:pt x="83" y="28"/>
                      <a:pt x="83" y="28"/>
                      <a:pt x="83" y="28"/>
                    </a:cubicBezTo>
                    <a:cubicBezTo>
                      <a:pt x="80" y="26"/>
                      <a:pt x="76" y="27"/>
                      <a:pt x="72" y="30"/>
                    </a:cubicBezTo>
                    <a:cubicBezTo>
                      <a:pt x="66" y="35"/>
                      <a:pt x="66" y="42"/>
                      <a:pt x="70" y="47"/>
                    </a:cubicBezTo>
                    <a:cubicBezTo>
                      <a:pt x="72" y="49"/>
                      <a:pt x="74" y="50"/>
                      <a:pt x="76" y="51"/>
                    </a:cubicBezTo>
                    <a:cubicBezTo>
                      <a:pt x="75" y="54"/>
                      <a:pt x="75" y="54"/>
                      <a:pt x="75" y="5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0" y="17"/>
                      <a:pt x="3" y="2"/>
                      <a:pt x="18" y="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0" name="Freeform 399">
                <a:extLst>
                  <a:ext uri="{FF2B5EF4-FFF2-40B4-BE49-F238E27FC236}">
                    <a16:creationId xmlns:a16="http://schemas.microsoft.com/office/drawing/2014/main" id="{FF557FD2-16E2-4301-AD15-ABC95F647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7426" y="2792413"/>
                <a:ext cx="136525" cy="127000"/>
              </a:xfrm>
              <a:custGeom>
                <a:avLst/>
                <a:gdLst>
                  <a:gd name="T0" fmla="*/ 6 w 34"/>
                  <a:gd name="T1" fmla="*/ 26 h 32"/>
                  <a:gd name="T2" fmla="*/ 29 w 34"/>
                  <a:gd name="T3" fmla="*/ 25 h 32"/>
                  <a:gd name="T4" fmla="*/ 34 w 34"/>
                  <a:gd name="T5" fmla="*/ 15 h 32"/>
                  <a:gd name="T6" fmla="*/ 26 w 34"/>
                  <a:gd name="T7" fmla="*/ 3 h 32"/>
                  <a:gd name="T8" fmla="*/ 7 w 34"/>
                  <a:gd name="T9" fmla="*/ 5 h 32"/>
                  <a:gd name="T10" fmla="*/ 6 w 34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32">
                    <a:moveTo>
                      <a:pt x="6" y="26"/>
                    </a:moveTo>
                    <a:cubicBezTo>
                      <a:pt x="13" y="32"/>
                      <a:pt x="22" y="32"/>
                      <a:pt x="29" y="25"/>
                    </a:cubicBezTo>
                    <a:cubicBezTo>
                      <a:pt x="32" y="22"/>
                      <a:pt x="34" y="19"/>
                      <a:pt x="34" y="15"/>
                    </a:cubicBezTo>
                    <a:cubicBezTo>
                      <a:pt x="33" y="11"/>
                      <a:pt x="26" y="4"/>
                      <a:pt x="26" y="3"/>
                    </a:cubicBezTo>
                    <a:cubicBezTo>
                      <a:pt x="21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1" name="Freeform 400">
                <a:extLst>
                  <a:ext uri="{FF2B5EF4-FFF2-40B4-BE49-F238E27FC236}">
                    <a16:creationId xmlns:a16="http://schemas.microsoft.com/office/drawing/2014/main" id="{4944E488-46BE-4811-99A4-C454E59AB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7426" y="2792413"/>
                <a:ext cx="136525" cy="127000"/>
              </a:xfrm>
              <a:custGeom>
                <a:avLst/>
                <a:gdLst>
                  <a:gd name="T0" fmla="*/ 6 w 34"/>
                  <a:gd name="T1" fmla="*/ 26 h 32"/>
                  <a:gd name="T2" fmla="*/ 29 w 34"/>
                  <a:gd name="T3" fmla="*/ 25 h 32"/>
                  <a:gd name="T4" fmla="*/ 34 w 34"/>
                  <a:gd name="T5" fmla="*/ 15 h 32"/>
                  <a:gd name="T6" fmla="*/ 26 w 34"/>
                  <a:gd name="T7" fmla="*/ 3 h 32"/>
                  <a:gd name="T8" fmla="*/ 7 w 34"/>
                  <a:gd name="T9" fmla="*/ 5 h 32"/>
                  <a:gd name="T10" fmla="*/ 6 w 34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32">
                    <a:moveTo>
                      <a:pt x="6" y="26"/>
                    </a:moveTo>
                    <a:cubicBezTo>
                      <a:pt x="13" y="32"/>
                      <a:pt x="22" y="32"/>
                      <a:pt x="29" y="25"/>
                    </a:cubicBezTo>
                    <a:cubicBezTo>
                      <a:pt x="32" y="22"/>
                      <a:pt x="34" y="19"/>
                      <a:pt x="34" y="15"/>
                    </a:cubicBezTo>
                    <a:cubicBezTo>
                      <a:pt x="33" y="11"/>
                      <a:pt x="26" y="4"/>
                      <a:pt x="26" y="3"/>
                    </a:cubicBezTo>
                    <a:cubicBezTo>
                      <a:pt x="21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2" name="Freeform 401">
                <a:extLst>
                  <a:ext uri="{FF2B5EF4-FFF2-40B4-BE49-F238E27FC236}">
                    <a16:creationId xmlns:a16="http://schemas.microsoft.com/office/drawing/2014/main" id="{95D802CE-D182-407A-BA9C-FB4F75708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0126" y="2776538"/>
                <a:ext cx="111125" cy="130175"/>
              </a:xfrm>
              <a:custGeom>
                <a:avLst/>
                <a:gdLst>
                  <a:gd name="T0" fmla="*/ 5 w 28"/>
                  <a:gd name="T1" fmla="*/ 27 h 33"/>
                  <a:gd name="T2" fmla="*/ 7 w 28"/>
                  <a:gd name="T3" fmla="*/ 11 h 33"/>
                  <a:gd name="T4" fmla="*/ 28 w 28"/>
                  <a:gd name="T5" fmla="*/ 20 h 33"/>
                  <a:gd name="T6" fmla="*/ 23 w 28"/>
                  <a:gd name="T7" fmla="*/ 28 h 33"/>
                  <a:gd name="T8" fmla="*/ 5 w 28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3">
                    <a:moveTo>
                      <a:pt x="5" y="27"/>
                    </a:moveTo>
                    <a:cubicBezTo>
                      <a:pt x="0" y="22"/>
                      <a:pt x="1" y="16"/>
                      <a:pt x="7" y="11"/>
                    </a:cubicBezTo>
                    <a:cubicBezTo>
                      <a:pt x="18" y="0"/>
                      <a:pt x="28" y="17"/>
                      <a:pt x="28" y="20"/>
                    </a:cubicBezTo>
                    <a:cubicBezTo>
                      <a:pt x="27" y="23"/>
                      <a:pt x="25" y="26"/>
                      <a:pt x="23" y="28"/>
                    </a:cubicBezTo>
                    <a:cubicBezTo>
                      <a:pt x="18" y="32"/>
                      <a:pt x="10" y="33"/>
                      <a:pt x="5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3" name="Freeform 402">
                <a:extLst>
                  <a:ext uri="{FF2B5EF4-FFF2-40B4-BE49-F238E27FC236}">
                    <a16:creationId xmlns:a16="http://schemas.microsoft.com/office/drawing/2014/main" id="{C81A89EE-6CEF-4B68-AC21-14B203DD44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0126" y="2776538"/>
                <a:ext cx="111125" cy="130175"/>
              </a:xfrm>
              <a:custGeom>
                <a:avLst/>
                <a:gdLst>
                  <a:gd name="T0" fmla="*/ 5 w 28"/>
                  <a:gd name="T1" fmla="*/ 27 h 33"/>
                  <a:gd name="T2" fmla="*/ 7 w 28"/>
                  <a:gd name="T3" fmla="*/ 11 h 33"/>
                  <a:gd name="T4" fmla="*/ 28 w 28"/>
                  <a:gd name="T5" fmla="*/ 20 h 33"/>
                  <a:gd name="T6" fmla="*/ 23 w 28"/>
                  <a:gd name="T7" fmla="*/ 28 h 33"/>
                  <a:gd name="T8" fmla="*/ 5 w 28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3">
                    <a:moveTo>
                      <a:pt x="5" y="27"/>
                    </a:moveTo>
                    <a:cubicBezTo>
                      <a:pt x="0" y="22"/>
                      <a:pt x="1" y="16"/>
                      <a:pt x="7" y="11"/>
                    </a:cubicBezTo>
                    <a:cubicBezTo>
                      <a:pt x="18" y="0"/>
                      <a:pt x="28" y="17"/>
                      <a:pt x="28" y="20"/>
                    </a:cubicBezTo>
                    <a:cubicBezTo>
                      <a:pt x="27" y="23"/>
                      <a:pt x="25" y="26"/>
                      <a:pt x="23" y="28"/>
                    </a:cubicBezTo>
                    <a:cubicBezTo>
                      <a:pt x="18" y="32"/>
                      <a:pt x="10" y="33"/>
                      <a:pt x="5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4" name="Freeform 403">
                <a:extLst>
                  <a:ext uri="{FF2B5EF4-FFF2-40B4-BE49-F238E27FC236}">
                    <a16:creationId xmlns:a16="http://schemas.microsoft.com/office/drawing/2014/main" id="{168804B9-957F-4A13-A80B-A15BC212D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0126" y="2776538"/>
                <a:ext cx="111125" cy="130175"/>
              </a:xfrm>
              <a:custGeom>
                <a:avLst/>
                <a:gdLst>
                  <a:gd name="T0" fmla="*/ 5 w 28"/>
                  <a:gd name="T1" fmla="*/ 27 h 33"/>
                  <a:gd name="T2" fmla="*/ 23 w 28"/>
                  <a:gd name="T3" fmla="*/ 28 h 33"/>
                  <a:gd name="T4" fmla="*/ 28 w 28"/>
                  <a:gd name="T5" fmla="*/ 20 h 33"/>
                  <a:gd name="T6" fmla="*/ 7 w 28"/>
                  <a:gd name="T7" fmla="*/ 11 h 33"/>
                  <a:gd name="T8" fmla="*/ 5 w 28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3">
                    <a:moveTo>
                      <a:pt x="5" y="27"/>
                    </a:moveTo>
                    <a:cubicBezTo>
                      <a:pt x="10" y="33"/>
                      <a:pt x="18" y="32"/>
                      <a:pt x="23" y="28"/>
                    </a:cubicBezTo>
                    <a:cubicBezTo>
                      <a:pt x="25" y="26"/>
                      <a:pt x="27" y="23"/>
                      <a:pt x="28" y="20"/>
                    </a:cubicBezTo>
                    <a:cubicBezTo>
                      <a:pt x="28" y="17"/>
                      <a:pt x="18" y="0"/>
                      <a:pt x="7" y="11"/>
                    </a:cubicBezTo>
                    <a:cubicBezTo>
                      <a:pt x="1" y="16"/>
                      <a:pt x="0" y="22"/>
                      <a:pt x="5" y="27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5" name="Freeform 404">
                <a:extLst>
                  <a:ext uri="{FF2B5EF4-FFF2-40B4-BE49-F238E27FC236}">
                    <a16:creationId xmlns:a16="http://schemas.microsoft.com/office/drawing/2014/main" id="{3B184739-235A-40FE-B2FA-16AA5AEDE9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6" y="2803525"/>
                <a:ext cx="76200" cy="84138"/>
              </a:xfrm>
              <a:custGeom>
                <a:avLst/>
                <a:gdLst>
                  <a:gd name="T0" fmla="*/ 3 w 19"/>
                  <a:gd name="T1" fmla="*/ 17 h 21"/>
                  <a:gd name="T2" fmla="*/ 4 w 19"/>
                  <a:gd name="T3" fmla="*/ 6 h 21"/>
                  <a:gd name="T4" fmla="*/ 18 w 19"/>
                  <a:gd name="T5" fmla="*/ 13 h 21"/>
                  <a:gd name="T6" fmla="*/ 15 w 19"/>
                  <a:gd name="T7" fmla="*/ 18 h 21"/>
                  <a:gd name="T8" fmla="*/ 3 w 19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3" y="17"/>
                    </a:moveTo>
                    <a:cubicBezTo>
                      <a:pt x="0" y="14"/>
                      <a:pt x="1" y="10"/>
                      <a:pt x="4" y="6"/>
                    </a:cubicBezTo>
                    <a:cubicBezTo>
                      <a:pt x="12" y="0"/>
                      <a:pt x="19" y="10"/>
                      <a:pt x="18" y="13"/>
                    </a:cubicBezTo>
                    <a:cubicBezTo>
                      <a:pt x="18" y="15"/>
                      <a:pt x="17" y="16"/>
                      <a:pt x="15" y="18"/>
                    </a:cubicBezTo>
                    <a:cubicBezTo>
                      <a:pt x="12" y="21"/>
                      <a:pt x="7" y="21"/>
                      <a:pt x="3" y="1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6" name="Freeform 405">
                <a:extLst>
                  <a:ext uri="{FF2B5EF4-FFF2-40B4-BE49-F238E27FC236}">
                    <a16:creationId xmlns:a16="http://schemas.microsoft.com/office/drawing/2014/main" id="{05F677E4-267C-4AE1-815B-876E7FB36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6" y="2803525"/>
                <a:ext cx="76200" cy="84138"/>
              </a:xfrm>
              <a:custGeom>
                <a:avLst/>
                <a:gdLst>
                  <a:gd name="T0" fmla="*/ 3 w 19"/>
                  <a:gd name="T1" fmla="*/ 17 h 21"/>
                  <a:gd name="T2" fmla="*/ 4 w 19"/>
                  <a:gd name="T3" fmla="*/ 6 h 21"/>
                  <a:gd name="T4" fmla="*/ 18 w 19"/>
                  <a:gd name="T5" fmla="*/ 13 h 21"/>
                  <a:gd name="T6" fmla="*/ 15 w 19"/>
                  <a:gd name="T7" fmla="*/ 18 h 21"/>
                  <a:gd name="T8" fmla="*/ 3 w 19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3" y="17"/>
                    </a:moveTo>
                    <a:cubicBezTo>
                      <a:pt x="0" y="14"/>
                      <a:pt x="1" y="10"/>
                      <a:pt x="4" y="6"/>
                    </a:cubicBezTo>
                    <a:cubicBezTo>
                      <a:pt x="12" y="0"/>
                      <a:pt x="19" y="10"/>
                      <a:pt x="18" y="13"/>
                    </a:cubicBezTo>
                    <a:cubicBezTo>
                      <a:pt x="18" y="15"/>
                      <a:pt x="17" y="16"/>
                      <a:pt x="15" y="18"/>
                    </a:cubicBezTo>
                    <a:cubicBezTo>
                      <a:pt x="12" y="21"/>
                      <a:pt x="7" y="21"/>
                      <a:pt x="3" y="1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6FD9F21A-AF35-40D3-BD14-95E91C8453C9}"/>
                </a:ext>
              </a:extLst>
            </p:cNvPr>
            <p:cNvSpPr txBox="1"/>
            <p:nvPr/>
          </p:nvSpPr>
          <p:spPr>
            <a:xfrm>
              <a:off x="5549554" y="1396704"/>
              <a:ext cx="1824605" cy="326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600" dirty="0"/>
                <a:t>Source</a:t>
              </a:r>
            </a:p>
          </p:txBody>
        </p:sp>
        <p:cxnSp>
          <p:nvCxnSpPr>
            <p:cNvPr id="382" name="Straight Arrow Connector 381">
              <a:extLst>
                <a:ext uri="{FF2B5EF4-FFF2-40B4-BE49-F238E27FC236}">
                  <a16:creationId xmlns:a16="http://schemas.microsoft.com/office/drawing/2014/main" id="{EEA6D110-D9F5-4D5B-A13D-E006CFB1F32D}"/>
                </a:ext>
              </a:extLst>
            </p:cNvPr>
            <p:cNvCxnSpPr>
              <a:cxnSpLocks/>
            </p:cNvCxnSpPr>
            <p:nvPr/>
          </p:nvCxnSpPr>
          <p:spPr>
            <a:xfrm>
              <a:off x="6181823" y="2520893"/>
              <a:ext cx="509201" cy="603869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3" name="Group 662">
            <a:extLst>
              <a:ext uri="{FF2B5EF4-FFF2-40B4-BE49-F238E27FC236}">
                <a16:creationId xmlns:a16="http://schemas.microsoft.com/office/drawing/2014/main" id="{A7A3D80E-04EC-49EE-8157-340337D33B5E}"/>
              </a:ext>
            </a:extLst>
          </p:cNvPr>
          <p:cNvGrpSpPr/>
          <p:nvPr/>
        </p:nvGrpSpPr>
        <p:grpSpPr>
          <a:xfrm>
            <a:off x="7545138" y="3725014"/>
            <a:ext cx="1981729" cy="1729817"/>
            <a:chOff x="7104815" y="1375599"/>
            <a:chExt cx="1981729" cy="1729817"/>
          </a:xfrm>
        </p:grpSpPr>
        <p:sp>
          <p:nvSpPr>
            <p:cNvPr id="664" name="TextBox 663">
              <a:extLst>
                <a:ext uri="{FF2B5EF4-FFF2-40B4-BE49-F238E27FC236}">
                  <a16:creationId xmlns:a16="http://schemas.microsoft.com/office/drawing/2014/main" id="{6334BE78-9068-4624-97A4-0384B4EE5035}"/>
                </a:ext>
              </a:extLst>
            </p:cNvPr>
            <p:cNvSpPr txBox="1"/>
            <p:nvPr/>
          </p:nvSpPr>
          <p:spPr>
            <a:xfrm>
              <a:off x="7261939" y="1375599"/>
              <a:ext cx="1824605" cy="326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600" dirty="0"/>
                <a:t>Sinks</a:t>
              </a:r>
            </a:p>
          </p:txBody>
        </p:sp>
        <p:grpSp>
          <p:nvGrpSpPr>
            <p:cNvPr id="665" name="Gruppieren 36">
              <a:extLst>
                <a:ext uri="{FF2B5EF4-FFF2-40B4-BE49-F238E27FC236}">
                  <a16:creationId xmlns:a16="http://schemas.microsoft.com/office/drawing/2014/main" id="{0BF7038F-215D-40DC-AB77-385D54444B21}"/>
                </a:ext>
              </a:extLst>
            </p:cNvPr>
            <p:cNvGrpSpPr/>
            <p:nvPr/>
          </p:nvGrpSpPr>
          <p:grpSpPr>
            <a:xfrm>
              <a:off x="7142493" y="1752527"/>
              <a:ext cx="363575" cy="415906"/>
              <a:chOff x="1619672" y="2348884"/>
              <a:chExt cx="2092337" cy="3532450"/>
            </a:xfrm>
          </p:grpSpPr>
          <p:sp>
            <p:nvSpPr>
              <p:cNvPr id="739" name="Freeform 285">
                <a:extLst>
                  <a:ext uri="{FF2B5EF4-FFF2-40B4-BE49-F238E27FC236}">
                    <a16:creationId xmlns:a16="http://schemas.microsoft.com/office/drawing/2014/main" id="{7222BC7A-BB68-459E-85A6-200D0A98A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2362207"/>
                <a:ext cx="473108" cy="3375060"/>
              </a:xfrm>
              <a:custGeom>
                <a:avLst/>
                <a:gdLst>
                  <a:gd name="T0" fmla="*/ 0 w 142"/>
                  <a:gd name="T1" fmla="*/ 754 h 1013"/>
                  <a:gd name="T2" fmla="*/ 142 w 142"/>
                  <a:gd name="T3" fmla="*/ 1013 h 1013"/>
                  <a:gd name="T4" fmla="*/ 142 w 142"/>
                  <a:gd name="T5" fmla="*/ 218 h 1013"/>
                  <a:gd name="T6" fmla="*/ 0 w 142"/>
                  <a:gd name="T7" fmla="*/ 0 h 1013"/>
                  <a:gd name="T8" fmla="*/ 0 w 142"/>
                  <a:gd name="T9" fmla="*/ 754 h 10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1013">
                    <a:moveTo>
                      <a:pt x="0" y="754"/>
                    </a:moveTo>
                    <a:lnTo>
                      <a:pt x="142" y="1013"/>
                    </a:lnTo>
                    <a:lnTo>
                      <a:pt x="142" y="218"/>
                    </a:lnTo>
                    <a:lnTo>
                      <a:pt x="0" y="0"/>
                    </a:lnTo>
                    <a:lnTo>
                      <a:pt x="0" y="754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40" name="Freeform 286">
                <a:extLst>
                  <a:ext uri="{FF2B5EF4-FFF2-40B4-BE49-F238E27FC236}">
                    <a16:creationId xmlns:a16="http://schemas.microsoft.com/office/drawing/2014/main" id="{A870F572-C1AB-480D-B196-DC5F0039D1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2348884"/>
                <a:ext cx="2092336" cy="739648"/>
              </a:xfrm>
              <a:custGeom>
                <a:avLst/>
                <a:gdLst>
                  <a:gd name="T0" fmla="*/ 628 w 628"/>
                  <a:gd name="T1" fmla="*/ 222 h 222"/>
                  <a:gd name="T2" fmla="*/ 482 w 628"/>
                  <a:gd name="T3" fmla="*/ 0 h 222"/>
                  <a:gd name="T4" fmla="*/ 0 w 628"/>
                  <a:gd name="T5" fmla="*/ 4 h 222"/>
                  <a:gd name="T6" fmla="*/ 142 w 628"/>
                  <a:gd name="T7" fmla="*/ 222 h 222"/>
                  <a:gd name="T8" fmla="*/ 628 w 628"/>
                  <a:gd name="T9" fmla="*/ 222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8" h="222">
                    <a:moveTo>
                      <a:pt x="628" y="222"/>
                    </a:moveTo>
                    <a:lnTo>
                      <a:pt x="482" y="0"/>
                    </a:lnTo>
                    <a:lnTo>
                      <a:pt x="0" y="4"/>
                    </a:lnTo>
                    <a:lnTo>
                      <a:pt x="142" y="222"/>
                    </a:lnTo>
                    <a:lnTo>
                      <a:pt x="628" y="222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41" name="Rechteck 8">
                <a:extLst>
                  <a:ext uri="{FF2B5EF4-FFF2-40B4-BE49-F238E27FC236}">
                    <a16:creationId xmlns:a16="http://schemas.microsoft.com/office/drawing/2014/main" id="{0190D7E9-92BB-4A1C-A028-4CD756FBC9A6}"/>
                  </a:ext>
                </a:extLst>
              </p:cNvPr>
              <p:cNvSpPr/>
              <p:nvPr/>
            </p:nvSpPr>
            <p:spPr>
              <a:xfrm>
                <a:off x="2092781" y="3088532"/>
                <a:ext cx="1619228" cy="2648735"/>
              </a:xfrm>
              <a:prstGeom prst="rect">
                <a:avLst/>
              </a:pr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42" name="Freeform 630">
                <a:extLst>
                  <a:ext uri="{FF2B5EF4-FFF2-40B4-BE49-F238E27FC236}">
                    <a16:creationId xmlns:a16="http://schemas.microsoft.com/office/drawing/2014/main" id="{E4217699-27C0-445A-A282-054CD5D59B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89186" y="3732659"/>
                <a:ext cx="826417" cy="2148675"/>
              </a:xfrm>
              <a:custGeom>
                <a:avLst/>
                <a:gdLst>
                  <a:gd name="T0" fmla="*/ 13 w 18"/>
                  <a:gd name="T1" fmla="*/ 4 h 47"/>
                  <a:gd name="T2" fmla="*/ 13 w 18"/>
                  <a:gd name="T3" fmla="*/ 4 h 47"/>
                  <a:gd name="T4" fmla="*/ 13 w 18"/>
                  <a:gd name="T5" fmla="*/ 1 h 47"/>
                  <a:gd name="T6" fmla="*/ 12 w 18"/>
                  <a:gd name="T7" fmla="*/ 0 h 47"/>
                  <a:gd name="T8" fmla="*/ 11 w 18"/>
                  <a:gd name="T9" fmla="*/ 1 h 47"/>
                  <a:gd name="T10" fmla="*/ 11 w 18"/>
                  <a:gd name="T11" fmla="*/ 4 h 47"/>
                  <a:gd name="T12" fmla="*/ 7 w 18"/>
                  <a:gd name="T13" fmla="*/ 4 h 47"/>
                  <a:gd name="T14" fmla="*/ 7 w 18"/>
                  <a:gd name="T15" fmla="*/ 1 h 47"/>
                  <a:gd name="T16" fmla="*/ 6 w 18"/>
                  <a:gd name="T17" fmla="*/ 0 h 47"/>
                  <a:gd name="T18" fmla="*/ 5 w 18"/>
                  <a:gd name="T19" fmla="*/ 1 h 47"/>
                  <a:gd name="T20" fmla="*/ 5 w 18"/>
                  <a:gd name="T21" fmla="*/ 4 h 47"/>
                  <a:gd name="T22" fmla="*/ 4 w 18"/>
                  <a:gd name="T23" fmla="*/ 4 h 47"/>
                  <a:gd name="T24" fmla="*/ 0 w 18"/>
                  <a:gd name="T25" fmla="*/ 9 h 47"/>
                  <a:gd name="T26" fmla="*/ 0 w 18"/>
                  <a:gd name="T27" fmla="*/ 11 h 47"/>
                  <a:gd name="T28" fmla="*/ 4 w 18"/>
                  <a:gd name="T29" fmla="*/ 15 h 47"/>
                  <a:gd name="T30" fmla="*/ 8 w 18"/>
                  <a:gd name="T31" fmla="*/ 15 h 47"/>
                  <a:gd name="T32" fmla="*/ 7 w 18"/>
                  <a:gd name="T33" fmla="*/ 31 h 47"/>
                  <a:gd name="T34" fmla="*/ 3 w 18"/>
                  <a:gd name="T35" fmla="*/ 47 h 47"/>
                  <a:gd name="T36" fmla="*/ 5 w 18"/>
                  <a:gd name="T37" fmla="*/ 46 h 47"/>
                  <a:gd name="T38" fmla="*/ 8 w 18"/>
                  <a:gd name="T39" fmla="*/ 33 h 47"/>
                  <a:gd name="T40" fmla="*/ 10 w 18"/>
                  <a:gd name="T41" fmla="*/ 15 h 47"/>
                  <a:gd name="T42" fmla="*/ 13 w 18"/>
                  <a:gd name="T43" fmla="*/ 15 h 47"/>
                  <a:gd name="T44" fmla="*/ 18 w 18"/>
                  <a:gd name="T45" fmla="*/ 11 h 47"/>
                  <a:gd name="T46" fmla="*/ 18 w 18"/>
                  <a:gd name="T47" fmla="*/ 9 h 47"/>
                  <a:gd name="T48" fmla="*/ 13 w 18"/>
                  <a:gd name="T49" fmla="*/ 4 h 47"/>
                  <a:gd name="T50" fmla="*/ 15 w 18"/>
                  <a:gd name="T51" fmla="*/ 11 h 47"/>
                  <a:gd name="T52" fmla="*/ 13 w 18"/>
                  <a:gd name="T53" fmla="*/ 13 h 47"/>
                  <a:gd name="T54" fmla="*/ 4 w 18"/>
                  <a:gd name="T55" fmla="*/ 13 h 47"/>
                  <a:gd name="T56" fmla="*/ 2 w 18"/>
                  <a:gd name="T57" fmla="*/ 11 h 47"/>
                  <a:gd name="T58" fmla="*/ 2 w 18"/>
                  <a:gd name="T59" fmla="*/ 9 h 47"/>
                  <a:gd name="T60" fmla="*/ 4 w 18"/>
                  <a:gd name="T61" fmla="*/ 7 h 47"/>
                  <a:gd name="T62" fmla="*/ 13 w 18"/>
                  <a:gd name="T63" fmla="*/ 7 h 47"/>
                  <a:gd name="T64" fmla="*/ 15 w 18"/>
                  <a:gd name="T65" fmla="*/ 9 h 47"/>
                  <a:gd name="T66" fmla="*/ 15 w 18"/>
                  <a:gd name="T67" fmla="*/ 1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" h="47">
                    <a:moveTo>
                      <a:pt x="13" y="4"/>
                    </a:moveTo>
                    <a:cubicBezTo>
                      <a:pt x="13" y="4"/>
                      <a:pt x="13" y="4"/>
                      <a:pt x="13" y="4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0"/>
                      <a:pt x="12" y="0"/>
                      <a:pt x="12" y="0"/>
                    </a:cubicBezTo>
                    <a:cubicBezTo>
                      <a:pt x="11" y="0"/>
                      <a:pt x="11" y="0"/>
                      <a:pt x="11" y="1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1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4"/>
                      <a:pt x="0" y="6"/>
                      <a:pt x="0" y="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4"/>
                      <a:pt x="1" y="15"/>
                      <a:pt x="4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20"/>
                      <a:pt x="10" y="29"/>
                      <a:pt x="7" y="31"/>
                    </a:cubicBezTo>
                    <a:cubicBezTo>
                      <a:pt x="0" y="34"/>
                      <a:pt x="3" y="46"/>
                      <a:pt x="3" y="47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3"/>
                      <a:pt x="4" y="35"/>
                      <a:pt x="8" y="33"/>
                    </a:cubicBezTo>
                    <a:cubicBezTo>
                      <a:pt x="13" y="31"/>
                      <a:pt x="11" y="20"/>
                      <a:pt x="10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6" y="15"/>
                      <a:pt x="18" y="14"/>
                      <a:pt x="18" y="11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8" y="6"/>
                      <a:pt x="16" y="4"/>
                      <a:pt x="13" y="4"/>
                    </a:cubicBezTo>
                    <a:close/>
                    <a:moveTo>
                      <a:pt x="15" y="11"/>
                    </a:moveTo>
                    <a:cubicBezTo>
                      <a:pt x="15" y="12"/>
                      <a:pt x="15" y="13"/>
                      <a:pt x="13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3"/>
                      <a:pt x="2" y="12"/>
                      <a:pt x="2" y="11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8"/>
                      <a:pt x="3" y="7"/>
                      <a:pt x="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8"/>
                      <a:pt x="15" y="9"/>
                    </a:cubicBezTo>
                    <a:lnTo>
                      <a:pt x="15" y="11"/>
                    </a:lnTo>
                    <a:close/>
                  </a:path>
                </a:pathLst>
              </a:custGeom>
              <a:solidFill>
                <a:schemeClr val="bg1"/>
              </a:solidFill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  <p:grpSp>
          <p:nvGrpSpPr>
            <p:cNvPr id="666" name="Gruppieren 1">
              <a:extLst>
                <a:ext uri="{FF2B5EF4-FFF2-40B4-BE49-F238E27FC236}">
                  <a16:creationId xmlns:a16="http://schemas.microsoft.com/office/drawing/2014/main" id="{B075CE47-CD22-4858-9FBE-65D3605C184A}"/>
                </a:ext>
              </a:extLst>
            </p:cNvPr>
            <p:cNvGrpSpPr/>
            <p:nvPr/>
          </p:nvGrpSpPr>
          <p:grpSpPr>
            <a:xfrm>
              <a:off x="7622305" y="1733608"/>
              <a:ext cx="829209" cy="409572"/>
              <a:chOff x="1979712" y="2132859"/>
              <a:chExt cx="5378301" cy="3486275"/>
            </a:xfrm>
            <a:solidFill>
              <a:schemeClr val="accent1"/>
            </a:solidFill>
          </p:grpSpPr>
          <p:sp>
            <p:nvSpPr>
              <p:cNvPr id="727" name="Freeform 584">
                <a:extLst>
                  <a:ext uri="{FF2B5EF4-FFF2-40B4-BE49-F238E27FC236}">
                    <a16:creationId xmlns:a16="http://schemas.microsoft.com/office/drawing/2014/main" id="{CE2335C0-0041-4C27-B2E3-B38F341FD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912" y="3954818"/>
                <a:ext cx="324102" cy="788350"/>
              </a:xfrm>
              <a:custGeom>
                <a:avLst/>
                <a:gdLst>
                  <a:gd name="T0" fmla="*/ 15 w 15"/>
                  <a:gd name="T1" fmla="*/ 32 h 36"/>
                  <a:gd name="T2" fmla="*/ 15 w 15"/>
                  <a:gd name="T3" fmla="*/ 35 h 36"/>
                  <a:gd name="T4" fmla="*/ 12 w 15"/>
                  <a:gd name="T5" fmla="*/ 36 h 36"/>
                  <a:gd name="T6" fmla="*/ 9 w 15"/>
                  <a:gd name="T7" fmla="*/ 36 h 36"/>
                  <a:gd name="T8" fmla="*/ 6 w 15"/>
                  <a:gd name="T9" fmla="*/ 36 h 36"/>
                  <a:gd name="T10" fmla="*/ 2 w 15"/>
                  <a:gd name="T11" fmla="*/ 36 h 36"/>
                  <a:gd name="T12" fmla="*/ 1 w 15"/>
                  <a:gd name="T13" fmla="*/ 36 h 36"/>
                  <a:gd name="T14" fmla="*/ 0 w 15"/>
                  <a:gd name="T15" fmla="*/ 36 h 36"/>
                  <a:gd name="T16" fmla="*/ 0 w 15"/>
                  <a:gd name="T17" fmla="*/ 35 h 36"/>
                  <a:gd name="T18" fmla="*/ 0 w 15"/>
                  <a:gd name="T19" fmla="*/ 32 h 36"/>
                  <a:gd name="T20" fmla="*/ 1 w 15"/>
                  <a:gd name="T21" fmla="*/ 28 h 36"/>
                  <a:gd name="T22" fmla="*/ 1 w 15"/>
                  <a:gd name="T23" fmla="*/ 20 h 36"/>
                  <a:gd name="T24" fmla="*/ 1 w 15"/>
                  <a:gd name="T25" fmla="*/ 16 h 36"/>
                  <a:gd name="T26" fmla="*/ 1 w 15"/>
                  <a:gd name="T27" fmla="*/ 12 h 36"/>
                  <a:gd name="T28" fmla="*/ 1 w 15"/>
                  <a:gd name="T29" fmla="*/ 3 h 36"/>
                  <a:gd name="T30" fmla="*/ 1 w 15"/>
                  <a:gd name="T31" fmla="*/ 3 h 36"/>
                  <a:gd name="T32" fmla="*/ 1 w 15"/>
                  <a:gd name="T33" fmla="*/ 2 h 36"/>
                  <a:gd name="T34" fmla="*/ 4 w 15"/>
                  <a:gd name="T35" fmla="*/ 1 h 36"/>
                  <a:gd name="T36" fmla="*/ 7 w 15"/>
                  <a:gd name="T37" fmla="*/ 0 h 36"/>
                  <a:gd name="T38" fmla="*/ 9 w 15"/>
                  <a:gd name="T39" fmla="*/ 0 h 36"/>
                  <a:gd name="T40" fmla="*/ 12 w 15"/>
                  <a:gd name="T41" fmla="*/ 1 h 36"/>
                  <a:gd name="T42" fmla="*/ 13 w 15"/>
                  <a:gd name="T43" fmla="*/ 2 h 36"/>
                  <a:gd name="T44" fmla="*/ 13 w 15"/>
                  <a:gd name="T45" fmla="*/ 13 h 36"/>
                  <a:gd name="T46" fmla="*/ 14 w 15"/>
                  <a:gd name="T47" fmla="*/ 18 h 36"/>
                  <a:gd name="T48" fmla="*/ 14 w 15"/>
                  <a:gd name="T49" fmla="*/ 23 h 36"/>
                  <a:gd name="T50" fmla="*/ 14 w 15"/>
                  <a:gd name="T51" fmla="*/ 28 h 36"/>
                  <a:gd name="T52" fmla="*/ 15 w 15"/>
                  <a:gd name="T53" fmla="*/ 3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" h="36">
                    <a:moveTo>
                      <a:pt x="15" y="32"/>
                    </a:moveTo>
                    <a:cubicBezTo>
                      <a:pt x="15" y="33"/>
                      <a:pt x="15" y="34"/>
                      <a:pt x="15" y="35"/>
                    </a:cubicBezTo>
                    <a:cubicBezTo>
                      <a:pt x="14" y="35"/>
                      <a:pt x="13" y="35"/>
                      <a:pt x="12" y="36"/>
                    </a:cubicBezTo>
                    <a:cubicBezTo>
                      <a:pt x="11" y="36"/>
                      <a:pt x="10" y="36"/>
                      <a:pt x="9" y="36"/>
                    </a:cubicBezTo>
                    <a:cubicBezTo>
                      <a:pt x="8" y="36"/>
                      <a:pt x="7" y="36"/>
                      <a:pt x="6" y="36"/>
                    </a:cubicBezTo>
                    <a:cubicBezTo>
                      <a:pt x="5" y="36"/>
                      <a:pt x="4" y="36"/>
                      <a:pt x="2" y="36"/>
                    </a:cubicBezTo>
                    <a:cubicBezTo>
                      <a:pt x="2" y="36"/>
                      <a:pt x="2" y="35"/>
                      <a:pt x="1" y="36"/>
                    </a:cubicBezTo>
                    <a:cubicBezTo>
                      <a:pt x="1" y="36"/>
                      <a:pt x="0" y="36"/>
                      <a:pt x="0" y="36"/>
                    </a:cubicBezTo>
                    <a:cubicBezTo>
                      <a:pt x="0" y="36"/>
                      <a:pt x="0" y="35"/>
                      <a:pt x="0" y="35"/>
                    </a:cubicBezTo>
                    <a:cubicBezTo>
                      <a:pt x="0" y="34"/>
                      <a:pt x="0" y="33"/>
                      <a:pt x="0" y="32"/>
                    </a:cubicBezTo>
                    <a:cubicBezTo>
                      <a:pt x="1" y="31"/>
                      <a:pt x="1" y="29"/>
                      <a:pt x="1" y="28"/>
                    </a:cubicBezTo>
                    <a:cubicBezTo>
                      <a:pt x="1" y="25"/>
                      <a:pt x="1" y="22"/>
                      <a:pt x="1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1" y="14"/>
                      <a:pt x="1" y="13"/>
                      <a:pt x="1" y="12"/>
                    </a:cubicBezTo>
                    <a:cubicBezTo>
                      <a:pt x="1" y="9"/>
                      <a:pt x="1" y="6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5" y="1"/>
                      <a:pt x="6" y="1"/>
                      <a:pt x="7" y="0"/>
                    </a:cubicBezTo>
                    <a:cubicBezTo>
                      <a:pt x="8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1"/>
                    </a:cubicBezTo>
                    <a:cubicBezTo>
                      <a:pt x="13" y="1"/>
                      <a:pt x="13" y="1"/>
                      <a:pt x="13" y="2"/>
                    </a:cubicBezTo>
                    <a:cubicBezTo>
                      <a:pt x="13" y="6"/>
                      <a:pt x="13" y="9"/>
                      <a:pt x="13" y="13"/>
                    </a:cubicBezTo>
                    <a:cubicBezTo>
                      <a:pt x="13" y="15"/>
                      <a:pt x="13" y="16"/>
                      <a:pt x="14" y="18"/>
                    </a:cubicBezTo>
                    <a:cubicBezTo>
                      <a:pt x="14" y="20"/>
                      <a:pt x="14" y="21"/>
                      <a:pt x="14" y="23"/>
                    </a:cubicBezTo>
                    <a:cubicBezTo>
                      <a:pt x="14" y="24"/>
                      <a:pt x="14" y="26"/>
                      <a:pt x="14" y="28"/>
                    </a:cubicBezTo>
                    <a:cubicBezTo>
                      <a:pt x="15" y="29"/>
                      <a:pt x="15" y="31"/>
                      <a:pt x="15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8" name="Freeform 585">
                <a:extLst>
                  <a:ext uri="{FF2B5EF4-FFF2-40B4-BE49-F238E27FC236}">
                    <a16:creationId xmlns:a16="http://schemas.microsoft.com/office/drawing/2014/main" id="{1D84AE7F-7CF1-4898-A1D7-18E689537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912" y="3954818"/>
                <a:ext cx="324102" cy="788350"/>
              </a:xfrm>
              <a:custGeom>
                <a:avLst/>
                <a:gdLst>
                  <a:gd name="T0" fmla="*/ 15 w 15"/>
                  <a:gd name="T1" fmla="*/ 32 h 36"/>
                  <a:gd name="T2" fmla="*/ 15 w 15"/>
                  <a:gd name="T3" fmla="*/ 35 h 36"/>
                  <a:gd name="T4" fmla="*/ 12 w 15"/>
                  <a:gd name="T5" fmla="*/ 36 h 36"/>
                  <a:gd name="T6" fmla="*/ 9 w 15"/>
                  <a:gd name="T7" fmla="*/ 36 h 36"/>
                  <a:gd name="T8" fmla="*/ 6 w 15"/>
                  <a:gd name="T9" fmla="*/ 36 h 36"/>
                  <a:gd name="T10" fmla="*/ 2 w 15"/>
                  <a:gd name="T11" fmla="*/ 36 h 36"/>
                  <a:gd name="T12" fmla="*/ 1 w 15"/>
                  <a:gd name="T13" fmla="*/ 36 h 36"/>
                  <a:gd name="T14" fmla="*/ 0 w 15"/>
                  <a:gd name="T15" fmla="*/ 36 h 36"/>
                  <a:gd name="T16" fmla="*/ 0 w 15"/>
                  <a:gd name="T17" fmla="*/ 35 h 36"/>
                  <a:gd name="T18" fmla="*/ 0 w 15"/>
                  <a:gd name="T19" fmla="*/ 32 h 36"/>
                  <a:gd name="T20" fmla="*/ 1 w 15"/>
                  <a:gd name="T21" fmla="*/ 28 h 36"/>
                  <a:gd name="T22" fmla="*/ 1 w 15"/>
                  <a:gd name="T23" fmla="*/ 20 h 36"/>
                  <a:gd name="T24" fmla="*/ 1 w 15"/>
                  <a:gd name="T25" fmla="*/ 16 h 36"/>
                  <a:gd name="T26" fmla="*/ 1 w 15"/>
                  <a:gd name="T27" fmla="*/ 12 h 36"/>
                  <a:gd name="T28" fmla="*/ 1 w 15"/>
                  <a:gd name="T29" fmla="*/ 3 h 36"/>
                  <a:gd name="T30" fmla="*/ 1 w 15"/>
                  <a:gd name="T31" fmla="*/ 3 h 36"/>
                  <a:gd name="T32" fmla="*/ 1 w 15"/>
                  <a:gd name="T33" fmla="*/ 2 h 36"/>
                  <a:gd name="T34" fmla="*/ 4 w 15"/>
                  <a:gd name="T35" fmla="*/ 1 h 36"/>
                  <a:gd name="T36" fmla="*/ 7 w 15"/>
                  <a:gd name="T37" fmla="*/ 0 h 36"/>
                  <a:gd name="T38" fmla="*/ 9 w 15"/>
                  <a:gd name="T39" fmla="*/ 0 h 36"/>
                  <a:gd name="T40" fmla="*/ 12 w 15"/>
                  <a:gd name="T41" fmla="*/ 1 h 36"/>
                  <a:gd name="T42" fmla="*/ 13 w 15"/>
                  <a:gd name="T43" fmla="*/ 2 h 36"/>
                  <a:gd name="T44" fmla="*/ 13 w 15"/>
                  <a:gd name="T45" fmla="*/ 13 h 36"/>
                  <a:gd name="T46" fmla="*/ 14 w 15"/>
                  <a:gd name="T47" fmla="*/ 18 h 36"/>
                  <a:gd name="T48" fmla="*/ 14 w 15"/>
                  <a:gd name="T49" fmla="*/ 23 h 36"/>
                  <a:gd name="T50" fmla="*/ 14 w 15"/>
                  <a:gd name="T51" fmla="*/ 28 h 36"/>
                  <a:gd name="T52" fmla="*/ 15 w 15"/>
                  <a:gd name="T53" fmla="*/ 3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" h="36">
                    <a:moveTo>
                      <a:pt x="15" y="32"/>
                    </a:moveTo>
                    <a:cubicBezTo>
                      <a:pt x="15" y="33"/>
                      <a:pt x="15" y="34"/>
                      <a:pt x="15" y="35"/>
                    </a:cubicBezTo>
                    <a:cubicBezTo>
                      <a:pt x="14" y="35"/>
                      <a:pt x="13" y="35"/>
                      <a:pt x="12" y="36"/>
                    </a:cubicBezTo>
                    <a:cubicBezTo>
                      <a:pt x="11" y="36"/>
                      <a:pt x="10" y="36"/>
                      <a:pt x="9" y="36"/>
                    </a:cubicBezTo>
                    <a:cubicBezTo>
                      <a:pt x="8" y="36"/>
                      <a:pt x="7" y="36"/>
                      <a:pt x="6" y="36"/>
                    </a:cubicBezTo>
                    <a:cubicBezTo>
                      <a:pt x="5" y="36"/>
                      <a:pt x="4" y="36"/>
                      <a:pt x="2" y="36"/>
                    </a:cubicBezTo>
                    <a:cubicBezTo>
                      <a:pt x="2" y="36"/>
                      <a:pt x="2" y="35"/>
                      <a:pt x="1" y="36"/>
                    </a:cubicBezTo>
                    <a:cubicBezTo>
                      <a:pt x="1" y="36"/>
                      <a:pt x="0" y="36"/>
                      <a:pt x="0" y="36"/>
                    </a:cubicBezTo>
                    <a:cubicBezTo>
                      <a:pt x="0" y="36"/>
                      <a:pt x="0" y="35"/>
                      <a:pt x="0" y="35"/>
                    </a:cubicBezTo>
                    <a:cubicBezTo>
                      <a:pt x="0" y="34"/>
                      <a:pt x="0" y="33"/>
                      <a:pt x="0" y="32"/>
                    </a:cubicBezTo>
                    <a:cubicBezTo>
                      <a:pt x="1" y="31"/>
                      <a:pt x="1" y="29"/>
                      <a:pt x="1" y="28"/>
                    </a:cubicBezTo>
                    <a:cubicBezTo>
                      <a:pt x="1" y="25"/>
                      <a:pt x="1" y="22"/>
                      <a:pt x="1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1" y="14"/>
                      <a:pt x="1" y="13"/>
                      <a:pt x="1" y="12"/>
                    </a:cubicBezTo>
                    <a:cubicBezTo>
                      <a:pt x="1" y="9"/>
                      <a:pt x="1" y="6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5" y="1"/>
                      <a:pt x="6" y="1"/>
                      <a:pt x="7" y="0"/>
                    </a:cubicBezTo>
                    <a:cubicBezTo>
                      <a:pt x="8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1"/>
                    </a:cubicBezTo>
                    <a:cubicBezTo>
                      <a:pt x="13" y="1"/>
                      <a:pt x="13" y="1"/>
                      <a:pt x="13" y="2"/>
                    </a:cubicBezTo>
                    <a:cubicBezTo>
                      <a:pt x="13" y="6"/>
                      <a:pt x="13" y="9"/>
                      <a:pt x="13" y="13"/>
                    </a:cubicBezTo>
                    <a:cubicBezTo>
                      <a:pt x="13" y="15"/>
                      <a:pt x="13" y="16"/>
                      <a:pt x="14" y="18"/>
                    </a:cubicBezTo>
                    <a:cubicBezTo>
                      <a:pt x="14" y="20"/>
                      <a:pt x="14" y="21"/>
                      <a:pt x="14" y="23"/>
                    </a:cubicBezTo>
                    <a:cubicBezTo>
                      <a:pt x="14" y="24"/>
                      <a:pt x="14" y="26"/>
                      <a:pt x="14" y="28"/>
                    </a:cubicBezTo>
                    <a:cubicBezTo>
                      <a:pt x="15" y="29"/>
                      <a:pt x="15" y="31"/>
                      <a:pt x="15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9" name="Freeform 586">
                <a:extLst>
                  <a:ext uri="{FF2B5EF4-FFF2-40B4-BE49-F238E27FC236}">
                    <a16:creationId xmlns:a16="http://schemas.microsoft.com/office/drawing/2014/main" id="{AC682736-B538-43A4-9E08-67997AB74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005" y="2132859"/>
                <a:ext cx="2040952" cy="2014672"/>
              </a:xfrm>
              <a:custGeom>
                <a:avLst/>
                <a:gdLst>
                  <a:gd name="T0" fmla="*/ 92 w 93"/>
                  <a:gd name="T1" fmla="*/ 64 h 92"/>
                  <a:gd name="T2" fmla="*/ 92 w 93"/>
                  <a:gd name="T3" fmla="*/ 70 h 92"/>
                  <a:gd name="T4" fmla="*/ 85 w 93"/>
                  <a:gd name="T5" fmla="*/ 79 h 92"/>
                  <a:gd name="T6" fmla="*/ 79 w 93"/>
                  <a:gd name="T7" fmla="*/ 84 h 92"/>
                  <a:gd name="T8" fmla="*/ 76 w 93"/>
                  <a:gd name="T9" fmla="*/ 88 h 92"/>
                  <a:gd name="T10" fmla="*/ 71 w 93"/>
                  <a:gd name="T11" fmla="*/ 90 h 92"/>
                  <a:gd name="T12" fmla="*/ 65 w 93"/>
                  <a:gd name="T13" fmla="*/ 91 h 92"/>
                  <a:gd name="T14" fmla="*/ 61 w 93"/>
                  <a:gd name="T15" fmla="*/ 90 h 92"/>
                  <a:gd name="T16" fmla="*/ 58 w 93"/>
                  <a:gd name="T17" fmla="*/ 90 h 92"/>
                  <a:gd name="T18" fmla="*/ 51 w 93"/>
                  <a:gd name="T19" fmla="*/ 90 h 92"/>
                  <a:gd name="T20" fmla="*/ 37 w 93"/>
                  <a:gd name="T21" fmla="*/ 91 h 92"/>
                  <a:gd name="T22" fmla="*/ 34 w 93"/>
                  <a:gd name="T23" fmla="*/ 90 h 92"/>
                  <a:gd name="T24" fmla="*/ 31 w 93"/>
                  <a:gd name="T25" fmla="*/ 89 h 92"/>
                  <a:gd name="T26" fmla="*/ 24 w 93"/>
                  <a:gd name="T27" fmla="*/ 87 h 92"/>
                  <a:gd name="T28" fmla="*/ 17 w 93"/>
                  <a:gd name="T29" fmla="*/ 87 h 92"/>
                  <a:gd name="T30" fmla="*/ 11 w 93"/>
                  <a:gd name="T31" fmla="*/ 87 h 92"/>
                  <a:gd name="T32" fmla="*/ 4 w 93"/>
                  <a:gd name="T33" fmla="*/ 85 h 92"/>
                  <a:gd name="T34" fmla="*/ 1 w 93"/>
                  <a:gd name="T35" fmla="*/ 81 h 92"/>
                  <a:gd name="T36" fmla="*/ 0 w 93"/>
                  <a:gd name="T37" fmla="*/ 75 h 92"/>
                  <a:gd name="T38" fmla="*/ 2 w 93"/>
                  <a:gd name="T39" fmla="*/ 69 h 92"/>
                  <a:gd name="T40" fmla="*/ 4 w 93"/>
                  <a:gd name="T41" fmla="*/ 62 h 92"/>
                  <a:gd name="T42" fmla="*/ 2 w 93"/>
                  <a:gd name="T43" fmla="*/ 56 h 92"/>
                  <a:gd name="T44" fmla="*/ 1 w 93"/>
                  <a:gd name="T45" fmla="*/ 53 h 92"/>
                  <a:gd name="T46" fmla="*/ 1 w 93"/>
                  <a:gd name="T47" fmla="*/ 50 h 92"/>
                  <a:gd name="T48" fmla="*/ 2 w 93"/>
                  <a:gd name="T49" fmla="*/ 47 h 92"/>
                  <a:gd name="T50" fmla="*/ 1 w 93"/>
                  <a:gd name="T51" fmla="*/ 44 h 92"/>
                  <a:gd name="T52" fmla="*/ 4 w 93"/>
                  <a:gd name="T53" fmla="*/ 37 h 92"/>
                  <a:gd name="T54" fmla="*/ 8 w 93"/>
                  <a:gd name="T55" fmla="*/ 33 h 92"/>
                  <a:gd name="T56" fmla="*/ 11 w 93"/>
                  <a:gd name="T57" fmla="*/ 31 h 92"/>
                  <a:gd name="T58" fmla="*/ 12 w 93"/>
                  <a:gd name="T59" fmla="*/ 27 h 92"/>
                  <a:gd name="T60" fmla="*/ 13 w 93"/>
                  <a:gd name="T61" fmla="*/ 25 h 92"/>
                  <a:gd name="T62" fmla="*/ 15 w 93"/>
                  <a:gd name="T63" fmla="*/ 23 h 92"/>
                  <a:gd name="T64" fmla="*/ 15 w 93"/>
                  <a:gd name="T65" fmla="*/ 19 h 92"/>
                  <a:gd name="T66" fmla="*/ 16 w 93"/>
                  <a:gd name="T67" fmla="*/ 17 h 92"/>
                  <a:gd name="T68" fmla="*/ 20 w 93"/>
                  <a:gd name="T69" fmla="*/ 12 h 92"/>
                  <a:gd name="T70" fmla="*/ 23 w 93"/>
                  <a:gd name="T71" fmla="*/ 10 h 92"/>
                  <a:gd name="T72" fmla="*/ 25 w 93"/>
                  <a:gd name="T73" fmla="*/ 8 h 92"/>
                  <a:gd name="T74" fmla="*/ 27 w 93"/>
                  <a:gd name="T75" fmla="*/ 5 h 92"/>
                  <a:gd name="T76" fmla="*/ 28 w 93"/>
                  <a:gd name="T77" fmla="*/ 3 h 92"/>
                  <a:gd name="T78" fmla="*/ 34 w 93"/>
                  <a:gd name="T79" fmla="*/ 1 h 92"/>
                  <a:gd name="T80" fmla="*/ 38 w 93"/>
                  <a:gd name="T81" fmla="*/ 0 h 92"/>
                  <a:gd name="T82" fmla="*/ 45 w 93"/>
                  <a:gd name="T83" fmla="*/ 1 h 92"/>
                  <a:gd name="T84" fmla="*/ 49 w 93"/>
                  <a:gd name="T85" fmla="*/ 4 h 92"/>
                  <a:gd name="T86" fmla="*/ 55 w 93"/>
                  <a:gd name="T87" fmla="*/ 8 h 92"/>
                  <a:gd name="T88" fmla="*/ 60 w 93"/>
                  <a:gd name="T89" fmla="*/ 10 h 92"/>
                  <a:gd name="T90" fmla="*/ 68 w 93"/>
                  <a:gd name="T91" fmla="*/ 18 h 92"/>
                  <a:gd name="T92" fmla="*/ 78 w 93"/>
                  <a:gd name="T93" fmla="*/ 27 h 92"/>
                  <a:gd name="T94" fmla="*/ 87 w 93"/>
                  <a:gd name="T95" fmla="*/ 34 h 92"/>
                  <a:gd name="T96" fmla="*/ 89 w 93"/>
                  <a:gd name="T97" fmla="*/ 39 h 92"/>
                  <a:gd name="T98" fmla="*/ 91 w 93"/>
                  <a:gd name="T99" fmla="*/ 45 h 92"/>
                  <a:gd name="T100" fmla="*/ 92 w 93"/>
                  <a:gd name="T101" fmla="*/ 58 h 92"/>
                  <a:gd name="T102" fmla="*/ 92 w 93"/>
                  <a:gd name="T103" fmla="*/ 6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" h="92">
                    <a:moveTo>
                      <a:pt x="92" y="64"/>
                    </a:moveTo>
                    <a:cubicBezTo>
                      <a:pt x="93" y="66"/>
                      <a:pt x="93" y="68"/>
                      <a:pt x="92" y="70"/>
                    </a:cubicBezTo>
                    <a:cubicBezTo>
                      <a:pt x="91" y="74"/>
                      <a:pt x="88" y="77"/>
                      <a:pt x="85" y="79"/>
                    </a:cubicBezTo>
                    <a:cubicBezTo>
                      <a:pt x="83" y="81"/>
                      <a:pt x="81" y="82"/>
                      <a:pt x="79" y="84"/>
                    </a:cubicBezTo>
                    <a:cubicBezTo>
                      <a:pt x="78" y="86"/>
                      <a:pt x="77" y="87"/>
                      <a:pt x="76" y="88"/>
                    </a:cubicBezTo>
                    <a:cubicBezTo>
                      <a:pt x="74" y="89"/>
                      <a:pt x="72" y="90"/>
                      <a:pt x="71" y="90"/>
                    </a:cubicBezTo>
                    <a:cubicBezTo>
                      <a:pt x="69" y="90"/>
                      <a:pt x="67" y="91"/>
                      <a:pt x="65" y="91"/>
                    </a:cubicBezTo>
                    <a:cubicBezTo>
                      <a:pt x="63" y="90"/>
                      <a:pt x="62" y="90"/>
                      <a:pt x="61" y="90"/>
                    </a:cubicBezTo>
                    <a:cubicBezTo>
                      <a:pt x="60" y="90"/>
                      <a:pt x="59" y="90"/>
                      <a:pt x="58" y="90"/>
                    </a:cubicBezTo>
                    <a:cubicBezTo>
                      <a:pt x="51" y="90"/>
                      <a:pt x="51" y="90"/>
                      <a:pt x="51" y="90"/>
                    </a:cubicBezTo>
                    <a:cubicBezTo>
                      <a:pt x="46" y="90"/>
                      <a:pt x="42" y="92"/>
                      <a:pt x="37" y="91"/>
                    </a:cubicBezTo>
                    <a:cubicBezTo>
                      <a:pt x="36" y="91"/>
                      <a:pt x="35" y="91"/>
                      <a:pt x="34" y="90"/>
                    </a:cubicBezTo>
                    <a:cubicBezTo>
                      <a:pt x="33" y="90"/>
                      <a:pt x="32" y="89"/>
                      <a:pt x="31" y="89"/>
                    </a:cubicBezTo>
                    <a:cubicBezTo>
                      <a:pt x="29" y="88"/>
                      <a:pt x="27" y="87"/>
                      <a:pt x="24" y="87"/>
                    </a:cubicBezTo>
                    <a:cubicBezTo>
                      <a:pt x="22" y="87"/>
                      <a:pt x="19" y="87"/>
                      <a:pt x="17" y="87"/>
                    </a:cubicBezTo>
                    <a:cubicBezTo>
                      <a:pt x="15" y="87"/>
                      <a:pt x="13" y="88"/>
                      <a:pt x="11" y="87"/>
                    </a:cubicBezTo>
                    <a:cubicBezTo>
                      <a:pt x="9" y="86"/>
                      <a:pt x="6" y="86"/>
                      <a:pt x="4" y="85"/>
                    </a:cubicBezTo>
                    <a:cubicBezTo>
                      <a:pt x="3" y="84"/>
                      <a:pt x="2" y="83"/>
                      <a:pt x="1" y="81"/>
                    </a:cubicBezTo>
                    <a:cubicBezTo>
                      <a:pt x="0" y="79"/>
                      <a:pt x="0" y="77"/>
                      <a:pt x="0" y="75"/>
                    </a:cubicBezTo>
                    <a:cubicBezTo>
                      <a:pt x="0" y="73"/>
                      <a:pt x="1" y="71"/>
                      <a:pt x="2" y="69"/>
                    </a:cubicBezTo>
                    <a:cubicBezTo>
                      <a:pt x="2" y="66"/>
                      <a:pt x="4" y="65"/>
                      <a:pt x="4" y="62"/>
                    </a:cubicBezTo>
                    <a:cubicBezTo>
                      <a:pt x="4" y="60"/>
                      <a:pt x="3" y="58"/>
                      <a:pt x="2" y="56"/>
                    </a:cubicBezTo>
                    <a:cubicBezTo>
                      <a:pt x="2" y="55"/>
                      <a:pt x="2" y="54"/>
                      <a:pt x="1" y="53"/>
                    </a:cubicBezTo>
                    <a:cubicBezTo>
                      <a:pt x="1" y="52"/>
                      <a:pt x="1" y="51"/>
                      <a:pt x="1" y="50"/>
                    </a:cubicBezTo>
                    <a:cubicBezTo>
                      <a:pt x="1" y="49"/>
                      <a:pt x="2" y="48"/>
                      <a:pt x="2" y="47"/>
                    </a:cubicBezTo>
                    <a:cubicBezTo>
                      <a:pt x="2" y="46"/>
                      <a:pt x="1" y="45"/>
                      <a:pt x="1" y="44"/>
                    </a:cubicBezTo>
                    <a:cubicBezTo>
                      <a:pt x="2" y="41"/>
                      <a:pt x="2" y="39"/>
                      <a:pt x="4" y="37"/>
                    </a:cubicBezTo>
                    <a:cubicBezTo>
                      <a:pt x="5" y="36"/>
                      <a:pt x="7" y="35"/>
                      <a:pt x="8" y="33"/>
                    </a:cubicBezTo>
                    <a:cubicBezTo>
                      <a:pt x="9" y="33"/>
                      <a:pt x="10" y="32"/>
                      <a:pt x="11" y="31"/>
                    </a:cubicBezTo>
                    <a:cubicBezTo>
                      <a:pt x="12" y="30"/>
                      <a:pt x="12" y="29"/>
                      <a:pt x="12" y="27"/>
                    </a:cubicBezTo>
                    <a:cubicBezTo>
                      <a:pt x="12" y="26"/>
                      <a:pt x="13" y="26"/>
                      <a:pt x="13" y="25"/>
                    </a:cubicBezTo>
                    <a:cubicBezTo>
                      <a:pt x="14" y="24"/>
                      <a:pt x="14" y="23"/>
                      <a:pt x="15" y="23"/>
                    </a:cubicBezTo>
                    <a:cubicBezTo>
                      <a:pt x="15" y="21"/>
                      <a:pt x="15" y="20"/>
                      <a:pt x="15" y="19"/>
                    </a:cubicBezTo>
                    <a:cubicBezTo>
                      <a:pt x="15" y="18"/>
                      <a:pt x="16" y="17"/>
                      <a:pt x="16" y="17"/>
                    </a:cubicBezTo>
                    <a:cubicBezTo>
                      <a:pt x="17" y="15"/>
                      <a:pt x="18" y="13"/>
                      <a:pt x="20" y="12"/>
                    </a:cubicBezTo>
                    <a:cubicBezTo>
                      <a:pt x="21" y="12"/>
                      <a:pt x="22" y="11"/>
                      <a:pt x="23" y="10"/>
                    </a:cubicBezTo>
                    <a:cubicBezTo>
                      <a:pt x="23" y="10"/>
                      <a:pt x="24" y="9"/>
                      <a:pt x="25" y="8"/>
                    </a:cubicBezTo>
                    <a:cubicBezTo>
                      <a:pt x="25" y="7"/>
                      <a:pt x="26" y="6"/>
                      <a:pt x="27" y="5"/>
                    </a:cubicBezTo>
                    <a:cubicBezTo>
                      <a:pt x="27" y="5"/>
                      <a:pt x="28" y="4"/>
                      <a:pt x="28" y="3"/>
                    </a:cubicBezTo>
                    <a:cubicBezTo>
                      <a:pt x="30" y="2"/>
                      <a:pt x="32" y="2"/>
                      <a:pt x="34" y="1"/>
                    </a:cubicBezTo>
                    <a:cubicBezTo>
                      <a:pt x="35" y="1"/>
                      <a:pt x="37" y="1"/>
                      <a:pt x="38" y="0"/>
                    </a:cubicBezTo>
                    <a:cubicBezTo>
                      <a:pt x="38" y="0"/>
                      <a:pt x="43" y="0"/>
                      <a:pt x="45" y="1"/>
                    </a:cubicBezTo>
                    <a:cubicBezTo>
                      <a:pt x="47" y="2"/>
                      <a:pt x="48" y="3"/>
                      <a:pt x="49" y="4"/>
                    </a:cubicBezTo>
                    <a:cubicBezTo>
                      <a:pt x="51" y="6"/>
                      <a:pt x="53" y="7"/>
                      <a:pt x="55" y="8"/>
                    </a:cubicBezTo>
                    <a:cubicBezTo>
                      <a:pt x="57" y="8"/>
                      <a:pt x="59" y="9"/>
                      <a:pt x="60" y="10"/>
                    </a:cubicBezTo>
                    <a:cubicBezTo>
                      <a:pt x="64" y="12"/>
                      <a:pt x="66" y="15"/>
                      <a:pt x="68" y="18"/>
                    </a:cubicBezTo>
                    <a:cubicBezTo>
                      <a:pt x="71" y="22"/>
                      <a:pt x="74" y="25"/>
                      <a:pt x="78" y="27"/>
                    </a:cubicBezTo>
                    <a:cubicBezTo>
                      <a:pt x="81" y="29"/>
                      <a:pt x="85" y="31"/>
                      <a:pt x="87" y="34"/>
                    </a:cubicBezTo>
                    <a:cubicBezTo>
                      <a:pt x="88" y="36"/>
                      <a:pt x="89" y="37"/>
                      <a:pt x="89" y="39"/>
                    </a:cubicBezTo>
                    <a:cubicBezTo>
                      <a:pt x="90" y="41"/>
                      <a:pt x="91" y="43"/>
                      <a:pt x="91" y="45"/>
                    </a:cubicBezTo>
                    <a:cubicBezTo>
                      <a:pt x="92" y="49"/>
                      <a:pt x="92" y="54"/>
                      <a:pt x="92" y="58"/>
                    </a:cubicBezTo>
                    <a:cubicBezTo>
                      <a:pt x="91" y="60"/>
                      <a:pt x="91" y="62"/>
                      <a:pt x="92" y="6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0" name="Freeform 587">
                <a:extLst>
                  <a:ext uri="{FF2B5EF4-FFF2-40B4-BE49-F238E27FC236}">
                    <a16:creationId xmlns:a16="http://schemas.microsoft.com/office/drawing/2014/main" id="{6AEF8EDF-7DEF-414A-8724-A52550E0C7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005" y="2132865"/>
                <a:ext cx="2040952" cy="2014672"/>
              </a:xfrm>
              <a:custGeom>
                <a:avLst/>
                <a:gdLst>
                  <a:gd name="T0" fmla="*/ 92 w 93"/>
                  <a:gd name="T1" fmla="*/ 64 h 92"/>
                  <a:gd name="T2" fmla="*/ 92 w 93"/>
                  <a:gd name="T3" fmla="*/ 70 h 92"/>
                  <a:gd name="T4" fmla="*/ 85 w 93"/>
                  <a:gd name="T5" fmla="*/ 79 h 92"/>
                  <a:gd name="T6" fmla="*/ 79 w 93"/>
                  <a:gd name="T7" fmla="*/ 84 h 92"/>
                  <a:gd name="T8" fmla="*/ 76 w 93"/>
                  <a:gd name="T9" fmla="*/ 88 h 92"/>
                  <a:gd name="T10" fmla="*/ 71 w 93"/>
                  <a:gd name="T11" fmla="*/ 90 h 92"/>
                  <a:gd name="T12" fmla="*/ 65 w 93"/>
                  <a:gd name="T13" fmla="*/ 91 h 92"/>
                  <a:gd name="T14" fmla="*/ 61 w 93"/>
                  <a:gd name="T15" fmla="*/ 90 h 92"/>
                  <a:gd name="T16" fmla="*/ 58 w 93"/>
                  <a:gd name="T17" fmla="*/ 90 h 92"/>
                  <a:gd name="T18" fmla="*/ 51 w 93"/>
                  <a:gd name="T19" fmla="*/ 90 h 92"/>
                  <a:gd name="T20" fmla="*/ 37 w 93"/>
                  <a:gd name="T21" fmla="*/ 91 h 92"/>
                  <a:gd name="T22" fmla="*/ 34 w 93"/>
                  <a:gd name="T23" fmla="*/ 90 h 92"/>
                  <a:gd name="T24" fmla="*/ 31 w 93"/>
                  <a:gd name="T25" fmla="*/ 89 h 92"/>
                  <a:gd name="T26" fmla="*/ 24 w 93"/>
                  <a:gd name="T27" fmla="*/ 87 h 92"/>
                  <a:gd name="T28" fmla="*/ 17 w 93"/>
                  <a:gd name="T29" fmla="*/ 87 h 92"/>
                  <a:gd name="T30" fmla="*/ 11 w 93"/>
                  <a:gd name="T31" fmla="*/ 87 h 92"/>
                  <a:gd name="T32" fmla="*/ 4 w 93"/>
                  <a:gd name="T33" fmla="*/ 85 h 92"/>
                  <a:gd name="T34" fmla="*/ 1 w 93"/>
                  <a:gd name="T35" fmla="*/ 81 h 92"/>
                  <a:gd name="T36" fmla="*/ 0 w 93"/>
                  <a:gd name="T37" fmla="*/ 75 h 92"/>
                  <a:gd name="T38" fmla="*/ 2 w 93"/>
                  <a:gd name="T39" fmla="*/ 69 h 92"/>
                  <a:gd name="T40" fmla="*/ 4 w 93"/>
                  <a:gd name="T41" fmla="*/ 62 h 92"/>
                  <a:gd name="T42" fmla="*/ 2 w 93"/>
                  <a:gd name="T43" fmla="*/ 56 h 92"/>
                  <a:gd name="T44" fmla="*/ 1 w 93"/>
                  <a:gd name="T45" fmla="*/ 53 h 92"/>
                  <a:gd name="T46" fmla="*/ 1 w 93"/>
                  <a:gd name="T47" fmla="*/ 50 h 92"/>
                  <a:gd name="T48" fmla="*/ 2 w 93"/>
                  <a:gd name="T49" fmla="*/ 47 h 92"/>
                  <a:gd name="T50" fmla="*/ 1 w 93"/>
                  <a:gd name="T51" fmla="*/ 44 h 92"/>
                  <a:gd name="T52" fmla="*/ 4 w 93"/>
                  <a:gd name="T53" fmla="*/ 37 h 92"/>
                  <a:gd name="T54" fmla="*/ 8 w 93"/>
                  <a:gd name="T55" fmla="*/ 33 h 92"/>
                  <a:gd name="T56" fmla="*/ 11 w 93"/>
                  <a:gd name="T57" fmla="*/ 31 h 92"/>
                  <a:gd name="T58" fmla="*/ 12 w 93"/>
                  <a:gd name="T59" fmla="*/ 27 h 92"/>
                  <a:gd name="T60" fmla="*/ 13 w 93"/>
                  <a:gd name="T61" fmla="*/ 25 h 92"/>
                  <a:gd name="T62" fmla="*/ 15 w 93"/>
                  <a:gd name="T63" fmla="*/ 23 h 92"/>
                  <a:gd name="T64" fmla="*/ 15 w 93"/>
                  <a:gd name="T65" fmla="*/ 19 h 92"/>
                  <a:gd name="T66" fmla="*/ 16 w 93"/>
                  <a:gd name="T67" fmla="*/ 17 h 92"/>
                  <a:gd name="T68" fmla="*/ 20 w 93"/>
                  <a:gd name="T69" fmla="*/ 12 h 92"/>
                  <a:gd name="T70" fmla="*/ 23 w 93"/>
                  <a:gd name="T71" fmla="*/ 10 h 92"/>
                  <a:gd name="T72" fmla="*/ 25 w 93"/>
                  <a:gd name="T73" fmla="*/ 8 h 92"/>
                  <a:gd name="T74" fmla="*/ 27 w 93"/>
                  <a:gd name="T75" fmla="*/ 5 h 92"/>
                  <a:gd name="T76" fmla="*/ 28 w 93"/>
                  <a:gd name="T77" fmla="*/ 3 h 92"/>
                  <a:gd name="T78" fmla="*/ 34 w 93"/>
                  <a:gd name="T79" fmla="*/ 1 h 92"/>
                  <a:gd name="T80" fmla="*/ 38 w 93"/>
                  <a:gd name="T81" fmla="*/ 0 h 92"/>
                  <a:gd name="T82" fmla="*/ 45 w 93"/>
                  <a:gd name="T83" fmla="*/ 1 h 92"/>
                  <a:gd name="T84" fmla="*/ 49 w 93"/>
                  <a:gd name="T85" fmla="*/ 4 h 92"/>
                  <a:gd name="T86" fmla="*/ 55 w 93"/>
                  <a:gd name="T87" fmla="*/ 8 h 92"/>
                  <a:gd name="T88" fmla="*/ 60 w 93"/>
                  <a:gd name="T89" fmla="*/ 10 h 92"/>
                  <a:gd name="T90" fmla="*/ 68 w 93"/>
                  <a:gd name="T91" fmla="*/ 18 h 92"/>
                  <a:gd name="T92" fmla="*/ 78 w 93"/>
                  <a:gd name="T93" fmla="*/ 27 h 92"/>
                  <a:gd name="T94" fmla="*/ 87 w 93"/>
                  <a:gd name="T95" fmla="*/ 34 h 92"/>
                  <a:gd name="T96" fmla="*/ 89 w 93"/>
                  <a:gd name="T97" fmla="*/ 39 h 92"/>
                  <a:gd name="T98" fmla="*/ 91 w 93"/>
                  <a:gd name="T99" fmla="*/ 45 h 92"/>
                  <a:gd name="T100" fmla="*/ 92 w 93"/>
                  <a:gd name="T101" fmla="*/ 58 h 92"/>
                  <a:gd name="T102" fmla="*/ 92 w 93"/>
                  <a:gd name="T103" fmla="*/ 6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" h="92">
                    <a:moveTo>
                      <a:pt x="92" y="64"/>
                    </a:moveTo>
                    <a:cubicBezTo>
                      <a:pt x="93" y="66"/>
                      <a:pt x="93" y="68"/>
                      <a:pt x="92" y="70"/>
                    </a:cubicBezTo>
                    <a:cubicBezTo>
                      <a:pt x="91" y="74"/>
                      <a:pt x="88" y="77"/>
                      <a:pt x="85" y="79"/>
                    </a:cubicBezTo>
                    <a:cubicBezTo>
                      <a:pt x="83" y="81"/>
                      <a:pt x="81" y="82"/>
                      <a:pt x="79" y="84"/>
                    </a:cubicBezTo>
                    <a:cubicBezTo>
                      <a:pt x="78" y="86"/>
                      <a:pt x="77" y="87"/>
                      <a:pt x="76" y="88"/>
                    </a:cubicBezTo>
                    <a:cubicBezTo>
                      <a:pt x="74" y="89"/>
                      <a:pt x="72" y="90"/>
                      <a:pt x="71" y="90"/>
                    </a:cubicBezTo>
                    <a:cubicBezTo>
                      <a:pt x="69" y="90"/>
                      <a:pt x="67" y="91"/>
                      <a:pt x="65" y="91"/>
                    </a:cubicBezTo>
                    <a:cubicBezTo>
                      <a:pt x="63" y="90"/>
                      <a:pt x="62" y="90"/>
                      <a:pt x="61" y="90"/>
                    </a:cubicBezTo>
                    <a:cubicBezTo>
                      <a:pt x="60" y="90"/>
                      <a:pt x="59" y="90"/>
                      <a:pt x="58" y="90"/>
                    </a:cubicBezTo>
                    <a:cubicBezTo>
                      <a:pt x="51" y="90"/>
                      <a:pt x="51" y="90"/>
                      <a:pt x="51" y="90"/>
                    </a:cubicBezTo>
                    <a:cubicBezTo>
                      <a:pt x="46" y="90"/>
                      <a:pt x="42" y="92"/>
                      <a:pt x="37" y="91"/>
                    </a:cubicBezTo>
                    <a:cubicBezTo>
                      <a:pt x="36" y="91"/>
                      <a:pt x="35" y="91"/>
                      <a:pt x="34" y="90"/>
                    </a:cubicBezTo>
                    <a:cubicBezTo>
                      <a:pt x="33" y="90"/>
                      <a:pt x="32" y="89"/>
                      <a:pt x="31" y="89"/>
                    </a:cubicBezTo>
                    <a:cubicBezTo>
                      <a:pt x="29" y="88"/>
                      <a:pt x="27" y="87"/>
                      <a:pt x="24" y="87"/>
                    </a:cubicBezTo>
                    <a:cubicBezTo>
                      <a:pt x="22" y="87"/>
                      <a:pt x="19" y="87"/>
                      <a:pt x="17" y="87"/>
                    </a:cubicBezTo>
                    <a:cubicBezTo>
                      <a:pt x="15" y="87"/>
                      <a:pt x="13" y="88"/>
                      <a:pt x="11" y="87"/>
                    </a:cubicBezTo>
                    <a:cubicBezTo>
                      <a:pt x="9" y="86"/>
                      <a:pt x="6" y="86"/>
                      <a:pt x="4" y="85"/>
                    </a:cubicBezTo>
                    <a:cubicBezTo>
                      <a:pt x="3" y="84"/>
                      <a:pt x="2" y="83"/>
                      <a:pt x="1" y="81"/>
                    </a:cubicBezTo>
                    <a:cubicBezTo>
                      <a:pt x="0" y="79"/>
                      <a:pt x="0" y="77"/>
                      <a:pt x="0" y="75"/>
                    </a:cubicBezTo>
                    <a:cubicBezTo>
                      <a:pt x="0" y="73"/>
                      <a:pt x="1" y="71"/>
                      <a:pt x="2" y="69"/>
                    </a:cubicBezTo>
                    <a:cubicBezTo>
                      <a:pt x="2" y="66"/>
                      <a:pt x="4" y="65"/>
                      <a:pt x="4" y="62"/>
                    </a:cubicBezTo>
                    <a:cubicBezTo>
                      <a:pt x="4" y="60"/>
                      <a:pt x="3" y="58"/>
                      <a:pt x="2" y="56"/>
                    </a:cubicBezTo>
                    <a:cubicBezTo>
                      <a:pt x="2" y="55"/>
                      <a:pt x="2" y="54"/>
                      <a:pt x="1" y="53"/>
                    </a:cubicBezTo>
                    <a:cubicBezTo>
                      <a:pt x="1" y="52"/>
                      <a:pt x="1" y="51"/>
                      <a:pt x="1" y="50"/>
                    </a:cubicBezTo>
                    <a:cubicBezTo>
                      <a:pt x="1" y="49"/>
                      <a:pt x="2" y="48"/>
                      <a:pt x="2" y="47"/>
                    </a:cubicBezTo>
                    <a:cubicBezTo>
                      <a:pt x="2" y="46"/>
                      <a:pt x="1" y="45"/>
                      <a:pt x="1" y="44"/>
                    </a:cubicBezTo>
                    <a:cubicBezTo>
                      <a:pt x="2" y="41"/>
                      <a:pt x="2" y="39"/>
                      <a:pt x="4" y="37"/>
                    </a:cubicBezTo>
                    <a:cubicBezTo>
                      <a:pt x="5" y="36"/>
                      <a:pt x="7" y="35"/>
                      <a:pt x="8" y="33"/>
                    </a:cubicBezTo>
                    <a:cubicBezTo>
                      <a:pt x="9" y="33"/>
                      <a:pt x="10" y="32"/>
                      <a:pt x="11" y="31"/>
                    </a:cubicBezTo>
                    <a:cubicBezTo>
                      <a:pt x="12" y="30"/>
                      <a:pt x="12" y="29"/>
                      <a:pt x="12" y="27"/>
                    </a:cubicBezTo>
                    <a:cubicBezTo>
                      <a:pt x="12" y="26"/>
                      <a:pt x="13" y="26"/>
                      <a:pt x="13" y="25"/>
                    </a:cubicBezTo>
                    <a:cubicBezTo>
                      <a:pt x="14" y="24"/>
                      <a:pt x="14" y="23"/>
                      <a:pt x="15" y="23"/>
                    </a:cubicBezTo>
                    <a:cubicBezTo>
                      <a:pt x="15" y="21"/>
                      <a:pt x="15" y="20"/>
                      <a:pt x="15" y="19"/>
                    </a:cubicBezTo>
                    <a:cubicBezTo>
                      <a:pt x="15" y="18"/>
                      <a:pt x="16" y="17"/>
                      <a:pt x="16" y="17"/>
                    </a:cubicBezTo>
                    <a:cubicBezTo>
                      <a:pt x="17" y="15"/>
                      <a:pt x="18" y="13"/>
                      <a:pt x="20" y="12"/>
                    </a:cubicBezTo>
                    <a:cubicBezTo>
                      <a:pt x="21" y="12"/>
                      <a:pt x="22" y="11"/>
                      <a:pt x="23" y="10"/>
                    </a:cubicBezTo>
                    <a:cubicBezTo>
                      <a:pt x="23" y="10"/>
                      <a:pt x="24" y="9"/>
                      <a:pt x="25" y="8"/>
                    </a:cubicBezTo>
                    <a:cubicBezTo>
                      <a:pt x="25" y="7"/>
                      <a:pt x="26" y="6"/>
                      <a:pt x="27" y="5"/>
                    </a:cubicBezTo>
                    <a:cubicBezTo>
                      <a:pt x="27" y="5"/>
                      <a:pt x="28" y="4"/>
                      <a:pt x="28" y="3"/>
                    </a:cubicBezTo>
                    <a:cubicBezTo>
                      <a:pt x="30" y="2"/>
                      <a:pt x="32" y="2"/>
                      <a:pt x="34" y="1"/>
                    </a:cubicBezTo>
                    <a:cubicBezTo>
                      <a:pt x="35" y="1"/>
                      <a:pt x="37" y="1"/>
                      <a:pt x="38" y="0"/>
                    </a:cubicBezTo>
                    <a:cubicBezTo>
                      <a:pt x="38" y="0"/>
                      <a:pt x="43" y="0"/>
                      <a:pt x="45" y="1"/>
                    </a:cubicBezTo>
                    <a:cubicBezTo>
                      <a:pt x="47" y="2"/>
                      <a:pt x="48" y="3"/>
                      <a:pt x="49" y="4"/>
                    </a:cubicBezTo>
                    <a:cubicBezTo>
                      <a:pt x="51" y="6"/>
                      <a:pt x="53" y="7"/>
                      <a:pt x="55" y="8"/>
                    </a:cubicBezTo>
                    <a:cubicBezTo>
                      <a:pt x="57" y="8"/>
                      <a:pt x="59" y="9"/>
                      <a:pt x="60" y="10"/>
                    </a:cubicBezTo>
                    <a:cubicBezTo>
                      <a:pt x="64" y="12"/>
                      <a:pt x="66" y="15"/>
                      <a:pt x="68" y="18"/>
                    </a:cubicBezTo>
                    <a:cubicBezTo>
                      <a:pt x="71" y="22"/>
                      <a:pt x="74" y="25"/>
                      <a:pt x="78" y="27"/>
                    </a:cubicBezTo>
                    <a:cubicBezTo>
                      <a:pt x="81" y="29"/>
                      <a:pt x="85" y="31"/>
                      <a:pt x="87" y="34"/>
                    </a:cubicBezTo>
                    <a:cubicBezTo>
                      <a:pt x="88" y="36"/>
                      <a:pt x="89" y="37"/>
                      <a:pt x="89" y="39"/>
                    </a:cubicBezTo>
                    <a:cubicBezTo>
                      <a:pt x="90" y="41"/>
                      <a:pt x="91" y="43"/>
                      <a:pt x="91" y="45"/>
                    </a:cubicBezTo>
                    <a:cubicBezTo>
                      <a:pt x="92" y="49"/>
                      <a:pt x="92" y="54"/>
                      <a:pt x="92" y="58"/>
                    </a:cubicBezTo>
                    <a:cubicBezTo>
                      <a:pt x="91" y="60"/>
                      <a:pt x="91" y="62"/>
                      <a:pt x="92" y="6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1" name="Freeform 588">
                <a:extLst>
                  <a:ext uri="{FF2B5EF4-FFF2-40B4-BE49-F238E27FC236}">
                    <a16:creationId xmlns:a16="http://schemas.microsoft.com/office/drawing/2014/main" id="{8374F91C-3C57-4785-8B15-173DFB8D7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712" y="3490570"/>
                <a:ext cx="437972" cy="2084748"/>
              </a:xfrm>
              <a:custGeom>
                <a:avLst/>
                <a:gdLst>
                  <a:gd name="T0" fmla="*/ 0 w 50"/>
                  <a:gd name="T1" fmla="*/ 148 h 238"/>
                  <a:gd name="T2" fmla="*/ 50 w 50"/>
                  <a:gd name="T3" fmla="*/ 238 h 238"/>
                  <a:gd name="T4" fmla="*/ 50 w 50"/>
                  <a:gd name="T5" fmla="*/ 88 h 238"/>
                  <a:gd name="T6" fmla="*/ 0 w 50"/>
                  <a:gd name="T7" fmla="*/ 0 h 238"/>
                  <a:gd name="T8" fmla="*/ 0 w 50"/>
                  <a:gd name="T9" fmla="*/ 14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238">
                    <a:moveTo>
                      <a:pt x="0" y="148"/>
                    </a:moveTo>
                    <a:lnTo>
                      <a:pt x="50" y="238"/>
                    </a:lnTo>
                    <a:lnTo>
                      <a:pt x="50" y="88"/>
                    </a:lnTo>
                    <a:lnTo>
                      <a:pt x="0" y="0"/>
                    </a:lnTo>
                    <a:lnTo>
                      <a:pt x="0" y="148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2" name="Freeform 589">
                <a:extLst>
                  <a:ext uri="{FF2B5EF4-FFF2-40B4-BE49-F238E27FC236}">
                    <a16:creationId xmlns:a16="http://schemas.microsoft.com/office/drawing/2014/main" id="{F3AFC737-BBE1-4B0D-9620-8ED6E3C91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712" y="3035084"/>
                <a:ext cx="1296397" cy="1226322"/>
              </a:xfrm>
              <a:custGeom>
                <a:avLst/>
                <a:gdLst>
                  <a:gd name="T0" fmla="*/ 85 w 148"/>
                  <a:gd name="T1" fmla="*/ 0 h 140"/>
                  <a:gd name="T2" fmla="*/ 148 w 148"/>
                  <a:gd name="T3" fmla="*/ 80 h 140"/>
                  <a:gd name="T4" fmla="*/ 50 w 148"/>
                  <a:gd name="T5" fmla="*/ 140 h 140"/>
                  <a:gd name="T6" fmla="*/ 0 w 148"/>
                  <a:gd name="T7" fmla="*/ 52 h 140"/>
                  <a:gd name="T8" fmla="*/ 85 w 148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140">
                    <a:moveTo>
                      <a:pt x="85" y="0"/>
                    </a:moveTo>
                    <a:lnTo>
                      <a:pt x="148" y="80"/>
                    </a:lnTo>
                    <a:lnTo>
                      <a:pt x="50" y="140"/>
                    </a:lnTo>
                    <a:lnTo>
                      <a:pt x="0" y="52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3" name="Freeform 590">
                <a:extLst>
                  <a:ext uri="{FF2B5EF4-FFF2-40B4-BE49-F238E27FC236}">
                    <a16:creationId xmlns:a16="http://schemas.microsoft.com/office/drawing/2014/main" id="{4A2BBCC6-3A58-46B0-BAC8-EF1045F61A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267" y="3035090"/>
                <a:ext cx="1410272" cy="1226322"/>
              </a:xfrm>
              <a:custGeom>
                <a:avLst/>
                <a:gdLst>
                  <a:gd name="T0" fmla="*/ 0 w 161"/>
                  <a:gd name="T1" fmla="*/ 0 h 140"/>
                  <a:gd name="T2" fmla="*/ 63 w 161"/>
                  <a:gd name="T3" fmla="*/ 80 h 140"/>
                  <a:gd name="T4" fmla="*/ 161 w 161"/>
                  <a:gd name="T5" fmla="*/ 140 h 140"/>
                  <a:gd name="T6" fmla="*/ 68 w 161"/>
                  <a:gd name="T7" fmla="*/ 37 h 140"/>
                  <a:gd name="T8" fmla="*/ 0 w 161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1" h="140">
                    <a:moveTo>
                      <a:pt x="0" y="0"/>
                    </a:moveTo>
                    <a:lnTo>
                      <a:pt x="63" y="80"/>
                    </a:lnTo>
                    <a:lnTo>
                      <a:pt x="161" y="140"/>
                    </a:lnTo>
                    <a:lnTo>
                      <a:pt x="68" y="3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4" name="Freeform 591">
                <a:extLst>
                  <a:ext uri="{FF2B5EF4-FFF2-40B4-BE49-F238E27FC236}">
                    <a16:creationId xmlns:a16="http://schemas.microsoft.com/office/drawing/2014/main" id="{093764E3-F413-4240-B520-83BEBF26F0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17684" y="3735845"/>
                <a:ext cx="1716850" cy="1839483"/>
              </a:xfrm>
              <a:custGeom>
                <a:avLst/>
                <a:gdLst>
                  <a:gd name="T0" fmla="*/ 98 w 196"/>
                  <a:gd name="T1" fmla="*/ 0 h 210"/>
                  <a:gd name="T2" fmla="*/ 0 w 196"/>
                  <a:gd name="T3" fmla="*/ 60 h 210"/>
                  <a:gd name="T4" fmla="*/ 0 w 196"/>
                  <a:gd name="T5" fmla="*/ 210 h 210"/>
                  <a:gd name="T6" fmla="*/ 113 w 196"/>
                  <a:gd name="T7" fmla="*/ 210 h 210"/>
                  <a:gd name="T8" fmla="*/ 113 w 196"/>
                  <a:gd name="T9" fmla="*/ 137 h 210"/>
                  <a:gd name="T10" fmla="*/ 171 w 196"/>
                  <a:gd name="T11" fmla="*/ 137 h 210"/>
                  <a:gd name="T12" fmla="*/ 171 w 196"/>
                  <a:gd name="T13" fmla="*/ 210 h 210"/>
                  <a:gd name="T14" fmla="*/ 196 w 196"/>
                  <a:gd name="T15" fmla="*/ 210 h 210"/>
                  <a:gd name="T16" fmla="*/ 196 w 196"/>
                  <a:gd name="T17" fmla="*/ 60 h 210"/>
                  <a:gd name="T18" fmla="*/ 98 w 196"/>
                  <a:gd name="T19" fmla="*/ 0 h 210"/>
                  <a:gd name="T20" fmla="*/ 95 w 196"/>
                  <a:gd name="T21" fmla="*/ 180 h 210"/>
                  <a:gd name="T22" fmla="*/ 38 w 196"/>
                  <a:gd name="T23" fmla="*/ 180 h 210"/>
                  <a:gd name="T24" fmla="*/ 38 w 196"/>
                  <a:gd name="T25" fmla="*/ 137 h 210"/>
                  <a:gd name="T26" fmla="*/ 95 w 196"/>
                  <a:gd name="T27" fmla="*/ 137 h 210"/>
                  <a:gd name="T28" fmla="*/ 95 w 196"/>
                  <a:gd name="T29" fmla="*/ 180 h 210"/>
                  <a:gd name="T30" fmla="*/ 95 w 196"/>
                  <a:gd name="T31" fmla="*/ 105 h 210"/>
                  <a:gd name="T32" fmla="*/ 38 w 196"/>
                  <a:gd name="T33" fmla="*/ 105 h 210"/>
                  <a:gd name="T34" fmla="*/ 38 w 196"/>
                  <a:gd name="T35" fmla="*/ 62 h 210"/>
                  <a:gd name="T36" fmla="*/ 95 w 196"/>
                  <a:gd name="T37" fmla="*/ 62 h 210"/>
                  <a:gd name="T38" fmla="*/ 95 w 196"/>
                  <a:gd name="T39" fmla="*/ 105 h 210"/>
                  <a:gd name="T40" fmla="*/ 171 w 196"/>
                  <a:gd name="T41" fmla="*/ 105 h 210"/>
                  <a:gd name="T42" fmla="*/ 113 w 196"/>
                  <a:gd name="T43" fmla="*/ 105 h 210"/>
                  <a:gd name="T44" fmla="*/ 113 w 196"/>
                  <a:gd name="T45" fmla="*/ 62 h 210"/>
                  <a:gd name="T46" fmla="*/ 171 w 196"/>
                  <a:gd name="T47" fmla="*/ 62 h 210"/>
                  <a:gd name="T48" fmla="*/ 171 w 196"/>
                  <a:gd name="T49" fmla="*/ 1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6" h="210">
                    <a:moveTo>
                      <a:pt x="98" y="0"/>
                    </a:moveTo>
                    <a:lnTo>
                      <a:pt x="0" y="60"/>
                    </a:lnTo>
                    <a:lnTo>
                      <a:pt x="0" y="210"/>
                    </a:lnTo>
                    <a:lnTo>
                      <a:pt x="113" y="210"/>
                    </a:lnTo>
                    <a:lnTo>
                      <a:pt x="113" y="137"/>
                    </a:lnTo>
                    <a:lnTo>
                      <a:pt x="171" y="137"/>
                    </a:lnTo>
                    <a:lnTo>
                      <a:pt x="171" y="210"/>
                    </a:lnTo>
                    <a:lnTo>
                      <a:pt x="196" y="210"/>
                    </a:lnTo>
                    <a:lnTo>
                      <a:pt x="196" y="60"/>
                    </a:lnTo>
                    <a:lnTo>
                      <a:pt x="98" y="0"/>
                    </a:lnTo>
                    <a:close/>
                    <a:moveTo>
                      <a:pt x="95" y="180"/>
                    </a:moveTo>
                    <a:lnTo>
                      <a:pt x="38" y="180"/>
                    </a:lnTo>
                    <a:lnTo>
                      <a:pt x="38" y="137"/>
                    </a:lnTo>
                    <a:lnTo>
                      <a:pt x="95" y="137"/>
                    </a:lnTo>
                    <a:lnTo>
                      <a:pt x="95" y="180"/>
                    </a:lnTo>
                    <a:close/>
                    <a:moveTo>
                      <a:pt x="95" y="105"/>
                    </a:moveTo>
                    <a:lnTo>
                      <a:pt x="38" y="105"/>
                    </a:lnTo>
                    <a:lnTo>
                      <a:pt x="38" y="62"/>
                    </a:lnTo>
                    <a:lnTo>
                      <a:pt x="95" y="62"/>
                    </a:lnTo>
                    <a:lnTo>
                      <a:pt x="95" y="105"/>
                    </a:lnTo>
                    <a:close/>
                    <a:moveTo>
                      <a:pt x="171" y="105"/>
                    </a:moveTo>
                    <a:lnTo>
                      <a:pt x="113" y="105"/>
                    </a:lnTo>
                    <a:lnTo>
                      <a:pt x="113" y="62"/>
                    </a:lnTo>
                    <a:lnTo>
                      <a:pt x="171" y="62"/>
                    </a:lnTo>
                    <a:lnTo>
                      <a:pt x="171" y="10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5" name="Freeform 592">
                <a:extLst>
                  <a:ext uri="{FF2B5EF4-FFF2-40B4-BE49-F238E27FC236}">
                    <a16:creationId xmlns:a16="http://schemas.microsoft.com/office/drawing/2014/main" id="{EE2EACAA-761C-48E3-BA24-21B9A87DD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5667" y="3534381"/>
                <a:ext cx="455491" cy="2084748"/>
              </a:xfrm>
              <a:custGeom>
                <a:avLst/>
                <a:gdLst>
                  <a:gd name="T0" fmla="*/ 0 w 52"/>
                  <a:gd name="T1" fmla="*/ 148 h 238"/>
                  <a:gd name="T2" fmla="*/ 52 w 52"/>
                  <a:gd name="T3" fmla="*/ 238 h 238"/>
                  <a:gd name="T4" fmla="*/ 52 w 52"/>
                  <a:gd name="T5" fmla="*/ 88 h 238"/>
                  <a:gd name="T6" fmla="*/ 0 w 52"/>
                  <a:gd name="T7" fmla="*/ 0 h 238"/>
                  <a:gd name="T8" fmla="*/ 0 w 52"/>
                  <a:gd name="T9" fmla="*/ 14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238">
                    <a:moveTo>
                      <a:pt x="0" y="148"/>
                    </a:moveTo>
                    <a:lnTo>
                      <a:pt x="52" y="238"/>
                    </a:lnTo>
                    <a:lnTo>
                      <a:pt x="52" y="88"/>
                    </a:lnTo>
                    <a:lnTo>
                      <a:pt x="0" y="0"/>
                    </a:lnTo>
                    <a:lnTo>
                      <a:pt x="0" y="148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6" name="Freeform 593">
                <a:extLst>
                  <a:ext uri="{FF2B5EF4-FFF2-40B4-BE49-F238E27FC236}">
                    <a16:creationId xmlns:a16="http://schemas.microsoft.com/office/drawing/2014/main" id="{4033BB99-1AB4-4E7A-962C-87F39ACE4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5661" y="3078890"/>
                <a:ext cx="1313916" cy="1226322"/>
              </a:xfrm>
              <a:custGeom>
                <a:avLst/>
                <a:gdLst>
                  <a:gd name="T0" fmla="*/ 85 w 150"/>
                  <a:gd name="T1" fmla="*/ 0 h 140"/>
                  <a:gd name="T2" fmla="*/ 150 w 150"/>
                  <a:gd name="T3" fmla="*/ 80 h 140"/>
                  <a:gd name="T4" fmla="*/ 52 w 150"/>
                  <a:gd name="T5" fmla="*/ 140 h 140"/>
                  <a:gd name="T6" fmla="*/ 0 w 150"/>
                  <a:gd name="T7" fmla="*/ 52 h 140"/>
                  <a:gd name="T8" fmla="*/ 85 w 150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140">
                    <a:moveTo>
                      <a:pt x="85" y="0"/>
                    </a:moveTo>
                    <a:lnTo>
                      <a:pt x="150" y="80"/>
                    </a:lnTo>
                    <a:lnTo>
                      <a:pt x="52" y="140"/>
                    </a:lnTo>
                    <a:lnTo>
                      <a:pt x="0" y="52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7" name="Freeform 594">
                <a:extLst>
                  <a:ext uri="{FF2B5EF4-FFF2-40B4-BE49-F238E27FC236}">
                    <a16:creationId xmlns:a16="http://schemas.microsoft.com/office/drawing/2014/main" id="{A9A15598-469F-4D9E-9A48-68AE28912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0222" y="3078890"/>
                <a:ext cx="1427791" cy="1226322"/>
              </a:xfrm>
              <a:custGeom>
                <a:avLst/>
                <a:gdLst>
                  <a:gd name="T0" fmla="*/ 0 w 163"/>
                  <a:gd name="T1" fmla="*/ 0 h 140"/>
                  <a:gd name="T2" fmla="*/ 65 w 163"/>
                  <a:gd name="T3" fmla="*/ 80 h 140"/>
                  <a:gd name="T4" fmla="*/ 163 w 163"/>
                  <a:gd name="T5" fmla="*/ 140 h 140"/>
                  <a:gd name="T6" fmla="*/ 70 w 163"/>
                  <a:gd name="T7" fmla="*/ 37 h 140"/>
                  <a:gd name="T8" fmla="*/ 0 w 163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3" h="140">
                    <a:moveTo>
                      <a:pt x="0" y="0"/>
                    </a:moveTo>
                    <a:lnTo>
                      <a:pt x="65" y="80"/>
                    </a:lnTo>
                    <a:lnTo>
                      <a:pt x="163" y="140"/>
                    </a:lnTo>
                    <a:lnTo>
                      <a:pt x="70" y="3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8" name="Freeform 595">
                <a:extLst>
                  <a:ext uri="{FF2B5EF4-FFF2-40B4-BE49-F238E27FC236}">
                    <a16:creationId xmlns:a16="http://schemas.microsoft.com/office/drawing/2014/main" id="{99B49000-04D3-4014-A992-D999C0920F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1157" y="3779651"/>
                <a:ext cx="1716850" cy="1839483"/>
              </a:xfrm>
              <a:custGeom>
                <a:avLst/>
                <a:gdLst>
                  <a:gd name="T0" fmla="*/ 98 w 196"/>
                  <a:gd name="T1" fmla="*/ 0 h 210"/>
                  <a:gd name="T2" fmla="*/ 0 w 196"/>
                  <a:gd name="T3" fmla="*/ 60 h 210"/>
                  <a:gd name="T4" fmla="*/ 0 w 196"/>
                  <a:gd name="T5" fmla="*/ 210 h 210"/>
                  <a:gd name="T6" fmla="*/ 110 w 196"/>
                  <a:gd name="T7" fmla="*/ 210 h 210"/>
                  <a:gd name="T8" fmla="*/ 110 w 196"/>
                  <a:gd name="T9" fmla="*/ 135 h 210"/>
                  <a:gd name="T10" fmla="*/ 168 w 196"/>
                  <a:gd name="T11" fmla="*/ 135 h 210"/>
                  <a:gd name="T12" fmla="*/ 168 w 196"/>
                  <a:gd name="T13" fmla="*/ 210 h 210"/>
                  <a:gd name="T14" fmla="*/ 196 w 196"/>
                  <a:gd name="T15" fmla="*/ 210 h 210"/>
                  <a:gd name="T16" fmla="*/ 196 w 196"/>
                  <a:gd name="T17" fmla="*/ 60 h 210"/>
                  <a:gd name="T18" fmla="*/ 98 w 196"/>
                  <a:gd name="T19" fmla="*/ 0 h 210"/>
                  <a:gd name="T20" fmla="*/ 95 w 196"/>
                  <a:gd name="T21" fmla="*/ 177 h 210"/>
                  <a:gd name="T22" fmla="*/ 38 w 196"/>
                  <a:gd name="T23" fmla="*/ 177 h 210"/>
                  <a:gd name="T24" fmla="*/ 38 w 196"/>
                  <a:gd name="T25" fmla="*/ 135 h 210"/>
                  <a:gd name="T26" fmla="*/ 95 w 196"/>
                  <a:gd name="T27" fmla="*/ 135 h 210"/>
                  <a:gd name="T28" fmla="*/ 95 w 196"/>
                  <a:gd name="T29" fmla="*/ 177 h 210"/>
                  <a:gd name="T30" fmla="*/ 95 w 196"/>
                  <a:gd name="T31" fmla="*/ 105 h 210"/>
                  <a:gd name="T32" fmla="*/ 38 w 196"/>
                  <a:gd name="T33" fmla="*/ 105 h 210"/>
                  <a:gd name="T34" fmla="*/ 38 w 196"/>
                  <a:gd name="T35" fmla="*/ 62 h 210"/>
                  <a:gd name="T36" fmla="*/ 95 w 196"/>
                  <a:gd name="T37" fmla="*/ 62 h 210"/>
                  <a:gd name="T38" fmla="*/ 95 w 196"/>
                  <a:gd name="T39" fmla="*/ 105 h 210"/>
                  <a:gd name="T40" fmla="*/ 168 w 196"/>
                  <a:gd name="T41" fmla="*/ 105 h 210"/>
                  <a:gd name="T42" fmla="*/ 110 w 196"/>
                  <a:gd name="T43" fmla="*/ 105 h 210"/>
                  <a:gd name="T44" fmla="*/ 110 w 196"/>
                  <a:gd name="T45" fmla="*/ 62 h 210"/>
                  <a:gd name="T46" fmla="*/ 168 w 196"/>
                  <a:gd name="T47" fmla="*/ 62 h 210"/>
                  <a:gd name="T48" fmla="*/ 168 w 196"/>
                  <a:gd name="T49" fmla="*/ 1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6" h="210">
                    <a:moveTo>
                      <a:pt x="98" y="0"/>
                    </a:moveTo>
                    <a:lnTo>
                      <a:pt x="0" y="60"/>
                    </a:lnTo>
                    <a:lnTo>
                      <a:pt x="0" y="210"/>
                    </a:lnTo>
                    <a:lnTo>
                      <a:pt x="110" y="210"/>
                    </a:lnTo>
                    <a:lnTo>
                      <a:pt x="110" y="135"/>
                    </a:lnTo>
                    <a:lnTo>
                      <a:pt x="168" y="135"/>
                    </a:lnTo>
                    <a:lnTo>
                      <a:pt x="168" y="210"/>
                    </a:lnTo>
                    <a:lnTo>
                      <a:pt x="196" y="210"/>
                    </a:lnTo>
                    <a:lnTo>
                      <a:pt x="196" y="60"/>
                    </a:lnTo>
                    <a:lnTo>
                      <a:pt x="98" y="0"/>
                    </a:lnTo>
                    <a:close/>
                    <a:moveTo>
                      <a:pt x="95" y="177"/>
                    </a:moveTo>
                    <a:lnTo>
                      <a:pt x="38" y="177"/>
                    </a:lnTo>
                    <a:lnTo>
                      <a:pt x="38" y="135"/>
                    </a:lnTo>
                    <a:lnTo>
                      <a:pt x="95" y="135"/>
                    </a:lnTo>
                    <a:lnTo>
                      <a:pt x="95" y="177"/>
                    </a:lnTo>
                    <a:close/>
                    <a:moveTo>
                      <a:pt x="95" y="105"/>
                    </a:moveTo>
                    <a:lnTo>
                      <a:pt x="38" y="105"/>
                    </a:lnTo>
                    <a:lnTo>
                      <a:pt x="38" y="62"/>
                    </a:lnTo>
                    <a:lnTo>
                      <a:pt x="95" y="62"/>
                    </a:lnTo>
                    <a:lnTo>
                      <a:pt x="95" y="105"/>
                    </a:lnTo>
                    <a:close/>
                    <a:moveTo>
                      <a:pt x="168" y="105"/>
                    </a:moveTo>
                    <a:lnTo>
                      <a:pt x="110" y="105"/>
                    </a:lnTo>
                    <a:lnTo>
                      <a:pt x="110" y="62"/>
                    </a:lnTo>
                    <a:lnTo>
                      <a:pt x="168" y="62"/>
                    </a:lnTo>
                    <a:lnTo>
                      <a:pt x="168" y="10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  <p:grpSp>
          <p:nvGrpSpPr>
            <p:cNvPr id="667" name="Gruppieren 5">
              <a:extLst>
                <a:ext uri="{FF2B5EF4-FFF2-40B4-BE49-F238E27FC236}">
                  <a16:creationId xmlns:a16="http://schemas.microsoft.com/office/drawing/2014/main" id="{262F129E-5687-481F-9289-2B14792EBD84}"/>
                </a:ext>
              </a:extLst>
            </p:cNvPr>
            <p:cNvGrpSpPr/>
            <p:nvPr/>
          </p:nvGrpSpPr>
          <p:grpSpPr>
            <a:xfrm>
              <a:off x="7501863" y="2078667"/>
              <a:ext cx="576763" cy="339731"/>
              <a:chOff x="2809876" y="5070475"/>
              <a:chExt cx="623888" cy="428625"/>
            </a:xfrm>
            <a:solidFill>
              <a:schemeClr val="accent1"/>
            </a:solidFill>
          </p:grpSpPr>
          <p:sp>
            <p:nvSpPr>
              <p:cNvPr id="669" name="Freeform 628">
                <a:extLst>
                  <a:ext uri="{FF2B5EF4-FFF2-40B4-BE49-F238E27FC236}">
                    <a16:creationId xmlns:a16="http://schemas.microsoft.com/office/drawing/2014/main" id="{8230AB47-419C-4586-88BC-971BF584B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876" y="5070475"/>
                <a:ext cx="19050" cy="404813"/>
              </a:xfrm>
              <a:custGeom>
                <a:avLst/>
                <a:gdLst>
                  <a:gd name="T0" fmla="*/ 0 w 5"/>
                  <a:gd name="T1" fmla="*/ 95 h 102"/>
                  <a:gd name="T2" fmla="*/ 5 w 5"/>
                  <a:gd name="T3" fmla="*/ 102 h 102"/>
                  <a:gd name="T4" fmla="*/ 5 w 5"/>
                  <a:gd name="T5" fmla="*/ 9 h 102"/>
                  <a:gd name="T6" fmla="*/ 0 w 5"/>
                  <a:gd name="T7" fmla="*/ 5 h 102"/>
                  <a:gd name="T8" fmla="*/ 0 w 5"/>
                  <a:gd name="T9" fmla="*/ 9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02">
                    <a:moveTo>
                      <a:pt x="0" y="95"/>
                    </a:moveTo>
                    <a:cubicBezTo>
                      <a:pt x="5" y="102"/>
                      <a:pt x="5" y="102"/>
                      <a:pt x="5" y="102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0"/>
                      <a:pt x="0" y="0"/>
                      <a:pt x="0" y="5"/>
                    </a:cubicBezTo>
                    <a:lnTo>
                      <a:pt x="0" y="9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0" name="Freeform 629">
                <a:extLst>
                  <a:ext uri="{FF2B5EF4-FFF2-40B4-BE49-F238E27FC236}">
                    <a16:creationId xmlns:a16="http://schemas.microsoft.com/office/drawing/2014/main" id="{5C3A2F8A-6605-4B45-BE9D-DC2F1BEA4B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17813" y="5070475"/>
                <a:ext cx="134938" cy="401638"/>
              </a:xfrm>
              <a:custGeom>
                <a:avLst/>
                <a:gdLst>
                  <a:gd name="T0" fmla="*/ 30 w 34"/>
                  <a:gd name="T1" fmla="*/ 0 h 101"/>
                  <a:gd name="T2" fmla="*/ 30 w 34"/>
                  <a:gd name="T3" fmla="*/ 0 h 101"/>
                  <a:gd name="T4" fmla="*/ 0 w 34"/>
                  <a:gd name="T5" fmla="*/ 0 h 101"/>
                  <a:gd name="T6" fmla="*/ 3 w 34"/>
                  <a:gd name="T7" fmla="*/ 8 h 101"/>
                  <a:gd name="T8" fmla="*/ 3 w 34"/>
                  <a:gd name="T9" fmla="*/ 101 h 101"/>
                  <a:gd name="T10" fmla="*/ 34 w 34"/>
                  <a:gd name="T11" fmla="*/ 101 h 101"/>
                  <a:gd name="T12" fmla="*/ 34 w 34"/>
                  <a:gd name="T13" fmla="*/ 4 h 101"/>
                  <a:gd name="T14" fmla="*/ 30 w 34"/>
                  <a:gd name="T15" fmla="*/ 0 h 101"/>
                  <a:gd name="T16" fmla="*/ 29 w 34"/>
                  <a:gd name="T17" fmla="*/ 34 h 101"/>
                  <a:gd name="T18" fmla="*/ 7 w 34"/>
                  <a:gd name="T19" fmla="*/ 34 h 101"/>
                  <a:gd name="T20" fmla="*/ 7 w 34"/>
                  <a:gd name="T21" fmla="*/ 11 h 101"/>
                  <a:gd name="T22" fmla="*/ 29 w 34"/>
                  <a:gd name="T23" fmla="*/ 11 h 101"/>
                  <a:gd name="T24" fmla="*/ 29 w 34"/>
                  <a:gd name="T25" fmla="*/ 34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101">
                    <a:moveTo>
                      <a:pt x="30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101"/>
                      <a:pt x="3" y="101"/>
                      <a:pt x="3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1"/>
                      <a:pt x="31" y="0"/>
                      <a:pt x="30" y="0"/>
                    </a:cubicBezTo>
                    <a:close/>
                    <a:moveTo>
                      <a:pt x="29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34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1" name="Freeform 630">
                <a:extLst>
                  <a:ext uri="{FF2B5EF4-FFF2-40B4-BE49-F238E27FC236}">
                    <a16:creationId xmlns:a16="http://schemas.microsoft.com/office/drawing/2014/main" id="{3FEED3BF-AE29-4A6C-9D95-EC555AD905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65438" y="5289550"/>
                <a:ext cx="71438" cy="185738"/>
              </a:xfrm>
              <a:custGeom>
                <a:avLst/>
                <a:gdLst>
                  <a:gd name="T0" fmla="*/ 13 w 18"/>
                  <a:gd name="T1" fmla="*/ 4 h 47"/>
                  <a:gd name="T2" fmla="*/ 13 w 18"/>
                  <a:gd name="T3" fmla="*/ 4 h 47"/>
                  <a:gd name="T4" fmla="*/ 13 w 18"/>
                  <a:gd name="T5" fmla="*/ 1 h 47"/>
                  <a:gd name="T6" fmla="*/ 12 w 18"/>
                  <a:gd name="T7" fmla="*/ 0 h 47"/>
                  <a:gd name="T8" fmla="*/ 11 w 18"/>
                  <a:gd name="T9" fmla="*/ 1 h 47"/>
                  <a:gd name="T10" fmla="*/ 11 w 18"/>
                  <a:gd name="T11" fmla="*/ 4 h 47"/>
                  <a:gd name="T12" fmla="*/ 7 w 18"/>
                  <a:gd name="T13" fmla="*/ 4 h 47"/>
                  <a:gd name="T14" fmla="*/ 7 w 18"/>
                  <a:gd name="T15" fmla="*/ 1 h 47"/>
                  <a:gd name="T16" fmla="*/ 6 w 18"/>
                  <a:gd name="T17" fmla="*/ 0 h 47"/>
                  <a:gd name="T18" fmla="*/ 5 w 18"/>
                  <a:gd name="T19" fmla="*/ 1 h 47"/>
                  <a:gd name="T20" fmla="*/ 5 w 18"/>
                  <a:gd name="T21" fmla="*/ 4 h 47"/>
                  <a:gd name="T22" fmla="*/ 4 w 18"/>
                  <a:gd name="T23" fmla="*/ 4 h 47"/>
                  <a:gd name="T24" fmla="*/ 0 w 18"/>
                  <a:gd name="T25" fmla="*/ 9 h 47"/>
                  <a:gd name="T26" fmla="*/ 0 w 18"/>
                  <a:gd name="T27" fmla="*/ 11 h 47"/>
                  <a:gd name="T28" fmla="*/ 4 w 18"/>
                  <a:gd name="T29" fmla="*/ 15 h 47"/>
                  <a:gd name="T30" fmla="*/ 8 w 18"/>
                  <a:gd name="T31" fmla="*/ 15 h 47"/>
                  <a:gd name="T32" fmla="*/ 7 w 18"/>
                  <a:gd name="T33" fmla="*/ 31 h 47"/>
                  <a:gd name="T34" fmla="*/ 3 w 18"/>
                  <a:gd name="T35" fmla="*/ 47 h 47"/>
                  <a:gd name="T36" fmla="*/ 5 w 18"/>
                  <a:gd name="T37" fmla="*/ 46 h 47"/>
                  <a:gd name="T38" fmla="*/ 8 w 18"/>
                  <a:gd name="T39" fmla="*/ 33 h 47"/>
                  <a:gd name="T40" fmla="*/ 10 w 18"/>
                  <a:gd name="T41" fmla="*/ 15 h 47"/>
                  <a:gd name="T42" fmla="*/ 13 w 18"/>
                  <a:gd name="T43" fmla="*/ 15 h 47"/>
                  <a:gd name="T44" fmla="*/ 18 w 18"/>
                  <a:gd name="T45" fmla="*/ 11 h 47"/>
                  <a:gd name="T46" fmla="*/ 18 w 18"/>
                  <a:gd name="T47" fmla="*/ 9 h 47"/>
                  <a:gd name="T48" fmla="*/ 13 w 18"/>
                  <a:gd name="T49" fmla="*/ 4 h 47"/>
                  <a:gd name="T50" fmla="*/ 15 w 18"/>
                  <a:gd name="T51" fmla="*/ 11 h 47"/>
                  <a:gd name="T52" fmla="*/ 13 w 18"/>
                  <a:gd name="T53" fmla="*/ 13 h 47"/>
                  <a:gd name="T54" fmla="*/ 4 w 18"/>
                  <a:gd name="T55" fmla="*/ 13 h 47"/>
                  <a:gd name="T56" fmla="*/ 2 w 18"/>
                  <a:gd name="T57" fmla="*/ 11 h 47"/>
                  <a:gd name="T58" fmla="*/ 2 w 18"/>
                  <a:gd name="T59" fmla="*/ 9 h 47"/>
                  <a:gd name="T60" fmla="*/ 4 w 18"/>
                  <a:gd name="T61" fmla="*/ 7 h 47"/>
                  <a:gd name="T62" fmla="*/ 13 w 18"/>
                  <a:gd name="T63" fmla="*/ 7 h 47"/>
                  <a:gd name="T64" fmla="*/ 15 w 18"/>
                  <a:gd name="T65" fmla="*/ 9 h 47"/>
                  <a:gd name="T66" fmla="*/ 15 w 18"/>
                  <a:gd name="T67" fmla="*/ 1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" h="47">
                    <a:moveTo>
                      <a:pt x="13" y="4"/>
                    </a:moveTo>
                    <a:cubicBezTo>
                      <a:pt x="13" y="4"/>
                      <a:pt x="13" y="4"/>
                      <a:pt x="13" y="4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0"/>
                      <a:pt x="12" y="0"/>
                      <a:pt x="12" y="0"/>
                    </a:cubicBezTo>
                    <a:cubicBezTo>
                      <a:pt x="11" y="0"/>
                      <a:pt x="11" y="0"/>
                      <a:pt x="11" y="1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1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4"/>
                      <a:pt x="0" y="6"/>
                      <a:pt x="0" y="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4"/>
                      <a:pt x="1" y="15"/>
                      <a:pt x="4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20"/>
                      <a:pt x="10" y="29"/>
                      <a:pt x="7" y="31"/>
                    </a:cubicBezTo>
                    <a:cubicBezTo>
                      <a:pt x="0" y="34"/>
                      <a:pt x="3" y="46"/>
                      <a:pt x="3" y="47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3"/>
                      <a:pt x="4" y="35"/>
                      <a:pt x="8" y="33"/>
                    </a:cubicBezTo>
                    <a:cubicBezTo>
                      <a:pt x="13" y="31"/>
                      <a:pt x="11" y="20"/>
                      <a:pt x="10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6" y="15"/>
                      <a:pt x="18" y="14"/>
                      <a:pt x="18" y="11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8" y="6"/>
                      <a:pt x="16" y="4"/>
                      <a:pt x="13" y="4"/>
                    </a:cubicBezTo>
                    <a:close/>
                    <a:moveTo>
                      <a:pt x="15" y="11"/>
                    </a:moveTo>
                    <a:cubicBezTo>
                      <a:pt x="15" y="12"/>
                      <a:pt x="15" y="13"/>
                      <a:pt x="13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3"/>
                      <a:pt x="2" y="12"/>
                      <a:pt x="2" y="11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8"/>
                      <a:pt x="3" y="7"/>
                      <a:pt x="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8"/>
                      <a:pt x="15" y="9"/>
                    </a:cubicBezTo>
                    <a:lnTo>
                      <a:pt x="15" y="11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2" name="Freeform 631">
                <a:extLst>
                  <a:ext uri="{FF2B5EF4-FFF2-40B4-BE49-F238E27FC236}">
                    <a16:creationId xmlns:a16="http://schemas.microsoft.com/office/drawing/2014/main" id="{9D0591B6-BF7E-4089-8594-10C83E26D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2751" y="5146675"/>
                <a:ext cx="233363" cy="177800"/>
              </a:xfrm>
              <a:custGeom>
                <a:avLst/>
                <a:gdLst>
                  <a:gd name="T0" fmla="*/ 39 w 59"/>
                  <a:gd name="T1" fmla="*/ 44 h 45"/>
                  <a:gd name="T2" fmla="*/ 59 w 59"/>
                  <a:gd name="T3" fmla="*/ 36 h 45"/>
                  <a:gd name="T4" fmla="*/ 59 w 59"/>
                  <a:gd name="T5" fmla="*/ 35 h 45"/>
                  <a:gd name="T6" fmla="*/ 34 w 59"/>
                  <a:gd name="T7" fmla="*/ 41 h 45"/>
                  <a:gd name="T8" fmla="*/ 30 w 59"/>
                  <a:gd name="T9" fmla="*/ 32 h 45"/>
                  <a:gd name="T10" fmla="*/ 0 w 59"/>
                  <a:gd name="T11" fmla="*/ 0 h 45"/>
                  <a:gd name="T12" fmla="*/ 0 w 59"/>
                  <a:gd name="T13" fmla="*/ 2 h 45"/>
                  <a:gd name="T14" fmla="*/ 28 w 59"/>
                  <a:gd name="T15" fmla="*/ 32 h 45"/>
                  <a:gd name="T16" fmla="*/ 33 w 59"/>
                  <a:gd name="T17" fmla="*/ 42 h 45"/>
                  <a:gd name="T18" fmla="*/ 39 w 59"/>
                  <a:gd name="T19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" h="45">
                    <a:moveTo>
                      <a:pt x="39" y="44"/>
                    </a:moveTo>
                    <a:cubicBezTo>
                      <a:pt x="48" y="44"/>
                      <a:pt x="59" y="37"/>
                      <a:pt x="59" y="36"/>
                    </a:cubicBezTo>
                    <a:cubicBezTo>
                      <a:pt x="59" y="35"/>
                      <a:pt x="59" y="35"/>
                      <a:pt x="59" y="35"/>
                    </a:cubicBezTo>
                    <a:cubicBezTo>
                      <a:pt x="58" y="35"/>
                      <a:pt x="42" y="45"/>
                      <a:pt x="34" y="41"/>
                    </a:cubicBezTo>
                    <a:cubicBezTo>
                      <a:pt x="32" y="40"/>
                      <a:pt x="30" y="37"/>
                      <a:pt x="30" y="32"/>
                    </a:cubicBezTo>
                    <a:cubicBezTo>
                      <a:pt x="28" y="4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27" y="5"/>
                      <a:pt x="28" y="32"/>
                    </a:cubicBezTo>
                    <a:cubicBezTo>
                      <a:pt x="29" y="37"/>
                      <a:pt x="30" y="41"/>
                      <a:pt x="33" y="42"/>
                    </a:cubicBezTo>
                    <a:cubicBezTo>
                      <a:pt x="35" y="43"/>
                      <a:pt x="37" y="44"/>
                      <a:pt x="39" y="44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3" name="Freeform 632">
                <a:extLst>
                  <a:ext uri="{FF2B5EF4-FFF2-40B4-BE49-F238E27FC236}">
                    <a16:creationId xmlns:a16="http://schemas.microsoft.com/office/drawing/2014/main" id="{BEC74B3E-2D83-4803-A641-66F8EF2F7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326" y="5376863"/>
                <a:ext cx="50800" cy="111125"/>
              </a:xfrm>
              <a:custGeom>
                <a:avLst/>
                <a:gdLst>
                  <a:gd name="T0" fmla="*/ 13 w 13"/>
                  <a:gd name="T1" fmla="*/ 19 h 28"/>
                  <a:gd name="T2" fmla="*/ 10 w 13"/>
                  <a:gd name="T3" fmla="*/ 28 h 28"/>
                  <a:gd name="T4" fmla="*/ 4 w 13"/>
                  <a:gd name="T5" fmla="*/ 28 h 28"/>
                  <a:gd name="T6" fmla="*/ 0 w 13"/>
                  <a:gd name="T7" fmla="*/ 14 h 28"/>
                  <a:gd name="T8" fmla="*/ 1 w 13"/>
                  <a:gd name="T9" fmla="*/ 1 h 28"/>
                  <a:gd name="T10" fmla="*/ 3 w 13"/>
                  <a:gd name="T11" fmla="*/ 1 h 28"/>
                  <a:gd name="T12" fmla="*/ 13 w 13"/>
                  <a:gd name="T13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8">
                    <a:moveTo>
                      <a:pt x="13" y="19"/>
                    </a:moveTo>
                    <a:cubicBezTo>
                      <a:pt x="13" y="21"/>
                      <a:pt x="12" y="26"/>
                      <a:pt x="10" y="28"/>
                    </a:cubicBezTo>
                    <a:cubicBezTo>
                      <a:pt x="10" y="28"/>
                      <a:pt x="4" y="28"/>
                      <a:pt x="4" y="28"/>
                    </a:cubicBezTo>
                    <a:cubicBezTo>
                      <a:pt x="4" y="28"/>
                      <a:pt x="0" y="21"/>
                      <a:pt x="0" y="14"/>
                    </a:cubicBezTo>
                    <a:cubicBezTo>
                      <a:pt x="0" y="9"/>
                      <a:pt x="1" y="1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6" y="0"/>
                      <a:pt x="13" y="19"/>
                      <a:pt x="13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4" name="Freeform 633">
                <a:extLst>
                  <a:ext uri="{FF2B5EF4-FFF2-40B4-BE49-F238E27FC236}">
                    <a16:creationId xmlns:a16="http://schemas.microsoft.com/office/drawing/2014/main" id="{314AF32E-2E70-442B-A8B9-856716FCB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326" y="5376863"/>
                <a:ext cx="50800" cy="111125"/>
              </a:xfrm>
              <a:custGeom>
                <a:avLst/>
                <a:gdLst>
                  <a:gd name="T0" fmla="*/ 13 w 13"/>
                  <a:gd name="T1" fmla="*/ 19 h 28"/>
                  <a:gd name="T2" fmla="*/ 10 w 13"/>
                  <a:gd name="T3" fmla="*/ 28 h 28"/>
                  <a:gd name="T4" fmla="*/ 4 w 13"/>
                  <a:gd name="T5" fmla="*/ 28 h 28"/>
                  <a:gd name="T6" fmla="*/ 0 w 13"/>
                  <a:gd name="T7" fmla="*/ 14 h 28"/>
                  <a:gd name="T8" fmla="*/ 1 w 13"/>
                  <a:gd name="T9" fmla="*/ 1 h 28"/>
                  <a:gd name="T10" fmla="*/ 3 w 13"/>
                  <a:gd name="T11" fmla="*/ 1 h 28"/>
                  <a:gd name="T12" fmla="*/ 13 w 13"/>
                  <a:gd name="T13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8">
                    <a:moveTo>
                      <a:pt x="13" y="19"/>
                    </a:moveTo>
                    <a:cubicBezTo>
                      <a:pt x="13" y="21"/>
                      <a:pt x="12" y="26"/>
                      <a:pt x="10" y="28"/>
                    </a:cubicBezTo>
                    <a:cubicBezTo>
                      <a:pt x="10" y="28"/>
                      <a:pt x="4" y="28"/>
                      <a:pt x="4" y="28"/>
                    </a:cubicBezTo>
                    <a:cubicBezTo>
                      <a:pt x="4" y="28"/>
                      <a:pt x="0" y="21"/>
                      <a:pt x="0" y="14"/>
                    </a:cubicBezTo>
                    <a:cubicBezTo>
                      <a:pt x="0" y="9"/>
                      <a:pt x="1" y="1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6" y="0"/>
                      <a:pt x="13" y="19"/>
                      <a:pt x="13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5" name="Freeform 634">
                <a:extLst>
                  <a:ext uri="{FF2B5EF4-FFF2-40B4-BE49-F238E27FC236}">
                    <a16:creationId xmlns:a16="http://schemas.microsoft.com/office/drawing/2014/main" id="{179A7C1F-02F9-41EF-8943-0CB068134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451" y="5380038"/>
                <a:ext cx="50800" cy="111125"/>
              </a:xfrm>
              <a:custGeom>
                <a:avLst/>
                <a:gdLst>
                  <a:gd name="T0" fmla="*/ 13 w 13"/>
                  <a:gd name="T1" fmla="*/ 13 h 28"/>
                  <a:gd name="T2" fmla="*/ 8 w 13"/>
                  <a:gd name="T3" fmla="*/ 27 h 28"/>
                  <a:gd name="T4" fmla="*/ 1 w 13"/>
                  <a:gd name="T5" fmla="*/ 14 h 28"/>
                  <a:gd name="T6" fmla="*/ 6 w 13"/>
                  <a:gd name="T7" fmla="*/ 0 h 28"/>
                  <a:gd name="T8" fmla="*/ 13 w 13"/>
                  <a:gd name="T9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8">
                    <a:moveTo>
                      <a:pt x="13" y="13"/>
                    </a:moveTo>
                    <a:cubicBezTo>
                      <a:pt x="13" y="21"/>
                      <a:pt x="11" y="27"/>
                      <a:pt x="8" y="27"/>
                    </a:cubicBezTo>
                    <a:cubicBezTo>
                      <a:pt x="5" y="28"/>
                      <a:pt x="2" y="22"/>
                      <a:pt x="1" y="14"/>
                    </a:cubicBezTo>
                    <a:cubicBezTo>
                      <a:pt x="0" y="7"/>
                      <a:pt x="3" y="1"/>
                      <a:pt x="6" y="0"/>
                    </a:cubicBezTo>
                    <a:cubicBezTo>
                      <a:pt x="9" y="0"/>
                      <a:pt x="12" y="6"/>
                      <a:pt x="13" y="1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6" name="Freeform 635">
                <a:extLst>
                  <a:ext uri="{FF2B5EF4-FFF2-40B4-BE49-F238E27FC236}">
                    <a16:creationId xmlns:a16="http://schemas.microsoft.com/office/drawing/2014/main" id="{BA1B9953-6B71-42C3-8D94-80516E0425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451" y="5380038"/>
                <a:ext cx="50800" cy="111125"/>
              </a:xfrm>
              <a:custGeom>
                <a:avLst/>
                <a:gdLst>
                  <a:gd name="T0" fmla="*/ 13 w 13"/>
                  <a:gd name="T1" fmla="*/ 13 h 28"/>
                  <a:gd name="T2" fmla="*/ 8 w 13"/>
                  <a:gd name="T3" fmla="*/ 27 h 28"/>
                  <a:gd name="T4" fmla="*/ 1 w 13"/>
                  <a:gd name="T5" fmla="*/ 14 h 28"/>
                  <a:gd name="T6" fmla="*/ 6 w 13"/>
                  <a:gd name="T7" fmla="*/ 0 h 28"/>
                  <a:gd name="T8" fmla="*/ 13 w 13"/>
                  <a:gd name="T9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8">
                    <a:moveTo>
                      <a:pt x="13" y="13"/>
                    </a:moveTo>
                    <a:cubicBezTo>
                      <a:pt x="13" y="21"/>
                      <a:pt x="11" y="27"/>
                      <a:pt x="8" y="27"/>
                    </a:cubicBezTo>
                    <a:cubicBezTo>
                      <a:pt x="5" y="28"/>
                      <a:pt x="2" y="22"/>
                      <a:pt x="1" y="14"/>
                    </a:cubicBezTo>
                    <a:cubicBezTo>
                      <a:pt x="0" y="7"/>
                      <a:pt x="3" y="1"/>
                      <a:pt x="6" y="0"/>
                    </a:cubicBezTo>
                    <a:cubicBezTo>
                      <a:pt x="9" y="0"/>
                      <a:pt x="12" y="6"/>
                      <a:pt x="13" y="1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7" name="Freeform 636">
                <a:extLst>
                  <a:ext uri="{FF2B5EF4-FFF2-40B4-BE49-F238E27FC236}">
                    <a16:creationId xmlns:a16="http://schemas.microsoft.com/office/drawing/2014/main" id="{04592097-610E-420E-9B86-AAE406623E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376" y="5364163"/>
                <a:ext cx="52388" cy="115888"/>
              </a:xfrm>
              <a:custGeom>
                <a:avLst/>
                <a:gdLst>
                  <a:gd name="T0" fmla="*/ 8 w 13"/>
                  <a:gd name="T1" fmla="*/ 28 h 29"/>
                  <a:gd name="T2" fmla="*/ 6 w 13"/>
                  <a:gd name="T3" fmla="*/ 3 h 29"/>
                  <a:gd name="T4" fmla="*/ 4 w 13"/>
                  <a:gd name="T5" fmla="*/ 4 h 29"/>
                  <a:gd name="T6" fmla="*/ 1 w 13"/>
                  <a:gd name="T7" fmla="*/ 28 h 29"/>
                  <a:gd name="T8" fmla="*/ 1 w 13"/>
                  <a:gd name="T9" fmla="*/ 29 h 29"/>
                  <a:gd name="T10" fmla="*/ 7 w 13"/>
                  <a:gd name="T11" fmla="*/ 28 h 29"/>
                  <a:gd name="T12" fmla="*/ 8 w 13"/>
                  <a:gd name="T13" fmla="*/ 28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9">
                    <a:moveTo>
                      <a:pt x="8" y="28"/>
                    </a:moveTo>
                    <a:cubicBezTo>
                      <a:pt x="8" y="28"/>
                      <a:pt x="13" y="13"/>
                      <a:pt x="6" y="3"/>
                    </a:cubicBezTo>
                    <a:cubicBezTo>
                      <a:pt x="6" y="3"/>
                      <a:pt x="5" y="0"/>
                      <a:pt x="4" y="4"/>
                    </a:cubicBezTo>
                    <a:cubicBezTo>
                      <a:pt x="4" y="4"/>
                      <a:pt x="7" y="9"/>
                      <a:pt x="1" y="28"/>
                    </a:cubicBezTo>
                    <a:cubicBezTo>
                      <a:pt x="1" y="28"/>
                      <a:pt x="0" y="29"/>
                      <a:pt x="1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8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8" name="Freeform 637">
                <a:extLst>
                  <a:ext uri="{FF2B5EF4-FFF2-40B4-BE49-F238E27FC236}">
                    <a16:creationId xmlns:a16="http://schemas.microsoft.com/office/drawing/2014/main" id="{4F8F5C49-AB4E-4C21-BB64-345A68264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376" y="5364163"/>
                <a:ext cx="52388" cy="115888"/>
              </a:xfrm>
              <a:custGeom>
                <a:avLst/>
                <a:gdLst>
                  <a:gd name="T0" fmla="*/ 8 w 13"/>
                  <a:gd name="T1" fmla="*/ 28 h 29"/>
                  <a:gd name="T2" fmla="*/ 6 w 13"/>
                  <a:gd name="T3" fmla="*/ 3 h 29"/>
                  <a:gd name="T4" fmla="*/ 4 w 13"/>
                  <a:gd name="T5" fmla="*/ 4 h 29"/>
                  <a:gd name="T6" fmla="*/ 1 w 13"/>
                  <a:gd name="T7" fmla="*/ 28 h 29"/>
                  <a:gd name="T8" fmla="*/ 1 w 13"/>
                  <a:gd name="T9" fmla="*/ 29 h 29"/>
                  <a:gd name="T10" fmla="*/ 7 w 13"/>
                  <a:gd name="T11" fmla="*/ 28 h 29"/>
                  <a:gd name="T12" fmla="*/ 8 w 13"/>
                  <a:gd name="T13" fmla="*/ 28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9">
                    <a:moveTo>
                      <a:pt x="8" y="28"/>
                    </a:moveTo>
                    <a:cubicBezTo>
                      <a:pt x="8" y="28"/>
                      <a:pt x="13" y="13"/>
                      <a:pt x="6" y="3"/>
                    </a:cubicBezTo>
                    <a:cubicBezTo>
                      <a:pt x="6" y="3"/>
                      <a:pt x="5" y="0"/>
                      <a:pt x="4" y="4"/>
                    </a:cubicBezTo>
                    <a:cubicBezTo>
                      <a:pt x="4" y="4"/>
                      <a:pt x="7" y="9"/>
                      <a:pt x="1" y="28"/>
                    </a:cubicBezTo>
                    <a:cubicBezTo>
                      <a:pt x="1" y="28"/>
                      <a:pt x="0" y="29"/>
                      <a:pt x="1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8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9" name="Freeform 638">
                <a:extLst>
                  <a:ext uri="{FF2B5EF4-FFF2-40B4-BE49-F238E27FC236}">
                    <a16:creationId xmlns:a16="http://schemas.microsoft.com/office/drawing/2014/main" id="{A12B9B34-582E-46FD-8CF3-0CEFD47B1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18113"/>
                <a:ext cx="330200" cy="261938"/>
              </a:xfrm>
              <a:custGeom>
                <a:avLst/>
                <a:gdLst>
                  <a:gd name="T0" fmla="*/ 76 w 83"/>
                  <a:gd name="T1" fmla="*/ 27 h 66"/>
                  <a:gd name="T2" fmla="*/ 83 w 83"/>
                  <a:gd name="T3" fmla="*/ 39 h 66"/>
                  <a:gd name="T4" fmla="*/ 81 w 83"/>
                  <a:gd name="T5" fmla="*/ 55 h 66"/>
                  <a:gd name="T6" fmla="*/ 79 w 83"/>
                  <a:gd name="T7" fmla="*/ 61 h 66"/>
                  <a:gd name="T8" fmla="*/ 33 w 83"/>
                  <a:gd name="T9" fmla="*/ 65 h 66"/>
                  <a:gd name="T10" fmla="*/ 24 w 83"/>
                  <a:gd name="T11" fmla="*/ 44 h 66"/>
                  <a:gd name="T12" fmla="*/ 19 w 83"/>
                  <a:gd name="T13" fmla="*/ 60 h 66"/>
                  <a:gd name="T14" fmla="*/ 7 w 83"/>
                  <a:gd name="T15" fmla="*/ 54 h 66"/>
                  <a:gd name="T16" fmla="*/ 1 w 83"/>
                  <a:gd name="T17" fmla="*/ 36 h 66"/>
                  <a:gd name="T18" fmla="*/ 3 w 83"/>
                  <a:gd name="T19" fmla="*/ 21 h 66"/>
                  <a:gd name="T20" fmla="*/ 11 w 83"/>
                  <a:gd name="T21" fmla="*/ 5 h 66"/>
                  <a:gd name="T22" fmla="*/ 17 w 83"/>
                  <a:gd name="T23" fmla="*/ 4 h 66"/>
                  <a:gd name="T24" fmla="*/ 52 w 83"/>
                  <a:gd name="T25" fmla="*/ 3 h 66"/>
                  <a:gd name="T26" fmla="*/ 62 w 83"/>
                  <a:gd name="T27" fmla="*/ 8 h 66"/>
                  <a:gd name="T28" fmla="*/ 76 w 83"/>
                  <a:gd name="T29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66">
                    <a:moveTo>
                      <a:pt x="76" y="27"/>
                    </a:moveTo>
                    <a:cubicBezTo>
                      <a:pt x="76" y="27"/>
                      <a:pt x="81" y="29"/>
                      <a:pt x="83" y="39"/>
                    </a:cubicBezTo>
                    <a:cubicBezTo>
                      <a:pt x="83" y="39"/>
                      <a:pt x="83" y="45"/>
                      <a:pt x="81" y="55"/>
                    </a:cubicBezTo>
                    <a:cubicBezTo>
                      <a:pt x="81" y="57"/>
                      <a:pt x="79" y="61"/>
                      <a:pt x="79" y="61"/>
                    </a:cubicBezTo>
                    <a:cubicBezTo>
                      <a:pt x="79" y="61"/>
                      <a:pt x="52" y="66"/>
                      <a:pt x="33" y="65"/>
                    </a:cubicBezTo>
                    <a:cubicBezTo>
                      <a:pt x="33" y="65"/>
                      <a:pt x="30" y="46"/>
                      <a:pt x="24" y="44"/>
                    </a:cubicBezTo>
                    <a:cubicBezTo>
                      <a:pt x="18" y="42"/>
                      <a:pt x="19" y="56"/>
                      <a:pt x="19" y="60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7" y="54"/>
                      <a:pt x="3" y="37"/>
                      <a:pt x="1" y="36"/>
                    </a:cubicBezTo>
                    <a:cubicBezTo>
                      <a:pt x="1" y="36"/>
                      <a:pt x="0" y="25"/>
                      <a:pt x="3" y="21"/>
                    </a:cubicBezTo>
                    <a:cubicBezTo>
                      <a:pt x="3" y="21"/>
                      <a:pt x="7" y="6"/>
                      <a:pt x="11" y="5"/>
                    </a:cubicBezTo>
                    <a:cubicBezTo>
                      <a:pt x="15" y="3"/>
                      <a:pt x="17" y="4"/>
                      <a:pt x="17" y="4"/>
                    </a:cubicBezTo>
                    <a:cubicBezTo>
                      <a:pt x="17" y="4"/>
                      <a:pt x="27" y="0"/>
                      <a:pt x="52" y="3"/>
                    </a:cubicBezTo>
                    <a:cubicBezTo>
                      <a:pt x="52" y="3"/>
                      <a:pt x="58" y="3"/>
                      <a:pt x="62" y="8"/>
                    </a:cubicBezTo>
                    <a:cubicBezTo>
                      <a:pt x="62" y="8"/>
                      <a:pt x="74" y="21"/>
                      <a:pt x="76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0" name="Freeform 639">
                <a:extLst>
                  <a:ext uri="{FF2B5EF4-FFF2-40B4-BE49-F238E27FC236}">
                    <a16:creationId xmlns:a16="http://schemas.microsoft.com/office/drawing/2014/main" id="{DEC55FDB-AD7D-4FBB-BA23-9FE632C278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18113"/>
                <a:ext cx="330200" cy="261938"/>
              </a:xfrm>
              <a:custGeom>
                <a:avLst/>
                <a:gdLst>
                  <a:gd name="T0" fmla="*/ 76 w 83"/>
                  <a:gd name="T1" fmla="*/ 27 h 66"/>
                  <a:gd name="T2" fmla="*/ 83 w 83"/>
                  <a:gd name="T3" fmla="*/ 39 h 66"/>
                  <a:gd name="T4" fmla="*/ 81 w 83"/>
                  <a:gd name="T5" fmla="*/ 55 h 66"/>
                  <a:gd name="T6" fmla="*/ 79 w 83"/>
                  <a:gd name="T7" fmla="*/ 61 h 66"/>
                  <a:gd name="T8" fmla="*/ 33 w 83"/>
                  <a:gd name="T9" fmla="*/ 65 h 66"/>
                  <a:gd name="T10" fmla="*/ 24 w 83"/>
                  <a:gd name="T11" fmla="*/ 44 h 66"/>
                  <a:gd name="T12" fmla="*/ 19 w 83"/>
                  <a:gd name="T13" fmla="*/ 60 h 66"/>
                  <a:gd name="T14" fmla="*/ 7 w 83"/>
                  <a:gd name="T15" fmla="*/ 54 h 66"/>
                  <a:gd name="T16" fmla="*/ 1 w 83"/>
                  <a:gd name="T17" fmla="*/ 36 h 66"/>
                  <a:gd name="T18" fmla="*/ 3 w 83"/>
                  <a:gd name="T19" fmla="*/ 21 h 66"/>
                  <a:gd name="T20" fmla="*/ 11 w 83"/>
                  <a:gd name="T21" fmla="*/ 5 h 66"/>
                  <a:gd name="T22" fmla="*/ 17 w 83"/>
                  <a:gd name="T23" fmla="*/ 4 h 66"/>
                  <a:gd name="T24" fmla="*/ 52 w 83"/>
                  <a:gd name="T25" fmla="*/ 3 h 66"/>
                  <a:gd name="T26" fmla="*/ 62 w 83"/>
                  <a:gd name="T27" fmla="*/ 8 h 66"/>
                  <a:gd name="T28" fmla="*/ 76 w 83"/>
                  <a:gd name="T29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66">
                    <a:moveTo>
                      <a:pt x="76" y="27"/>
                    </a:moveTo>
                    <a:cubicBezTo>
                      <a:pt x="76" y="27"/>
                      <a:pt x="81" y="29"/>
                      <a:pt x="83" y="39"/>
                    </a:cubicBezTo>
                    <a:cubicBezTo>
                      <a:pt x="83" y="39"/>
                      <a:pt x="83" y="45"/>
                      <a:pt x="81" y="55"/>
                    </a:cubicBezTo>
                    <a:cubicBezTo>
                      <a:pt x="81" y="57"/>
                      <a:pt x="79" y="61"/>
                      <a:pt x="79" y="61"/>
                    </a:cubicBezTo>
                    <a:cubicBezTo>
                      <a:pt x="79" y="61"/>
                      <a:pt x="52" y="66"/>
                      <a:pt x="33" y="65"/>
                    </a:cubicBezTo>
                    <a:cubicBezTo>
                      <a:pt x="33" y="65"/>
                      <a:pt x="30" y="46"/>
                      <a:pt x="24" y="44"/>
                    </a:cubicBezTo>
                    <a:cubicBezTo>
                      <a:pt x="18" y="42"/>
                      <a:pt x="19" y="56"/>
                      <a:pt x="19" y="60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7" y="54"/>
                      <a:pt x="3" y="37"/>
                      <a:pt x="1" y="36"/>
                    </a:cubicBezTo>
                    <a:cubicBezTo>
                      <a:pt x="1" y="36"/>
                      <a:pt x="0" y="25"/>
                      <a:pt x="3" y="21"/>
                    </a:cubicBezTo>
                    <a:cubicBezTo>
                      <a:pt x="3" y="21"/>
                      <a:pt x="7" y="6"/>
                      <a:pt x="11" y="5"/>
                    </a:cubicBezTo>
                    <a:cubicBezTo>
                      <a:pt x="15" y="3"/>
                      <a:pt x="17" y="4"/>
                      <a:pt x="17" y="4"/>
                    </a:cubicBezTo>
                    <a:cubicBezTo>
                      <a:pt x="17" y="4"/>
                      <a:pt x="27" y="0"/>
                      <a:pt x="52" y="3"/>
                    </a:cubicBezTo>
                    <a:cubicBezTo>
                      <a:pt x="52" y="3"/>
                      <a:pt x="58" y="3"/>
                      <a:pt x="62" y="8"/>
                    </a:cubicBezTo>
                    <a:cubicBezTo>
                      <a:pt x="62" y="8"/>
                      <a:pt x="74" y="21"/>
                      <a:pt x="76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1" name="Freeform 640">
                <a:extLst>
                  <a:ext uri="{FF2B5EF4-FFF2-40B4-BE49-F238E27FC236}">
                    <a16:creationId xmlns:a16="http://schemas.microsoft.com/office/drawing/2014/main" id="{84D18D38-0959-4664-A762-771FAF00F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237163"/>
                <a:ext cx="215900" cy="107950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2" name="Freeform 641">
                <a:extLst>
                  <a:ext uri="{FF2B5EF4-FFF2-40B4-BE49-F238E27FC236}">
                    <a16:creationId xmlns:a16="http://schemas.microsoft.com/office/drawing/2014/main" id="{FAA8DA1C-181F-4FA2-B0C1-D5147E675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237163"/>
                <a:ext cx="215900" cy="107950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3" name="Freeform 642">
                <a:extLst>
                  <a:ext uri="{FF2B5EF4-FFF2-40B4-BE49-F238E27FC236}">
                    <a16:creationId xmlns:a16="http://schemas.microsoft.com/office/drawing/2014/main" id="{83843C2A-17AA-4D8A-A6F6-999E6BCD3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237163"/>
                <a:ext cx="215900" cy="107950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4" name="Freeform 643">
                <a:extLst>
                  <a:ext uri="{FF2B5EF4-FFF2-40B4-BE49-F238E27FC236}">
                    <a16:creationId xmlns:a16="http://schemas.microsoft.com/office/drawing/2014/main" id="{3449FC27-FD7C-4974-A097-A5E0526B15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241925"/>
                <a:ext cx="63500" cy="79375"/>
              </a:xfrm>
              <a:custGeom>
                <a:avLst/>
                <a:gdLst>
                  <a:gd name="T0" fmla="*/ 16 w 16"/>
                  <a:gd name="T1" fmla="*/ 20 h 20"/>
                  <a:gd name="T2" fmla="*/ 13 w 16"/>
                  <a:gd name="T3" fmla="*/ 5 h 20"/>
                  <a:gd name="T4" fmla="*/ 8 w 16"/>
                  <a:gd name="T5" fmla="*/ 0 h 20"/>
                  <a:gd name="T6" fmla="*/ 0 w 16"/>
                  <a:gd name="T7" fmla="*/ 13 h 20"/>
                  <a:gd name="T8" fmla="*/ 16 w 16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6" y="20"/>
                    </a:move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0"/>
                      <a:pt x="8" y="0"/>
                    </a:cubicBezTo>
                    <a:cubicBezTo>
                      <a:pt x="8" y="0"/>
                      <a:pt x="5" y="0"/>
                      <a:pt x="0" y="13"/>
                    </a:cubicBezTo>
                    <a:cubicBezTo>
                      <a:pt x="16" y="20"/>
                      <a:pt x="16" y="20"/>
                      <a:pt x="16" y="2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5" name="Freeform 644">
                <a:extLst>
                  <a:ext uri="{FF2B5EF4-FFF2-40B4-BE49-F238E27FC236}">
                    <a16:creationId xmlns:a16="http://schemas.microsoft.com/office/drawing/2014/main" id="{2B8C1E78-C602-4541-A071-F42360181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241925"/>
                <a:ext cx="63500" cy="79375"/>
              </a:xfrm>
              <a:custGeom>
                <a:avLst/>
                <a:gdLst>
                  <a:gd name="T0" fmla="*/ 16 w 16"/>
                  <a:gd name="T1" fmla="*/ 20 h 20"/>
                  <a:gd name="T2" fmla="*/ 13 w 16"/>
                  <a:gd name="T3" fmla="*/ 5 h 20"/>
                  <a:gd name="T4" fmla="*/ 8 w 16"/>
                  <a:gd name="T5" fmla="*/ 0 h 20"/>
                  <a:gd name="T6" fmla="*/ 0 w 16"/>
                  <a:gd name="T7" fmla="*/ 13 h 20"/>
                  <a:gd name="T8" fmla="*/ 16 w 16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6" y="20"/>
                    </a:move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0"/>
                      <a:pt x="8" y="0"/>
                    </a:cubicBezTo>
                    <a:cubicBezTo>
                      <a:pt x="8" y="0"/>
                      <a:pt x="5" y="0"/>
                      <a:pt x="0" y="13"/>
                    </a:cubicBezTo>
                    <a:cubicBezTo>
                      <a:pt x="16" y="20"/>
                      <a:pt x="16" y="20"/>
                      <a:pt x="16" y="2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6" name="Freeform 645">
                <a:extLst>
                  <a:ext uri="{FF2B5EF4-FFF2-40B4-BE49-F238E27FC236}">
                    <a16:creationId xmlns:a16="http://schemas.microsoft.com/office/drawing/2014/main" id="{D5847674-6FA3-42E8-A24D-057997BA6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6426" y="5321300"/>
                <a:ext cx="7938" cy="138113"/>
              </a:xfrm>
              <a:custGeom>
                <a:avLst/>
                <a:gdLst>
                  <a:gd name="T0" fmla="*/ 1 w 2"/>
                  <a:gd name="T1" fmla="*/ 35 h 35"/>
                  <a:gd name="T2" fmla="*/ 0 w 2"/>
                  <a:gd name="T3" fmla="*/ 10 h 35"/>
                  <a:gd name="T4" fmla="*/ 2 w 2"/>
                  <a:gd name="T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5">
                    <a:moveTo>
                      <a:pt x="1" y="35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4"/>
                      <a:pt x="2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7" name="Freeform 646">
                <a:extLst>
                  <a:ext uri="{FF2B5EF4-FFF2-40B4-BE49-F238E27FC236}">
                    <a16:creationId xmlns:a16="http://schemas.microsoft.com/office/drawing/2014/main" id="{B93CF838-8B10-42F2-BC79-9B240BE0D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6426" y="5321300"/>
                <a:ext cx="7938" cy="138113"/>
              </a:xfrm>
              <a:custGeom>
                <a:avLst/>
                <a:gdLst>
                  <a:gd name="T0" fmla="*/ 1 w 2"/>
                  <a:gd name="T1" fmla="*/ 35 h 35"/>
                  <a:gd name="T2" fmla="*/ 0 w 2"/>
                  <a:gd name="T3" fmla="*/ 10 h 35"/>
                  <a:gd name="T4" fmla="*/ 2 w 2"/>
                  <a:gd name="T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5">
                    <a:moveTo>
                      <a:pt x="1" y="35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4"/>
                      <a:pt x="2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8" name="Freeform 647">
                <a:extLst>
                  <a:ext uri="{FF2B5EF4-FFF2-40B4-BE49-F238E27FC236}">
                    <a16:creationId xmlns:a16="http://schemas.microsoft.com/office/drawing/2014/main" id="{CA0E7454-902D-4976-B7BD-4F888E7790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92725"/>
                <a:ext cx="31750" cy="127000"/>
              </a:xfrm>
              <a:custGeom>
                <a:avLst/>
                <a:gdLst>
                  <a:gd name="T0" fmla="*/ 6 w 8"/>
                  <a:gd name="T1" fmla="*/ 0 h 32"/>
                  <a:gd name="T2" fmla="*/ 8 w 8"/>
                  <a:gd name="T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" h="32">
                    <a:moveTo>
                      <a:pt x="6" y="0"/>
                    </a:moveTo>
                    <a:cubicBezTo>
                      <a:pt x="6" y="0"/>
                      <a:pt x="0" y="9"/>
                      <a:pt x="8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9" name="Freeform 648">
                <a:extLst>
                  <a:ext uri="{FF2B5EF4-FFF2-40B4-BE49-F238E27FC236}">
                    <a16:creationId xmlns:a16="http://schemas.microsoft.com/office/drawing/2014/main" id="{E16416B8-3038-4568-904F-27321DB394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92725"/>
                <a:ext cx="31750" cy="127000"/>
              </a:xfrm>
              <a:custGeom>
                <a:avLst/>
                <a:gdLst>
                  <a:gd name="T0" fmla="*/ 6 w 8"/>
                  <a:gd name="T1" fmla="*/ 0 h 32"/>
                  <a:gd name="T2" fmla="*/ 8 w 8"/>
                  <a:gd name="T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" h="32">
                    <a:moveTo>
                      <a:pt x="6" y="0"/>
                    </a:moveTo>
                    <a:cubicBezTo>
                      <a:pt x="6" y="0"/>
                      <a:pt x="0" y="9"/>
                      <a:pt x="8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0" name="Freeform 649">
                <a:extLst>
                  <a:ext uri="{FF2B5EF4-FFF2-40B4-BE49-F238E27FC236}">
                    <a16:creationId xmlns:a16="http://schemas.microsoft.com/office/drawing/2014/main" id="{57406EEB-94B6-41F3-BD8D-081270154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251" y="5376863"/>
                <a:ext cx="39688" cy="87313"/>
              </a:xfrm>
              <a:custGeom>
                <a:avLst/>
                <a:gdLst>
                  <a:gd name="T0" fmla="*/ 2 w 10"/>
                  <a:gd name="T1" fmla="*/ 20 h 22"/>
                  <a:gd name="T2" fmla="*/ 6 w 10"/>
                  <a:gd name="T3" fmla="*/ 22 h 22"/>
                  <a:gd name="T4" fmla="*/ 10 w 10"/>
                  <a:gd name="T5" fmla="*/ 7 h 22"/>
                  <a:gd name="T6" fmla="*/ 2 w 10"/>
                  <a:gd name="T7" fmla="*/ 6 h 22"/>
                  <a:gd name="T8" fmla="*/ 2 w 10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2">
                    <a:moveTo>
                      <a:pt x="2" y="20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5" y="0"/>
                      <a:pt x="2" y="6"/>
                    </a:cubicBezTo>
                    <a:cubicBezTo>
                      <a:pt x="0" y="12"/>
                      <a:pt x="2" y="20"/>
                      <a:pt x="2" y="2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1" name="Freeform 650">
                <a:extLst>
                  <a:ext uri="{FF2B5EF4-FFF2-40B4-BE49-F238E27FC236}">
                    <a16:creationId xmlns:a16="http://schemas.microsoft.com/office/drawing/2014/main" id="{C749016F-43BF-4E82-98A0-983695F60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251" y="5376863"/>
                <a:ext cx="39688" cy="87313"/>
              </a:xfrm>
              <a:custGeom>
                <a:avLst/>
                <a:gdLst>
                  <a:gd name="T0" fmla="*/ 2 w 10"/>
                  <a:gd name="T1" fmla="*/ 20 h 22"/>
                  <a:gd name="T2" fmla="*/ 6 w 10"/>
                  <a:gd name="T3" fmla="*/ 22 h 22"/>
                  <a:gd name="T4" fmla="*/ 10 w 10"/>
                  <a:gd name="T5" fmla="*/ 7 h 22"/>
                  <a:gd name="T6" fmla="*/ 2 w 10"/>
                  <a:gd name="T7" fmla="*/ 6 h 22"/>
                  <a:gd name="T8" fmla="*/ 2 w 10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2">
                    <a:moveTo>
                      <a:pt x="2" y="20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5" y="0"/>
                      <a:pt x="2" y="6"/>
                    </a:cubicBezTo>
                    <a:cubicBezTo>
                      <a:pt x="0" y="12"/>
                      <a:pt x="2" y="20"/>
                      <a:pt x="2" y="2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2" name="Freeform 651">
                <a:extLst>
                  <a:ext uri="{FF2B5EF4-FFF2-40B4-BE49-F238E27FC236}">
                    <a16:creationId xmlns:a16="http://schemas.microsoft.com/office/drawing/2014/main" id="{700F081B-0C03-44B1-9218-531260FF5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403850"/>
                <a:ext cx="47625" cy="95250"/>
              </a:xfrm>
              <a:custGeom>
                <a:avLst/>
                <a:gdLst>
                  <a:gd name="T0" fmla="*/ 11 w 12"/>
                  <a:gd name="T1" fmla="*/ 16 h 24"/>
                  <a:gd name="T2" fmla="*/ 9 w 12"/>
                  <a:gd name="T3" fmla="*/ 24 h 24"/>
                  <a:gd name="T4" fmla="*/ 4 w 12"/>
                  <a:gd name="T5" fmla="*/ 24 h 24"/>
                  <a:gd name="T6" fmla="*/ 0 w 12"/>
                  <a:gd name="T7" fmla="*/ 11 h 24"/>
                  <a:gd name="T8" fmla="*/ 1 w 12"/>
                  <a:gd name="T9" fmla="*/ 0 h 24"/>
                  <a:gd name="T10" fmla="*/ 3 w 12"/>
                  <a:gd name="T11" fmla="*/ 0 h 24"/>
                  <a:gd name="T12" fmla="*/ 11 w 12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11" y="16"/>
                    </a:moveTo>
                    <a:cubicBezTo>
                      <a:pt x="12" y="17"/>
                      <a:pt x="11" y="22"/>
                      <a:pt x="9" y="24"/>
                    </a:cubicBezTo>
                    <a:cubicBezTo>
                      <a:pt x="9" y="24"/>
                      <a:pt x="4" y="24"/>
                      <a:pt x="4" y="24"/>
                    </a:cubicBezTo>
                    <a:cubicBezTo>
                      <a:pt x="4" y="24"/>
                      <a:pt x="1" y="17"/>
                      <a:pt x="0" y="11"/>
                    </a:cubicBezTo>
                    <a:cubicBezTo>
                      <a:pt x="0" y="7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6" y="0"/>
                      <a:pt x="11" y="16"/>
                      <a:pt x="11" y="1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3" name="Freeform 652">
                <a:extLst>
                  <a:ext uri="{FF2B5EF4-FFF2-40B4-BE49-F238E27FC236}">
                    <a16:creationId xmlns:a16="http://schemas.microsoft.com/office/drawing/2014/main" id="{EF4C71F1-CD3C-42D2-AC5B-62785F9BC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403850"/>
                <a:ext cx="47625" cy="95250"/>
              </a:xfrm>
              <a:custGeom>
                <a:avLst/>
                <a:gdLst>
                  <a:gd name="T0" fmla="*/ 11 w 12"/>
                  <a:gd name="T1" fmla="*/ 16 h 24"/>
                  <a:gd name="T2" fmla="*/ 9 w 12"/>
                  <a:gd name="T3" fmla="*/ 24 h 24"/>
                  <a:gd name="T4" fmla="*/ 4 w 12"/>
                  <a:gd name="T5" fmla="*/ 24 h 24"/>
                  <a:gd name="T6" fmla="*/ 0 w 12"/>
                  <a:gd name="T7" fmla="*/ 11 h 24"/>
                  <a:gd name="T8" fmla="*/ 1 w 12"/>
                  <a:gd name="T9" fmla="*/ 0 h 24"/>
                  <a:gd name="T10" fmla="*/ 3 w 12"/>
                  <a:gd name="T11" fmla="*/ 0 h 24"/>
                  <a:gd name="T12" fmla="*/ 11 w 12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11" y="16"/>
                    </a:moveTo>
                    <a:cubicBezTo>
                      <a:pt x="12" y="17"/>
                      <a:pt x="11" y="22"/>
                      <a:pt x="9" y="24"/>
                    </a:cubicBezTo>
                    <a:cubicBezTo>
                      <a:pt x="9" y="24"/>
                      <a:pt x="4" y="24"/>
                      <a:pt x="4" y="24"/>
                    </a:cubicBezTo>
                    <a:cubicBezTo>
                      <a:pt x="4" y="24"/>
                      <a:pt x="1" y="17"/>
                      <a:pt x="0" y="11"/>
                    </a:cubicBezTo>
                    <a:cubicBezTo>
                      <a:pt x="0" y="7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6" y="0"/>
                      <a:pt x="11" y="16"/>
                      <a:pt x="11" y="1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4" name="Freeform 653">
                <a:extLst>
                  <a:ext uri="{FF2B5EF4-FFF2-40B4-BE49-F238E27FC236}">
                    <a16:creationId xmlns:a16="http://schemas.microsoft.com/office/drawing/2014/main" id="{33EFB101-3292-4F82-AC30-43A25D21D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188" y="5403850"/>
                <a:ext cx="42863" cy="95250"/>
              </a:xfrm>
              <a:custGeom>
                <a:avLst/>
                <a:gdLst>
                  <a:gd name="T0" fmla="*/ 11 w 11"/>
                  <a:gd name="T1" fmla="*/ 12 h 24"/>
                  <a:gd name="T2" fmla="*/ 7 w 11"/>
                  <a:gd name="T3" fmla="*/ 24 h 24"/>
                  <a:gd name="T4" fmla="*/ 1 w 11"/>
                  <a:gd name="T5" fmla="*/ 12 h 24"/>
                  <a:gd name="T6" fmla="*/ 5 w 11"/>
                  <a:gd name="T7" fmla="*/ 0 h 24"/>
                  <a:gd name="T8" fmla="*/ 11 w 11"/>
                  <a:gd name="T9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4">
                    <a:moveTo>
                      <a:pt x="11" y="12"/>
                    </a:moveTo>
                    <a:cubicBezTo>
                      <a:pt x="11" y="18"/>
                      <a:pt x="10" y="24"/>
                      <a:pt x="7" y="24"/>
                    </a:cubicBezTo>
                    <a:cubicBezTo>
                      <a:pt x="4" y="24"/>
                      <a:pt x="1" y="19"/>
                      <a:pt x="1" y="12"/>
                    </a:cubicBezTo>
                    <a:cubicBezTo>
                      <a:pt x="0" y="6"/>
                      <a:pt x="2" y="0"/>
                      <a:pt x="5" y="0"/>
                    </a:cubicBezTo>
                    <a:cubicBezTo>
                      <a:pt x="8" y="0"/>
                      <a:pt x="10" y="5"/>
                      <a:pt x="11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5" name="Freeform 654">
                <a:extLst>
                  <a:ext uri="{FF2B5EF4-FFF2-40B4-BE49-F238E27FC236}">
                    <a16:creationId xmlns:a16="http://schemas.microsoft.com/office/drawing/2014/main" id="{E6DA2327-041B-4A6F-B5FE-E86C0CEEC9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188" y="5403850"/>
                <a:ext cx="42863" cy="95250"/>
              </a:xfrm>
              <a:custGeom>
                <a:avLst/>
                <a:gdLst>
                  <a:gd name="T0" fmla="*/ 11 w 11"/>
                  <a:gd name="T1" fmla="*/ 12 h 24"/>
                  <a:gd name="T2" fmla="*/ 7 w 11"/>
                  <a:gd name="T3" fmla="*/ 24 h 24"/>
                  <a:gd name="T4" fmla="*/ 1 w 11"/>
                  <a:gd name="T5" fmla="*/ 12 h 24"/>
                  <a:gd name="T6" fmla="*/ 5 w 11"/>
                  <a:gd name="T7" fmla="*/ 0 h 24"/>
                  <a:gd name="T8" fmla="*/ 11 w 11"/>
                  <a:gd name="T9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4">
                    <a:moveTo>
                      <a:pt x="11" y="12"/>
                    </a:moveTo>
                    <a:cubicBezTo>
                      <a:pt x="11" y="18"/>
                      <a:pt x="10" y="24"/>
                      <a:pt x="7" y="24"/>
                    </a:cubicBezTo>
                    <a:cubicBezTo>
                      <a:pt x="4" y="24"/>
                      <a:pt x="1" y="19"/>
                      <a:pt x="1" y="12"/>
                    </a:cubicBezTo>
                    <a:cubicBezTo>
                      <a:pt x="0" y="6"/>
                      <a:pt x="2" y="0"/>
                      <a:pt x="5" y="0"/>
                    </a:cubicBezTo>
                    <a:cubicBezTo>
                      <a:pt x="8" y="0"/>
                      <a:pt x="10" y="5"/>
                      <a:pt x="11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6" name="Freeform 655">
                <a:extLst>
                  <a:ext uri="{FF2B5EF4-FFF2-40B4-BE49-F238E27FC236}">
                    <a16:creationId xmlns:a16="http://schemas.microsoft.com/office/drawing/2014/main" id="{7FC90A69-595C-4427-B21D-7AC3D42031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54363" y="5416550"/>
                <a:ext cx="31750" cy="74613"/>
              </a:xfrm>
              <a:custGeom>
                <a:avLst/>
                <a:gdLst>
                  <a:gd name="T0" fmla="*/ 5 w 8"/>
                  <a:gd name="T1" fmla="*/ 17 h 19"/>
                  <a:gd name="T2" fmla="*/ 5 w 8"/>
                  <a:gd name="T3" fmla="*/ 17 h 19"/>
                  <a:gd name="T4" fmla="*/ 4 w 8"/>
                  <a:gd name="T5" fmla="*/ 17 h 19"/>
                  <a:gd name="T6" fmla="*/ 2 w 8"/>
                  <a:gd name="T7" fmla="*/ 14 h 19"/>
                  <a:gd name="T8" fmla="*/ 4 w 8"/>
                  <a:gd name="T9" fmla="*/ 11 h 19"/>
                  <a:gd name="T10" fmla="*/ 5 w 8"/>
                  <a:gd name="T11" fmla="*/ 17 h 19"/>
                  <a:gd name="T12" fmla="*/ 5 w 8"/>
                  <a:gd name="T13" fmla="*/ 17 h 19"/>
                  <a:gd name="T14" fmla="*/ 7 w 8"/>
                  <a:gd name="T15" fmla="*/ 13 h 19"/>
                  <a:gd name="T16" fmla="*/ 5 w 8"/>
                  <a:gd name="T17" fmla="*/ 17 h 19"/>
                  <a:gd name="T18" fmla="*/ 5 w 8"/>
                  <a:gd name="T19" fmla="*/ 11 h 19"/>
                  <a:gd name="T20" fmla="*/ 7 w 8"/>
                  <a:gd name="T21" fmla="*/ 11 h 19"/>
                  <a:gd name="T22" fmla="*/ 7 w 8"/>
                  <a:gd name="T23" fmla="*/ 13 h 19"/>
                  <a:gd name="T24" fmla="*/ 2 w 8"/>
                  <a:gd name="T25" fmla="*/ 13 h 19"/>
                  <a:gd name="T26" fmla="*/ 2 w 8"/>
                  <a:gd name="T27" fmla="*/ 12 h 19"/>
                  <a:gd name="T28" fmla="*/ 1 w 8"/>
                  <a:gd name="T29" fmla="*/ 6 h 19"/>
                  <a:gd name="T30" fmla="*/ 2 w 8"/>
                  <a:gd name="T31" fmla="*/ 5 h 19"/>
                  <a:gd name="T32" fmla="*/ 4 w 8"/>
                  <a:gd name="T33" fmla="*/ 10 h 19"/>
                  <a:gd name="T34" fmla="*/ 2 w 8"/>
                  <a:gd name="T35" fmla="*/ 13 h 19"/>
                  <a:gd name="T36" fmla="*/ 7 w 8"/>
                  <a:gd name="T37" fmla="*/ 7 h 19"/>
                  <a:gd name="T38" fmla="*/ 7 w 8"/>
                  <a:gd name="T39" fmla="*/ 10 h 19"/>
                  <a:gd name="T40" fmla="*/ 5 w 8"/>
                  <a:gd name="T41" fmla="*/ 9 h 19"/>
                  <a:gd name="T42" fmla="*/ 5 w 8"/>
                  <a:gd name="T43" fmla="*/ 2 h 19"/>
                  <a:gd name="T44" fmla="*/ 7 w 8"/>
                  <a:gd name="T45" fmla="*/ 7 h 19"/>
                  <a:gd name="T46" fmla="*/ 4 w 8"/>
                  <a:gd name="T47" fmla="*/ 8 h 19"/>
                  <a:gd name="T48" fmla="*/ 2 w 8"/>
                  <a:gd name="T49" fmla="*/ 4 h 19"/>
                  <a:gd name="T50" fmla="*/ 4 w 8"/>
                  <a:gd name="T51" fmla="*/ 2 h 19"/>
                  <a:gd name="T52" fmla="*/ 5 w 8"/>
                  <a:gd name="T53" fmla="*/ 2 h 19"/>
                  <a:gd name="T54" fmla="*/ 4 w 8"/>
                  <a:gd name="T55" fmla="*/ 8 h 19"/>
                  <a:gd name="T56" fmla="*/ 5 w 8"/>
                  <a:gd name="T57" fmla="*/ 1 h 19"/>
                  <a:gd name="T58" fmla="*/ 4 w 8"/>
                  <a:gd name="T59" fmla="*/ 0 h 19"/>
                  <a:gd name="T60" fmla="*/ 4 w 8"/>
                  <a:gd name="T61" fmla="*/ 0 h 19"/>
                  <a:gd name="T62" fmla="*/ 1 w 8"/>
                  <a:gd name="T63" fmla="*/ 5 h 19"/>
                  <a:gd name="T64" fmla="*/ 3 w 8"/>
                  <a:gd name="T65" fmla="*/ 18 h 19"/>
                  <a:gd name="T66" fmla="*/ 5 w 8"/>
                  <a:gd name="T67" fmla="*/ 19 h 19"/>
                  <a:gd name="T68" fmla="*/ 8 w 8"/>
                  <a:gd name="T69" fmla="*/ 14 h 19"/>
                  <a:gd name="T70" fmla="*/ 5 w 8"/>
                  <a:gd name="T71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" h="19">
                    <a:moveTo>
                      <a:pt x="5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6"/>
                      <a:pt x="2" y="15"/>
                      <a:pt x="2" y="14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moveTo>
                      <a:pt x="7" y="13"/>
                    </a:moveTo>
                    <a:cubicBezTo>
                      <a:pt x="7" y="15"/>
                      <a:pt x="6" y="17"/>
                      <a:pt x="5" y="17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2"/>
                      <a:pt x="7" y="12"/>
                      <a:pt x="7" y="13"/>
                    </a:cubicBezTo>
                    <a:moveTo>
                      <a:pt x="2" y="13"/>
                    </a:moveTo>
                    <a:cubicBezTo>
                      <a:pt x="2" y="13"/>
                      <a:pt x="2" y="13"/>
                      <a:pt x="2" y="12"/>
                    </a:cubicBezTo>
                    <a:cubicBezTo>
                      <a:pt x="1" y="10"/>
                      <a:pt x="1" y="8"/>
                      <a:pt x="1" y="6"/>
                    </a:cubicBezTo>
                    <a:cubicBezTo>
                      <a:pt x="2" y="6"/>
                      <a:pt x="2" y="5"/>
                      <a:pt x="2" y="5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2" y="13"/>
                    </a:lnTo>
                    <a:close/>
                    <a:moveTo>
                      <a:pt x="7" y="7"/>
                    </a:moveTo>
                    <a:cubicBezTo>
                      <a:pt x="7" y="8"/>
                      <a:pt x="7" y="9"/>
                      <a:pt x="7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6" y="5"/>
                      <a:pt x="7" y="7"/>
                    </a:cubicBezTo>
                    <a:moveTo>
                      <a:pt x="4" y="8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2"/>
                      <a:pt x="3" y="2"/>
                      <a:pt x="4" y="2"/>
                    </a:cubicBezTo>
                    <a:cubicBezTo>
                      <a:pt x="4" y="1"/>
                      <a:pt x="5" y="2"/>
                      <a:pt x="5" y="2"/>
                    </a:cubicBezTo>
                    <a:lnTo>
                      <a:pt x="4" y="8"/>
                    </a:lnTo>
                    <a:close/>
                    <a:moveTo>
                      <a:pt x="5" y="1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2"/>
                      <a:pt x="1" y="5"/>
                    </a:cubicBezTo>
                    <a:cubicBezTo>
                      <a:pt x="0" y="10"/>
                      <a:pt x="1" y="16"/>
                      <a:pt x="3" y="18"/>
                    </a:cubicBezTo>
                    <a:cubicBezTo>
                      <a:pt x="4" y="19"/>
                      <a:pt x="4" y="19"/>
                      <a:pt x="5" y="19"/>
                    </a:cubicBezTo>
                    <a:cubicBezTo>
                      <a:pt x="6" y="19"/>
                      <a:pt x="7" y="17"/>
                      <a:pt x="8" y="14"/>
                    </a:cubicBezTo>
                    <a:cubicBezTo>
                      <a:pt x="8" y="9"/>
                      <a:pt x="7" y="3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7" name="Freeform 656">
                <a:extLst>
                  <a:ext uri="{FF2B5EF4-FFF2-40B4-BE49-F238E27FC236}">
                    <a16:creationId xmlns:a16="http://schemas.microsoft.com/office/drawing/2014/main" id="{12CEFDFE-4B37-45FA-834B-034A5CE5BD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54363" y="5416550"/>
                <a:ext cx="31750" cy="74613"/>
              </a:xfrm>
              <a:custGeom>
                <a:avLst/>
                <a:gdLst>
                  <a:gd name="T0" fmla="*/ 5 w 8"/>
                  <a:gd name="T1" fmla="*/ 17 h 19"/>
                  <a:gd name="T2" fmla="*/ 5 w 8"/>
                  <a:gd name="T3" fmla="*/ 17 h 19"/>
                  <a:gd name="T4" fmla="*/ 4 w 8"/>
                  <a:gd name="T5" fmla="*/ 17 h 19"/>
                  <a:gd name="T6" fmla="*/ 2 w 8"/>
                  <a:gd name="T7" fmla="*/ 14 h 19"/>
                  <a:gd name="T8" fmla="*/ 4 w 8"/>
                  <a:gd name="T9" fmla="*/ 11 h 19"/>
                  <a:gd name="T10" fmla="*/ 5 w 8"/>
                  <a:gd name="T11" fmla="*/ 17 h 19"/>
                  <a:gd name="T12" fmla="*/ 5 w 8"/>
                  <a:gd name="T13" fmla="*/ 17 h 19"/>
                  <a:gd name="T14" fmla="*/ 7 w 8"/>
                  <a:gd name="T15" fmla="*/ 13 h 19"/>
                  <a:gd name="T16" fmla="*/ 5 w 8"/>
                  <a:gd name="T17" fmla="*/ 17 h 19"/>
                  <a:gd name="T18" fmla="*/ 5 w 8"/>
                  <a:gd name="T19" fmla="*/ 11 h 19"/>
                  <a:gd name="T20" fmla="*/ 7 w 8"/>
                  <a:gd name="T21" fmla="*/ 11 h 19"/>
                  <a:gd name="T22" fmla="*/ 7 w 8"/>
                  <a:gd name="T23" fmla="*/ 13 h 19"/>
                  <a:gd name="T24" fmla="*/ 2 w 8"/>
                  <a:gd name="T25" fmla="*/ 13 h 19"/>
                  <a:gd name="T26" fmla="*/ 2 w 8"/>
                  <a:gd name="T27" fmla="*/ 12 h 19"/>
                  <a:gd name="T28" fmla="*/ 1 w 8"/>
                  <a:gd name="T29" fmla="*/ 6 h 19"/>
                  <a:gd name="T30" fmla="*/ 2 w 8"/>
                  <a:gd name="T31" fmla="*/ 5 h 19"/>
                  <a:gd name="T32" fmla="*/ 4 w 8"/>
                  <a:gd name="T33" fmla="*/ 10 h 19"/>
                  <a:gd name="T34" fmla="*/ 2 w 8"/>
                  <a:gd name="T35" fmla="*/ 13 h 19"/>
                  <a:gd name="T36" fmla="*/ 7 w 8"/>
                  <a:gd name="T37" fmla="*/ 7 h 19"/>
                  <a:gd name="T38" fmla="*/ 7 w 8"/>
                  <a:gd name="T39" fmla="*/ 10 h 19"/>
                  <a:gd name="T40" fmla="*/ 5 w 8"/>
                  <a:gd name="T41" fmla="*/ 9 h 19"/>
                  <a:gd name="T42" fmla="*/ 5 w 8"/>
                  <a:gd name="T43" fmla="*/ 2 h 19"/>
                  <a:gd name="T44" fmla="*/ 7 w 8"/>
                  <a:gd name="T45" fmla="*/ 7 h 19"/>
                  <a:gd name="T46" fmla="*/ 4 w 8"/>
                  <a:gd name="T47" fmla="*/ 8 h 19"/>
                  <a:gd name="T48" fmla="*/ 2 w 8"/>
                  <a:gd name="T49" fmla="*/ 4 h 19"/>
                  <a:gd name="T50" fmla="*/ 4 w 8"/>
                  <a:gd name="T51" fmla="*/ 2 h 19"/>
                  <a:gd name="T52" fmla="*/ 5 w 8"/>
                  <a:gd name="T53" fmla="*/ 2 h 19"/>
                  <a:gd name="T54" fmla="*/ 4 w 8"/>
                  <a:gd name="T55" fmla="*/ 8 h 19"/>
                  <a:gd name="T56" fmla="*/ 5 w 8"/>
                  <a:gd name="T57" fmla="*/ 1 h 19"/>
                  <a:gd name="T58" fmla="*/ 4 w 8"/>
                  <a:gd name="T59" fmla="*/ 0 h 19"/>
                  <a:gd name="T60" fmla="*/ 4 w 8"/>
                  <a:gd name="T61" fmla="*/ 0 h 19"/>
                  <a:gd name="T62" fmla="*/ 1 w 8"/>
                  <a:gd name="T63" fmla="*/ 5 h 19"/>
                  <a:gd name="T64" fmla="*/ 3 w 8"/>
                  <a:gd name="T65" fmla="*/ 18 h 19"/>
                  <a:gd name="T66" fmla="*/ 5 w 8"/>
                  <a:gd name="T67" fmla="*/ 19 h 19"/>
                  <a:gd name="T68" fmla="*/ 8 w 8"/>
                  <a:gd name="T69" fmla="*/ 14 h 19"/>
                  <a:gd name="T70" fmla="*/ 5 w 8"/>
                  <a:gd name="T71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" h="19">
                    <a:moveTo>
                      <a:pt x="5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6"/>
                      <a:pt x="2" y="15"/>
                      <a:pt x="2" y="14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moveTo>
                      <a:pt x="7" y="13"/>
                    </a:moveTo>
                    <a:cubicBezTo>
                      <a:pt x="7" y="15"/>
                      <a:pt x="6" y="17"/>
                      <a:pt x="5" y="17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2"/>
                      <a:pt x="7" y="12"/>
                      <a:pt x="7" y="13"/>
                    </a:cubicBezTo>
                    <a:moveTo>
                      <a:pt x="2" y="13"/>
                    </a:moveTo>
                    <a:cubicBezTo>
                      <a:pt x="2" y="13"/>
                      <a:pt x="2" y="13"/>
                      <a:pt x="2" y="12"/>
                    </a:cubicBezTo>
                    <a:cubicBezTo>
                      <a:pt x="1" y="10"/>
                      <a:pt x="1" y="8"/>
                      <a:pt x="1" y="6"/>
                    </a:cubicBezTo>
                    <a:cubicBezTo>
                      <a:pt x="2" y="6"/>
                      <a:pt x="2" y="5"/>
                      <a:pt x="2" y="5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2" y="13"/>
                    </a:lnTo>
                    <a:close/>
                    <a:moveTo>
                      <a:pt x="7" y="7"/>
                    </a:moveTo>
                    <a:cubicBezTo>
                      <a:pt x="7" y="8"/>
                      <a:pt x="7" y="9"/>
                      <a:pt x="7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6" y="5"/>
                      <a:pt x="7" y="7"/>
                    </a:cubicBezTo>
                    <a:moveTo>
                      <a:pt x="4" y="8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2"/>
                      <a:pt x="3" y="2"/>
                      <a:pt x="4" y="2"/>
                    </a:cubicBezTo>
                    <a:cubicBezTo>
                      <a:pt x="4" y="1"/>
                      <a:pt x="5" y="2"/>
                      <a:pt x="5" y="2"/>
                    </a:cubicBezTo>
                    <a:lnTo>
                      <a:pt x="4" y="8"/>
                    </a:lnTo>
                    <a:close/>
                    <a:moveTo>
                      <a:pt x="5" y="1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2"/>
                      <a:pt x="1" y="5"/>
                    </a:cubicBezTo>
                    <a:cubicBezTo>
                      <a:pt x="0" y="10"/>
                      <a:pt x="1" y="16"/>
                      <a:pt x="3" y="18"/>
                    </a:cubicBezTo>
                    <a:cubicBezTo>
                      <a:pt x="4" y="19"/>
                      <a:pt x="4" y="19"/>
                      <a:pt x="5" y="19"/>
                    </a:cubicBezTo>
                    <a:cubicBezTo>
                      <a:pt x="6" y="19"/>
                      <a:pt x="7" y="17"/>
                      <a:pt x="8" y="14"/>
                    </a:cubicBezTo>
                    <a:cubicBezTo>
                      <a:pt x="8" y="9"/>
                      <a:pt x="7" y="3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8" name="Freeform 657">
                <a:extLst>
                  <a:ext uri="{FF2B5EF4-FFF2-40B4-BE49-F238E27FC236}">
                    <a16:creationId xmlns:a16="http://schemas.microsoft.com/office/drawing/2014/main" id="{22FBFF50-E632-441B-8090-33915994B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488" y="5372100"/>
                <a:ext cx="87313" cy="111125"/>
              </a:xfrm>
              <a:custGeom>
                <a:avLst/>
                <a:gdLst>
                  <a:gd name="T0" fmla="*/ 21 w 22"/>
                  <a:gd name="T1" fmla="*/ 27 h 28"/>
                  <a:gd name="T2" fmla="*/ 15 w 22"/>
                  <a:gd name="T3" fmla="*/ 5 h 28"/>
                  <a:gd name="T4" fmla="*/ 3 w 22"/>
                  <a:gd name="T5" fmla="*/ 6 h 28"/>
                  <a:gd name="T6" fmla="*/ 3 w 22"/>
                  <a:gd name="T7" fmla="*/ 21 h 28"/>
                  <a:gd name="T8" fmla="*/ 4 w 22"/>
                  <a:gd name="T9" fmla="*/ 22 h 28"/>
                  <a:gd name="T10" fmla="*/ 7 w 22"/>
                  <a:gd name="T11" fmla="*/ 7 h 28"/>
                  <a:gd name="T12" fmla="*/ 13 w 22"/>
                  <a:gd name="T13" fmla="*/ 23 h 28"/>
                  <a:gd name="T14" fmla="*/ 14 w 22"/>
                  <a:gd name="T15" fmla="*/ 28 h 28"/>
                  <a:gd name="T16" fmla="*/ 21 w 22"/>
                  <a:gd name="T17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28">
                    <a:moveTo>
                      <a:pt x="21" y="27"/>
                    </a:moveTo>
                    <a:cubicBezTo>
                      <a:pt x="21" y="27"/>
                      <a:pt x="21" y="10"/>
                      <a:pt x="15" y="5"/>
                    </a:cubicBezTo>
                    <a:cubicBezTo>
                      <a:pt x="9" y="0"/>
                      <a:pt x="5" y="1"/>
                      <a:pt x="3" y="6"/>
                    </a:cubicBezTo>
                    <a:cubicBezTo>
                      <a:pt x="0" y="10"/>
                      <a:pt x="3" y="21"/>
                      <a:pt x="3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1" y="3"/>
                      <a:pt x="7" y="7"/>
                    </a:cubicBezTo>
                    <a:cubicBezTo>
                      <a:pt x="11" y="9"/>
                      <a:pt x="13" y="23"/>
                      <a:pt x="13" y="23"/>
                    </a:cubicBezTo>
                    <a:cubicBezTo>
                      <a:pt x="13" y="23"/>
                      <a:pt x="14" y="28"/>
                      <a:pt x="14" y="28"/>
                    </a:cubicBezTo>
                    <a:cubicBezTo>
                      <a:pt x="17" y="28"/>
                      <a:pt x="22" y="28"/>
                      <a:pt x="21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9" name="Freeform 658">
                <a:extLst>
                  <a:ext uri="{FF2B5EF4-FFF2-40B4-BE49-F238E27FC236}">
                    <a16:creationId xmlns:a16="http://schemas.microsoft.com/office/drawing/2014/main" id="{76CAC3A7-C8D8-426C-9C66-68E5C9730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488" y="5372100"/>
                <a:ext cx="87313" cy="111125"/>
              </a:xfrm>
              <a:custGeom>
                <a:avLst/>
                <a:gdLst>
                  <a:gd name="T0" fmla="*/ 21 w 22"/>
                  <a:gd name="T1" fmla="*/ 27 h 28"/>
                  <a:gd name="T2" fmla="*/ 15 w 22"/>
                  <a:gd name="T3" fmla="*/ 5 h 28"/>
                  <a:gd name="T4" fmla="*/ 3 w 22"/>
                  <a:gd name="T5" fmla="*/ 6 h 28"/>
                  <a:gd name="T6" fmla="*/ 3 w 22"/>
                  <a:gd name="T7" fmla="*/ 21 h 28"/>
                  <a:gd name="T8" fmla="*/ 4 w 22"/>
                  <a:gd name="T9" fmla="*/ 22 h 28"/>
                  <a:gd name="T10" fmla="*/ 7 w 22"/>
                  <a:gd name="T11" fmla="*/ 7 h 28"/>
                  <a:gd name="T12" fmla="*/ 13 w 22"/>
                  <a:gd name="T13" fmla="*/ 23 h 28"/>
                  <a:gd name="T14" fmla="*/ 14 w 22"/>
                  <a:gd name="T15" fmla="*/ 28 h 28"/>
                  <a:gd name="T16" fmla="*/ 21 w 22"/>
                  <a:gd name="T17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28">
                    <a:moveTo>
                      <a:pt x="21" y="27"/>
                    </a:moveTo>
                    <a:cubicBezTo>
                      <a:pt x="21" y="27"/>
                      <a:pt x="21" y="10"/>
                      <a:pt x="15" y="5"/>
                    </a:cubicBezTo>
                    <a:cubicBezTo>
                      <a:pt x="9" y="0"/>
                      <a:pt x="5" y="1"/>
                      <a:pt x="3" y="6"/>
                    </a:cubicBezTo>
                    <a:cubicBezTo>
                      <a:pt x="0" y="10"/>
                      <a:pt x="3" y="21"/>
                      <a:pt x="3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1" y="3"/>
                      <a:pt x="7" y="7"/>
                    </a:cubicBezTo>
                    <a:cubicBezTo>
                      <a:pt x="11" y="9"/>
                      <a:pt x="13" y="23"/>
                      <a:pt x="13" y="23"/>
                    </a:cubicBezTo>
                    <a:cubicBezTo>
                      <a:pt x="13" y="23"/>
                      <a:pt x="14" y="28"/>
                      <a:pt x="14" y="28"/>
                    </a:cubicBezTo>
                    <a:cubicBezTo>
                      <a:pt x="17" y="28"/>
                      <a:pt x="22" y="28"/>
                      <a:pt x="21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0" name="Freeform 659">
                <a:extLst>
                  <a:ext uri="{FF2B5EF4-FFF2-40B4-BE49-F238E27FC236}">
                    <a16:creationId xmlns:a16="http://schemas.microsoft.com/office/drawing/2014/main" id="{092783B5-8EFB-4668-8D5F-F41BB4DEB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26988" cy="84138"/>
              </a:xfrm>
              <a:custGeom>
                <a:avLst/>
                <a:gdLst>
                  <a:gd name="T0" fmla="*/ 4 w 7"/>
                  <a:gd name="T1" fmla="*/ 19 h 21"/>
                  <a:gd name="T2" fmla="*/ 5 w 7"/>
                  <a:gd name="T3" fmla="*/ 21 h 21"/>
                  <a:gd name="T4" fmla="*/ 7 w 7"/>
                  <a:gd name="T5" fmla="*/ 8 h 21"/>
                  <a:gd name="T6" fmla="*/ 1 w 7"/>
                  <a:gd name="T7" fmla="*/ 6 h 21"/>
                  <a:gd name="T8" fmla="*/ 4 w 7"/>
                  <a:gd name="T9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1">
                    <a:moveTo>
                      <a:pt x="4" y="19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2" y="0"/>
                      <a:pt x="1" y="6"/>
                    </a:cubicBezTo>
                    <a:cubicBezTo>
                      <a:pt x="0" y="13"/>
                      <a:pt x="4" y="19"/>
                      <a:pt x="4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1" name="Freeform 660">
                <a:extLst>
                  <a:ext uri="{FF2B5EF4-FFF2-40B4-BE49-F238E27FC236}">
                    <a16:creationId xmlns:a16="http://schemas.microsoft.com/office/drawing/2014/main" id="{74AFE7E9-C194-4285-99F6-1F2A37722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26988" cy="84138"/>
              </a:xfrm>
              <a:custGeom>
                <a:avLst/>
                <a:gdLst>
                  <a:gd name="T0" fmla="*/ 4 w 7"/>
                  <a:gd name="T1" fmla="*/ 19 h 21"/>
                  <a:gd name="T2" fmla="*/ 5 w 7"/>
                  <a:gd name="T3" fmla="*/ 21 h 21"/>
                  <a:gd name="T4" fmla="*/ 7 w 7"/>
                  <a:gd name="T5" fmla="*/ 8 h 21"/>
                  <a:gd name="T6" fmla="*/ 1 w 7"/>
                  <a:gd name="T7" fmla="*/ 6 h 21"/>
                  <a:gd name="T8" fmla="*/ 4 w 7"/>
                  <a:gd name="T9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1">
                    <a:moveTo>
                      <a:pt x="4" y="19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2" y="0"/>
                      <a:pt x="1" y="6"/>
                    </a:cubicBezTo>
                    <a:cubicBezTo>
                      <a:pt x="0" y="13"/>
                      <a:pt x="4" y="19"/>
                      <a:pt x="4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2" name="Freeform 661">
                <a:extLst>
                  <a:ext uri="{FF2B5EF4-FFF2-40B4-BE49-F238E27FC236}">
                    <a16:creationId xmlns:a16="http://schemas.microsoft.com/office/drawing/2014/main" id="{10A5C72E-853C-49FC-AAC3-CEF610187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372100"/>
                <a:ext cx="39688" cy="84138"/>
              </a:xfrm>
              <a:custGeom>
                <a:avLst/>
                <a:gdLst>
                  <a:gd name="T0" fmla="*/ 10 w 10"/>
                  <a:gd name="T1" fmla="*/ 14 h 21"/>
                  <a:gd name="T2" fmla="*/ 8 w 10"/>
                  <a:gd name="T3" fmla="*/ 21 h 21"/>
                  <a:gd name="T4" fmla="*/ 3 w 10"/>
                  <a:gd name="T5" fmla="*/ 21 h 21"/>
                  <a:gd name="T6" fmla="*/ 0 w 10"/>
                  <a:gd name="T7" fmla="*/ 10 h 21"/>
                  <a:gd name="T8" fmla="*/ 1 w 10"/>
                  <a:gd name="T9" fmla="*/ 0 h 21"/>
                  <a:gd name="T10" fmla="*/ 3 w 10"/>
                  <a:gd name="T11" fmla="*/ 0 h 21"/>
                  <a:gd name="T12" fmla="*/ 7 w 10"/>
                  <a:gd name="T13" fmla="*/ 10 h 21"/>
                  <a:gd name="T14" fmla="*/ 10 w 10"/>
                  <a:gd name="T15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1">
                    <a:moveTo>
                      <a:pt x="10" y="14"/>
                    </a:moveTo>
                    <a:cubicBezTo>
                      <a:pt x="10" y="15"/>
                      <a:pt x="9" y="19"/>
                      <a:pt x="8" y="21"/>
                    </a:cubicBezTo>
                    <a:cubicBezTo>
                      <a:pt x="7" y="21"/>
                      <a:pt x="3" y="21"/>
                      <a:pt x="3" y="21"/>
                    </a:cubicBezTo>
                    <a:cubicBezTo>
                      <a:pt x="3" y="21"/>
                      <a:pt x="0" y="15"/>
                      <a:pt x="0" y="10"/>
                    </a:cubicBezTo>
                    <a:cubicBezTo>
                      <a:pt x="0" y="6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7"/>
                      <a:pt x="7" y="10"/>
                    </a:cubicBezTo>
                    <a:cubicBezTo>
                      <a:pt x="8" y="14"/>
                      <a:pt x="10" y="14"/>
                      <a:pt x="10" y="1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3" name="Freeform 662">
                <a:extLst>
                  <a:ext uri="{FF2B5EF4-FFF2-40B4-BE49-F238E27FC236}">
                    <a16:creationId xmlns:a16="http://schemas.microsoft.com/office/drawing/2014/main" id="{07A1EC63-59B5-4A90-ACED-1DF019EB5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372100"/>
                <a:ext cx="39688" cy="84138"/>
              </a:xfrm>
              <a:custGeom>
                <a:avLst/>
                <a:gdLst>
                  <a:gd name="T0" fmla="*/ 10 w 10"/>
                  <a:gd name="T1" fmla="*/ 14 h 21"/>
                  <a:gd name="T2" fmla="*/ 8 w 10"/>
                  <a:gd name="T3" fmla="*/ 21 h 21"/>
                  <a:gd name="T4" fmla="*/ 3 w 10"/>
                  <a:gd name="T5" fmla="*/ 21 h 21"/>
                  <a:gd name="T6" fmla="*/ 0 w 10"/>
                  <a:gd name="T7" fmla="*/ 10 h 21"/>
                  <a:gd name="T8" fmla="*/ 1 w 10"/>
                  <a:gd name="T9" fmla="*/ 0 h 21"/>
                  <a:gd name="T10" fmla="*/ 3 w 10"/>
                  <a:gd name="T11" fmla="*/ 0 h 21"/>
                  <a:gd name="T12" fmla="*/ 7 w 10"/>
                  <a:gd name="T13" fmla="*/ 10 h 21"/>
                  <a:gd name="T14" fmla="*/ 10 w 10"/>
                  <a:gd name="T15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1">
                    <a:moveTo>
                      <a:pt x="10" y="14"/>
                    </a:moveTo>
                    <a:cubicBezTo>
                      <a:pt x="10" y="15"/>
                      <a:pt x="9" y="19"/>
                      <a:pt x="8" y="21"/>
                    </a:cubicBezTo>
                    <a:cubicBezTo>
                      <a:pt x="7" y="21"/>
                      <a:pt x="3" y="21"/>
                      <a:pt x="3" y="21"/>
                    </a:cubicBezTo>
                    <a:cubicBezTo>
                      <a:pt x="3" y="21"/>
                      <a:pt x="0" y="15"/>
                      <a:pt x="0" y="10"/>
                    </a:cubicBezTo>
                    <a:cubicBezTo>
                      <a:pt x="0" y="6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7"/>
                      <a:pt x="7" y="10"/>
                    </a:cubicBezTo>
                    <a:cubicBezTo>
                      <a:pt x="8" y="14"/>
                      <a:pt x="10" y="14"/>
                      <a:pt x="10" y="1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4" name="Freeform 663">
                <a:extLst>
                  <a:ext uri="{FF2B5EF4-FFF2-40B4-BE49-F238E27FC236}">
                    <a16:creationId xmlns:a16="http://schemas.microsoft.com/office/drawing/2014/main" id="{18447F8B-DA42-441B-991F-9A27DCEFC4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72100"/>
                <a:ext cx="39688" cy="84138"/>
              </a:xfrm>
              <a:custGeom>
                <a:avLst/>
                <a:gdLst>
                  <a:gd name="T0" fmla="*/ 10 w 10"/>
                  <a:gd name="T1" fmla="*/ 10 h 21"/>
                  <a:gd name="T2" fmla="*/ 6 w 10"/>
                  <a:gd name="T3" fmla="*/ 21 h 21"/>
                  <a:gd name="T4" fmla="*/ 1 w 10"/>
                  <a:gd name="T5" fmla="*/ 11 h 21"/>
                  <a:gd name="T6" fmla="*/ 4 w 10"/>
                  <a:gd name="T7" fmla="*/ 0 h 21"/>
                  <a:gd name="T8" fmla="*/ 10 w 10"/>
                  <a:gd name="T9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1">
                    <a:moveTo>
                      <a:pt x="10" y="10"/>
                    </a:moveTo>
                    <a:cubicBezTo>
                      <a:pt x="10" y="16"/>
                      <a:pt x="8" y="21"/>
                      <a:pt x="6" y="21"/>
                    </a:cubicBezTo>
                    <a:cubicBezTo>
                      <a:pt x="4" y="21"/>
                      <a:pt x="1" y="17"/>
                      <a:pt x="1" y="11"/>
                    </a:cubicBezTo>
                    <a:cubicBezTo>
                      <a:pt x="0" y="5"/>
                      <a:pt x="2" y="0"/>
                      <a:pt x="4" y="0"/>
                    </a:cubicBezTo>
                    <a:cubicBezTo>
                      <a:pt x="7" y="0"/>
                      <a:pt x="9" y="5"/>
                      <a:pt x="10" y="1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5" name="Freeform 664">
                <a:extLst>
                  <a:ext uri="{FF2B5EF4-FFF2-40B4-BE49-F238E27FC236}">
                    <a16:creationId xmlns:a16="http://schemas.microsoft.com/office/drawing/2014/main" id="{56F88A82-E217-426C-A675-AFEC25CA6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72100"/>
                <a:ext cx="39688" cy="84138"/>
              </a:xfrm>
              <a:custGeom>
                <a:avLst/>
                <a:gdLst>
                  <a:gd name="T0" fmla="*/ 10 w 10"/>
                  <a:gd name="T1" fmla="*/ 10 h 21"/>
                  <a:gd name="T2" fmla="*/ 6 w 10"/>
                  <a:gd name="T3" fmla="*/ 21 h 21"/>
                  <a:gd name="T4" fmla="*/ 1 w 10"/>
                  <a:gd name="T5" fmla="*/ 11 h 21"/>
                  <a:gd name="T6" fmla="*/ 4 w 10"/>
                  <a:gd name="T7" fmla="*/ 0 h 21"/>
                  <a:gd name="T8" fmla="*/ 10 w 10"/>
                  <a:gd name="T9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1">
                    <a:moveTo>
                      <a:pt x="10" y="10"/>
                    </a:moveTo>
                    <a:cubicBezTo>
                      <a:pt x="10" y="16"/>
                      <a:pt x="8" y="21"/>
                      <a:pt x="6" y="21"/>
                    </a:cubicBezTo>
                    <a:cubicBezTo>
                      <a:pt x="4" y="21"/>
                      <a:pt x="1" y="17"/>
                      <a:pt x="1" y="11"/>
                    </a:cubicBezTo>
                    <a:cubicBezTo>
                      <a:pt x="0" y="5"/>
                      <a:pt x="2" y="0"/>
                      <a:pt x="4" y="0"/>
                    </a:cubicBezTo>
                    <a:cubicBezTo>
                      <a:pt x="7" y="0"/>
                      <a:pt x="9" y="5"/>
                      <a:pt x="10" y="1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6" name="Freeform 665">
                <a:extLst>
                  <a:ext uri="{FF2B5EF4-FFF2-40B4-BE49-F238E27FC236}">
                    <a16:creationId xmlns:a16="http://schemas.microsoft.com/office/drawing/2014/main" id="{7B516D04-C556-450C-A88B-F3370ACFB6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7051" y="5384800"/>
                <a:ext cx="28575" cy="63500"/>
              </a:xfrm>
              <a:custGeom>
                <a:avLst/>
                <a:gdLst>
                  <a:gd name="T0" fmla="*/ 4 w 7"/>
                  <a:gd name="T1" fmla="*/ 15 h 16"/>
                  <a:gd name="T2" fmla="*/ 4 w 7"/>
                  <a:gd name="T3" fmla="*/ 15 h 16"/>
                  <a:gd name="T4" fmla="*/ 3 w 7"/>
                  <a:gd name="T5" fmla="*/ 14 h 16"/>
                  <a:gd name="T6" fmla="*/ 2 w 7"/>
                  <a:gd name="T7" fmla="*/ 12 h 16"/>
                  <a:gd name="T8" fmla="*/ 3 w 7"/>
                  <a:gd name="T9" fmla="*/ 10 h 16"/>
                  <a:gd name="T10" fmla="*/ 4 w 7"/>
                  <a:gd name="T11" fmla="*/ 15 h 16"/>
                  <a:gd name="T12" fmla="*/ 4 w 7"/>
                  <a:gd name="T13" fmla="*/ 15 h 16"/>
                  <a:gd name="T14" fmla="*/ 6 w 7"/>
                  <a:gd name="T15" fmla="*/ 11 h 16"/>
                  <a:gd name="T16" fmla="*/ 5 w 7"/>
                  <a:gd name="T17" fmla="*/ 15 h 16"/>
                  <a:gd name="T18" fmla="*/ 4 w 7"/>
                  <a:gd name="T19" fmla="*/ 9 h 16"/>
                  <a:gd name="T20" fmla="*/ 6 w 7"/>
                  <a:gd name="T21" fmla="*/ 9 h 16"/>
                  <a:gd name="T22" fmla="*/ 6 w 7"/>
                  <a:gd name="T23" fmla="*/ 11 h 16"/>
                  <a:gd name="T24" fmla="*/ 2 w 7"/>
                  <a:gd name="T25" fmla="*/ 11 h 16"/>
                  <a:gd name="T26" fmla="*/ 1 w 7"/>
                  <a:gd name="T27" fmla="*/ 10 h 16"/>
                  <a:gd name="T28" fmla="*/ 1 w 7"/>
                  <a:gd name="T29" fmla="*/ 5 h 16"/>
                  <a:gd name="T30" fmla="*/ 1 w 7"/>
                  <a:gd name="T31" fmla="*/ 4 h 16"/>
                  <a:gd name="T32" fmla="*/ 3 w 7"/>
                  <a:gd name="T33" fmla="*/ 8 h 16"/>
                  <a:gd name="T34" fmla="*/ 2 w 7"/>
                  <a:gd name="T35" fmla="*/ 11 h 16"/>
                  <a:gd name="T36" fmla="*/ 6 w 7"/>
                  <a:gd name="T37" fmla="*/ 6 h 16"/>
                  <a:gd name="T38" fmla="*/ 6 w 7"/>
                  <a:gd name="T39" fmla="*/ 9 h 16"/>
                  <a:gd name="T40" fmla="*/ 4 w 7"/>
                  <a:gd name="T41" fmla="*/ 7 h 16"/>
                  <a:gd name="T42" fmla="*/ 4 w 7"/>
                  <a:gd name="T43" fmla="*/ 2 h 16"/>
                  <a:gd name="T44" fmla="*/ 6 w 7"/>
                  <a:gd name="T45" fmla="*/ 6 h 16"/>
                  <a:gd name="T46" fmla="*/ 3 w 7"/>
                  <a:gd name="T47" fmla="*/ 7 h 16"/>
                  <a:gd name="T48" fmla="*/ 2 w 7"/>
                  <a:gd name="T49" fmla="*/ 3 h 16"/>
                  <a:gd name="T50" fmla="*/ 3 w 7"/>
                  <a:gd name="T51" fmla="*/ 1 h 16"/>
                  <a:gd name="T52" fmla="*/ 4 w 7"/>
                  <a:gd name="T53" fmla="*/ 1 h 16"/>
                  <a:gd name="T54" fmla="*/ 3 w 7"/>
                  <a:gd name="T55" fmla="*/ 7 h 16"/>
                  <a:gd name="T56" fmla="*/ 4 w 7"/>
                  <a:gd name="T57" fmla="*/ 0 h 16"/>
                  <a:gd name="T58" fmla="*/ 3 w 7"/>
                  <a:gd name="T59" fmla="*/ 0 h 16"/>
                  <a:gd name="T60" fmla="*/ 3 w 7"/>
                  <a:gd name="T61" fmla="*/ 0 h 16"/>
                  <a:gd name="T62" fmla="*/ 1 w 7"/>
                  <a:gd name="T63" fmla="*/ 4 h 16"/>
                  <a:gd name="T64" fmla="*/ 3 w 7"/>
                  <a:gd name="T65" fmla="*/ 16 h 16"/>
                  <a:gd name="T66" fmla="*/ 4 w 7"/>
                  <a:gd name="T67" fmla="*/ 16 h 16"/>
                  <a:gd name="T68" fmla="*/ 7 w 7"/>
                  <a:gd name="T69" fmla="*/ 12 h 16"/>
                  <a:gd name="T70" fmla="*/ 4 w 7"/>
                  <a:gd name="T7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" h="16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3" y="15"/>
                      <a:pt x="3" y="14"/>
                    </a:cubicBezTo>
                    <a:cubicBezTo>
                      <a:pt x="2" y="14"/>
                      <a:pt x="2" y="13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moveTo>
                      <a:pt x="6" y="11"/>
                    </a:moveTo>
                    <a:cubicBezTo>
                      <a:pt x="6" y="13"/>
                      <a:pt x="5" y="14"/>
                      <a:pt x="5" y="15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1"/>
                    </a:cubicBezTo>
                    <a:moveTo>
                      <a:pt x="2" y="11"/>
                    </a:moveTo>
                    <a:cubicBezTo>
                      <a:pt x="2" y="11"/>
                      <a:pt x="1" y="11"/>
                      <a:pt x="1" y="10"/>
                    </a:cubicBezTo>
                    <a:cubicBezTo>
                      <a:pt x="1" y="9"/>
                      <a:pt x="1" y="7"/>
                      <a:pt x="1" y="5"/>
                    </a:cubicBezTo>
                    <a:cubicBezTo>
                      <a:pt x="1" y="5"/>
                      <a:pt x="1" y="4"/>
                      <a:pt x="1" y="4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2" y="11"/>
                    </a:lnTo>
                    <a:close/>
                    <a:moveTo>
                      <a:pt x="6" y="6"/>
                    </a:moveTo>
                    <a:cubicBezTo>
                      <a:pt x="6" y="7"/>
                      <a:pt x="6" y="8"/>
                      <a:pt x="6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6" y="4"/>
                      <a:pt x="6" y="6"/>
                    </a:cubicBezTo>
                    <a:moveTo>
                      <a:pt x="3" y="7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1"/>
                      <a:pt x="3" y="1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3" y="7"/>
                    </a:lnTo>
                    <a:close/>
                    <a:moveTo>
                      <a:pt x="4" y="0"/>
                    </a:move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1" y="4"/>
                    </a:cubicBezTo>
                    <a:cubicBezTo>
                      <a:pt x="0" y="9"/>
                      <a:pt x="1" y="14"/>
                      <a:pt x="3" y="16"/>
                    </a:cubicBezTo>
                    <a:cubicBezTo>
                      <a:pt x="3" y="16"/>
                      <a:pt x="4" y="16"/>
                      <a:pt x="4" y="16"/>
                    </a:cubicBezTo>
                    <a:cubicBezTo>
                      <a:pt x="5" y="16"/>
                      <a:pt x="6" y="15"/>
                      <a:pt x="7" y="12"/>
                    </a:cubicBezTo>
                    <a:cubicBezTo>
                      <a:pt x="7" y="7"/>
                      <a:pt x="6" y="2"/>
                      <a:pt x="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7" name="Freeform 666">
                <a:extLst>
                  <a:ext uri="{FF2B5EF4-FFF2-40B4-BE49-F238E27FC236}">
                    <a16:creationId xmlns:a16="http://schemas.microsoft.com/office/drawing/2014/main" id="{60876CB2-C3DB-4D9A-9D3E-77DB14C672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7051" y="5384800"/>
                <a:ext cx="28575" cy="63500"/>
              </a:xfrm>
              <a:custGeom>
                <a:avLst/>
                <a:gdLst>
                  <a:gd name="T0" fmla="*/ 4 w 7"/>
                  <a:gd name="T1" fmla="*/ 15 h 16"/>
                  <a:gd name="T2" fmla="*/ 4 w 7"/>
                  <a:gd name="T3" fmla="*/ 15 h 16"/>
                  <a:gd name="T4" fmla="*/ 3 w 7"/>
                  <a:gd name="T5" fmla="*/ 14 h 16"/>
                  <a:gd name="T6" fmla="*/ 2 w 7"/>
                  <a:gd name="T7" fmla="*/ 12 h 16"/>
                  <a:gd name="T8" fmla="*/ 3 w 7"/>
                  <a:gd name="T9" fmla="*/ 10 h 16"/>
                  <a:gd name="T10" fmla="*/ 4 w 7"/>
                  <a:gd name="T11" fmla="*/ 15 h 16"/>
                  <a:gd name="T12" fmla="*/ 4 w 7"/>
                  <a:gd name="T13" fmla="*/ 15 h 16"/>
                  <a:gd name="T14" fmla="*/ 6 w 7"/>
                  <a:gd name="T15" fmla="*/ 11 h 16"/>
                  <a:gd name="T16" fmla="*/ 5 w 7"/>
                  <a:gd name="T17" fmla="*/ 15 h 16"/>
                  <a:gd name="T18" fmla="*/ 4 w 7"/>
                  <a:gd name="T19" fmla="*/ 9 h 16"/>
                  <a:gd name="T20" fmla="*/ 6 w 7"/>
                  <a:gd name="T21" fmla="*/ 9 h 16"/>
                  <a:gd name="T22" fmla="*/ 6 w 7"/>
                  <a:gd name="T23" fmla="*/ 11 h 16"/>
                  <a:gd name="T24" fmla="*/ 2 w 7"/>
                  <a:gd name="T25" fmla="*/ 11 h 16"/>
                  <a:gd name="T26" fmla="*/ 1 w 7"/>
                  <a:gd name="T27" fmla="*/ 10 h 16"/>
                  <a:gd name="T28" fmla="*/ 1 w 7"/>
                  <a:gd name="T29" fmla="*/ 5 h 16"/>
                  <a:gd name="T30" fmla="*/ 1 w 7"/>
                  <a:gd name="T31" fmla="*/ 4 h 16"/>
                  <a:gd name="T32" fmla="*/ 3 w 7"/>
                  <a:gd name="T33" fmla="*/ 8 h 16"/>
                  <a:gd name="T34" fmla="*/ 2 w 7"/>
                  <a:gd name="T35" fmla="*/ 11 h 16"/>
                  <a:gd name="T36" fmla="*/ 6 w 7"/>
                  <a:gd name="T37" fmla="*/ 6 h 16"/>
                  <a:gd name="T38" fmla="*/ 6 w 7"/>
                  <a:gd name="T39" fmla="*/ 9 h 16"/>
                  <a:gd name="T40" fmla="*/ 4 w 7"/>
                  <a:gd name="T41" fmla="*/ 7 h 16"/>
                  <a:gd name="T42" fmla="*/ 4 w 7"/>
                  <a:gd name="T43" fmla="*/ 2 h 16"/>
                  <a:gd name="T44" fmla="*/ 6 w 7"/>
                  <a:gd name="T45" fmla="*/ 6 h 16"/>
                  <a:gd name="T46" fmla="*/ 3 w 7"/>
                  <a:gd name="T47" fmla="*/ 7 h 16"/>
                  <a:gd name="T48" fmla="*/ 2 w 7"/>
                  <a:gd name="T49" fmla="*/ 3 h 16"/>
                  <a:gd name="T50" fmla="*/ 3 w 7"/>
                  <a:gd name="T51" fmla="*/ 1 h 16"/>
                  <a:gd name="T52" fmla="*/ 4 w 7"/>
                  <a:gd name="T53" fmla="*/ 1 h 16"/>
                  <a:gd name="T54" fmla="*/ 3 w 7"/>
                  <a:gd name="T55" fmla="*/ 7 h 16"/>
                  <a:gd name="T56" fmla="*/ 4 w 7"/>
                  <a:gd name="T57" fmla="*/ 0 h 16"/>
                  <a:gd name="T58" fmla="*/ 3 w 7"/>
                  <a:gd name="T59" fmla="*/ 0 h 16"/>
                  <a:gd name="T60" fmla="*/ 3 w 7"/>
                  <a:gd name="T61" fmla="*/ 0 h 16"/>
                  <a:gd name="T62" fmla="*/ 1 w 7"/>
                  <a:gd name="T63" fmla="*/ 4 h 16"/>
                  <a:gd name="T64" fmla="*/ 3 w 7"/>
                  <a:gd name="T65" fmla="*/ 16 h 16"/>
                  <a:gd name="T66" fmla="*/ 4 w 7"/>
                  <a:gd name="T67" fmla="*/ 16 h 16"/>
                  <a:gd name="T68" fmla="*/ 7 w 7"/>
                  <a:gd name="T69" fmla="*/ 12 h 16"/>
                  <a:gd name="T70" fmla="*/ 4 w 7"/>
                  <a:gd name="T7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" h="16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3" y="15"/>
                      <a:pt x="3" y="14"/>
                    </a:cubicBezTo>
                    <a:cubicBezTo>
                      <a:pt x="2" y="14"/>
                      <a:pt x="2" y="13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moveTo>
                      <a:pt x="6" y="11"/>
                    </a:moveTo>
                    <a:cubicBezTo>
                      <a:pt x="6" y="13"/>
                      <a:pt x="5" y="14"/>
                      <a:pt x="5" y="15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1"/>
                    </a:cubicBezTo>
                    <a:moveTo>
                      <a:pt x="2" y="11"/>
                    </a:moveTo>
                    <a:cubicBezTo>
                      <a:pt x="2" y="11"/>
                      <a:pt x="1" y="11"/>
                      <a:pt x="1" y="10"/>
                    </a:cubicBezTo>
                    <a:cubicBezTo>
                      <a:pt x="1" y="9"/>
                      <a:pt x="1" y="7"/>
                      <a:pt x="1" y="5"/>
                    </a:cubicBezTo>
                    <a:cubicBezTo>
                      <a:pt x="1" y="5"/>
                      <a:pt x="1" y="4"/>
                      <a:pt x="1" y="4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2" y="11"/>
                    </a:lnTo>
                    <a:close/>
                    <a:moveTo>
                      <a:pt x="6" y="6"/>
                    </a:moveTo>
                    <a:cubicBezTo>
                      <a:pt x="6" y="7"/>
                      <a:pt x="6" y="8"/>
                      <a:pt x="6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6" y="4"/>
                      <a:pt x="6" y="6"/>
                    </a:cubicBezTo>
                    <a:moveTo>
                      <a:pt x="3" y="7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1"/>
                      <a:pt x="3" y="1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3" y="7"/>
                    </a:lnTo>
                    <a:close/>
                    <a:moveTo>
                      <a:pt x="4" y="0"/>
                    </a:move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1" y="4"/>
                    </a:cubicBezTo>
                    <a:cubicBezTo>
                      <a:pt x="0" y="9"/>
                      <a:pt x="1" y="14"/>
                      <a:pt x="3" y="16"/>
                    </a:cubicBezTo>
                    <a:cubicBezTo>
                      <a:pt x="3" y="16"/>
                      <a:pt x="4" y="16"/>
                      <a:pt x="4" y="16"/>
                    </a:cubicBezTo>
                    <a:cubicBezTo>
                      <a:pt x="5" y="16"/>
                      <a:pt x="6" y="15"/>
                      <a:pt x="7" y="12"/>
                    </a:cubicBezTo>
                    <a:cubicBezTo>
                      <a:pt x="7" y="7"/>
                      <a:pt x="6" y="2"/>
                      <a:pt x="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8" name="Freeform 667">
                <a:extLst>
                  <a:ext uri="{FF2B5EF4-FFF2-40B4-BE49-F238E27FC236}">
                    <a16:creationId xmlns:a16="http://schemas.microsoft.com/office/drawing/2014/main" id="{452B2962-9307-447B-9A08-13EA7F39AC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47625" cy="95250"/>
              </a:xfrm>
              <a:custGeom>
                <a:avLst/>
                <a:gdLst>
                  <a:gd name="T0" fmla="*/ 12 w 12"/>
                  <a:gd name="T1" fmla="*/ 24 h 24"/>
                  <a:gd name="T2" fmla="*/ 7 w 12"/>
                  <a:gd name="T3" fmla="*/ 4 h 24"/>
                  <a:gd name="T4" fmla="*/ 2 w 12"/>
                  <a:gd name="T5" fmla="*/ 2 h 24"/>
                  <a:gd name="T6" fmla="*/ 1 w 12"/>
                  <a:gd name="T7" fmla="*/ 13 h 24"/>
                  <a:gd name="T8" fmla="*/ 3 w 12"/>
                  <a:gd name="T9" fmla="*/ 6 h 24"/>
                  <a:gd name="T10" fmla="*/ 8 w 12"/>
                  <a:gd name="T11" fmla="*/ 22 h 24"/>
                  <a:gd name="T12" fmla="*/ 10 w 12"/>
                  <a:gd name="T13" fmla="*/ 24 h 24"/>
                  <a:gd name="T14" fmla="*/ 12 w 12"/>
                  <a:gd name="T1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24">
                    <a:moveTo>
                      <a:pt x="12" y="24"/>
                    </a:moveTo>
                    <a:cubicBezTo>
                      <a:pt x="12" y="24"/>
                      <a:pt x="10" y="7"/>
                      <a:pt x="7" y="4"/>
                    </a:cubicBezTo>
                    <a:cubicBezTo>
                      <a:pt x="4" y="0"/>
                      <a:pt x="3" y="2"/>
                      <a:pt x="2" y="2"/>
                    </a:cubicBezTo>
                    <a:cubicBezTo>
                      <a:pt x="1" y="3"/>
                      <a:pt x="0" y="9"/>
                      <a:pt x="1" y="13"/>
                    </a:cubicBezTo>
                    <a:cubicBezTo>
                      <a:pt x="1" y="13"/>
                      <a:pt x="0" y="4"/>
                      <a:pt x="3" y="6"/>
                    </a:cubicBezTo>
                    <a:cubicBezTo>
                      <a:pt x="6" y="7"/>
                      <a:pt x="8" y="22"/>
                      <a:pt x="8" y="22"/>
                    </a:cubicBezTo>
                    <a:cubicBezTo>
                      <a:pt x="8" y="22"/>
                      <a:pt x="8" y="23"/>
                      <a:pt x="10" y="24"/>
                    </a:cubicBezTo>
                    <a:cubicBezTo>
                      <a:pt x="11" y="24"/>
                      <a:pt x="11" y="24"/>
                      <a:pt x="12" y="2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9" name="Freeform 668">
                <a:extLst>
                  <a:ext uri="{FF2B5EF4-FFF2-40B4-BE49-F238E27FC236}">
                    <a16:creationId xmlns:a16="http://schemas.microsoft.com/office/drawing/2014/main" id="{A946B1CB-F192-45B0-9D21-D359CC704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47625" cy="95250"/>
              </a:xfrm>
              <a:custGeom>
                <a:avLst/>
                <a:gdLst>
                  <a:gd name="T0" fmla="*/ 12 w 12"/>
                  <a:gd name="T1" fmla="*/ 24 h 24"/>
                  <a:gd name="T2" fmla="*/ 7 w 12"/>
                  <a:gd name="T3" fmla="*/ 4 h 24"/>
                  <a:gd name="T4" fmla="*/ 2 w 12"/>
                  <a:gd name="T5" fmla="*/ 2 h 24"/>
                  <a:gd name="T6" fmla="*/ 1 w 12"/>
                  <a:gd name="T7" fmla="*/ 13 h 24"/>
                  <a:gd name="T8" fmla="*/ 3 w 12"/>
                  <a:gd name="T9" fmla="*/ 6 h 24"/>
                  <a:gd name="T10" fmla="*/ 8 w 12"/>
                  <a:gd name="T11" fmla="*/ 22 h 24"/>
                  <a:gd name="T12" fmla="*/ 10 w 12"/>
                  <a:gd name="T13" fmla="*/ 24 h 24"/>
                  <a:gd name="T14" fmla="*/ 12 w 12"/>
                  <a:gd name="T1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24">
                    <a:moveTo>
                      <a:pt x="12" y="24"/>
                    </a:moveTo>
                    <a:cubicBezTo>
                      <a:pt x="12" y="24"/>
                      <a:pt x="10" y="7"/>
                      <a:pt x="7" y="4"/>
                    </a:cubicBezTo>
                    <a:cubicBezTo>
                      <a:pt x="4" y="0"/>
                      <a:pt x="3" y="2"/>
                      <a:pt x="2" y="2"/>
                    </a:cubicBezTo>
                    <a:cubicBezTo>
                      <a:pt x="1" y="3"/>
                      <a:pt x="0" y="9"/>
                      <a:pt x="1" y="13"/>
                    </a:cubicBezTo>
                    <a:cubicBezTo>
                      <a:pt x="1" y="13"/>
                      <a:pt x="0" y="4"/>
                      <a:pt x="3" y="6"/>
                    </a:cubicBezTo>
                    <a:cubicBezTo>
                      <a:pt x="6" y="7"/>
                      <a:pt x="8" y="22"/>
                      <a:pt x="8" y="22"/>
                    </a:cubicBezTo>
                    <a:cubicBezTo>
                      <a:pt x="8" y="22"/>
                      <a:pt x="8" y="23"/>
                      <a:pt x="10" y="24"/>
                    </a:cubicBezTo>
                    <a:cubicBezTo>
                      <a:pt x="11" y="24"/>
                      <a:pt x="11" y="24"/>
                      <a:pt x="12" y="2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0" name="Freeform 669">
                <a:extLst>
                  <a:ext uri="{FF2B5EF4-FFF2-40B4-BE49-F238E27FC236}">
                    <a16:creationId xmlns:a16="http://schemas.microsoft.com/office/drawing/2014/main" id="{2A511511-9F22-4D69-BCD3-44D3DEDE2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419725"/>
                <a:ext cx="52388" cy="36513"/>
              </a:xfrm>
              <a:custGeom>
                <a:avLst/>
                <a:gdLst>
                  <a:gd name="T0" fmla="*/ 33 w 33"/>
                  <a:gd name="T1" fmla="*/ 13 h 23"/>
                  <a:gd name="T2" fmla="*/ 33 w 33"/>
                  <a:gd name="T3" fmla="*/ 23 h 23"/>
                  <a:gd name="T4" fmla="*/ 0 w 33"/>
                  <a:gd name="T5" fmla="*/ 8 h 23"/>
                  <a:gd name="T6" fmla="*/ 0 w 33"/>
                  <a:gd name="T7" fmla="*/ 0 h 23"/>
                  <a:gd name="T8" fmla="*/ 33 w 33"/>
                  <a:gd name="T9" fmla="*/ 1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3">
                    <a:moveTo>
                      <a:pt x="33" y="13"/>
                    </a:moveTo>
                    <a:lnTo>
                      <a:pt x="33" y="23"/>
                    </a:lnTo>
                    <a:lnTo>
                      <a:pt x="0" y="8"/>
                    </a:lnTo>
                    <a:lnTo>
                      <a:pt x="0" y="0"/>
                    </a:lnTo>
                    <a:lnTo>
                      <a:pt x="33" y="1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1" name="Freeform 670">
                <a:extLst>
                  <a:ext uri="{FF2B5EF4-FFF2-40B4-BE49-F238E27FC236}">
                    <a16:creationId xmlns:a16="http://schemas.microsoft.com/office/drawing/2014/main" id="{CF939684-D3E5-4D98-8F4C-EFD9925B09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300663"/>
                <a:ext cx="23813" cy="15875"/>
              </a:xfrm>
              <a:custGeom>
                <a:avLst/>
                <a:gdLst>
                  <a:gd name="T0" fmla="*/ 6 w 6"/>
                  <a:gd name="T1" fmla="*/ 3 h 4"/>
                  <a:gd name="T2" fmla="*/ 6 w 6"/>
                  <a:gd name="T3" fmla="*/ 4 h 4"/>
                  <a:gd name="T4" fmla="*/ 1 w 6"/>
                  <a:gd name="T5" fmla="*/ 1 h 4"/>
                  <a:gd name="T6" fmla="*/ 0 w 6"/>
                  <a:gd name="T7" fmla="*/ 1 h 4"/>
                  <a:gd name="T8" fmla="*/ 1 w 6"/>
                  <a:gd name="T9" fmla="*/ 0 h 4"/>
                  <a:gd name="T10" fmla="*/ 5 w 6"/>
                  <a:gd name="T11" fmla="*/ 3 h 4"/>
                  <a:gd name="T12" fmla="*/ 6 w 6"/>
                  <a:gd name="T1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3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3"/>
                      <a:pt x="6" y="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2" name="Freeform 671">
                <a:extLst>
                  <a:ext uri="{FF2B5EF4-FFF2-40B4-BE49-F238E27FC236}">
                    <a16:creationId xmlns:a16="http://schemas.microsoft.com/office/drawing/2014/main" id="{B7C16FC9-D2D1-4C0E-BDAF-066F93CDC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300663"/>
                <a:ext cx="23813" cy="15875"/>
              </a:xfrm>
              <a:custGeom>
                <a:avLst/>
                <a:gdLst>
                  <a:gd name="T0" fmla="*/ 6 w 6"/>
                  <a:gd name="T1" fmla="*/ 3 h 4"/>
                  <a:gd name="T2" fmla="*/ 6 w 6"/>
                  <a:gd name="T3" fmla="*/ 4 h 4"/>
                  <a:gd name="T4" fmla="*/ 1 w 6"/>
                  <a:gd name="T5" fmla="*/ 1 h 4"/>
                  <a:gd name="T6" fmla="*/ 0 w 6"/>
                  <a:gd name="T7" fmla="*/ 1 h 4"/>
                  <a:gd name="T8" fmla="*/ 1 w 6"/>
                  <a:gd name="T9" fmla="*/ 0 h 4"/>
                  <a:gd name="T10" fmla="*/ 5 w 6"/>
                  <a:gd name="T11" fmla="*/ 3 h 4"/>
                  <a:gd name="T12" fmla="*/ 6 w 6"/>
                  <a:gd name="T1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3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3"/>
                      <a:pt x="6" y="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3" name="Freeform 672">
                <a:extLst>
                  <a:ext uri="{FF2B5EF4-FFF2-40B4-BE49-F238E27FC236}">
                    <a16:creationId xmlns:a16="http://schemas.microsoft.com/office/drawing/2014/main" id="{D574035F-3E2F-424A-9585-CABFF9E4E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013" y="5424488"/>
                <a:ext cx="82550" cy="23813"/>
              </a:xfrm>
              <a:custGeom>
                <a:avLst/>
                <a:gdLst>
                  <a:gd name="T0" fmla="*/ 52 w 52"/>
                  <a:gd name="T1" fmla="*/ 0 h 15"/>
                  <a:gd name="T2" fmla="*/ 52 w 52"/>
                  <a:gd name="T3" fmla="*/ 12 h 15"/>
                  <a:gd name="T4" fmla="*/ 0 w 52"/>
                  <a:gd name="T5" fmla="*/ 15 h 15"/>
                  <a:gd name="T6" fmla="*/ 0 w 52"/>
                  <a:gd name="T7" fmla="*/ 2 h 15"/>
                  <a:gd name="T8" fmla="*/ 52 w 52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15">
                    <a:moveTo>
                      <a:pt x="52" y="0"/>
                    </a:moveTo>
                    <a:lnTo>
                      <a:pt x="52" y="12"/>
                    </a:lnTo>
                    <a:lnTo>
                      <a:pt x="0" y="15"/>
                    </a:lnTo>
                    <a:lnTo>
                      <a:pt x="0" y="2"/>
                    </a:lnTo>
                    <a:lnTo>
                      <a:pt x="52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4" name="Freeform 673">
                <a:extLst>
                  <a:ext uri="{FF2B5EF4-FFF2-40B4-BE49-F238E27FC236}">
                    <a16:creationId xmlns:a16="http://schemas.microsoft.com/office/drawing/2014/main" id="{6D3CCFC9-9B44-4CCC-AF47-F07B82470E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0563" y="5387975"/>
                <a:ext cx="155575" cy="31750"/>
              </a:xfrm>
              <a:custGeom>
                <a:avLst/>
                <a:gdLst>
                  <a:gd name="T0" fmla="*/ 39 w 39"/>
                  <a:gd name="T1" fmla="*/ 1 h 8"/>
                  <a:gd name="T2" fmla="*/ 33 w 39"/>
                  <a:gd name="T3" fmla="*/ 6 h 8"/>
                  <a:gd name="T4" fmla="*/ 7 w 39"/>
                  <a:gd name="T5" fmla="*/ 7 h 8"/>
                  <a:gd name="T6" fmla="*/ 1 w 39"/>
                  <a:gd name="T7" fmla="*/ 3 h 8"/>
                  <a:gd name="T8" fmla="*/ 3 w 39"/>
                  <a:gd name="T9" fmla="*/ 2 h 8"/>
                  <a:gd name="T10" fmla="*/ 37 w 39"/>
                  <a:gd name="T11" fmla="*/ 0 h 8"/>
                  <a:gd name="T12" fmla="*/ 39 w 3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8">
                    <a:moveTo>
                      <a:pt x="39" y="1"/>
                    </a:moveTo>
                    <a:cubicBezTo>
                      <a:pt x="39" y="1"/>
                      <a:pt x="39" y="5"/>
                      <a:pt x="33" y="6"/>
                    </a:cubicBezTo>
                    <a:cubicBezTo>
                      <a:pt x="33" y="6"/>
                      <a:pt x="15" y="8"/>
                      <a:pt x="7" y="7"/>
                    </a:cubicBezTo>
                    <a:cubicBezTo>
                      <a:pt x="7" y="7"/>
                      <a:pt x="2" y="6"/>
                      <a:pt x="1" y="3"/>
                    </a:cubicBezTo>
                    <a:cubicBezTo>
                      <a:pt x="1" y="3"/>
                      <a:pt x="0" y="2"/>
                      <a:pt x="3" y="2"/>
                    </a:cubicBezTo>
                    <a:cubicBezTo>
                      <a:pt x="3" y="2"/>
                      <a:pt x="30" y="1"/>
                      <a:pt x="37" y="0"/>
                    </a:cubicBezTo>
                    <a:cubicBezTo>
                      <a:pt x="37" y="0"/>
                      <a:pt x="38" y="0"/>
                      <a:pt x="39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5" name="Freeform 674">
                <a:extLst>
                  <a:ext uri="{FF2B5EF4-FFF2-40B4-BE49-F238E27FC236}">
                    <a16:creationId xmlns:a16="http://schemas.microsoft.com/office/drawing/2014/main" id="{099F9E3B-6837-43A6-A480-AA02E9B67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0563" y="5387975"/>
                <a:ext cx="155575" cy="31750"/>
              </a:xfrm>
              <a:custGeom>
                <a:avLst/>
                <a:gdLst>
                  <a:gd name="T0" fmla="*/ 39 w 39"/>
                  <a:gd name="T1" fmla="*/ 1 h 8"/>
                  <a:gd name="T2" fmla="*/ 33 w 39"/>
                  <a:gd name="T3" fmla="*/ 6 h 8"/>
                  <a:gd name="T4" fmla="*/ 7 w 39"/>
                  <a:gd name="T5" fmla="*/ 7 h 8"/>
                  <a:gd name="T6" fmla="*/ 1 w 39"/>
                  <a:gd name="T7" fmla="*/ 3 h 8"/>
                  <a:gd name="T8" fmla="*/ 3 w 39"/>
                  <a:gd name="T9" fmla="*/ 2 h 8"/>
                  <a:gd name="T10" fmla="*/ 37 w 39"/>
                  <a:gd name="T11" fmla="*/ 0 h 8"/>
                  <a:gd name="T12" fmla="*/ 39 w 3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8">
                    <a:moveTo>
                      <a:pt x="39" y="1"/>
                    </a:moveTo>
                    <a:cubicBezTo>
                      <a:pt x="39" y="1"/>
                      <a:pt x="39" y="5"/>
                      <a:pt x="33" y="6"/>
                    </a:cubicBezTo>
                    <a:cubicBezTo>
                      <a:pt x="33" y="6"/>
                      <a:pt x="15" y="8"/>
                      <a:pt x="7" y="7"/>
                    </a:cubicBezTo>
                    <a:cubicBezTo>
                      <a:pt x="7" y="7"/>
                      <a:pt x="2" y="6"/>
                      <a:pt x="1" y="3"/>
                    </a:cubicBezTo>
                    <a:cubicBezTo>
                      <a:pt x="1" y="3"/>
                      <a:pt x="0" y="2"/>
                      <a:pt x="3" y="2"/>
                    </a:cubicBezTo>
                    <a:cubicBezTo>
                      <a:pt x="3" y="2"/>
                      <a:pt x="30" y="1"/>
                      <a:pt x="37" y="0"/>
                    </a:cubicBezTo>
                    <a:cubicBezTo>
                      <a:pt x="37" y="0"/>
                      <a:pt x="38" y="0"/>
                      <a:pt x="39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6" name="Freeform 675">
                <a:extLst>
                  <a:ext uri="{FF2B5EF4-FFF2-40B4-BE49-F238E27FC236}">
                    <a16:creationId xmlns:a16="http://schemas.microsoft.com/office/drawing/2014/main" id="{CE37DD5E-C9A7-40F0-8FE3-B3E70C704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1676" y="5392738"/>
                <a:ext cx="139700" cy="7938"/>
              </a:xfrm>
              <a:custGeom>
                <a:avLst/>
                <a:gdLst>
                  <a:gd name="T0" fmla="*/ 34 w 35"/>
                  <a:gd name="T1" fmla="*/ 0 h 2"/>
                  <a:gd name="T2" fmla="*/ 0 w 35"/>
                  <a:gd name="T3" fmla="*/ 1 h 2"/>
                  <a:gd name="T4" fmla="*/ 2 w 35"/>
                  <a:gd name="T5" fmla="*/ 2 h 2"/>
                  <a:gd name="T6" fmla="*/ 33 w 35"/>
                  <a:gd name="T7" fmla="*/ 1 h 2"/>
                  <a:gd name="T8" fmla="*/ 34 w 35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">
                    <a:moveTo>
                      <a:pt x="34" y="0"/>
                    </a:moveTo>
                    <a:cubicBezTo>
                      <a:pt x="34" y="0"/>
                      <a:pt x="8" y="2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8" y="2"/>
                      <a:pt x="24" y="2"/>
                      <a:pt x="33" y="1"/>
                    </a:cubicBezTo>
                    <a:cubicBezTo>
                      <a:pt x="33" y="1"/>
                      <a:pt x="35" y="0"/>
                      <a:pt x="3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7" name="Freeform 676">
                <a:extLst>
                  <a:ext uri="{FF2B5EF4-FFF2-40B4-BE49-F238E27FC236}">
                    <a16:creationId xmlns:a16="http://schemas.microsoft.com/office/drawing/2014/main" id="{A3504511-B299-43E1-8A82-AE2F0D4AAD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1676" y="5392738"/>
                <a:ext cx="139700" cy="7938"/>
              </a:xfrm>
              <a:custGeom>
                <a:avLst/>
                <a:gdLst>
                  <a:gd name="T0" fmla="*/ 34 w 35"/>
                  <a:gd name="T1" fmla="*/ 0 h 2"/>
                  <a:gd name="T2" fmla="*/ 0 w 35"/>
                  <a:gd name="T3" fmla="*/ 1 h 2"/>
                  <a:gd name="T4" fmla="*/ 2 w 35"/>
                  <a:gd name="T5" fmla="*/ 2 h 2"/>
                  <a:gd name="T6" fmla="*/ 33 w 35"/>
                  <a:gd name="T7" fmla="*/ 1 h 2"/>
                  <a:gd name="T8" fmla="*/ 34 w 35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">
                    <a:moveTo>
                      <a:pt x="34" y="0"/>
                    </a:moveTo>
                    <a:cubicBezTo>
                      <a:pt x="34" y="0"/>
                      <a:pt x="8" y="2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8" y="2"/>
                      <a:pt x="24" y="2"/>
                      <a:pt x="33" y="1"/>
                    </a:cubicBezTo>
                    <a:cubicBezTo>
                      <a:pt x="33" y="1"/>
                      <a:pt x="35" y="0"/>
                      <a:pt x="3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8" name="Freeform 677">
                <a:extLst>
                  <a:ext uri="{FF2B5EF4-FFF2-40B4-BE49-F238E27FC236}">
                    <a16:creationId xmlns:a16="http://schemas.microsoft.com/office/drawing/2014/main" id="{E4B8C855-FA5A-4D74-BA19-4A325F6D5B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7551" y="5400675"/>
                <a:ext cx="115888" cy="7938"/>
              </a:xfrm>
              <a:custGeom>
                <a:avLst/>
                <a:gdLst>
                  <a:gd name="T0" fmla="*/ 28 w 29"/>
                  <a:gd name="T1" fmla="*/ 0 h 2"/>
                  <a:gd name="T2" fmla="*/ 0 w 29"/>
                  <a:gd name="T3" fmla="*/ 1 h 2"/>
                  <a:gd name="T4" fmla="*/ 2 w 29"/>
                  <a:gd name="T5" fmla="*/ 2 h 2"/>
                  <a:gd name="T6" fmla="*/ 27 w 29"/>
                  <a:gd name="T7" fmla="*/ 1 h 2"/>
                  <a:gd name="T8" fmla="*/ 28 w 29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">
                    <a:moveTo>
                      <a:pt x="28" y="0"/>
                    </a:moveTo>
                    <a:cubicBezTo>
                      <a:pt x="28" y="0"/>
                      <a:pt x="7" y="1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7" y="2"/>
                      <a:pt x="19" y="2"/>
                      <a:pt x="27" y="1"/>
                    </a:cubicBezTo>
                    <a:cubicBezTo>
                      <a:pt x="27" y="1"/>
                      <a:pt x="29" y="0"/>
                      <a:pt x="28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9" name="Freeform 678">
                <a:extLst>
                  <a:ext uri="{FF2B5EF4-FFF2-40B4-BE49-F238E27FC236}">
                    <a16:creationId xmlns:a16="http://schemas.microsoft.com/office/drawing/2014/main" id="{A915411A-93E5-4B66-9FEE-968A9A5BF8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7551" y="5400675"/>
                <a:ext cx="115888" cy="7938"/>
              </a:xfrm>
              <a:custGeom>
                <a:avLst/>
                <a:gdLst>
                  <a:gd name="T0" fmla="*/ 28 w 29"/>
                  <a:gd name="T1" fmla="*/ 0 h 2"/>
                  <a:gd name="T2" fmla="*/ 0 w 29"/>
                  <a:gd name="T3" fmla="*/ 1 h 2"/>
                  <a:gd name="T4" fmla="*/ 2 w 29"/>
                  <a:gd name="T5" fmla="*/ 2 h 2"/>
                  <a:gd name="T6" fmla="*/ 27 w 29"/>
                  <a:gd name="T7" fmla="*/ 1 h 2"/>
                  <a:gd name="T8" fmla="*/ 28 w 29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">
                    <a:moveTo>
                      <a:pt x="28" y="0"/>
                    </a:moveTo>
                    <a:cubicBezTo>
                      <a:pt x="28" y="0"/>
                      <a:pt x="7" y="1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7" y="2"/>
                      <a:pt x="19" y="2"/>
                      <a:pt x="27" y="1"/>
                    </a:cubicBezTo>
                    <a:cubicBezTo>
                      <a:pt x="27" y="1"/>
                      <a:pt x="29" y="0"/>
                      <a:pt x="28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0" name="Freeform 679">
                <a:extLst>
                  <a:ext uri="{FF2B5EF4-FFF2-40B4-BE49-F238E27FC236}">
                    <a16:creationId xmlns:a16="http://schemas.microsoft.com/office/drawing/2014/main" id="{0FF3F1A1-0E09-419A-9E27-1F43B051F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013" y="5408613"/>
                <a:ext cx="87313" cy="3175"/>
              </a:xfrm>
              <a:custGeom>
                <a:avLst/>
                <a:gdLst>
                  <a:gd name="T0" fmla="*/ 21 w 22"/>
                  <a:gd name="T1" fmla="*/ 0 h 1"/>
                  <a:gd name="T2" fmla="*/ 0 w 22"/>
                  <a:gd name="T3" fmla="*/ 1 h 1"/>
                  <a:gd name="T4" fmla="*/ 1 w 22"/>
                  <a:gd name="T5" fmla="*/ 1 h 1"/>
                  <a:gd name="T6" fmla="*/ 20 w 22"/>
                  <a:gd name="T7" fmla="*/ 0 h 1"/>
                  <a:gd name="T8" fmla="*/ 21 w 2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">
                    <a:moveTo>
                      <a:pt x="21" y="0"/>
                    </a:moveTo>
                    <a:cubicBezTo>
                      <a:pt x="21" y="0"/>
                      <a:pt x="5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5" y="1"/>
                      <a:pt x="15" y="1"/>
                      <a:pt x="20" y="0"/>
                    </a:cubicBezTo>
                    <a:cubicBezTo>
                      <a:pt x="20" y="0"/>
                      <a:pt x="22" y="0"/>
                      <a:pt x="21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1" name="Freeform 680">
                <a:extLst>
                  <a:ext uri="{FF2B5EF4-FFF2-40B4-BE49-F238E27FC236}">
                    <a16:creationId xmlns:a16="http://schemas.microsoft.com/office/drawing/2014/main" id="{ADE704C5-2766-4B6A-BF0A-0E2F8D739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013" y="5408613"/>
                <a:ext cx="87313" cy="3175"/>
              </a:xfrm>
              <a:custGeom>
                <a:avLst/>
                <a:gdLst>
                  <a:gd name="T0" fmla="*/ 21 w 22"/>
                  <a:gd name="T1" fmla="*/ 0 h 1"/>
                  <a:gd name="T2" fmla="*/ 0 w 22"/>
                  <a:gd name="T3" fmla="*/ 1 h 1"/>
                  <a:gd name="T4" fmla="*/ 1 w 22"/>
                  <a:gd name="T5" fmla="*/ 1 h 1"/>
                  <a:gd name="T6" fmla="*/ 20 w 22"/>
                  <a:gd name="T7" fmla="*/ 0 h 1"/>
                  <a:gd name="T8" fmla="*/ 21 w 2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">
                    <a:moveTo>
                      <a:pt x="21" y="0"/>
                    </a:moveTo>
                    <a:cubicBezTo>
                      <a:pt x="21" y="0"/>
                      <a:pt x="5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5" y="1"/>
                      <a:pt x="15" y="1"/>
                      <a:pt x="20" y="0"/>
                    </a:cubicBezTo>
                    <a:cubicBezTo>
                      <a:pt x="20" y="0"/>
                      <a:pt x="22" y="0"/>
                      <a:pt x="21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2" name="Freeform 681">
                <a:extLst>
                  <a:ext uri="{FF2B5EF4-FFF2-40B4-BE49-F238E27FC236}">
                    <a16:creationId xmlns:a16="http://schemas.microsoft.com/office/drawing/2014/main" id="{18EF2E07-5E7F-4D1A-9A43-8BF4F48CD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563" y="5329238"/>
                <a:ext cx="47625" cy="55563"/>
              </a:xfrm>
              <a:custGeom>
                <a:avLst/>
                <a:gdLst>
                  <a:gd name="T0" fmla="*/ 4 w 12"/>
                  <a:gd name="T1" fmla="*/ 7 h 14"/>
                  <a:gd name="T2" fmla="*/ 9 w 12"/>
                  <a:gd name="T3" fmla="*/ 3 h 14"/>
                  <a:gd name="T4" fmla="*/ 9 w 12"/>
                  <a:gd name="T5" fmla="*/ 10 h 14"/>
                  <a:gd name="T6" fmla="*/ 1 w 12"/>
                  <a:gd name="T7" fmla="*/ 11 h 14"/>
                  <a:gd name="T8" fmla="*/ 3 w 12"/>
                  <a:gd name="T9" fmla="*/ 7 h 14"/>
                  <a:gd name="T10" fmla="*/ 4 w 12"/>
                  <a:gd name="T11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4">
                    <a:moveTo>
                      <a:pt x="4" y="7"/>
                    </a:moveTo>
                    <a:cubicBezTo>
                      <a:pt x="4" y="7"/>
                      <a:pt x="6" y="0"/>
                      <a:pt x="9" y="3"/>
                    </a:cubicBezTo>
                    <a:cubicBezTo>
                      <a:pt x="9" y="3"/>
                      <a:pt x="12" y="9"/>
                      <a:pt x="9" y="10"/>
                    </a:cubicBezTo>
                    <a:cubicBezTo>
                      <a:pt x="9" y="10"/>
                      <a:pt x="2" y="14"/>
                      <a:pt x="1" y="11"/>
                    </a:cubicBezTo>
                    <a:cubicBezTo>
                      <a:pt x="1" y="11"/>
                      <a:pt x="0" y="8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3" name="Freeform 682">
                <a:extLst>
                  <a:ext uri="{FF2B5EF4-FFF2-40B4-BE49-F238E27FC236}">
                    <a16:creationId xmlns:a16="http://schemas.microsoft.com/office/drawing/2014/main" id="{F147DD15-C437-4E6B-8807-FA6B621B63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563" y="5329238"/>
                <a:ext cx="47625" cy="55563"/>
              </a:xfrm>
              <a:custGeom>
                <a:avLst/>
                <a:gdLst>
                  <a:gd name="T0" fmla="*/ 4 w 12"/>
                  <a:gd name="T1" fmla="*/ 7 h 14"/>
                  <a:gd name="T2" fmla="*/ 9 w 12"/>
                  <a:gd name="T3" fmla="*/ 3 h 14"/>
                  <a:gd name="T4" fmla="*/ 9 w 12"/>
                  <a:gd name="T5" fmla="*/ 10 h 14"/>
                  <a:gd name="T6" fmla="*/ 1 w 12"/>
                  <a:gd name="T7" fmla="*/ 11 h 14"/>
                  <a:gd name="T8" fmla="*/ 3 w 12"/>
                  <a:gd name="T9" fmla="*/ 7 h 14"/>
                  <a:gd name="T10" fmla="*/ 4 w 12"/>
                  <a:gd name="T11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4">
                    <a:moveTo>
                      <a:pt x="4" y="7"/>
                    </a:moveTo>
                    <a:cubicBezTo>
                      <a:pt x="4" y="7"/>
                      <a:pt x="6" y="0"/>
                      <a:pt x="9" y="3"/>
                    </a:cubicBezTo>
                    <a:cubicBezTo>
                      <a:pt x="9" y="3"/>
                      <a:pt x="12" y="9"/>
                      <a:pt x="9" y="10"/>
                    </a:cubicBezTo>
                    <a:cubicBezTo>
                      <a:pt x="9" y="10"/>
                      <a:pt x="2" y="14"/>
                      <a:pt x="1" y="11"/>
                    </a:cubicBezTo>
                    <a:cubicBezTo>
                      <a:pt x="1" y="11"/>
                      <a:pt x="0" y="8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4" name="Freeform 683">
                <a:extLst>
                  <a:ext uri="{FF2B5EF4-FFF2-40B4-BE49-F238E27FC236}">
                    <a16:creationId xmlns:a16="http://schemas.microsoft.com/office/drawing/2014/main" id="{B95365C9-F296-4152-ACE1-84C5A8A81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938" y="5337175"/>
                <a:ext cx="74613" cy="47625"/>
              </a:xfrm>
              <a:custGeom>
                <a:avLst/>
                <a:gdLst>
                  <a:gd name="T0" fmla="*/ 11 w 19"/>
                  <a:gd name="T1" fmla="*/ 6 h 12"/>
                  <a:gd name="T2" fmla="*/ 0 w 19"/>
                  <a:gd name="T3" fmla="*/ 4 h 12"/>
                  <a:gd name="T4" fmla="*/ 4 w 19"/>
                  <a:gd name="T5" fmla="*/ 10 h 12"/>
                  <a:gd name="T6" fmla="*/ 17 w 19"/>
                  <a:gd name="T7" fmla="*/ 12 h 12"/>
                  <a:gd name="T8" fmla="*/ 17 w 19"/>
                  <a:gd name="T9" fmla="*/ 9 h 12"/>
                  <a:gd name="T10" fmla="*/ 14 w 19"/>
                  <a:gd name="T11" fmla="*/ 7 h 12"/>
                  <a:gd name="T12" fmla="*/ 11 w 19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2">
                    <a:moveTo>
                      <a:pt x="11" y="6"/>
                    </a:moveTo>
                    <a:cubicBezTo>
                      <a:pt x="11" y="6"/>
                      <a:pt x="0" y="0"/>
                      <a:pt x="0" y="4"/>
                    </a:cubicBezTo>
                    <a:cubicBezTo>
                      <a:pt x="0" y="4"/>
                      <a:pt x="1" y="9"/>
                      <a:pt x="4" y="10"/>
                    </a:cubicBezTo>
                    <a:cubicBezTo>
                      <a:pt x="8" y="11"/>
                      <a:pt x="11" y="12"/>
                      <a:pt x="17" y="12"/>
                    </a:cubicBezTo>
                    <a:cubicBezTo>
                      <a:pt x="17" y="12"/>
                      <a:pt x="19" y="11"/>
                      <a:pt x="17" y="9"/>
                    </a:cubicBezTo>
                    <a:cubicBezTo>
                      <a:pt x="17" y="9"/>
                      <a:pt x="17" y="8"/>
                      <a:pt x="14" y="7"/>
                    </a:cubicBezTo>
                    <a:cubicBezTo>
                      <a:pt x="12" y="7"/>
                      <a:pt x="11" y="6"/>
                      <a:pt x="11" y="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5" name="Freeform 684">
                <a:extLst>
                  <a:ext uri="{FF2B5EF4-FFF2-40B4-BE49-F238E27FC236}">
                    <a16:creationId xmlns:a16="http://schemas.microsoft.com/office/drawing/2014/main" id="{2EAD2E0F-0157-4E03-B1B3-6A0CBBD629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938" y="5337175"/>
                <a:ext cx="74613" cy="47625"/>
              </a:xfrm>
              <a:custGeom>
                <a:avLst/>
                <a:gdLst>
                  <a:gd name="T0" fmla="*/ 11 w 19"/>
                  <a:gd name="T1" fmla="*/ 6 h 12"/>
                  <a:gd name="T2" fmla="*/ 0 w 19"/>
                  <a:gd name="T3" fmla="*/ 4 h 12"/>
                  <a:gd name="T4" fmla="*/ 4 w 19"/>
                  <a:gd name="T5" fmla="*/ 10 h 12"/>
                  <a:gd name="T6" fmla="*/ 17 w 19"/>
                  <a:gd name="T7" fmla="*/ 12 h 12"/>
                  <a:gd name="T8" fmla="*/ 17 w 19"/>
                  <a:gd name="T9" fmla="*/ 9 h 12"/>
                  <a:gd name="T10" fmla="*/ 14 w 19"/>
                  <a:gd name="T11" fmla="*/ 7 h 12"/>
                  <a:gd name="T12" fmla="*/ 11 w 19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2">
                    <a:moveTo>
                      <a:pt x="11" y="6"/>
                    </a:moveTo>
                    <a:cubicBezTo>
                      <a:pt x="11" y="6"/>
                      <a:pt x="0" y="0"/>
                      <a:pt x="0" y="4"/>
                    </a:cubicBezTo>
                    <a:cubicBezTo>
                      <a:pt x="0" y="4"/>
                      <a:pt x="1" y="9"/>
                      <a:pt x="4" y="10"/>
                    </a:cubicBezTo>
                    <a:cubicBezTo>
                      <a:pt x="8" y="11"/>
                      <a:pt x="11" y="12"/>
                      <a:pt x="17" y="12"/>
                    </a:cubicBezTo>
                    <a:cubicBezTo>
                      <a:pt x="17" y="12"/>
                      <a:pt x="19" y="11"/>
                      <a:pt x="17" y="9"/>
                    </a:cubicBezTo>
                    <a:cubicBezTo>
                      <a:pt x="17" y="9"/>
                      <a:pt x="17" y="8"/>
                      <a:pt x="14" y="7"/>
                    </a:cubicBezTo>
                    <a:cubicBezTo>
                      <a:pt x="12" y="7"/>
                      <a:pt x="11" y="6"/>
                      <a:pt x="11" y="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6" name="Freeform 685">
                <a:extLst>
                  <a:ext uri="{FF2B5EF4-FFF2-40B4-BE49-F238E27FC236}">
                    <a16:creationId xmlns:a16="http://schemas.microsoft.com/office/drawing/2014/main" id="{16D0EDD0-F9FC-4A6A-8889-E84BCA585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626" y="5451475"/>
                <a:ext cx="182563" cy="28575"/>
              </a:xfrm>
              <a:custGeom>
                <a:avLst/>
                <a:gdLst>
                  <a:gd name="T0" fmla="*/ 115 w 115"/>
                  <a:gd name="T1" fmla="*/ 0 h 18"/>
                  <a:gd name="T2" fmla="*/ 108 w 115"/>
                  <a:gd name="T3" fmla="*/ 3 h 18"/>
                  <a:gd name="T4" fmla="*/ 0 w 115"/>
                  <a:gd name="T5" fmla="*/ 8 h 18"/>
                  <a:gd name="T6" fmla="*/ 0 w 115"/>
                  <a:gd name="T7" fmla="*/ 18 h 18"/>
                  <a:gd name="T8" fmla="*/ 108 w 115"/>
                  <a:gd name="T9" fmla="*/ 15 h 18"/>
                  <a:gd name="T10" fmla="*/ 115 w 115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5" h="18">
                    <a:moveTo>
                      <a:pt x="115" y="0"/>
                    </a:moveTo>
                    <a:lnTo>
                      <a:pt x="108" y="3"/>
                    </a:lnTo>
                    <a:lnTo>
                      <a:pt x="0" y="8"/>
                    </a:lnTo>
                    <a:lnTo>
                      <a:pt x="0" y="18"/>
                    </a:lnTo>
                    <a:lnTo>
                      <a:pt x="108" y="15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  <p:cxnSp>
          <p:nvCxnSpPr>
            <p:cNvPr id="668" name="Straight Arrow Connector 667">
              <a:extLst>
                <a:ext uri="{FF2B5EF4-FFF2-40B4-BE49-F238E27FC236}">
                  <a16:creationId xmlns:a16="http://schemas.microsoft.com/office/drawing/2014/main" id="{F752CE90-C118-427A-A67E-4A00067B31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4815" y="2560029"/>
              <a:ext cx="551252" cy="545387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3" name="Group 742">
            <a:extLst>
              <a:ext uri="{FF2B5EF4-FFF2-40B4-BE49-F238E27FC236}">
                <a16:creationId xmlns:a16="http://schemas.microsoft.com/office/drawing/2014/main" id="{F44DD2D5-2240-4726-B7F8-000BF098E73A}"/>
              </a:ext>
            </a:extLst>
          </p:cNvPr>
          <p:cNvGrpSpPr/>
          <p:nvPr/>
        </p:nvGrpSpPr>
        <p:grpSpPr>
          <a:xfrm>
            <a:off x="4777095" y="5593477"/>
            <a:ext cx="1824605" cy="599883"/>
            <a:chOff x="4336772" y="3244062"/>
            <a:chExt cx="1824605" cy="599883"/>
          </a:xfrm>
        </p:grpSpPr>
        <p:sp>
          <p:nvSpPr>
            <p:cNvPr id="744" name="TextBox 743">
              <a:extLst>
                <a:ext uri="{FF2B5EF4-FFF2-40B4-BE49-F238E27FC236}">
                  <a16:creationId xmlns:a16="http://schemas.microsoft.com/office/drawing/2014/main" id="{B1E3A1B1-66FC-40B6-BDAE-84E8C46C0FE5}"/>
                </a:ext>
              </a:extLst>
            </p:cNvPr>
            <p:cNvSpPr txBox="1"/>
            <p:nvPr/>
          </p:nvSpPr>
          <p:spPr>
            <a:xfrm>
              <a:off x="4336772" y="3517702"/>
              <a:ext cx="1824605" cy="326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600" dirty="0"/>
                <a:t>Storage</a:t>
              </a:r>
            </a:p>
          </p:txBody>
        </p:sp>
        <p:grpSp>
          <p:nvGrpSpPr>
            <p:cNvPr id="745" name="Gruppieren 48">
              <a:extLst>
                <a:ext uri="{FF2B5EF4-FFF2-40B4-BE49-F238E27FC236}">
                  <a16:creationId xmlns:a16="http://schemas.microsoft.com/office/drawing/2014/main" id="{20CE7890-D802-4DF2-9D62-018E5582B7B1}"/>
                </a:ext>
              </a:extLst>
            </p:cNvPr>
            <p:cNvGrpSpPr/>
            <p:nvPr/>
          </p:nvGrpSpPr>
          <p:grpSpPr>
            <a:xfrm>
              <a:off x="4353044" y="3244062"/>
              <a:ext cx="770328" cy="230845"/>
              <a:chOff x="1619672" y="3068960"/>
              <a:chExt cx="5184576" cy="1778249"/>
            </a:xfrm>
            <a:solidFill>
              <a:schemeClr val="accent1"/>
            </a:solidFill>
          </p:grpSpPr>
          <p:sp>
            <p:nvSpPr>
              <p:cNvPr id="747" name="Rectangle 67">
                <a:extLst>
                  <a:ext uri="{FF2B5EF4-FFF2-40B4-BE49-F238E27FC236}">
                    <a16:creationId xmlns:a16="http://schemas.microsoft.com/office/drawing/2014/main" id="{16364827-F49A-4D8D-AE38-270FB7670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1479" y="3424612"/>
                <a:ext cx="2236641" cy="1066950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48" name="Freeform 68">
                <a:extLst>
                  <a:ext uri="{FF2B5EF4-FFF2-40B4-BE49-F238E27FC236}">
                    <a16:creationId xmlns:a16="http://schemas.microsoft.com/office/drawing/2014/main" id="{4865BBC7-18C1-4D12-98CC-6052EF037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860" y="3132187"/>
                <a:ext cx="276619" cy="1359371"/>
              </a:xfrm>
              <a:custGeom>
                <a:avLst/>
                <a:gdLst>
                  <a:gd name="T0" fmla="*/ 35 w 35"/>
                  <a:gd name="T1" fmla="*/ 172 h 172"/>
                  <a:gd name="T2" fmla="*/ 0 w 35"/>
                  <a:gd name="T3" fmla="*/ 127 h 172"/>
                  <a:gd name="T4" fmla="*/ 0 w 35"/>
                  <a:gd name="T5" fmla="*/ 0 h 172"/>
                  <a:gd name="T6" fmla="*/ 35 w 35"/>
                  <a:gd name="T7" fmla="*/ 37 h 172"/>
                  <a:gd name="T8" fmla="*/ 35 w 35"/>
                  <a:gd name="T9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72">
                    <a:moveTo>
                      <a:pt x="35" y="172"/>
                    </a:moveTo>
                    <a:lnTo>
                      <a:pt x="0" y="127"/>
                    </a:lnTo>
                    <a:lnTo>
                      <a:pt x="0" y="0"/>
                    </a:lnTo>
                    <a:lnTo>
                      <a:pt x="35" y="37"/>
                    </a:lnTo>
                    <a:lnTo>
                      <a:pt x="35" y="172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49" name="Freeform 69">
                <a:extLst>
                  <a:ext uri="{FF2B5EF4-FFF2-40B4-BE49-F238E27FC236}">
                    <a16:creationId xmlns:a16="http://schemas.microsoft.com/office/drawing/2014/main" id="{BE291591-BE7A-49F2-BFA3-9025D716C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860" y="3132187"/>
                <a:ext cx="2513255" cy="292425"/>
              </a:xfrm>
              <a:custGeom>
                <a:avLst/>
                <a:gdLst>
                  <a:gd name="T0" fmla="*/ 318 w 318"/>
                  <a:gd name="T1" fmla="*/ 37 h 37"/>
                  <a:gd name="T2" fmla="*/ 283 w 318"/>
                  <a:gd name="T3" fmla="*/ 0 h 37"/>
                  <a:gd name="T4" fmla="*/ 0 w 318"/>
                  <a:gd name="T5" fmla="*/ 0 h 37"/>
                  <a:gd name="T6" fmla="*/ 35 w 318"/>
                  <a:gd name="T7" fmla="*/ 37 h 37"/>
                  <a:gd name="T8" fmla="*/ 318 w 318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37">
                    <a:moveTo>
                      <a:pt x="318" y="37"/>
                    </a:moveTo>
                    <a:lnTo>
                      <a:pt x="283" y="0"/>
                    </a:lnTo>
                    <a:lnTo>
                      <a:pt x="0" y="0"/>
                    </a:lnTo>
                    <a:lnTo>
                      <a:pt x="35" y="37"/>
                    </a:lnTo>
                    <a:lnTo>
                      <a:pt x="318" y="3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0" name="Freeform 70">
                <a:extLst>
                  <a:ext uri="{FF2B5EF4-FFF2-40B4-BE49-F238E27FC236}">
                    <a16:creationId xmlns:a16="http://schemas.microsoft.com/office/drawing/2014/main" id="{6154E804-8FFB-46AC-B497-E854294C5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0512" y="3092672"/>
                <a:ext cx="276619" cy="213392"/>
              </a:xfrm>
              <a:custGeom>
                <a:avLst/>
                <a:gdLst>
                  <a:gd name="T0" fmla="*/ 0 w 14"/>
                  <a:gd name="T1" fmla="*/ 0 h 11"/>
                  <a:gd name="T2" fmla="*/ 0 w 14"/>
                  <a:gd name="T3" fmla="*/ 10 h 11"/>
                  <a:gd name="T4" fmla="*/ 0 w 14"/>
                  <a:gd name="T5" fmla="*/ 10 h 11"/>
                  <a:gd name="T6" fmla="*/ 7 w 14"/>
                  <a:gd name="T7" fmla="*/ 11 h 11"/>
                  <a:gd name="T8" fmla="*/ 14 w 14"/>
                  <a:gd name="T9" fmla="*/ 10 h 11"/>
                  <a:gd name="T10" fmla="*/ 14 w 14"/>
                  <a:gd name="T11" fmla="*/ 10 h 11"/>
                  <a:gd name="T12" fmla="*/ 14 w 14"/>
                  <a:gd name="T13" fmla="*/ 0 h 11"/>
                  <a:gd name="T14" fmla="*/ 0 w 14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3" y="11"/>
                      <a:pt x="7" y="11"/>
                    </a:cubicBezTo>
                    <a:cubicBezTo>
                      <a:pt x="10" y="11"/>
                      <a:pt x="13" y="11"/>
                      <a:pt x="14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1" name="Oval 71">
                <a:extLst>
                  <a:ext uri="{FF2B5EF4-FFF2-40B4-BE49-F238E27FC236}">
                    <a16:creationId xmlns:a16="http://schemas.microsoft.com/office/drawing/2014/main" id="{03685F3A-C85E-43BB-858E-1BCCCB61AC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0512" y="3068960"/>
                <a:ext cx="276619" cy="39519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2" name="Freeform 72">
                <a:extLst>
                  <a:ext uri="{FF2B5EF4-FFF2-40B4-BE49-F238E27FC236}">
                    <a16:creationId xmlns:a16="http://schemas.microsoft.com/office/drawing/2014/main" id="{43B4C9BE-8D37-4EC5-A279-79E2FF657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6817" y="3108479"/>
                <a:ext cx="300326" cy="221293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0 w 15"/>
                  <a:gd name="T5" fmla="*/ 10 h 11"/>
                  <a:gd name="T6" fmla="*/ 7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4" y="11"/>
                      <a:pt x="7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3" name="Oval 73">
                <a:extLst>
                  <a:ext uri="{FF2B5EF4-FFF2-40B4-BE49-F238E27FC236}">
                    <a16:creationId xmlns:a16="http://schemas.microsoft.com/office/drawing/2014/main" id="{456E14F8-99C5-47DD-854A-134F80241C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6817" y="3068960"/>
                <a:ext cx="300326" cy="63227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4" name="Rectangle 76">
                <a:extLst>
                  <a:ext uri="{FF2B5EF4-FFF2-40B4-BE49-F238E27FC236}">
                    <a16:creationId xmlns:a16="http://schemas.microsoft.com/office/drawing/2014/main" id="{49390041-D42B-465C-B5FE-DDB0F296B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9998" y="3424612"/>
                <a:ext cx="2212929" cy="1066950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5" name="Freeform 77">
                <a:extLst>
                  <a:ext uri="{FF2B5EF4-FFF2-40B4-BE49-F238E27FC236}">
                    <a16:creationId xmlns:a16="http://schemas.microsoft.com/office/drawing/2014/main" id="{43FE1A3A-56C3-4308-9C69-F69A78C13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3132187"/>
                <a:ext cx="300326" cy="1359371"/>
              </a:xfrm>
              <a:custGeom>
                <a:avLst/>
                <a:gdLst>
                  <a:gd name="T0" fmla="*/ 38 w 38"/>
                  <a:gd name="T1" fmla="*/ 172 h 172"/>
                  <a:gd name="T2" fmla="*/ 0 w 38"/>
                  <a:gd name="T3" fmla="*/ 127 h 172"/>
                  <a:gd name="T4" fmla="*/ 0 w 38"/>
                  <a:gd name="T5" fmla="*/ 0 h 172"/>
                  <a:gd name="T6" fmla="*/ 38 w 38"/>
                  <a:gd name="T7" fmla="*/ 37 h 172"/>
                  <a:gd name="T8" fmla="*/ 38 w 38"/>
                  <a:gd name="T9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72">
                    <a:moveTo>
                      <a:pt x="38" y="172"/>
                    </a:moveTo>
                    <a:lnTo>
                      <a:pt x="0" y="127"/>
                    </a:lnTo>
                    <a:lnTo>
                      <a:pt x="0" y="0"/>
                    </a:lnTo>
                    <a:lnTo>
                      <a:pt x="38" y="37"/>
                    </a:lnTo>
                    <a:lnTo>
                      <a:pt x="38" y="172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6" name="Freeform 78">
                <a:extLst>
                  <a:ext uri="{FF2B5EF4-FFF2-40B4-BE49-F238E27FC236}">
                    <a16:creationId xmlns:a16="http://schemas.microsoft.com/office/drawing/2014/main" id="{44C1A389-015F-42BD-9152-71B64C7AE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3132187"/>
                <a:ext cx="2513255" cy="292425"/>
              </a:xfrm>
              <a:custGeom>
                <a:avLst/>
                <a:gdLst>
                  <a:gd name="T0" fmla="*/ 318 w 318"/>
                  <a:gd name="T1" fmla="*/ 37 h 37"/>
                  <a:gd name="T2" fmla="*/ 286 w 318"/>
                  <a:gd name="T3" fmla="*/ 0 h 37"/>
                  <a:gd name="T4" fmla="*/ 0 w 318"/>
                  <a:gd name="T5" fmla="*/ 0 h 37"/>
                  <a:gd name="T6" fmla="*/ 38 w 318"/>
                  <a:gd name="T7" fmla="*/ 37 h 37"/>
                  <a:gd name="T8" fmla="*/ 318 w 318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37">
                    <a:moveTo>
                      <a:pt x="318" y="37"/>
                    </a:moveTo>
                    <a:lnTo>
                      <a:pt x="286" y="0"/>
                    </a:lnTo>
                    <a:lnTo>
                      <a:pt x="0" y="0"/>
                    </a:lnTo>
                    <a:lnTo>
                      <a:pt x="38" y="37"/>
                    </a:lnTo>
                    <a:lnTo>
                      <a:pt x="318" y="3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7" name="Freeform 79">
                <a:extLst>
                  <a:ext uri="{FF2B5EF4-FFF2-40B4-BE49-F238E27FC236}">
                    <a16:creationId xmlns:a16="http://schemas.microsoft.com/office/drawing/2014/main" id="{B61A0309-0895-4052-A979-318977354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5324" y="3092672"/>
                <a:ext cx="300326" cy="213392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0 w 15"/>
                  <a:gd name="T5" fmla="*/ 10 h 11"/>
                  <a:gd name="T6" fmla="*/ 7 w 15"/>
                  <a:gd name="T7" fmla="*/ 11 h 11"/>
                  <a:gd name="T8" fmla="*/ 14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4" y="11"/>
                      <a:pt x="7" y="11"/>
                    </a:cubicBezTo>
                    <a:cubicBezTo>
                      <a:pt x="11" y="11"/>
                      <a:pt x="14" y="11"/>
                      <a:pt x="14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8" name="Oval 80">
                <a:extLst>
                  <a:ext uri="{FF2B5EF4-FFF2-40B4-BE49-F238E27FC236}">
                    <a16:creationId xmlns:a16="http://schemas.microsoft.com/office/drawing/2014/main" id="{662A6B56-EFD4-4B69-A094-A1D0410325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5324" y="3068960"/>
                <a:ext cx="300326" cy="39519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9" name="Freeform 81">
                <a:extLst>
                  <a:ext uri="{FF2B5EF4-FFF2-40B4-BE49-F238E27FC236}">
                    <a16:creationId xmlns:a16="http://schemas.microsoft.com/office/drawing/2014/main" id="{D74999A6-B19F-472C-B527-4E432BCA8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628" y="3108479"/>
                <a:ext cx="300326" cy="221293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1 w 15"/>
                  <a:gd name="T5" fmla="*/ 10 h 11"/>
                  <a:gd name="T6" fmla="*/ 8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1"/>
                      <a:pt x="4" y="11"/>
                      <a:pt x="8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0" name="Oval 82">
                <a:extLst>
                  <a:ext uri="{FF2B5EF4-FFF2-40B4-BE49-F238E27FC236}">
                    <a16:creationId xmlns:a16="http://schemas.microsoft.com/office/drawing/2014/main" id="{4116DDAC-D5AB-49EA-91F5-0668C366B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628" y="3068960"/>
                <a:ext cx="300326" cy="63227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1" name="Rectangle 85">
                <a:extLst>
                  <a:ext uri="{FF2B5EF4-FFF2-40B4-BE49-F238E27FC236}">
                    <a16:creationId xmlns:a16="http://schemas.microsoft.com/office/drawing/2014/main" id="{9B698D10-D0A6-457E-B3A0-71DD13114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1319" y="3780259"/>
                <a:ext cx="2212929" cy="1066950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2" name="Freeform 86">
                <a:extLst>
                  <a:ext uri="{FF2B5EF4-FFF2-40B4-BE49-F238E27FC236}">
                    <a16:creationId xmlns:a16="http://schemas.microsoft.com/office/drawing/2014/main" id="{E510EB17-FFA5-48E8-A0E0-67856B3C4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0993" y="3503645"/>
                <a:ext cx="300326" cy="1343564"/>
              </a:xfrm>
              <a:custGeom>
                <a:avLst/>
                <a:gdLst>
                  <a:gd name="T0" fmla="*/ 38 w 38"/>
                  <a:gd name="T1" fmla="*/ 170 h 170"/>
                  <a:gd name="T2" fmla="*/ 0 w 38"/>
                  <a:gd name="T3" fmla="*/ 128 h 170"/>
                  <a:gd name="T4" fmla="*/ 0 w 38"/>
                  <a:gd name="T5" fmla="*/ 0 h 170"/>
                  <a:gd name="T6" fmla="*/ 38 w 38"/>
                  <a:gd name="T7" fmla="*/ 35 h 170"/>
                  <a:gd name="T8" fmla="*/ 38 w 38"/>
                  <a:gd name="T9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70">
                    <a:moveTo>
                      <a:pt x="38" y="170"/>
                    </a:moveTo>
                    <a:lnTo>
                      <a:pt x="0" y="128"/>
                    </a:lnTo>
                    <a:lnTo>
                      <a:pt x="0" y="0"/>
                    </a:lnTo>
                    <a:lnTo>
                      <a:pt x="38" y="35"/>
                    </a:lnTo>
                    <a:lnTo>
                      <a:pt x="38" y="17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3" name="Freeform 87">
                <a:extLst>
                  <a:ext uri="{FF2B5EF4-FFF2-40B4-BE49-F238E27FC236}">
                    <a16:creationId xmlns:a16="http://schemas.microsoft.com/office/drawing/2014/main" id="{39889CD1-6B8F-492C-BC95-B291FF8E4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0993" y="3503645"/>
                <a:ext cx="2513255" cy="276619"/>
              </a:xfrm>
              <a:custGeom>
                <a:avLst/>
                <a:gdLst>
                  <a:gd name="T0" fmla="*/ 318 w 318"/>
                  <a:gd name="T1" fmla="*/ 35 h 35"/>
                  <a:gd name="T2" fmla="*/ 286 w 318"/>
                  <a:gd name="T3" fmla="*/ 0 h 35"/>
                  <a:gd name="T4" fmla="*/ 0 w 318"/>
                  <a:gd name="T5" fmla="*/ 0 h 35"/>
                  <a:gd name="T6" fmla="*/ 38 w 318"/>
                  <a:gd name="T7" fmla="*/ 35 h 35"/>
                  <a:gd name="T8" fmla="*/ 318 w 318"/>
                  <a:gd name="T9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35">
                    <a:moveTo>
                      <a:pt x="318" y="35"/>
                    </a:moveTo>
                    <a:lnTo>
                      <a:pt x="286" y="0"/>
                    </a:lnTo>
                    <a:lnTo>
                      <a:pt x="0" y="0"/>
                    </a:lnTo>
                    <a:lnTo>
                      <a:pt x="38" y="35"/>
                    </a:lnTo>
                    <a:lnTo>
                      <a:pt x="318" y="3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4" name="Freeform 88">
                <a:extLst>
                  <a:ext uri="{FF2B5EF4-FFF2-40B4-BE49-F238E27FC236}">
                    <a16:creationId xmlns:a16="http://schemas.microsoft.com/office/drawing/2014/main" id="{F4F02971-392C-4F31-AD3F-9FD559A6DD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6645" y="3464126"/>
                <a:ext cx="300326" cy="221293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0 w 15"/>
                  <a:gd name="T5" fmla="*/ 10 h 11"/>
                  <a:gd name="T6" fmla="*/ 7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4" y="11"/>
                      <a:pt x="7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5" name="Oval 89">
                <a:extLst>
                  <a:ext uri="{FF2B5EF4-FFF2-40B4-BE49-F238E27FC236}">
                    <a16:creationId xmlns:a16="http://schemas.microsoft.com/office/drawing/2014/main" id="{8B24BA9A-F6D4-4B78-82DD-C138B0E17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6645" y="3424612"/>
                <a:ext cx="300326" cy="63227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6" name="Freeform 90">
                <a:extLst>
                  <a:ext uri="{FF2B5EF4-FFF2-40B4-BE49-F238E27FC236}">
                    <a16:creationId xmlns:a16="http://schemas.microsoft.com/office/drawing/2014/main" id="{3C4DBF2E-B23A-48EF-A5F3-A65488499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6662" y="3464126"/>
                <a:ext cx="276619" cy="237100"/>
              </a:xfrm>
              <a:custGeom>
                <a:avLst/>
                <a:gdLst>
                  <a:gd name="T0" fmla="*/ 0 w 14"/>
                  <a:gd name="T1" fmla="*/ 0 h 12"/>
                  <a:gd name="T2" fmla="*/ 0 w 14"/>
                  <a:gd name="T3" fmla="*/ 11 h 12"/>
                  <a:gd name="T4" fmla="*/ 0 w 14"/>
                  <a:gd name="T5" fmla="*/ 11 h 12"/>
                  <a:gd name="T6" fmla="*/ 7 w 14"/>
                  <a:gd name="T7" fmla="*/ 12 h 12"/>
                  <a:gd name="T8" fmla="*/ 14 w 14"/>
                  <a:gd name="T9" fmla="*/ 11 h 12"/>
                  <a:gd name="T10" fmla="*/ 14 w 14"/>
                  <a:gd name="T11" fmla="*/ 11 h 12"/>
                  <a:gd name="T12" fmla="*/ 14 w 14"/>
                  <a:gd name="T13" fmla="*/ 0 h 12"/>
                  <a:gd name="T14" fmla="*/ 0 w 14"/>
                  <a:gd name="T1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12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3" y="12"/>
                      <a:pt x="7" y="12"/>
                    </a:cubicBezTo>
                    <a:cubicBezTo>
                      <a:pt x="11" y="12"/>
                      <a:pt x="14" y="11"/>
                      <a:pt x="14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7" name="Oval 91">
                <a:extLst>
                  <a:ext uri="{FF2B5EF4-FFF2-40B4-BE49-F238E27FC236}">
                    <a16:creationId xmlns:a16="http://schemas.microsoft.com/office/drawing/2014/main" id="{B0174365-8CDE-48FE-9815-B6A71C9EE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6662" y="3448319"/>
                <a:ext cx="276619" cy="39519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8" name="Rectangle 94">
                <a:extLst>
                  <a:ext uri="{FF2B5EF4-FFF2-40B4-BE49-F238E27FC236}">
                    <a16:creationId xmlns:a16="http://schemas.microsoft.com/office/drawing/2014/main" id="{3F72A2C8-1318-4E04-85FB-C1EEE7E081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6131" y="3780259"/>
                <a:ext cx="2236641" cy="1066950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9" name="Freeform 95">
                <a:extLst>
                  <a:ext uri="{FF2B5EF4-FFF2-40B4-BE49-F238E27FC236}">
                    <a16:creationId xmlns:a16="http://schemas.microsoft.com/office/drawing/2014/main" id="{99C95401-D9F2-426F-9D58-4001CF442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517" y="3487838"/>
                <a:ext cx="276619" cy="1359371"/>
              </a:xfrm>
              <a:custGeom>
                <a:avLst/>
                <a:gdLst>
                  <a:gd name="T0" fmla="*/ 35 w 35"/>
                  <a:gd name="T1" fmla="*/ 172 h 172"/>
                  <a:gd name="T2" fmla="*/ 0 w 35"/>
                  <a:gd name="T3" fmla="*/ 127 h 172"/>
                  <a:gd name="T4" fmla="*/ 0 w 35"/>
                  <a:gd name="T5" fmla="*/ 0 h 172"/>
                  <a:gd name="T6" fmla="*/ 35 w 35"/>
                  <a:gd name="T7" fmla="*/ 37 h 172"/>
                  <a:gd name="T8" fmla="*/ 35 w 35"/>
                  <a:gd name="T9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72">
                    <a:moveTo>
                      <a:pt x="35" y="172"/>
                    </a:moveTo>
                    <a:lnTo>
                      <a:pt x="0" y="127"/>
                    </a:lnTo>
                    <a:lnTo>
                      <a:pt x="0" y="0"/>
                    </a:lnTo>
                    <a:lnTo>
                      <a:pt x="35" y="37"/>
                    </a:lnTo>
                    <a:lnTo>
                      <a:pt x="35" y="172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0" name="Freeform 96">
                <a:extLst>
                  <a:ext uri="{FF2B5EF4-FFF2-40B4-BE49-F238E27FC236}">
                    <a16:creationId xmlns:a16="http://schemas.microsoft.com/office/drawing/2014/main" id="{2ED05111-5546-44AD-9EB4-3D96CDFAE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517" y="3487838"/>
                <a:ext cx="2513255" cy="292425"/>
              </a:xfrm>
              <a:custGeom>
                <a:avLst/>
                <a:gdLst>
                  <a:gd name="T0" fmla="*/ 318 w 318"/>
                  <a:gd name="T1" fmla="*/ 37 h 37"/>
                  <a:gd name="T2" fmla="*/ 283 w 318"/>
                  <a:gd name="T3" fmla="*/ 0 h 37"/>
                  <a:gd name="T4" fmla="*/ 0 w 318"/>
                  <a:gd name="T5" fmla="*/ 0 h 37"/>
                  <a:gd name="T6" fmla="*/ 35 w 318"/>
                  <a:gd name="T7" fmla="*/ 37 h 37"/>
                  <a:gd name="T8" fmla="*/ 318 w 318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37">
                    <a:moveTo>
                      <a:pt x="318" y="37"/>
                    </a:moveTo>
                    <a:lnTo>
                      <a:pt x="283" y="0"/>
                    </a:lnTo>
                    <a:lnTo>
                      <a:pt x="0" y="0"/>
                    </a:lnTo>
                    <a:lnTo>
                      <a:pt x="35" y="37"/>
                    </a:lnTo>
                    <a:lnTo>
                      <a:pt x="318" y="3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1" name="Freeform 97">
                <a:extLst>
                  <a:ext uri="{FF2B5EF4-FFF2-40B4-BE49-F238E27FC236}">
                    <a16:creationId xmlns:a16="http://schemas.microsoft.com/office/drawing/2014/main" id="{60D075BB-C4E9-4898-B108-45437DC0F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9357" y="3448319"/>
                <a:ext cx="292425" cy="213392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1 w 15"/>
                  <a:gd name="T5" fmla="*/ 10 h 11"/>
                  <a:gd name="T6" fmla="*/ 8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1"/>
                      <a:pt x="4" y="11"/>
                      <a:pt x="8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2" name="Oval 98">
                <a:extLst>
                  <a:ext uri="{FF2B5EF4-FFF2-40B4-BE49-F238E27FC236}">
                    <a16:creationId xmlns:a16="http://schemas.microsoft.com/office/drawing/2014/main" id="{976C04A1-85F0-4661-8B31-6E8852BD89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9357" y="3424612"/>
                <a:ext cx="292425" cy="39519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3" name="Freeform 99">
                <a:extLst>
                  <a:ext uri="{FF2B5EF4-FFF2-40B4-BE49-F238E27FC236}">
                    <a16:creationId xmlns:a16="http://schemas.microsoft.com/office/drawing/2014/main" id="{AD40BE23-23F0-48AF-AC2F-FB8A15199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1473" y="3464126"/>
                <a:ext cx="292425" cy="221293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0 w 15"/>
                  <a:gd name="T5" fmla="*/ 10 h 11"/>
                  <a:gd name="T6" fmla="*/ 7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4" y="11"/>
                      <a:pt x="7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4" name="Oval 100">
                <a:extLst>
                  <a:ext uri="{FF2B5EF4-FFF2-40B4-BE49-F238E27FC236}">
                    <a16:creationId xmlns:a16="http://schemas.microsoft.com/office/drawing/2014/main" id="{18641C4C-DBBC-48D1-8B19-36A3D0622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473" y="3424612"/>
                <a:ext cx="292425" cy="63227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5" name="Freeform 101">
                <a:extLst>
                  <a:ext uri="{FF2B5EF4-FFF2-40B4-BE49-F238E27FC236}">
                    <a16:creationId xmlns:a16="http://schemas.microsoft.com/office/drawing/2014/main" id="{6C85AEC4-990D-4C77-B5DB-E702ABEE6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8390" y="3487838"/>
                <a:ext cx="134359" cy="134359"/>
              </a:xfrm>
              <a:custGeom>
                <a:avLst/>
                <a:gdLst>
                  <a:gd name="T0" fmla="*/ 10 w 17"/>
                  <a:gd name="T1" fmla="*/ 17 h 17"/>
                  <a:gd name="T2" fmla="*/ 10 w 17"/>
                  <a:gd name="T3" fmla="*/ 10 h 17"/>
                  <a:gd name="T4" fmla="*/ 17 w 17"/>
                  <a:gd name="T5" fmla="*/ 10 h 17"/>
                  <a:gd name="T6" fmla="*/ 17 w 17"/>
                  <a:gd name="T7" fmla="*/ 7 h 17"/>
                  <a:gd name="T8" fmla="*/ 10 w 17"/>
                  <a:gd name="T9" fmla="*/ 7 h 17"/>
                  <a:gd name="T10" fmla="*/ 10 w 17"/>
                  <a:gd name="T11" fmla="*/ 0 h 17"/>
                  <a:gd name="T12" fmla="*/ 7 w 17"/>
                  <a:gd name="T13" fmla="*/ 0 h 17"/>
                  <a:gd name="T14" fmla="*/ 7 w 17"/>
                  <a:gd name="T15" fmla="*/ 7 h 17"/>
                  <a:gd name="T16" fmla="*/ 0 w 17"/>
                  <a:gd name="T17" fmla="*/ 7 h 17"/>
                  <a:gd name="T18" fmla="*/ 0 w 17"/>
                  <a:gd name="T19" fmla="*/ 10 h 17"/>
                  <a:gd name="T20" fmla="*/ 7 w 17"/>
                  <a:gd name="T21" fmla="*/ 10 h 17"/>
                  <a:gd name="T22" fmla="*/ 7 w 17"/>
                  <a:gd name="T23" fmla="*/ 17 h 17"/>
                  <a:gd name="T24" fmla="*/ 10 w 17"/>
                  <a:gd name="T25" fmla="*/ 17 h 17"/>
                  <a:gd name="T26" fmla="*/ 10 w 17"/>
                  <a:gd name="T2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10" y="17"/>
                    </a:moveTo>
                    <a:lnTo>
                      <a:pt x="10" y="10"/>
                    </a:lnTo>
                    <a:lnTo>
                      <a:pt x="17" y="10"/>
                    </a:lnTo>
                    <a:lnTo>
                      <a:pt x="17" y="7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7" y="10"/>
                    </a:lnTo>
                    <a:lnTo>
                      <a:pt x="7" y="17"/>
                    </a:lnTo>
                    <a:lnTo>
                      <a:pt x="10" y="17"/>
                    </a:lnTo>
                    <a:lnTo>
                      <a:pt x="10" y="1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6" name="Freeform 102">
                <a:extLst>
                  <a:ext uri="{FF2B5EF4-FFF2-40B4-BE49-F238E27FC236}">
                    <a16:creationId xmlns:a16="http://schemas.microsoft.com/office/drawing/2014/main" id="{F2679B8D-04E4-4C9E-9189-C42CE80170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6071" y="3569696"/>
                <a:ext cx="63227" cy="23712"/>
              </a:xfrm>
              <a:custGeom>
                <a:avLst/>
                <a:gdLst>
                  <a:gd name="T0" fmla="*/ 0 w 8"/>
                  <a:gd name="T1" fmla="*/ 3 h 3"/>
                  <a:gd name="T2" fmla="*/ 8 w 8"/>
                  <a:gd name="T3" fmla="*/ 3 h 3"/>
                  <a:gd name="T4" fmla="*/ 8 w 8"/>
                  <a:gd name="T5" fmla="*/ 0 h 3"/>
                  <a:gd name="T6" fmla="*/ 0 w 8"/>
                  <a:gd name="T7" fmla="*/ 0 h 3"/>
                  <a:gd name="T8" fmla="*/ 0 w 8"/>
                  <a:gd name="T9" fmla="*/ 3 h 3"/>
                  <a:gd name="T10" fmla="*/ 0 w 8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0" y="3"/>
                    </a:moveTo>
                    <a:lnTo>
                      <a:pt x="8" y="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7" name="Freeform 101">
                <a:extLst>
                  <a:ext uri="{FF2B5EF4-FFF2-40B4-BE49-F238E27FC236}">
                    <a16:creationId xmlns:a16="http://schemas.microsoft.com/office/drawing/2014/main" id="{8087BA06-6059-4CA3-879F-1E5C740E6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667" y="3130517"/>
                <a:ext cx="134359" cy="134359"/>
              </a:xfrm>
              <a:custGeom>
                <a:avLst/>
                <a:gdLst>
                  <a:gd name="T0" fmla="*/ 10 w 17"/>
                  <a:gd name="T1" fmla="*/ 17 h 17"/>
                  <a:gd name="T2" fmla="*/ 10 w 17"/>
                  <a:gd name="T3" fmla="*/ 10 h 17"/>
                  <a:gd name="T4" fmla="*/ 17 w 17"/>
                  <a:gd name="T5" fmla="*/ 10 h 17"/>
                  <a:gd name="T6" fmla="*/ 17 w 17"/>
                  <a:gd name="T7" fmla="*/ 7 h 17"/>
                  <a:gd name="T8" fmla="*/ 10 w 17"/>
                  <a:gd name="T9" fmla="*/ 7 h 17"/>
                  <a:gd name="T10" fmla="*/ 10 w 17"/>
                  <a:gd name="T11" fmla="*/ 0 h 17"/>
                  <a:gd name="T12" fmla="*/ 7 w 17"/>
                  <a:gd name="T13" fmla="*/ 0 h 17"/>
                  <a:gd name="T14" fmla="*/ 7 w 17"/>
                  <a:gd name="T15" fmla="*/ 7 h 17"/>
                  <a:gd name="T16" fmla="*/ 0 w 17"/>
                  <a:gd name="T17" fmla="*/ 7 h 17"/>
                  <a:gd name="T18" fmla="*/ 0 w 17"/>
                  <a:gd name="T19" fmla="*/ 10 h 17"/>
                  <a:gd name="T20" fmla="*/ 7 w 17"/>
                  <a:gd name="T21" fmla="*/ 10 h 17"/>
                  <a:gd name="T22" fmla="*/ 7 w 17"/>
                  <a:gd name="T23" fmla="*/ 17 h 17"/>
                  <a:gd name="T24" fmla="*/ 10 w 17"/>
                  <a:gd name="T25" fmla="*/ 17 h 17"/>
                  <a:gd name="T26" fmla="*/ 10 w 17"/>
                  <a:gd name="T2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10" y="17"/>
                    </a:moveTo>
                    <a:lnTo>
                      <a:pt x="10" y="10"/>
                    </a:lnTo>
                    <a:lnTo>
                      <a:pt x="17" y="10"/>
                    </a:lnTo>
                    <a:lnTo>
                      <a:pt x="17" y="7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7" y="10"/>
                    </a:lnTo>
                    <a:lnTo>
                      <a:pt x="7" y="17"/>
                    </a:lnTo>
                    <a:lnTo>
                      <a:pt x="10" y="17"/>
                    </a:lnTo>
                    <a:lnTo>
                      <a:pt x="10" y="1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8" name="Freeform 101">
                <a:extLst>
                  <a:ext uri="{FF2B5EF4-FFF2-40B4-BE49-F238E27FC236}">
                    <a16:creationId xmlns:a16="http://schemas.microsoft.com/office/drawing/2014/main" id="{680365DF-0D7C-44D7-9B73-79D1B8E10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3579" y="3520163"/>
                <a:ext cx="134359" cy="134359"/>
              </a:xfrm>
              <a:custGeom>
                <a:avLst/>
                <a:gdLst>
                  <a:gd name="T0" fmla="*/ 10 w 17"/>
                  <a:gd name="T1" fmla="*/ 17 h 17"/>
                  <a:gd name="T2" fmla="*/ 10 w 17"/>
                  <a:gd name="T3" fmla="*/ 10 h 17"/>
                  <a:gd name="T4" fmla="*/ 17 w 17"/>
                  <a:gd name="T5" fmla="*/ 10 h 17"/>
                  <a:gd name="T6" fmla="*/ 17 w 17"/>
                  <a:gd name="T7" fmla="*/ 7 h 17"/>
                  <a:gd name="T8" fmla="*/ 10 w 17"/>
                  <a:gd name="T9" fmla="*/ 7 h 17"/>
                  <a:gd name="T10" fmla="*/ 10 w 17"/>
                  <a:gd name="T11" fmla="*/ 0 h 17"/>
                  <a:gd name="T12" fmla="*/ 7 w 17"/>
                  <a:gd name="T13" fmla="*/ 0 h 17"/>
                  <a:gd name="T14" fmla="*/ 7 w 17"/>
                  <a:gd name="T15" fmla="*/ 7 h 17"/>
                  <a:gd name="T16" fmla="*/ 0 w 17"/>
                  <a:gd name="T17" fmla="*/ 7 h 17"/>
                  <a:gd name="T18" fmla="*/ 0 w 17"/>
                  <a:gd name="T19" fmla="*/ 10 h 17"/>
                  <a:gd name="T20" fmla="*/ 7 w 17"/>
                  <a:gd name="T21" fmla="*/ 10 h 17"/>
                  <a:gd name="T22" fmla="*/ 7 w 17"/>
                  <a:gd name="T23" fmla="*/ 17 h 17"/>
                  <a:gd name="T24" fmla="*/ 10 w 17"/>
                  <a:gd name="T25" fmla="*/ 17 h 17"/>
                  <a:gd name="T26" fmla="*/ 10 w 17"/>
                  <a:gd name="T2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10" y="17"/>
                    </a:moveTo>
                    <a:lnTo>
                      <a:pt x="10" y="10"/>
                    </a:lnTo>
                    <a:lnTo>
                      <a:pt x="17" y="10"/>
                    </a:lnTo>
                    <a:lnTo>
                      <a:pt x="17" y="7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7" y="10"/>
                    </a:lnTo>
                    <a:lnTo>
                      <a:pt x="7" y="17"/>
                    </a:lnTo>
                    <a:lnTo>
                      <a:pt x="10" y="17"/>
                    </a:lnTo>
                    <a:lnTo>
                      <a:pt x="10" y="1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9" name="Freeform 101">
                <a:extLst>
                  <a:ext uri="{FF2B5EF4-FFF2-40B4-BE49-F238E27FC236}">
                    <a16:creationId xmlns:a16="http://schemas.microsoft.com/office/drawing/2014/main" id="{4B2A10D3-413A-4E83-BF7F-A6CF2A9C3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7443" y="3136139"/>
                <a:ext cx="134359" cy="134359"/>
              </a:xfrm>
              <a:custGeom>
                <a:avLst/>
                <a:gdLst>
                  <a:gd name="T0" fmla="*/ 10 w 17"/>
                  <a:gd name="T1" fmla="*/ 17 h 17"/>
                  <a:gd name="T2" fmla="*/ 10 w 17"/>
                  <a:gd name="T3" fmla="*/ 10 h 17"/>
                  <a:gd name="T4" fmla="*/ 17 w 17"/>
                  <a:gd name="T5" fmla="*/ 10 h 17"/>
                  <a:gd name="T6" fmla="*/ 17 w 17"/>
                  <a:gd name="T7" fmla="*/ 7 h 17"/>
                  <a:gd name="T8" fmla="*/ 10 w 17"/>
                  <a:gd name="T9" fmla="*/ 7 h 17"/>
                  <a:gd name="T10" fmla="*/ 10 w 17"/>
                  <a:gd name="T11" fmla="*/ 0 h 17"/>
                  <a:gd name="T12" fmla="*/ 7 w 17"/>
                  <a:gd name="T13" fmla="*/ 0 h 17"/>
                  <a:gd name="T14" fmla="*/ 7 w 17"/>
                  <a:gd name="T15" fmla="*/ 7 h 17"/>
                  <a:gd name="T16" fmla="*/ 0 w 17"/>
                  <a:gd name="T17" fmla="*/ 7 h 17"/>
                  <a:gd name="T18" fmla="*/ 0 w 17"/>
                  <a:gd name="T19" fmla="*/ 10 h 17"/>
                  <a:gd name="T20" fmla="*/ 7 w 17"/>
                  <a:gd name="T21" fmla="*/ 10 h 17"/>
                  <a:gd name="T22" fmla="*/ 7 w 17"/>
                  <a:gd name="T23" fmla="*/ 17 h 17"/>
                  <a:gd name="T24" fmla="*/ 10 w 17"/>
                  <a:gd name="T25" fmla="*/ 17 h 17"/>
                  <a:gd name="T26" fmla="*/ 10 w 17"/>
                  <a:gd name="T2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10" y="17"/>
                    </a:moveTo>
                    <a:lnTo>
                      <a:pt x="10" y="10"/>
                    </a:lnTo>
                    <a:lnTo>
                      <a:pt x="17" y="10"/>
                    </a:lnTo>
                    <a:lnTo>
                      <a:pt x="17" y="7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7" y="10"/>
                    </a:lnTo>
                    <a:lnTo>
                      <a:pt x="7" y="17"/>
                    </a:lnTo>
                    <a:lnTo>
                      <a:pt x="10" y="17"/>
                    </a:lnTo>
                    <a:lnTo>
                      <a:pt x="10" y="1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80" name="Freeform 102">
                <a:extLst>
                  <a:ext uri="{FF2B5EF4-FFF2-40B4-BE49-F238E27FC236}">
                    <a16:creationId xmlns:a16="http://schemas.microsoft.com/office/drawing/2014/main" id="{9C4E5A10-4C7E-450F-AE3F-C7B6D66FD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230" y="3219123"/>
                <a:ext cx="63227" cy="23712"/>
              </a:xfrm>
              <a:custGeom>
                <a:avLst/>
                <a:gdLst>
                  <a:gd name="T0" fmla="*/ 0 w 8"/>
                  <a:gd name="T1" fmla="*/ 3 h 3"/>
                  <a:gd name="T2" fmla="*/ 8 w 8"/>
                  <a:gd name="T3" fmla="*/ 3 h 3"/>
                  <a:gd name="T4" fmla="*/ 8 w 8"/>
                  <a:gd name="T5" fmla="*/ 0 h 3"/>
                  <a:gd name="T6" fmla="*/ 0 w 8"/>
                  <a:gd name="T7" fmla="*/ 0 h 3"/>
                  <a:gd name="T8" fmla="*/ 0 w 8"/>
                  <a:gd name="T9" fmla="*/ 3 h 3"/>
                  <a:gd name="T10" fmla="*/ 0 w 8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0" y="3"/>
                    </a:moveTo>
                    <a:lnTo>
                      <a:pt x="8" y="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81" name="Freeform 102">
                <a:extLst>
                  <a:ext uri="{FF2B5EF4-FFF2-40B4-BE49-F238E27FC236}">
                    <a16:creationId xmlns:a16="http://schemas.microsoft.com/office/drawing/2014/main" id="{16918B08-AF3E-4614-B8D6-F0BBB94EB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3357" y="3586871"/>
                <a:ext cx="63227" cy="23712"/>
              </a:xfrm>
              <a:custGeom>
                <a:avLst/>
                <a:gdLst>
                  <a:gd name="T0" fmla="*/ 0 w 8"/>
                  <a:gd name="T1" fmla="*/ 3 h 3"/>
                  <a:gd name="T2" fmla="*/ 8 w 8"/>
                  <a:gd name="T3" fmla="*/ 3 h 3"/>
                  <a:gd name="T4" fmla="*/ 8 w 8"/>
                  <a:gd name="T5" fmla="*/ 0 h 3"/>
                  <a:gd name="T6" fmla="*/ 0 w 8"/>
                  <a:gd name="T7" fmla="*/ 0 h 3"/>
                  <a:gd name="T8" fmla="*/ 0 w 8"/>
                  <a:gd name="T9" fmla="*/ 3 h 3"/>
                  <a:gd name="T10" fmla="*/ 0 w 8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0" y="3"/>
                    </a:moveTo>
                    <a:lnTo>
                      <a:pt x="8" y="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82" name="Freeform 102">
                <a:extLst>
                  <a:ext uri="{FF2B5EF4-FFF2-40B4-BE49-F238E27FC236}">
                    <a16:creationId xmlns:a16="http://schemas.microsoft.com/office/drawing/2014/main" id="{6DEC0AA5-2FD9-4A7F-A8ED-5FDED18037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3266" y="3211220"/>
                <a:ext cx="63227" cy="23712"/>
              </a:xfrm>
              <a:custGeom>
                <a:avLst/>
                <a:gdLst>
                  <a:gd name="T0" fmla="*/ 0 w 8"/>
                  <a:gd name="T1" fmla="*/ 3 h 3"/>
                  <a:gd name="T2" fmla="*/ 8 w 8"/>
                  <a:gd name="T3" fmla="*/ 3 h 3"/>
                  <a:gd name="T4" fmla="*/ 8 w 8"/>
                  <a:gd name="T5" fmla="*/ 0 h 3"/>
                  <a:gd name="T6" fmla="*/ 0 w 8"/>
                  <a:gd name="T7" fmla="*/ 0 h 3"/>
                  <a:gd name="T8" fmla="*/ 0 w 8"/>
                  <a:gd name="T9" fmla="*/ 3 h 3"/>
                  <a:gd name="T10" fmla="*/ 0 w 8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0" y="3"/>
                    </a:moveTo>
                    <a:lnTo>
                      <a:pt x="8" y="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  <p:cxnSp>
          <p:nvCxnSpPr>
            <p:cNvPr id="746" name="Straight Arrow Connector 745">
              <a:extLst>
                <a:ext uri="{FF2B5EF4-FFF2-40B4-BE49-F238E27FC236}">
                  <a16:creationId xmlns:a16="http://schemas.microsoft.com/office/drawing/2014/main" id="{028AAF50-0A9D-4162-A822-B3DEC443DA64}"/>
                </a:ext>
              </a:extLst>
            </p:cNvPr>
            <p:cNvCxnSpPr>
              <a:cxnSpLocks/>
            </p:cNvCxnSpPr>
            <p:nvPr/>
          </p:nvCxnSpPr>
          <p:spPr>
            <a:xfrm>
              <a:off x="5249215" y="3305162"/>
              <a:ext cx="699605" cy="3903"/>
            </a:xfrm>
            <a:prstGeom prst="straightConnector1">
              <a:avLst/>
            </a:prstGeom>
            <a:ln w="1270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33125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DC81A9F-E5D5-42FC-806D-71E5946B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3) Extend Your Single-Node Model with Additional Commodity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98B4A5C-622E-4EF1-AB7E-43F2A0E133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56ACDE-7220-40F0-B2E6-2E16BB56F0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971" y="6222554"/>
            <a:ext cx="7151417" cy="2306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3C32398B-B740-40CE-AD09-73335A176BE3}"/>
              </a:ext>
            </a:extLst>
          </p:cNvPr>
          <p:cNvSpPr txBox="1">
            <a:spLocks/>
          </p:cNvSpPr>
          <p:nvPr/>
        </p:nvSpPr>
        <p:spPr>
          <a:xfrm>
            <a:off x="450043" y="3586595"/>
            <a:ext cx="3854756" cy="20348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47664" indent="-24766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49" indent="-25454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2353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0017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0802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305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633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961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10290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Materials </a:t>
            </a:r>
            <a:r>
              <a:rPr lang="de-DE" b="1" dirty="0" err="1"/>
              <a:t>to</a:t>
            </a:r>
            <a:r>
              <a:rPr lang="de-DE" b="1" dirty="0"/>
              <a:t> </a:t>
            </a:r>
            <a:r>
              <a:rPr lang="de-DE" b="1" dirty="0" err="1"/>
              <a:t>be</a:t>
            </a:r>
            <a:r>
              <a:rPr lang="de-DE" b="1" dirty="0"/>
              <a:t> </a:t>
            </a:r>
            <a:r>
              <a:rPr lang="de-DE" b="1" dirty="0" err="1"/>
              <a:t>used</a:t>
            </a:r>
            <a:r>
              <a:rPr lang="de-DE" dirty="0"/>
              <a:t>:</a:t>
            </a:r>
          </a:p>
          <a:p>
            <a:r>
              <a:rPr lang="en-US" dirty="0" err="1"/>
              <a:t>Jupyter</a:t>
            </a:r>
            <a:r>
              <a:rPr lang="en-US" dirty="0"/>
              <a:t>-Notebook: Exercise_3.ipynb</a:t>
            </a:r>
          </a:p>
          <a:p>
            <a:r>
              <a:rPr lang="en-US" b="1" dirty="0"/>
              <a:t>Commodities electricity and hydrogen is considered </a:t>
            </a:r>
          </a:p>
          <a:p>
            <a:r>
              <a:rPr lang="en-US" dirty="0"/>
              <a:t>The whole energy system is set up as a single node system </a:t>
            </a:r>
          </a:p>
          <a:p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F454C58-02EE-4E7D-BE45-30E3F80A5054}"/>
              </a:ext>
            </a:extLst>
          </p:cNvPr>
          <p:cNvSpPr txBox="1">
            <a:spLocks/>
          </p:cNvSpPr>
          <p:nvPr/>
        </p:nvSpPr>
        <p:spPr>
          <a:xfrm>
            <a:off x="393971" y="1499284"/>
            <a:ext cx="9144000" cy="16397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47664" indent="-24766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88449" indent="-254544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22353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0017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10802" indent="-233905" algn="l" defTabSz="990657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13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24305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219633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714961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210290" indent="-247664" algn="l" defTabSz="990657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discuss in groups of 2-3 people: </a:t>
            </a:r>
          </a:p>
          <a:p>
            <a:pPr lvl="1"/>
            <a:r>
              <a:rPr lang="en-US" dirty="0"/>
              <a:t>Compare this energy system to the system of exercise 2. What has changed and what is the impact on the model results regarding built technologies?</a:t>
            </a:r>
          </a:p>
          <a:p>
            <a:pPr lvl="1"/>
            <a:r>
              <a:rPr lang="en-US" dirty="0"/>
              <a:t>Which conversion ratio is assumed in the conversion component? What does this mean?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A3589-A38C-47D0-AB3E-6EC01F22F15A}"/>
              </a:ext>
            </a:extLst>
          </p:cNvPr>
          <p:cNvSpPr txBox="1"/>
          <p:nvPr/>
        </p:nvSpPr>
        <p:spPr>
          <a:xfrm>
            <a:off x="393971" y="1052735"/>
            <a:ext cx="9134764" cy="443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400" dirty="0"/>
              <a:t>Task 3 (20 min)</a:t>
            </a:r>
          </a:p>
        </p:txBody>
      </p:sp>
      <p:sp>
        <p:nvSpPr>
          <p:cNvPr id="375" name="Rectangle: Rounded Corners 374">
            <a:extLst>
              <a:ext uri="{FF2B5EF4-FFF2-40B4-BE49-F238E27FC236}">
                <a16:creationId xmlns:a16="http://schemas.microsoft.com/office/drawing/2014/main" id="{5EFB9CB9-AD24-4B72-B12D-FE0F43753253}"/>
              </a:ext>
            </a:extLst>
          </p:cNvPr>
          <p:cNvSpPr/>
          <p:nvPr/>
        </p:nvSpPr>
        <p:spPr>
          <a:xfrm>
            <a:off x="4699693" y="3139005"/>
            <a:ext cx="4801915" cy="2893532"/>
          </a:xfrm>
          <a:prstGeom prst="roundRect">
            <a:avLst/>
          </a:prstGeom>
          <a:noFill/>
          <a:ln>
            <a:solidFill>
              <a:schemeClr val="accent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C541B842-27F0-4DF9-B829-F61CA8B0E353}"/>
              </a:ext>
            </a:extLst>
          </p:cNvPr>
          <p:cNvSpPr txBox="1"/>
          <p:nvPr/>
        </p:nvSpPr>
        <p:spPr>
          <a:xfrm>
            <a:off x="6447906" y="5187094"/>
            <a:ext cx="1532278" cy="3609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/>
              <a:t>Commodity c</a:t>
            </a:r>
            <a:r>
              <a:rPr lang="en-US" sz="1600" baseline="-25000" dirty="0"/>
              <a:t>1 </a:t>
            </a:r>
            <a:r>
              <a:rPr lang="en-US" sz="1600" dirty="0"/>
              <a:t> </a:t>
            </a:r>
          </a:p>
        </p:txBody>
      </p: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7FC2F7A8-E6B8-497D-A9A2-37237C97C593}"/>
              </a:ext>
            </a:extLst>
          </p:cNvPr>
          <p:cNvGrpSpPr/>
          <p:nvPr/>
        </p:nvGrpSpPr>
        <p:grpSpPr>
          <a:xfrm>
            <a:off x="5865792" y="3444579"/>
            <a:ext cx="1948690" cy="1728058"/>
            <a:chOff x="5425469" y="1396704"/>
            <a:chExt cx="1948690" cy="1728058"/>
          </a:xfrm>
        </p:grpSpPr>
        <p:grpSp>
          <p:nvGrpSpPr>
            <p:cNvPr id="378" name="Gruppieren 5">
              <a:extLst>
                <a:ext uri="{FF2B5EF4-FFF2-40B4-BE49-F238E27FC236}">
                  <a16:creationId xmlns:a16="http://schemas.microsoft.com/office/drawing/2014/main" id="{B978374F-3E33-42E2-9E4B-F3DD46CC28DB}"/>
                </a:ext>
              </a:extLst>
            </p:cNvPr>
            <p:cNvGrpSpPr/>
            <p:nvPr/>
          </p:nvGrpSpPr>
          <p:grpSpPr>
            <a:xfrm>
              <a:off x="5425469" y="1703324"/>
              <a:ext cx="510778" cy="426513"/>
              <a:chOff x="460375" y="1816099"/>
              <a:chExt cx="1454148" cy="1511301"/>
            </a:xfrm>
            <a:solidFill>
              <a:schemeClr val="accent1"/>
            </a:solidFill>
          </p:grpSpPr>
          <p:sp>
            <p:nvSpPr>
              <p:cNvPr id="611" name="Freeform 6">
                <a:extLst>
                  <a:ext uri="{FF2B5EF4-FFF2-40B4-BE49-F238E27FC236}">
                    <a16:creationId xmlns:a16="http://schemas.microsoft.com/office/drawing/2014/main" id="{73525EAB-F122-41C1-9031-87964E582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2" name="Freeform 7">
                <a:extLst>
                  <a:ext uri="{FF2B5EF4-FFF2-40B4-BE49-F238E27FC236}">
                    <a16:creationId xmlns:a16="http://schemas.microsoft.com/office/drawing/2014/main" id="{A176B9BF-A2FA-4C30-8806-5D49C06A6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3" name="Freeform 8">
                <a:extLst>
                  <a:ext uri="{FF2B5EF4-FFF2-40B4-BE49-F238E27FC236}">
                    <a16:creationId xmlns:a16="http://schemas.microsoft.com/office/drawing/2014/main" id="{59C41B1A-AB89-4A37-B1B5-73AFD47EC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4" name="Freeform 9">
                <a:extLst>
                  <a:ext uri="{FF2B5EF4-FFF2-40B4-BE49-F238E27FC236}">
                    <a16:creationId xmlns:a16="http://schemas.microsoft.com/office/drawing/2014/main" id="{DE3FC3ED-4796-476A-9229-9982B7F7F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750" y="2319337"/>
                <a:ext cx="23813" cy="417513"/>
              </a:xfrm>
              <a:custGeom>
                <a:avLst/>
                <a:gdLst>
                  <a:gd name="T0" fmla="*/ 3 w 6"/>
                  <a:gd name="T1" fmla="*/ 1 h 105"/>
                  <a:gd name="T2" fmla="*/ 1 w 6"/>
                  <a:gd name="T3" fmla="*/ 0 h 105"/>
                  <a:gd name="T4" fmla="*/ 0 w 6"/>
                  <a:gd name="T5" fmla="*/ 103 h 105"/>
                  <a:gd name="T6" fmla="*/ 6 w 6"/>
                  <a:gd name="T7" fmla="*/ 103 h 105"/>
                  <a:gd name="T8" fmla="*/ 5 w 6"/>
                  <a:gd name="T9" fmla="*/ 0 h 105"/>
                  <a:gd name="T10" fmla="*/ 3 w 6"/>
                  <a:gd name="T11" fmla="*/ 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05">
                    <a:moveTo>
                      <a:pt x="3" y="1"/>
                    </a:moveTo>
                    <a:cubicBezTo>
                      <a:pt x="2" y="1"/>
                      <a:pt x="2" y="1"/>
                      <a:pt x="1" y="0"/>
                    </a:cubicBezTo>
                    <a:cubicBezTo>
                      <a:pt x="1" y="0"/>
                      <a:pt x="0" y="101"/>
                      <a:pt x="0" y="103"/>
                    </a:cubicBezTo>
                    <a:cubicBezTo>
                      <a:pt x="0" y="105"/>
                      <a:pt x="6" y="104"/>
                      <a:pt x="6" y="103"/>
                    </a:cubicBezTo>
                    <a:cubicBezTo>
                      <a:pt x="6" y="102"/>
                      <a:pt x="5" y="0"/>
                      <a:pt x="5" y="0"/>
                    </a:cubicBezTo>
                    <a:cubicBezTo>
                      <a:pt x="5" y="1"/>
                      <a:pt x="4" y="1"/>
                      <a:pt x="3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5" name="Freeform 11">
                <a:extLst>
                  <a:ext uri="{FF2B5EF4-FFF2-40B4-BE49-F238E27FC236}">
                    <a16:creationId xmlns:a16="http://schemas.microsoft.com/office/drawing/2014/main" id="{561156DE-4155-474B-A61C-E6BD814B0F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700" y="2311400"/>
                <a:ext cx="34925" cy="266700"/>
              </a:xfrm>
              <a:custGeom>
                <a:avLst/>
                <a:gdLst>
                  <a:gd name="T0" fmla="*/ 7 w 9"/>
                  <a:gd name="T1" fmla="*/ 34 h 67"/>
                  <a:gd name="T2" fmla="*/ 8 w 9"/>
                  <a:gd name="T3" fmla="*/ 0 h 67"/>
                  <a:gd name="T4" fmla="*/ 2 w 9"/>
                  <a:gd name="T5" fmla="*/ 33 h 67"/>
                  <a:gd name="T6" fmla="*/ 1 w 9"/>
                  <a:gd name="T7" fmla="*/ 67 h 67"/>
                  <a:gd name="T8" fmla="*/ 7 w 9"/>
                  <a:gd name="T9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7">
                    <a:moveTo>
                      <a:pt x="7" y="34"/>
                    </a:moveTo>
                    <a:cubicBezTo>
                      <a:pt x="9" y="15"/>
                      <a:pt x="9" y="0"/>
                      <a:pt x="8" y="0"/>
                    </a:cubicBezTo>
                    <a:cubicBezTo>
                      <a:pt x="6" y="0"/>
                      <a:pt x="3" y="15"/>
                      <a:pt x="2" y="33"/>
                    </a:cubicBezTo>
                    <a:cubicBezTo>
                      <a:pt x="0" y="52"/>
                      <a:pt x="0" y="67"/>
                      <a:pt x="1" y="67"/>
                    </a:cubicBezTo>
                    <a:cubicBezTo>
                      <a:pt x="3" y="67"/>
                      <a:pt x="5" y="52"/>
                      <a:pt x="7" y="3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6" name="Freeform 12">
                <a:extLst>
                  <a:ext uri="{FF2B5EF4-FFF2-40B4-BE49-F238E27FC236}">
                    <a16:creationId xmlns:a16="http://schemas.microsoft.com/office/drawing/2014/main" id="{F8D5F2D1-F053-4DA5-996D-239CA1F515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700" y="2311400"/>
                <a:ext cx="34925" cy="266700"/>
              </a:xfrm>
              <a:custGeom>
                <a:avLst/>
                <a:gdLst>
                  <a:gd name="T0" fmla="*/ 7 w 9"/>
                  <a:gd name="T1" fmla="*/ 34 h 67"/>
                  <a:gd name="T2" fmla="*/ 8 w 9"/>
                  <a:gd name="T3" fmla="*/ 0 h 67"/>
                  <a:gd name="T4" fmla="*/ 2 w 9"/>
                  <a:gd name="T5" fmla="*/ 33 h 67"/>
                  <a:gd name="T6" fmla="*/ 1 w 9"/>
                  <a:gd name="T7" fmla="*/ 67 h 67"/>
                  <a:gd name="T8" fmla="*/ 7 w 9"/>
                  <a:gd name="T9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7">
                    <a:moveTo>
                      <a:pt x="7" y="34"/>
                    </a:moveTo>
                    <a:cubicBezTo>
                      <a:pt x="9" y="15"/>
                      <a:pt x="9" y="0"/>
                      <a:pt x="8" y="0"/>
                    </a:cubicBezTo>
                    <a:cubicBezTo>
                      <a:pt x="6" y="0"/>
                      <a:pt x="3" y="15"/>
                      <a:pt x="2" y="33"/>
                    </a:cubicBezTo>
                    <a:cubicBezTo>
                      <a:pt x="0" y="52"/>
                      <a:pt x="0" y="67"/>
                      <a:pt x="1" y="67"/>
                    </a:cubicBezTo>
                    <a:cubicBezTo>
                      <a:pt x="3" y="67"/>
                      <a:pt x="5" y="52"/>
                      <a:pt x="7" y="3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7" name="Freeform 13">
                <a:extLst>
                  <a:ext uri="{FF2B5EF4-FFF2-40B4-BE49-F238E27FC236}">
                    <a16:creationId xmlns:a16="http://schemas.microsoft.com/office/drawing/2014/main" id="{72ECF711-6A68-485A-BBDD-3757B2615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688" y="2200274"/>
                <a:ext cx="246062" cy="119063"/>
              </a:xfrm>
              <a:custGeom>
                <a:avLst/>
                <a:gdLst>
                  <a:gd name="T0" fmla="*/ 30 w 62"/>
                  <a:gd name="T1" fmla="*/ 12 h 30"/>
                  <a:gd name="T2" fmla="*/ 1 w 62"/>
                  <a:gd name="T3" fmla="*/ 29 h 30"/>
                  <a:gd name="T4" fmla="*/ 32 w 62"/>
                  <a:gd name="T5" fmla="*/ 18 h 30"/>
                  <a:gd name="T6" fmla="*/ 62 w 62"/>
                  <a:gd name="T7" fmla="*/ 1 h 30"/>
                  <a:gd name="T8" fmla="*/ 30 w 62"/>
                  <a:gd name="T9" fmla="*/ 1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0">
                    <a:moveTo>
                      <a:pt x="30" y="12"/>
                    </a:moveTo>
                    <a:cubicBezTo>
                      <a:pt x="13" y="20"/>
                      <a:pt x="0" y="27"/>
                      <a:pt x="1" y="29"/>
                    </a:cubicBezTo>
                    <a:cubicBezTo>
                      <a:pt x="1" y="30"/>
                      <a:pt x="16" y="25"/>
                      <a:pt x="32" y="18"/>
                    </a:cubicBezTo>
                    <a:cubicBezTo>
                      <a:pt x="49" y="10"/>
                      <a:pt x="62" y="2"/>
                      <a:pt x="62" y="1"/>
                    </a:cubicBezTo>
                    <a:cubicBezTo>
                      <a:pt x="61" y="0"/>
                      <a:pt x="47" y="5"/>
                      <a:pt x="30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8" name="Freeform 14">
                <a:extLst>
                  <a:ext uri="{FF2B5EF4-FFF2-40B4-BE49-F238E27FC236}">
                    <a16:creationId xmlns:a16="http://schemas.microsoft.com/office/drawing/2014/main" id="{5313B07C-DE7D-4A7A-B9FA-1C14D52266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688" y="2200274"/>
                <a:ext cx="246062" cy="119063"/>
              </a:xfrm>
              <a:custGeom>
                <a:avLst/>
                <a:gdLst>
                  <a:gd name="T0" fmla="*/ 30 w 62"/>
                  <a:gd name="T1" fmla="*/ 12 h 30"/>
                  <a:gd name="T2" fmla="*/ 1 w 62"/>
                  <a:gd name="T3" fmla="*/ 29 h 30"/>
                  <a:gd name="T4" fmla="*/ 32 w 62"/>
                  <a:gd name="T5" fmla="*/ 18 h 30"/>
                  <a:gd name="T6" fmla="*/ 62 w 62"/>
                  <a:gd name="T7" fmla="*/ 1 h 30"/>
                  <a:gd name="T8" fmla="*/ 30 w 62"/>
                  <a:gd name="T9" fmla="*/ 1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0">
                    <a:moveTo>
                      <a:pt x="30" y="12"/>
                    </a:moveTo>
                    <a:cubicBezTo>
                      <a:pt x="13" y="20"/>
                      <a:pt x="0" y="27"/>
                      <a:pt x="1" y="29"/>
                    </a:cubicBezTo>
                    <a:cubicBezTo>
                      <a:pt x="1" y="30"/>
                      <a:pt x="16" y="25"/>
                      <a:pt x="32" y="18"/>
                    </a:cubicBezTo>
                    <a:cubicBezTo>
                      <a:pt x="49" y="10"/>
                      <a:pt x="62" y="2"/>
                      <a:pt x="62" y="1"/>
                    </a:cubicBezTo>
                    <a:cubicBezTo>
                      <a:pt x="61" y="0"/>
                      <a:pt x="47" y="5"/>
                      <a:pt x="30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19" name="Freeform 15">
                <a:extLst>
                  <a:ext uri="{FF2B5EF4-FFF2-40B4-BE49-F238E27FC236}">
                    <a16:creationId xmlns:a16="http://schemas.microsoft.com/office/drawing/2014/main" id="{18BEC6FA-2B40-46D6-92AE-77DEEF020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375" y="2157412"/>
                <a:ext cx="222249" cy="161925"/>
              </a:xfrm>
              <a:custGeom>
                <a:avLst/>
                <a:gdLst>
                  <a:gd name="T0" fmla="*/ 30 w 56"/>
                  <a:gd name="T1" fmla="*/ 18 h 41"/>
                  <a:gd name="T2" fmla="*/ 1 w 56"/>
                  <a:gd name="T3" fmla="*/ 1 h 41"/>
                  <a:gd name="T4" fmla="*/ 27 w 56"/>
                  <a:gd name="T5" fmla="*/ 23 h 41"/>
                  <a:gd name="T6" fmla="*/ 56 w 56"/>
                  <a:gd name="T7" fmla="*/ 40 h 41"/>
                  <a:gd name="T8" fmla="*/ 56 w 56"/>
                  <a:gd name="T9" fmla="*/ 39 h 41"/>
                  <a:gd name="T10" fmla="*/ 30 w 56"/>
                  <a:gd name="T11" fmla="*/ 1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" h="41">
                    <a:moveTo>
                      <a:pt x="30" y="18"/>
                    </a:moveTo>
                    <a:cubicBezTo>
                      <a:pt x="15" y="7"/>
                      <a:pt x="2" y="0"/>
                      <a:pt x="1" y="1"/>
                    </a:cubicBezTo>
                    <a:cubicBezTo>
                      <a:pt x="0" y="2"/>
                      <a:pt x="12" y="12"/>
                      <a:pt x="27" y="23"/>
                    </a:cubicBezTo>
                    <a:cubicBezTo>
                      <a:pt x="42" y="33"/>
                      <a:pt x="55" y="41"/>
                      <a:pt x="56" y="40"/>
                    </a:cubicBezTo>
                    <a:cubicBezTo>
                      <a:pt x="56" y="40"/>
                      <a:pt x="56" y="40"/>
                      <a:pt x="56" y="39"/>
                    </a:cubicBezTo>
                    <a:cubicBezTo>
                      <a:pt x="54" y="37"/>
                      <a:pt x="44" y="28"/>
                      <a:pt x="30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0" name="Freeform 16">
                <a:extLst>
                  <a:ext uri="{FF2B5EF4-FFF2-40B4-BE49-F238E27FC236}">
                    <a16:creationId xmlns:a16="http://schemas.microsoft.com/office/drawing/2014/main" id="{073FE1D6-6CC8-474A-A4C2-926B0CC3FF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375" y="2157412"/>
                <a:ext cx="222249" cy="161925"/>
              </a:xfrm>
              <a:custGeom>
                <a:avLst/>
                <a:gdLst>
                  <a:gd name="T0" fmla="*/ 30 w 56"/>
                  <a:gd name="T1" fmla="*/ 18 h 41"/>
                  <a:gd name="T2" fmla="*/ 1 w 56"/>
                  <a:gd name="T3" fmla="*/ 1 h 41"/>
                  <a:gd name="T4" fmla="*/ 27 w 56"/>
                  <a:gd name="T5" fmla="*/ 23 h 41"/>
                  <a:gd name="T6" fmla="*/ 56 w 56"/>
                  <a:gd name="T7" fmla="*/ 40 h 41"/>
                  <a:gd name="T8" fmla="*/ 56 w 56"/>
                  <a:gd name="T9" fmla="*/ 39 h 41"/>
                  <a:gd name="T10" fmla="*/ 30 w 56"/>
                  <a:gd name="T11" fmla="*/ 1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" h="41">
                    <a:moveTo>
                      <a:pt x="30" y="18"/>
                    </a:moveTo>
                    <a:cubicBezTo>
                      <a:pt x="15" y="7"/>
                      <a:pt x="2" y="0"/>
                      <a:pt x="1" y="1"/>
                    </a:cubicBezTo>
                    <a:cubicBezTo>
                      <a:pt x="0" y="2"/>
                      <a:pt x="12" y="12"/>
                      <a:pt x="27" y="23"/>
                    </a:cubicBezTo>
                    <a:cubicBezTo>
                      <a:pt x="42" y="33"/>
                      <a:pt x="55" y="41"/>
                      <a:pt x="56" y="40"/>
                    </a:cubicBezTo>
                    <a:cubicBezTo>
                      <a:pt x="56" y="40"/>
                      <a:pt x="56" y="40"/>
                      <a:pt x="56" y="39"/>
                    </a:cubicBezTo>
                    <a:cubicBezTo>
                      <a:pt x="54" y="37"/>
                      <a:pt x="44" y="28"/>
                      <a:pt x="30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1" name="Oval 620">
                <a:extLst>
                  <a:ext uri="{FF2B5EF4-FFF2-40B4-BE49-F238E27FC236}">
                    <a16:creationId xmlns:a16="http://schemas.microsoft.com/office/drawing/2014/main" id="{C798FFE5-0CBF-46AA-BBC7-B4D763179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2" name="Oval 621">
                <a:extLst>
                  <a:ext uri="{FF2B5EF4-FFF2-40B4-BE49-F238E27FC236}">
                    <a16:creationId xmlns:a16="http://schemas.microsoft.com/office/drawing/2014/main" id="{94DB1D9A-F3A4-46DF-A49F-A83881E6B7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3" name="Oval 622">
                <a:extLst>
                  <a:ext uri="{FF2B5EF4-FFF2-40B4-BE49-F238E27FC236}">
                    <a16:creationId xmlns:a16="http://schemas.microsoft.com/office/drawing/2014/main" id="{70F562E7-2365-4445-8A6E-AD5485C68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4" name="Oval 623">
                <a:extLst>
                  <a:ext uri="{FF2B5EF4-FFF2-40B4-BE49-F238E27FC236}">
                    <a16:creationId xmlns:a16="http://schemas.microsoft.com/office/drawing/2014/main" id="{8B5B033D-B2DE-46F4-9635-1FBF1370D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2300287"/>
                <a:ext cx="23813" cy="23813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5" name="Freeform 22">
                <a:extLst>
                  <a:ext uri="{FF2B5EF4-FFF2-40B4-BE49-F238E27FC236}">
                    <a16:creationId xmlns:a16="http://schemas.microsoft.com/office/drawing/2014/main" id="{18981567-C1A3-4695-AE64-0AF440DB3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6" name="Freeform 23">
                <a:extLst>
                  <a:ext uri="{FF2B5EF4-FFF2-40B4-BE49-F238E27FC236}">
                    <a16:creationId xmlns:a16="http://schemas.microsoft.com/office/drawing/2014/main" id="{5D1802E0-D99C-477E-AAB7-E039F909B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7" name="Freeform 24">
                <a:extLst>
                  <a:ext uri="{FF2B5EF4-FFF2-40B4-BE49-F238E27FC236}">
                    <a16:creationId xmlns:a16="http://schemas.microsoft.com/office/drawing/2014/main" id="{7A3D7815-52BE-4AAE-9F88-9FFD6FA9A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8" name="Freeform 25">
                <a:extLst>
                  <a:ext uri="{FF2B5EF4-FFF2-40B4-BE49-F238E27FC236}">
                    <a16:creationId xmlns:a16="http://schemas.microsoft.com/office/drawing/2014/main" id="{90641385-0C3C-4467-A571-8F079EC01C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762" y="2366963"/>
                <a:ext cx="34925" cy="608013"/>
              </a:xfrm>
              <a:custGeom>
                <a:avLst/>
                <a:gdLst>
                  <a:gd name="T0" fmla="*/ 5 w 9"/>
                  <a:gd name="T1" fmla="*/ 1 h 153"/>
                  <a:gd name="T2" fmla="*/ 2 w 9"/>
                  <a:gd name="T3" fmla="*/ 0 h 153"/>
                  <a:gd name="T4" fmla="*/ 0 w 9"/>
                  <a:gd name="T5" fmla="*/ 150 h 153"/>
                  <a:gd name="T6" fmla="*/ 9 w 9"/>
                  <a:gd name="T7" fmla="*/ 150 h 153"/>
                  <a:gd name="T8" fmla="*/ 7 w 9"/>
                  <a:gd name="T9" fmla="*/ 0 h 153"/>
                  <a:gd name="T10" fmla="*/ 5 w 9"/>
                  <a:gd name="T11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53">
                    <a:moveTo>
                      <a:pt x="5" y="1"/>
                    </a:moveTo>
                    <a:cubicBezTo>
                      <a:pt x="4" y="1"/>
                      <a:pt x="3" y="1"/>
                      <a:pt x="2" y="0"/>
                    </a:cubicBezTo>
                    <a:cubicBezTo>
                      <a:pt x="2" y="0"/>
                      <a:pt x="0" y="147"/>
                      <a:pt x="0" y="150"/>
                    </a:cubicBezTo>
                    <a:cubicBezTo>
                      <a:pt x="0" y="153"/>
                      <a:pt x="9" y="151"/>
                      <a:pt x="9" y="150"/>
                    </a:cubicBezTo>
                    <a:cubicBezTo>
                      <a:pt x="9" y="148"/>
                      <a:pt x="7" y="0"/>
                      <a:pt x="7" y="0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29" name="Freeform 27">
                <a:extLst>
                  <a:ext uri="{FF2B5EF4-FFF2-40B4-BE49-F238E27FC236}">
                    <a16:creationId xmlns:a16="http://schemas.microsoft.com/office/drawing/2014/main" id="{549B4187-F245-4658-8511-3E97D1AEA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637" y="2359025"/>
                <a:ext cx="369887" cy="150813"/>
              </a:xfrm>
              <a:custGeom>
                <a:avLst/>
                <a:gdLst>
                  <a:gd name="T0" fmla="*/ 48 w 93"/>
                  <a:gd name="T1" fmla="*/ 15 h 38"/>
                  <a:gd name="T2" fmla="*/ 1 w 93"/>
                  <a:gd name="T3" fmla="*/ 2 h 38"/>
                  <a:gd name="T4" fmla="*/ 45 w 93"/>
                  <a:gd name="T5" fmla="*/ 23 h 38"/>
                  <a:gd name="T6" fmla="*/ 92 w 93"/>
                  <a:gd name="T7" fmla="*/ 36 h 38"/>
                  <a:gd name="T8" fmla="*/ 48 w 93"/>
                  <a:gd name="T9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8">
                    <a:moveTo>
                      <a:pt x="48" y="15"/>
                    </a:moveTo>
                    <a:cubicBezTo>
                      <a:pt x="23" y="6"/>
                      <a:pt x="2" y="0"/>
                      <a:pt x="1" y="2"/>
                    </a:cubicBezTo>
                    <a:cubicBezTo>
                      <a:pt x="0" y="4"/>
                      <a:pt x="20" y="13"/>
                      <a:pt x="45" y="23"/>
                    </a:cubicBezTo>
                    <a:cubicBezTo>
                      <a:pt x="70" y="32"/>
                      <a:pt x="91" y="38"/>
                      <a:pt x="92" y="36"/>
                    </a:cubicBezTo>
                    <a:cubicBezTo>
                      <a:pt x="93" y="34"/>
                      <a:pt x="73" y="24"/>
                      <a:pt x="48" y="1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0" name="Freeform 28">
                <a:extLst>
                  <a:ext uri="{FF2B5EF4-FFF2-40B4-BE49-F238E27FC236}">
                    <a16:creationId xmlns:a16="http://schemas.microsoft.com/office/drawing/2014/main" id="{951028A5-E11B-4561-B80F-35FE9E947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637" y="2359025"/>
                <a:ext cx="369887" cy="150813"/>
              </a:xfrm>
              <a:custGeom>
                <a:avLst/>
                <a:gdLst>
                  <a:gd name="T0" fmla="*/ 48 w 93"/>
                  <a:gd name="T1" fmla="*/ 15 h 38"/>
                  <a:gd name="T2" fmla="*/ 1 w 93"/>
                  <a:gd name="T3" fmla="*/ 2 h 38"/>
                  <a:gd name="T4" fmla="*/ 45 w 93"/>
                  <a:gd name="T5" fmla="*/ 23 h 38"/>
                  <a:gd name="T6" fmla="*/ 92 w 93"/>
                  <a:gd name="T7" fmla="*/ 36 h 38"/>
                  <a:gd name="T8" fmla="*/ 48 w 93"/>
                  <a:gd name="T9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8">
                    <a:moveTo>
                      <a:pt x="48" y="15"/>
                    </a:moveTo>
                    <a:cubicBezTo>
                      <a:pt x="23" y="6"/>
                      <a:pt x="2" y="0"/>
                      <a:pt x="1" y="2"/>
                    </a:cubicBezTo>
                    <a:cubicBezTo>
                      <a:pt x="0" y="4"/>
                      <a:pt x="20" y="13"/>
                      <a:pt x="45" y="23"/>
                    </a:cubicBezTo>
                    <a:cubicBezTo>
                      <a:pt x="70" y="32"/>
                      <a:pt x="91" y="38"/>
                      <a:pt x="92" y="36"/>
                    </a:cubicBezTo>
                    <a:cubicBezTo>
                      <a:pt x="93" y="34"/>
                      <a:pt x="73" y="24"/>
                      <a:pt x="48" y="1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1" name="Freeform 29">
                <a:extLst>
                  <a:ext uri="{FF2B5EF4-FFF2-40B4-BE49-F238E27FC236}">
                    <a16:creationId xmlns:a16="http://schemas.microsoft.com/office/drawing/2014/main" id="{04BA9CD6-66ED-47B4-9C49-141BC713D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374" y="1982788"/>
                <a:ext cx="84138" cy="384175"/>
              </a:xfrm>
              <a:custGeom>
                <a:avLst/>
                <a:gdLst>
                  <a:gd name="T0" fmla="*/ 7 w 21"/>
                  <a:gd name="T1" fmla="*/ 50 h 97"/>
                  <a:gd name="T2" fmla="*/ 19 w 21"/>
                  <a:gd name="T3" fmla="*/ 97 h 97"/>
                  <a:gd name="T4" fmla="*/ 15 w 21"/>
                  <a:gd name="T5" fmla="*/ 48 h 97"/>
                  <a:gd name="T6" fmla="*/ 2 w 21"/>
                  <a:gd name="T7" fmla="*/ 1 h 97"/>
                  <a:gd name="T8" fmla="*/ 7 w 21"/>
                  <a:gd name="T9" fmla="*/ 5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97">
                    <a:moveTo>
                      <a:pt x="7" y="50"/>
                    </a:moveTo>
                    <a:cubicBezTo>
                      <a:pt x="11" y="76"/>
                      <a:pt x="16" y="97"/>
                      <a:pt x="19" y="97"/>
                    </a:cubicBezTo>
                    <a:cubicBezTo>
                      <a:pt x="21" y="96"/>
                      <a:pt x="19" y="75"/>
                      <a:pt x="15" y="48"/>
                    </a:cubicBezTo>
                    <a:cubicBezTo>
                      <a:pt x="10" y="22"/>
                      <a:pt x="5" y="0"/>
                      <a:pt x="2" y="1"/>
                    </a:cubicBezTo>
                    <a:cubicBezTo>
                      <a:pt x="0" y="1"/>
                      <a:pt x="2" y="23"/>
                      <a:pt x="7" y="5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2" name="Freeform 30">
                <a:extLst>
                  <a:ext uri="{FF2B5EF4-FFF2-40B4-BE49-F238E27FC236}">
                    <a16:creationId xmlns:a16="http://schemas.microsoft.com/office/drawing/2014/main" id="{F1281B0D-39DF-42F4-9166-E31786908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374" y="1982788"/>
                <a:ext cx="84138" cy="384175"/>
              </a:xfrm>
              <a:custGeom>
                <a:avLst/>
                <a:gdLst>
                  <a:gd name="T0" fmla="*/ 7 w 21"/>
                  <a:gd name="T1" fmla="*/ 50 h 97"/>
                  <a:gd name="T2" fmla="*/ 19 w 21"/>
                  <a:gd name="T3" fmla="*/ 97 h 97"/>
                  <a:gd name="T4" fmla="*/ 15 w 21"/>
                  <a:gd name="T5" fmla="*/ 48 h 97"/>
                  <a:gd name="T6" fmla="*/ 2 w 21"/>
                  <a:gd name="T7" fmla="*/ 1 h 97"/>
                  <a:gd name="T8" fmla="*/ 7 w 21"/>
                  <a:gd name="T9" fmla="*/ 5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97">
                    <a:moveTo>
                      <a:pt x="7" y="50"/>
                    </a:moveTo>
                    <a:cubicBezTo>
                      <a:pt x="11" y="76"/>
                      <a:pt x="16" y="97"/>
                      <a:pt x="19" y="97"/>
                    </a:cubicBezTo>
                    <a:cubicBezTo>
                      <a:pt x="21" y="96"/>
                      <a:pt x="19" y="75"/>
                      <a:pt x="15" y="48"/>
                    </a:cubicBezTo>
                    <a:cubicBezTo>
                      <a:pt x="10" y="22"/>
                      <a:pt x="5" y="0"/>
                      <a:pt x="2" y="1"/>
                    </a:cubicBezTo>
                    <a:cubicBezTo>
                      <a:pt x="0" y="1"/>
                      <a:pt x="2" y="23"/>
                      <a:pt x="7" y="5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3" name="Freeform 31">
                <a:extLst>
                  <a:ext uri="{FF2B5EF4-FFF2-40B4-BE49-F238E27FC236}">
                    <a16:creationId xmlns:a16="http://schemas.microsoft.com/office/drawing/2014/main" id="{EAB9C680-3F15-4CF3-98AF-5C89F7EA2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950" y="2359025"/>
                <a:ext cx="304800" cy="254000"/>
              </a:xfrm>
              <a:custGeom>
                <a:avLst/>
                <a:gdLst>
                  <a:gd name="T0" fmla="*/ 36 w 77"/>
                  <a:gd name="T1" fmla="*/ 28 h 64"/>
                  <a:gd name="T2" fmla="*/ 1 w 77"/>
                  <a:gd name="T3" fmla="*/ 63 h 64"/>
                  <a:gd name="T4" fmla="*/ 41 w 77"/>
                  <a:gd name="T5" fmla="*/ 35 h 64"/>
                  <a:gd name="T6" fmla="*/ 76 w 77"/>
                  <a:gd name="T7" fmla="*/ 1 h 64"/>
                  <a:gd name="T8" fmla="*/ 75 w 77"/>
                  <a:gd name="T9" fmla="*/ 0 h 64"/>
                  <a:gd name="T10" fmla="*/ 36 w 77"/>
                  <a:gd name="T11" fmla="*/ 2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64">
                    <a:moveTo>
                      <a:pt x="36" y="28"/>
                    </a:moveTo>
                    <a:cubicBezTo>
                      <a:pt x="15" y="46"/>
                      <a:pt x="0" y="61"/>
                      <a:pt x="1" y="63"/>
                    </a:cubicBezTo>
                    <a:cubicBezTo>
                      <a:pt x="2" y="64"/>
                      <a:pt x="20" y="52"/>
                      <a:pt x="41" y="35"/>
                    </a:cubicBezTo>
                    <a:cubicBezTo>
                      <a:pt x="62" y="18"/>
                      <a:pt x="77" y="2"/>
                      <a:pt x="76" y="1"/>
                    </a:cubicBezTo>
                    <a:cubicBezTo>
                      <a:pt x="76" y="0"/>
                      <a:pt x="76" y="0"/>
                      <a:pt x="75" y="0"/>
                    </a:cubicBezTo>
                    <a:cubicBezTo>
                      <a:pt x="71" y="1"/>
                      <a:pt x="55" y="13"/>
                      <a:pt x="36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4" name="Freeform 32">
                <a:extLst>
                  <a:ext uri="{FF2B5EF4-FFF2-40B4-BE49-F238E27FC236}">
                    <a16:creationId xmlns:a16="http://schemas.microsoft.com/office/drawing/2014/main" id="{DC8DB5F1-C08B-4BC5-BDB6-A7C52BA5F6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950" y="2359025"/>
                <a:ext cx="304800" cy="254000"/>
              </a:xfrm>
              <a:custGeom>
                <a:avLst/>
                <a:gdLst>
                  <a:gd name="T0" fmla="*/ 36 w 77"/>
                  <a:gd name="T1" fmla="*/ 28 h 64"/>
                  <a:gd name="T2" fmla="*/ 1 w 77"/>
                  <a:gd name="T3" fmla="*/ 63 h 64"/>
                  <a:gd name="T4" fmla="*/ 41 w 77"/>
                  <a:gd name="T5" fmla="*/ 35 h 64"/>
                  <a:gd name="T6" fmla="*/ 76 w 77"/>
                  <a:gd name="T7" fmla="*/ 1 h 64"/>
                  <a:gd name="T8" fmla="*/ 75 w 77"/>
                  <a:gd name="T9" fmla="*/ 0 h 64"/>
                  <a:gd name="T10" fmla="*/ 36 w 77"/>
                  <a:gd name="T11" fmla="*/ 2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64">
                    <a:moveTo>
                      <a:pt x="36" y="28"/>
                    </a:moveTo>
                    <a:cubicBezTo>
                      <a:pt x="15" y="46"/>
                      <a:pt x="0" y="61"/>
                      <a:pt x="1" y="63"/>
                    </a:cubicBezTo>
                    <a:cubicBezTo>
                      <a:pt x="2" y="64"/>
                      <a:pt x="20" y="52"/>
                      <a:pt x="41" y="35"/>
                    </a:cubicBezTo>
                    <a:cubicBezTo>
                      <a:pt x="62" y="18"/>
                      <a:pt x="77" y="2"/>
                      <a:pt x="76" y="1"/>
                    </a:cubicBezTo>
                    <a:cubicBezTo>
                      <a:pt x="76" y="0"/>
                      <a:pt x="76" y="0"/>
                      <a:pt x="75" y="0"/>
                    </a:cubicBezTo>
                    <a:cubicBezTo>
                      <a:pt x="71" y="1"/>
                      <a:pt x="55" y="13"/>
                      <a:pt x="36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5" name="Freeform 33">
                <a:extLst>
                  <a:ext uri="{FF2B5EF4-FFF2-40B4-BE49-F238E27FC236}">
                    <a16:creationId xmlns:a16="http://schemas.microsoft.com/office/drawing/2014/main" id="{7906BC89-15FE-426D-8686-7C6EC0FF8C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6" name="Freeform 34">
                <a:extLst>
                  <a:ext uri="{FF2B5EF4-FFF2-40B4-BE49-F238E27FC236}">
                    <a16:creationId xmlns:a16="http://schemas.microsoft.com/office/drawing/2014/main" id="{9C69E5B1-9BCD-4C40-B057-99D0FE7CA8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7" name="Freeform 35">
                <a:extLst>
                  <a:ext uri="{FF2B5EF4-FFF2-40B4-BE49-F238E27FC236}">
                    <a16:creationId xmlns:a16="http://schemas.microsoft.com/office/drawing/2014/main" id="{0CB5479F-D9FD-40B3-A3D2-11DE74F658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8" name="Freeform 36">
                <a:extLst>
                  <a:ext uri="{FF2B5EF4-FFF2-40B4-BE49-F238E27FC236}">
                    <a16:creationId xmlns:a16="http://schemas.microsoft.com/office/drawing/2014/main" id="{3BA31EA4-122B-49DB-B5BE-1DAB08850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124" y="263366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39" name="Rectangle 638">
                <a:extLst>
                  <a:ext uri="{FF2B5EF4-FFF2-40B4-BE49-F238E27FC236}">
                    <a16:creationId xmlns:a16="http://schemas.microsoft.com/office/drawing/2014/main" id="{5371C17E-F3AF-40A9-82DF-C1AAD1BE5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949" y="2633662"/>
                <a:ext cx="3175" cy="1588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0" name="Freeform 38">
                <a:extLst>
                  <a:ext uri="{FF2B5EF4-FFF2-40B4-BE49-F238E27FC236}">
                    <a16:creationId xmlns:a16="http://schemas.microsoft.com/office/drawing/2014/main" id="{612D7804-A6CF-403A-B39A-8AFF67830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1" name="Freeform 39">
                <a:extLst>
                  <a:ext uri="{FF2B5EF4-FFF2-40B4-BE49-F238E27FC236}">
                    <a16:creationId xmlns:a16="http://schemas.microsoft.com/office/drawing/2014/main" id="{9B4B3EC7-CC2F-4B0C-B5FB-3DDBB23F6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2" name="Freeform 40">
                <a:extLst>
                  <a:ext uri="{FF2B5EF4-FFF2-40B4-BE49-F238E27FC236}">
                    <a16:creationId xmlns:a16="http://schemas.microsoft.com/office/drawing/2014/main" id="{11D8515B-B212-4BE4-A207-E0165F1C69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3" name="Freeform 41">
                <a:extLst>
                  <a:ext uri="{FF2B5EF4-FFF2-40B4-BE49-F238E27FC236}">
                    <a16:creationId xmlns:a16="http://schemas.microsoft.com/office/drawing/2014/main" id="{91D3C8C5-0B9B-46F9-BCDD-3B230917F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999" y="2343150"/>
                <a:ext cx="44450" cy="39688"/>
              </a:xfrm>
              <a:custGeom>
                <a:avLst/>
                <a:gdLst>
                  <a:gd name="T0" fmla="*/ 4 w 11"/>
                  <a:gd name="T1" fmla="*/ 9 h 10"/>
                  <a:gd name="T2" fmla="*/ 10 w 11"/>
                  <a:gd name="T3" fmla="*/ 6 h 10"/>
                  <a:gd name="T4" fmla="*/ 7 w 11"/>
                  <a:gd name="T5" fmla="*/ 0 h 10"/>
                  <a:gd name="T6" fmla="*/ 1 w 11"/>
                  <a:gd name="T7" fmla="*/ 4 h 10"/>
                  <a:gd name="T8" fmla="*/ 4 w 11"/>
                  <a:gd name="T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4" y="9"/>
                    </a:moveTo>
                    <a:cubicBezTo>
                      <a:pt x="7" y="10"/>
                      <a:pt x="9" y="9"/>
                      <a:pt x="10" y="6"/>
                    </a:cubicBezTo>
                    <a:cubicBezTo>
                      <a:pt x="11" y="4"/>
                      <a:pt x="9" y="1"/>
                      <a:pt x="7" y="0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0" y="6"/>
                      <a:pt x="2" y="9"/>
                      <a:pt x="4" y="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4" name="Freeform 43">
                <a:extLst>
                  <a:ext uri="{FF2B5EF4-FFF2-40B4-BE49-F238E27FC236}">
                    <a16:creationId xmlns:a16="http://schemas.microsoft.com/office/drawing/2014/main" id="{405882BF-4234-4386-9DE8-2CDC71648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5" name="Freeform 44">
                <a:extLst>
                  <a:ext uri="{FF2B5EF4-FFF2-40B4-BE49-F238E27FC236}">
                    <a16:creationId xmlns:a16="http://schemas.microsoft.com/office/drawing/2014/main" id="{AE2FA927-87A9-4872-B213-9D192E29B2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6" name="Freeform 45">
                <a:extLst>
                  <a:ext uri="{FF2B5EF4-FFF2-40B4-BE49-F238E27FC236}">
                    <a16:creationId xmlns:a16="http://schemas.microsoft.com/office/drawing/2014/main" id="{6FC9A71C-5241-4F1B-92AD-0A8425425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7" name="Freeform 46">
                <a:extLst>
                  <a:ext uri="{FF2B5EF4-FFF2-40B4-BE49-F238E27FC236}">
                    <a16:creationId xmlns:a16="http://schemas.microsoft.com/office/drawing/2014/main" id="{920C59EC-02BD-43C6-B1CB-8597E4E89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48" y="2339975"/>
                <a:ext cx="55563" cy="987425"/>
              </a:xfrm>
              <a:custGeom>
                <a:avLst/>
                <a:gdLst>
                  <a:gd name="T0" fmla="*/ 7 w 14"/>
                  <a:gd name="T1" fmla="*/ 2 h 249"/>
                  <a:gd name="T2" fmla="*/ 3 w 14"/>
                  <a:gd name="T3" fmla="*/ 0 h 249"/>
                  <a:gd name="T4" fmla="*/ 0 w 14"/>
                  <a:gd name="T5" fmla="*/ 244 h 249"/>
                  <a:gd name="T6" fmla="*/ 14 w 14"/>
                  <a:gd name="T7" fmla="*/ 244 h 249"/>
                  <a:gd name="T8" fmla="*/ 11 w 14"/>
                  <a:gd name="T9" fmla="*/ 0 h 249"/>
                  <a:gd name="T10" fmla="*/ 7 w 14"/>
                  <a:gd name="T11" fmla="*/ 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49">
                    <a:moveTo>
                      <a:pt x="7" y="2"/>
                    </a:moveTo>
                    <a:cubicBezTo>
                      <a:pt x="5" y="2"/>
                      <a:pt x="4" y="1"/>
                      <a:pt x="3" y="0"/>
                    </a:cubicBezTo>
                    <a:cubicBezTo>
                      <a:pt x="3" y="0"/>
                      <a:pt x="0" y="239"/>
                      <a:pt x="0" y="244"/>
                    </a:cubicBezTo>
                    <a:cubicBezTo>
                      <a:pt x="0" y="249"/>
                      <a:pt x="14" y="247"/>
                      <a:pt x="14" y="244"/>
                    </a:cubicBezTo>
                    <a:cubicBezTo>
                      <a:pt x="14" y="241"/>
                      <a:pt x="11" y="0"/>
                      <a:pt x="11" y="0"/>
                    </a:cubicBezTo>
                    <a:cubicBezTo>
                      <a:pt x="10" y="1"/>
                      <a:pt x="9" y="2"/>
                      <a:pt x="7" y="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8" name="Freeform 48">
                <a:extLst>
                  <a:ext uri="{FF2B5EF4-FFF2-40B4-BE49-F238E27FC236}">
                    <a16:creationId xmlns:a16="http://schemas.microsoft.com/office/drawing/2014/main" id="{7E14BB5F-A9DD-44EC-BEDC-D2542703F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648" y="2327275"/>
                <a:ext cx="290512" cy="587375"/>
              </a:xfrm>
              <a:custGeom>
                <a:avLst/>
                <a:gdLst>
                  <a:gd name="T0" fmla="*/ 43 w 73"/>
                  <a:gd name="T1" fmla="*/ 71 h 148"/>
                  <a:gd name="T2" fmla="*/ 4 w 73"/>
                  <a:gd name="T3" fmla="*/ 2 h 148"/>
                  <a:gd name="T4" fmla="*/ 30 w 73"/>
                  <a:gd name="T5" fmla="*/ 77 h 148"/>
                  <a:gd name="T6" fmla="*/ 70 w 73"/>
                  <a:gd name="T7" fmla="*/ 146 h 148"/>
                  <a:gd name="T8" fmla="*/ 43 w 73"/>
                  <a:gd name="T9" fmla="*/ 71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48">
                    <a:moveTo>
                      <a:pt x="43" y="71"/>
                    </a:moveTo>
                    <a:cubicBezTo>
                      <a:pt x="24" y="31"/>
                      <a:pt x="7" y="0"/>
                      <a:pt x="4" y="2"/>
                    </a:cubicBezTo>
                    <a:cubicBezTo>
                      <a:pt x="0" y="3"/>
                      <a:pt x="12" y="37"/>
                      <a:pt x="30" y="77"/>
                    </a:cubicBezTo>
                    <a:cubicBezTo>
                      <a:pt x="49" y="117"/>
                      <a:pt x="66" y="148"/>
                      <a:pt x="70" y="146"/>
                    </a:cubicBezTo>
                    <a:cubicBezTo>
                      <a:pt x="73" y="145"/>
                      <a:pt x="61" y="111"/>
                      <a:pt x="43" y="7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49" name="Freeform 49">
                <a:extLst>
                  <a:ext uri="{FF2B5EF4-FFF2-40B4-BE49-F238E27FC236}">
                    <a16:creationId xmlns:a16="http://schemas.microsoft.com/office/drawing/2014/main" id="{514C936B-A435-4A40-A35A-E12C164D2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648" y="2327275"/>
                <a:ext cx="290512" cy="587375"/>
              </a:xfrm>
              <a:custGeom>
                <a:avLst/>
                <a:gdLst>
                  <a:gd name="T0" fmla="*/ 43 w 73"/>
                  <a:gd name="T1" fmla="*/ 71 h 148"/>
                  <a:gd name="T2" fmla="*/ 4 w 73"/>
                  <a:gd name="T3" fmla="*/ 2 h 148"/>
                  <a:gd name="T4" fmla="*/ 30 w 73"/>
                  <a:gd name="T5" fmla="*/ 77 h 148"/>
                  <a:gd name="T6" fmla="*/ 70 w 73"/>
                  <a:gd name="T7" fmla="*/ 146 h 148"/>
                  <a:gd name="T8" fmla="*/ 43 w 73"/>
                  <a:gd name="T9" fmla="*/ 71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48">
                    <a:moveTo>
                      <a:pt x="43" y="71"/>
                    </a:moveTo>
                    <a:cubicBezTo>
                      <a:pt x="24" y="31"/>
                      <a:pt x="7" y="0"/>
                      <a:pt x="4" y="2"/>
                    </a:cubicBezTo>
                    <a:cubicBezTo>
                      <a:pt x="0" y="3"/>
                      <a:pt x="12" y="37"/>
                      <a:pt x="30" y="77"/>
                    </a:cubicBezTo>
                    <a:cubicBezTo>
                      <a:pt x="49" y="117"/>
                      <a:pt x="66" y="148"/>
                      <a:pt x="70" y="146"/>
                    </a:cubicBezTo>
                    <a:cubicBezTo>
                      <a:pt x="73" y="145"/>
                      <a:pt x="61" y="111"/>
                      <a:pt x="43" y="7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0" name="Freeform 50">
                <a:extLst>
                  <a:ext uri="{FF2B5EF4-FFF2-40B4-BE49-F238E27FC236}">
                    <a16:creationId xmlns:a16="http://schemas.microsoft.com/office/drawing/2014/main" id="{A75ED29B-1AE2-435E-A4BE-001DAC4BF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586" y="1816100"/>
                <a:ext cx="388937" cy="531813"/>
              </a:xfrm>
              <a:custGeom>
                <a:avLst/>
                <a:gdLst>
                  <a:gd name="T0" fmla="*/ 43 w 98"/>
                  <a:gd name="T1" fmla="*/ 63 h 134"/>
                  <a:gd name="T2" fmla="*/ 3 w 98"/>
                  <a:gd name="T3" fmla="*/ 132 h 134"/>
                  <a:gd name="T4" fmla="*/ 54 w 98"/>
                  <a:gd name="T5" fmla="*/ 71 h 134"/>
                  <a:gd name="T6" fmla="*/ 95 w 98"/>
                  <a:gd name="T7" fmla="*/ 2 h 134"/>
                  <a:gd name="T8" fmla="*/ 43 w 98"/>
                  <a:gd name="T9" fmla="*/ 6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134">
                    <a:moveTo>
                      <a:pt x="43" y="63"/>
                    </a:moveTo>
                    <a:cubicBezTo>
                      <a:pt x="18" y="99"/>
                      <a:pt x="0" y="130"/>
                      <a:pt x="3" y="132"/>
                    </a:cubicBezTo>
                    <a:cubicBezTo>
                      <a:pt x="6" y="134"/>
                      <a:pt x="29" y="107"/>
                      <a:pt x="54" y="71"/>
                    </a:cubicBezTo>
                    <a:cubicBezTo>
                      <a:pt x="79" y="35"/>
                      <a:pt x="98" y="4"/>
                      <a:pt x="95" y="2"/>
                    </a:cubicBezTo>
                    <a:cubicBezTo>
                      <a:pt x="92" y="0"/>
                      <a:pt x="69" y="27"/>
                      <a:pt x="43" y="6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1" name="Freeform 51">
                <a:extLst>
                  <a:ext uri="{FF2B5EF4-FFF2-40B4-BE49-F238E27FC236}">
                    <a16:creationId xmlns:a16="http://schemas.microsoft.com/office/drawing/2014/main" id="{03461A47-4679-4C6C-8A2B-006B66C02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586" y="1816099"/>
                <a:ext cx="388937" cy="531813"/>
              </a:xfrm>
              <a:custGeom>
                <a:avLst/>
                <a:gdLst>
                  <a:gd name="T0" fmla="*/ 43 w 98"/>
                  <a:gd name="T1" fmla="*/ 63 h 134"/>
                  <a:gd name="T2" fmla="*/ 3 w 98"/>
                  <a:gd name="T3" fmla="*/ 132 h 134"/>
                  <a:gd name="T4" fmla="*/ 54 w 98"/>
                  <a:gd name="T5" fmla="*/ 71 h 134"/>
                  <a:gd name="T6" fmla="*/ 95 w 98"/>
                  <a:gd name="T7" fmla="*/ 2 h 134"/>
                  <a:gd name="T8" fmla="*/ 43 w 98"/>
                  <a:gd name="T9" fmla="*/ 6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134">
                    <a:moveTo>
                      <a:pt x="43" y="63"/>
                    </a:moveTo>
                    <a:cubicBezTo>
                      <a:pt x="18" y="99"/>
                      <a:pt x="0" y="130"/>
                      <a:pt x="3" y="132"/>
                    </a:cubicBezTo>
                    <a:cubicBezTo>
                      <a:pt x="6" y="134"/>
                      <a:pt x="29" y="107"/>
                      <a:pt x="54" y="71"/>
                    </a:cubicBezTo>
                    <a:cubicBezTo>
                      <a:pt x="79" y="35"/>
                      <a:pt x="98" y="4"/>
                      <a:pt x="95" y="2"/>
                    </a:cubicBezTo>
                    <a:cubicBezTo>
                      <a:pt x="92" y="0"/>
                      <a:pt x="69" y="27"/>
                      <a:pt x="43" y="6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2" name="Freeform 52">
                <a:extLst>
                  <a:ext uri="{FF2B5EF4-FFF2-40B4-BE49-F238E27FC236}">
                    <a16:creationId xmlns:a16="http://schemas.microsoft.com/office/drawing/2014/main" id="{EDD80489-B324-4A74-B555-AA0A4C2415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812" y="2260599"/>
                <a:ext cx="628649" cy="87313"/>
              </a:xfrm>
              <a:custGeom>
                <a:avLst/>
                <a:gdLst>
                  <a:gd name="T0" fmla="*/ 80 w 158"/>
                  <a:gd name="T1" fmla="*/ 5 h 22"/>
                  <a:gd name="T2" fmla="*/ 0 w 158"/>
                  <a:gd name="T3" fmla="*/ 4 h 22"/>
                  <a:gd name="T4" fmla="*/ 79 w 158"/>
                  <a:gd name="T5" fmla="*/ 18 h 22"/>
                  <a:gd name="T6" fmla="*/ 158 w 158"/>
                  <a:gd name="T7" fmla="*/ 19 h 22"/>
                  <a:gd name="T8" fmla="*/ 158 w 158"/>
                  <a:gd name="T9" fmla="*/ 18 h 22"/>
                  <a:gd name="T10" fmla="*/ 80 w 158"/>
                  <a:gd name="T11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" h="22">
                    <a:moveTo>
                      <a:pt x="80" y="5"/>
                    </a:moveTo>
                    <a:cubicBezTo>
                      <a:pt x="36" y="0"/>
                      <a:pt x="0" y="0"/>
                      <a:pt x="0" y="4"/>
                    </a:cubicBezTo>
                    <a:cubicBezTo>
                      <a:pt x="0" y="7"/>
                      <a:pt x="35" y="14"/>
                      <a:pt x="79" y="18"/>
                    </a:cubicBezTo>
                    <a:cubicBezTo>
                      <a:pt x="122" y="22"/>
                      <a:pt x="158" y="22"/>
                      <a:pt x="158" y="19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2" y="14"/>
                      <a:pt x="120" y="8"/>
                      <a:pt x="80" y="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3" name="Freeform 53">
                <a:extLst>
                  <a:ext uri="{FF2B5EF4-FFF2-40B4-BE49-F238E27FC236}">
                    <a16:creationId xmlns:a16="http://schemas.microsoft.com/office/drawing/2014/main" id="{861376DD-3223-474E-98AB-CF9DEBF4E8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813" y="2260600"/>
                <a:ext cx="628649" cy="87313"/>
              </a:xfrm>
              <a:custGeom>
                <a:avLst/>
                <a:gdLst>
                  <a:gd name="T0" fmla="*/ 80 w 158"/>
                  <a:gd name="T1" fmla="*/ 5 h 22"/>
                  <a:gd name="T2" fmla="*/ 0 w 158"/>
                  <a:gd name="T3" fmla="*/ 4 h 22"/>
                  <a:gd name="T4" fmla="*/ 79 w 158"/>
                  <a:gd name="T5" fmla="*/ 18 h 22"/>
                  <a:gd name="T6" fmla="*/ 158 w 158"/>
                  <a:gd name="T7" fmla="*/ 19 h 22"/>
                  <a:gd name="T8" fmla="*/ 158 w 158"/>
                  <a:gd name="T9" fmla="*/ 18 h 22"/>
                  <a:gd name="T10" fmla="*/ 80 w 158"/>
                  <a:gd name="T11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" h="22">
                    <a:moveTo>
                      <a:pt x="80" y="5"/>
                    </a:moveTo>
                    <a:cubicBezTo>
                      <a:pt x="36" y="0"/>
                      <a:pt x="0" y="0"/>
                      <a:pt x="0" y="4"/>
                    </a:cubicBezTo>
                    <a:cubicBezTo>
                      <a:pt x="0" y="7"/>
                      <a:pt x="35" y="14"/>
                      <a:pt x="79" y="18"/>
                    </a:cubicBezTo>
                    <a:cubicBezTo>
                      <a:pt x="122" y="22"/>
                      <a:pt x="158" y="22"/>
                      <a:pt x="158" y="19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2" y="14"/>
                      <a:pt x="120" y="8"/>
                      <a:pt x="80" y="5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4" name="Freeform 54">
                <a:extLst>
                  <a:ext uri="{FF2B5EF4-FFF2-40B4-BE49-F238E27FC236}">
                    <a16:creationId xmlns:a16="http://schemas.microsoft.com/office/drawing/2014/main" id="{6ABAA811-F634-4FA6-BCAD-806ED4807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5" name="Freeform 55">
                <a:extLst>
                  <a:ext uri="{FF2B5EF4-FFF2-40B4-BE49-F238E27FC236}">
                    <a16:creationId xmlns:a16="http://schemas.microsoft.com/office/drawing/2014/main" id="{F17DB7B7-AA5E-4B79-8592-D3F6E6FAC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6" name="Freeform 56">
                <a:extLst>
                  <a:ext uri="{FF2B5EF4-FFF2-40B4-BE49-F238E27FC236}">
                    <a16:creationId xmlns:a16="http://schemas.microsoft.com/office/drawing/2014/main" id="{A67E450B-BBD1-4681-8896-A4BB8B893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7" name="Freeform 57">
                <a:extLst>
                  <a:ext uri="{FF2B5EF4-FFF2-40B4-BE49-F238E27FC236}">
                    <a16:creationId xmlns:a16="http://schemas.microsoft.com/office/drawing/2014/main" id="{5375E5B1-0061-4390-A058-06ECE446A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4" y="2771775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8" name="Rectangle 58">
                <a:extLst>
                  <a:ext uri="{FF2B5EF4-FFF2-40B4-BE49-F238E27FC236}">
                    <a16:creationId xmlns:a16="http://schemas.microsoft.com/office/drawing/2014/main" id="{6EA20531-75A6-4F0F-8A23-7959377ED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5262" y="2771775"/>
                <a:ext cx="4763" cy="4763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59" name="Freeform 59">
                <a:extLst>
                  <a:ext uri="{FF2B5EF4-FFF2-40B4-BE49-F238E27FC236}">
                    <a16:creationId xmlns:a16="http://schemas.microsoft.com/office/drawing/2014/main" id="{F81B5973-CB55-4397-9034-8F39CA1EC5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4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60" name="Freeform 60">
                <a:extLst>
                  <a:ext uri="{FF2B5EF4-FFF2-40B4-BE49-F238E27FC236}">
                    <a16:creationId xmlns:a16="http://schemas.microsoft.com/office/drawing/2014/main" id="{DD2EF09F-A950-4685-B683-27D915E7D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4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61" name="Freeform 61">
                <a:extLst>
                  <a:ext uri="{FF2B5EF4-FFF2-40B4-BE49-F238E27FC236}">
                    <a16:creationId xmlns:a16="http://schemas.microsoft.com/office/drawing/2014/main" id="{ECC052EF-58A0-477B-9344-4A665C355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3" y="2295524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62" name="Freeform 62">
                <a:extLst>
                  <a:ext uri="{FF2B5EF4-FFF2-40B4-BE49-F238E27FC236}">
                    <a16:creationId xmlns:a16="http://schemas.microsoft.com/office/drawing/2014/main" id="{48DF59E6-BC02-4133-840B-9B1333703F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776" y="2295525"/>
                <a:ext cx="66675" cy="68263"/>
              </a:xfrm>
              <a:custGeom>
                <a:avLst/>
                <a:gdLst>
                  <a:gd name="T0" fmla="*/ 2 w 17"/>
                  <a:gd name="T1" fmla="*/ 12 h 17"/>
                  <a:gd name="T2" fmla="*/ 12 w 17"/>
                  <a:gd name="T3" fmla="*/ 15 h 17"/>
                  <a:gd name="T4" fmla="*/ 15 w 17"/>
                  <a:gd name="T5" fmla="*/ 5 h 17"/>
                  <a:gd name="T6" fmla="*/ 5 w 17"/>
                  <a:gd name="T7" fmla="*/ 2 h 17"/>
                  <a:gd name="T8" fmla="*/ 2 w 17"/>
                  <a:gd name="T9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2" y="12"/>
                    </a:moveTo>
                    <a:cubicBezTo>
                      <a:pt x="4" y="16"/>
                      <a:pt x="9" y="17"/>
                      <a:pt x="12" y="15"/>
                    </a:cubicBezTo>
                    <a:cubicBezTo>
                      <a:pt x="16" y="13"/>
                      <a:pt x="17" y="8"/>
                      <a:pt x="15" y="5"/>
                    </a:cubicBezTo>
                    <a:cubicBezTo>
                      <a:pt x="13" y="1"/>
                      <a:pt x="8" y="0"/>
                      <a:pt x="5" y="2"/>
                    </a:cubicBezTo>
                    <a:cubicBezTo>
                      <a:pt x="1" y="4"/>
                      <a:pt x="0" y="9"/>
                      <a:pt x="2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  <p:grpSp>
          <p:nvGrpSpPr>
            <p:cNvPr id="379" name="Gruppieren 1118">
              <a:extLst>
                <a:ext uri="{FF2B5EF4-FFF2-40B4-BE49-F238E27FC236}">
                  <a16:creationId xmlns:a16="http://schemas.microsoft.com/office/drawing/2014/main" id="{374CE8B7-58AA-4321-925B-2AF1D1A17B4B}"/>
                </a:ext>
              </a:extLst>
            </p:cNvPr>
            <p:cNvGrpSpPr/>
            <p:nvPr/>
          </p:nvGrpSpPr>
          <p:grpSpPr>
            <a:xfrm>
              <a:off x="5577528" y="2154693"/>
              <a:ext cx="764529" cy="297569"/>
              <a:chOff x="1276911" y="4633118"/>
              <a:chExt cx="4068762" cy="1311276"/>
            </a:xfrm>
            <a:solidFill>
              <a:schemeClr val="accent1"/>
            </a:solidFill>
          </p:grpSpPr>
          <p:sp>
            <p:nvSpPr>
              <p:cNvPr id="467" name="Freeform 6">
                <a:extLst>
                  <a:ext uri="{FF2B5EF4-FFF2-40B4-BE49-F238E27FC236}">
                    <a16:creationId xmlns:a16="http://schemas.microsoft.com/office/drawing/2014/main" id="{519829C8-ECE6-45D8-A501-6F3E69E5D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323" y="4633118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5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8" name="Freeform 7">
                <a:extLst>
                  <a:ext uri="{FF2B5EF4-FFF2-40B4-BE49-F238E27FC236}">
                    <a16:creationId xmlns:a16="http://schemas.microsoft.com/office/drawing/2014/main" id="{779A97A3-6DD2-4314-91FA-E65DCA075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323" y="4633118"/>
                <a:ext cx="1733550" cy="865188"/>
              </a:xfrm>
              <a:custGeom>
                <a:avLst/>
                <a:gdLst>
                  <a:gd name="T0" fmla="*/ 348 w 2275"/>
                  <a:gd name="T1" fmla="*/ 1135 h 1135"/>
                  <a:gd name="T2" fmla="*/ 2275 w 2275"/>
                  <a:gd name="T3" fmla="*/ 1135 h 1135"/>
                  <a:gd name="T4" fmla="*/ 1928 w 2275"/>
                  <a:gd name="T5" fmla="*/ 0 h 1135"/>
                  <a:gd name="T6" fmla="*/ 0 w 2275"/>
                  <a:gd name="T7" fmla="*/ 0 h 1135"/>
                  <a:gd name="T8" fmla="*/ 348 w 22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5" h="1135">
                    <a:moveTo>
                      <a:pt x="348" y="1135"/>
                    </a:moveTo>
                    <a:lnTo>
                      <a:pt x="2275" y="1135"/>
                    </a:lnTo>
                    <a:lnTo>
                      <a:pt x="1928" y="0"/>
                    </a:lnTo>
                    <a:lnTo>
                      <a:pt x="0" y="0"/>
                    </a:lnTo>
                    <a:lnTo>
                      <a:pt x="348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9" name="Line 8">
                <a:extLst>
                  <a:ext uri="{FF2B5EF4-FFF2-40B4-BE49-F238E27FC236}">
                    <a16:creationId xmlns:a16="http://schemas.microsoft.com/office/drawing/2014/main" id="{25C66C4B-7BCA-48E6-9D12-65071A82D5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8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0" name="Line 9">
                <a:extLst>
                  <a:ext uri="{FF2B5EF4-FFF2-40B4-BE49-F238E27FC236}">
                    <a16:creationId xmlns:a16="http://schemas.microsoft.com/office/drawing/2014/main" id="{AA3D0F65-728A-4A6D-B5F7-5C47AF8A9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8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1" name="Line 10">
                <a:extLst>
                  <a:ext uri="{FF2B5EF4-FFF2-40B4-BE49-F238E27FC236}">
                    <a16:creationId xmlns:a16="http://schemas.microsoft.com/office/drawing/2014/main" id="{2B5F41B0-1401-4070-9E7E-8DA85EB9A3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7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2" name="Line 11">
                <a:extLst>
                  <a:ext uri="{FF2B5EF4-FFF2-40B4-BE49-F238E27FC236}">
                    <a16:creationId xmlns:a16="http://schemas.microsoft.com/office/drawing/2014/main" id="{4D81370B-5CDC-4344-BD4D-108925E94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7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3" name="Line 12">
                <a:extLst>
                  <a:ext uri="{FF2B5EF4-FFF2-40B4-BE49-F238E27FC236}">
                    <a16:creationId xmlns:a16="http://schemas.microsoft.com/office/drawing/2014/main" id="{08B80CED-1F97-4B1F-A6AB-1C1C49CB24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86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4" name="Line 13">
                <a:extLst>
                  <a:ext uri="{FF2B5EF4-FFF2-40B4-BE49-F238E27FC236}">
                    <a16:creationId xmlns:a16="http://schemas.microsoft.com/office/drawing/2014/main" id="{9D4FF0D0-707E-447A-ABB5-6530DED8E3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8623" y="46331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5" name="Line 14">
                <a:extLst>
                  <a:ext uri="{FF2B5EF4-FFF2-40B4-BE49-F238E27FC236}">
                    <a16:creationId xmlns:a16="http://schemas.microsoft.com/office/drawing/2014/main" id="{E86C56C7-53AE-41B4-ADAD-035CBFABBD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29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6" name="Line 15">
                <a:extLst>
                  <a:ext uri="{FF2B5EF4-FFF2-40B4-BE49-F238E27FC236}">
                    <a16:creationId xmlns:a16="http://schemas.microsoft.com/office/drawing/2014/main" id="{A12E7544-806A-4587-B13E-0547603F8F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29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7" name="Line 16">
                <a:extLst>
                  <a:ext uri="{FF2B5EF4-FFF2-40B4-BE49-F238E27FC236}">
                    <a16:creationId xmlns:a16="http://schemas.microsoft.com/office/drawing/2014/main" id="{E9CF4F61-CBEC-4389-90C0-41039713FD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88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8" name="Line 17">
                <a:extLst>
                  <a:ext uri="{FF2B5EF4-FFF2-40B4-BE49-F238E27FC236}">
                    <a16:creationId xmlns:a16="http://schemas.microsoft.com/office/drawing/2014/main" id="{C96EE5F9-83AE-4B2B-B1A0-49C3BDB72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88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9" name="Line 18">
                <a:extLst>
                  <a:ext uri="{FF2B5EF4-FFF2-40B4-BE49-F238E27FC236}">
                    <a16:creationId xmlns:a16="http://schemas.microsoft.com/office/drawing/2014/main" id="{9A4BA2DB-C9C4-45B7-8E83-3869C26EC4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47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0" name="Line 19">
                <a:extLst>
                  <a:ext uri="{FF2B5EF4-FFF2-40B4-BE49-F238E27FC236}">
                    <a16:creationId xmlns:a16="http://schemas.microsoft.com/office/drawing/2014/main" id="{88CDC212-D8B3-4C82-AA74-85EF856C8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4736" y="46331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1" name="Line 20">
                <a:extLst>
                  <a:ext uri="{FF2B5EF4-FFF2-40B4-BE49-F238E27FC236}">
                    <a16:creationId xmlns:a16="http://schemas.microsoft.com/office/drawing/2014/main" id="{373972D6-9C2A-46FD-89A9-F40981D01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49252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2" name="Line 21">
                <a:extLst>
                  <a:ext uri="{FF2B5EF4-FFF2-40B4-BE49-F238E27FC236}">
                    <a16:creationId xmlns:a16="http://schemas.microsoft.com/office/drawing/2014/main" id="{35E0F295-F53F-4759-9ACC-DA58D74CAD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49252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3" name="Line 22">
                <a:extLst>
                  <a:ext uri="{FF2B5EF4-FFF2-40B4-BE49-F238E27FC236}">
                    <a16:creationId xmlns:a16="http://schemas.microsoft.com/office/drawing/2014/main" id="{FC44269E-28CC-4BFA-A284-D9FAF31432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9673" y="50665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4" name="Line 23">
                <a:extLst>
                  <a:ext uri="{FF2B5EF4-FFF2-40B4-BE49-F238E27FC236}">
                    <a16:creationId xmlns:a16="http://schemas.microsoft.com/office/drawing/2014/main" id="{B814D9B9-2A64-4C51-8ECC-C23CB2C630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9673" y="50665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5" name="Line 24">
                <a:extLst>
                  <a:ext uri="{FF2B5EF4-FFF2-40B4-BE49-F238E27FC236}">
                    <a16:creationId xmlns:a16="http://schemas.microsoft.com/office/drawing/2014/main" id="{61D51155-5BDF-4707-82F5-67B304753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5711" y="52077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6" name="Line 25">
                <a:extLst>
                  <a:ext uri="{FF2B5EF4-FFF2-40B4-BE49-F238E27FC236}">
                    <a16:creationId xmlns:a16="http://schemas.microsoft.com/office/drawing/2014/main" id="{AEBAB6C5-CCE2-4BB7-BD62-3F055C6FE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5711" y="52077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7" name="Line 26">
                <a:extLst>
                  <a:ext uri="{FF2B5EF4-FFF2-40B4-BE49-F238E27FC236}">
                    <a16:creationId xmlns:a16="http://schemas.microsoft.com/office/drawing/2014/main" id="{64AC3A1F-B2B2-4854-B687-4AAC796DD6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1748" y="53506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8" name="Line 27">
                <a:extLst>
                  <a:ext uri="{FF2B5EF4-FFF2-40B4-BE49-F238E27FC236}">
                    <a16:creationId xmlns:a16="http://schemas.microsoft.com/office/drawing/2014/main" id="{35FD18A8-ABB5-4F8E-BE4B-B8678DD7C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1748" y="53506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9" name="Line 28">
                <a:extLst>
                  <a:ext uri="{FF2B5EF4-FFF2-40B4-BE49-F238E27FC236}">
                    <a16:creationId xmlns:a16="http://schemas.microsoft.com/office/drawing/2014/main" id="{E5E0F679-01FB-4A94-84D8-9D50974C9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536" y="478234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0" name="Line 29">
                <a:extLst>
                  <a:ext uri="{FF2B5EF4-FFF2-40B4-BE49-F238E27FC236}">
                    <a16:creationId xmlns:a16="http://schemas.microsoft.com/office/drawing/2014/main" id="{DD23D8E9-33D7-4E27-ABE5-7DC3F78B3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536" y="478234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1" name="Freeform 30">
                <a:extLst>
                  <a:ext uri="{FF2B5EF4-FFF2-40B4-BE49-F238E27FC236}">
                    <a16:creationId xmlns:a16="http://schemas.microsoft.com/office/drawing/2014/main" id="{D0294797-8D6A-45BA-AF80-AE9542B7E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986" y="4849018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5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2" name="Freeform 31">
                <a:extLst>
                  <a:ext uri="{FF2B5EF4-FFF2-40B4-BE49-F238E27FC236}">
                    <a16:creationId xmlns:a16="http://schemas.microsoft.com/office/drawing/2014/main" id="{9C6CBB12-D538-4C0F-B577-19E52C317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986" y="4849018"/>
                <a:ext cx="1733550" cy="865188"/>
              </a:xfrm>
              <a:custGeom>
                <a:avLst/>
                <a:gdLst>
                  <a:gd name="T0" fmla="*/ 347 w 2275"/>
                  <a:gd name="T1" fmla="*/ 1135 h 1135"/>
                  <a:gd name="T2" fmla="*/ 2275 w 2275"/>
                  <a:gd name="T3" fmla="*/ 1135 h 1135"/>
                  <a:gd name="T4" fmla="*/ 1927 w 2275"/>
                  <a:gd name="T5" fmla="*/ 0 h 1135"/>
                  <a:gd name="T6" fmla="*/ 0 w 2275"/>
                  <a:gd name="T7" fmla="*/ 0 h 1135"/>
                  <a:gd name="T8" fmla="*/ 347 w 22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5" h="1135">
                    <a:moveTo>
                      <a:pt x="347" y="1135"/>
                    </a:moveTo>
                    <a:lnTo>
                      <a:pt x="2275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3" name="Line 32">
                <a:extLst>
                  <a:ext uri="{FF2B5EF4-FFF2-40B4-BE49-F238E27FC236}">
                    <a16:creationId xmlns:a16="http://schemas.microsoft.com/office/drawing/2014/main" id="{97C105C3-8610-4666-9158-C6A2B0E609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44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4" name="Line 33">
                <a:extLst>
                  <a:ext uri="{FF2B5EF4-FFF2-40B4-BE49-F238E27FC236}">
                    <a16:creationId xmlns:a16="http://schemas.microsoft.com/office/drawing/2014/main" id="{500DEA9E-B76B-48FF-8E84-6F3456471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44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5" name="Line 34">
                <a:extLst>
                  <a:ext uri="{FF2B5EF4-FFF2-40B4-BE49-F238E27FC236}">
                    <a16:creationId xmlns:a16="http://schemas.microsoft.com/office/drawing/2014/main" id="{158F2407-4792-4FB3-9506-73BDA2B5FD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03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6" name="Line 35">
                <a:extLst>
                  <a:ext uri="{FF2B5EF4-FFF2-40B4-BE49-F238E27FC236}">
                    <a16:creationId xmlns:a16="http://schemas.microsoft.com/office/drawing/2014/main" id="{7827F746-9AC1-4570-B692-0CC4A5EC4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0386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7" name="Line 36">
                <a:extLst>
                  <a:ext uri="{FF2B5EF4-FFF2-40B4-BE49-F238E27FC236}">
                    <a16:creationId xmlns:a16="http://schemas.microsoft.com/office/drawing/2014/main" id="{98CB8BF2-F793-4D9B-A9F8-074DFFE79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2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8" name="Line 37">
                <a:extLst>
                  <a:ext uri="{FF2B5EF4-FFF2-40B4-BE49-F238E27FC236}">
                    <a16:creationId xmlns:a16="http://schemas.microsoft.com/office/drawing/2014/main" id="{E7C31399-5868-4CCC-9FA8-A37462E5EF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2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9" name="Line 38">
                <a:extLst>
                  <a:ext uri="{FF2B5EF4-FFF2-40B4-BE49-F238E27FC236}">
                    <a16:creationId xmlns:a16="http://schemas.microsoft.com/office/drawing/2014/main" id="{9C3B3AE8-9759-40D0-9BFE-59DD99CCD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21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0" name="Line 39">
                <a:extLst>
                  <a:ext uri="{FF2B5EF4-FFF2-40B4-BE49-F238E27FC236}">
                    <a16:creationId xmlns:a16="http://schemas.microsoft.com/office/drawing/2014/main" id="{9B5D2AA0-BA43-4574-BEA6-3E6A1FE14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21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1" name="Line 40">
                <a:extLst>
                  <a:ext uri="{FF2B5EF4-FFF2-40B4-BE49-F238E27FC236}">
                    <a16:creationId xmlns:a16="http://schemas.microsoft.com/office/drawing/2014/main" id="{A8751148-71F0-451F-96C6-4DB567902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80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2" name="Line 41">
                <a:extLst>
                  <a:ext uri="{FF2B5EF4-FFF2-40B4-BE49-F238E27FC236}">
                    <a16:creationId xmlns:a16="http://schemas.microsoft.com/office/drawing/2014/main" id="{3A1E2163-8467-43B5-A2BA-863F065C72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8086" y="48490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3" name="Line 42">
                <a:extLst>
                  <a:ext uri="{FF2B5EF4-FFF2-40B4-BE49-F238E27FC236}">
                    <a16:creationId xmlns:a16="http://schemas.microsoft.com/office/drawing/2014/main" id="{9C645D64-EFFA-4447-B825-9850277A91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2398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4" name="Line 43">
                <a:extLst>
                  <a:ext uri="{FF2B5EF4-FFF2-40B4-BE49-F238E27FC236}">
                    <a16:creationId xmlns:a16="http://schemas.microsoft.com/office/drawing/2014/main" id="{5325F62B-4C8E-4CFE-8B94-AA4303567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2398" y="48490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5" name="Line 44">
                <a:extLst>
                  <a:ext uri="{FF2B5EF4-FFF2-40B4-BE49-F238E27FC236}">
                    <a16:creationId xmlns:a16="http://schemas.microsoft.com/office/drawing/2014/main" id="{6D5C8849-9838-46A3-A5EF-EA30CCABBC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4473" y="51411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6" name="Line 45">
                <a:extLst>
                  <a:ext uri="{FF2B5EF4-FFF2-40B4-BE49-F238E27FC236}">
                    <a16:creationId xmlns:a16="http://schemas.microsoft.com/office/drawing/2014/main" id="{C331BE38-5F78-426E-939A-4696235E7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4473" y="51411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7" name="Line 46">
                <a:extLst>
                  <a:ext uri="{FF2B5EF4-FFF2-40B4-BE49-F238E27FC236}">
                    <a16:creationId xmlns:a16="http://schemas.microsoft.com/office/drawing/2014/main" id="{BB92F373-54CC-4F0B-BD9E-328A552574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7336" y="52824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8" name="Line 47">
                <a:extLst>
                  <a:ext uri="{FF2B5EF4-FFF2-40B4-BE49-F238E27FC236}">
                    <a16:creationId xmlns:a16="http://schemas.microsoft.com/office/drawing/2014/main" id="{5CCBDBEE-93CC-451E-A73F-33CF427CF7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7336" y="52824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9" name="Line 48">
                <a:extLst>
                  <a:ext uri="{FF2B5EF4-FFF2-40B4-BE49-F238E27FC236}">
                    <a16:creationId xmlns:a16="http://schemas.microsoft.com/office/drawing/2014/main" id="{6619FA87-A714-4021-8C0C-47DDF7280D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961" y="54252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0" name="Line 49">
                <a:extLst>
                  <a:ext uri="{FF2B5EF4-FFF2-40B4-BE49-F238E27FC236}">
                    <a16:creationId xmlns:a16="http://schemas.microsoft.com/office/drawing/2014/main" id="{2BB0841B-AD35-4BCC-9024-82ECB7933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961" y="54252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1" name="Line 50">
                <a:extLst>
                  <a:ext uri="{FF2B5EF4-FFF2-40B4-BE49-F238E27FC236}">
                    <a16:creationId xmlns:a16="http://schemas.microsoft.com/office/drawing/2014/main" id="{B4C491AB-63DC-436D-927A-48472CB18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9411" y="55665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2" name="Line 51">
                <a:extLst>
                  <a:ext uri="{FF2B5EF4-FFF2-40B4-BE49-F238E27FC236}">
                    <a16:creationId xmlns:a16="http://schemas.microsoft.com/office/drawing/2014/main" id="{24E87B6D-F3E3-4824-8BE5-8544EA8CA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9411" y="55665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3" name="Line 52">
                <a:extLst>
                  <a:ext uri="{FF2B5EF4-FFF2-40B4-BE49-F238E27FC236}">
                    <a16:creationId xmlns:a16="http://schemas.microsoft.com/office/drawing/2014/main" id="{8396614F-05A4-4254-B9BC-C683AD66FC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3198" y="49998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4" name="Line 53">
                <a:extLst>
                  <a:ext uri="{FF2B5EF4-FFF2-40B4-BE49-F238E27FC236}">
                    <a16:creationId xmlns:a16="http://schemas.microsoft.com/office/drawing/2014/main" id="{8C569D80-7D6A-4529-B582-CD207D0F3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3198" y="49998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5" name="Freeform 54">
                <a:extLst>
                  <a:ext uri="{FF2B5EF4-FFF2-40B4-BE49-F238E27FC236}">
                    <a16:creationId xmlns:a16="http://schemas.microsoft.com/office/drawing/2014/main" id="{3001E2A4-60A9-494F-B740-9A3E3ACC9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123" y="5079206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6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6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6" name="Freeform 55">
                <a:extLst>
                  <a:ext uri="{FF2B5EF4-FFF2-40B4-BE49-F238E27FC236}">
                    <a16:creationId xmlns:a16="http://schemas.microsoft.com/office/drawing/2014/main" id="{B44C1B08-3C55-4A45-8BA5-1FEB16C96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123" y="5079206"/>
                <a:ext cx="1733550" cy="865188"/>
              </a:xfrm>
              <a:custGeom>
                <a:avLst/>
                <a:gdLst>
                  <a:gd name="T0" fmla="*/ 347 w 2275"/>
                  <a:gd name="T1" fmla="*/ 1135 h 1135"/>
                  <a:gd name="T2" fmla="*/ 2275 w 2275"/>
                  <a:gd name="T3" fmla="*/ 1135 h 1135"/>
                  <a:gd name="T4" fmla="*/ 1928 w 2275"/>
                  <a:gd name="T5" fmla="*/ 0 h 1135"/>
                  <a:gd name="T6" fmla="*/ 0 w 2275"/>
                  <a:gd name="T7" fmla="*/ 0 h 1135"/>
                  <a:gd name="T8" fmla="*/ 347 w 22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5" h="1135">
                    <a:moveTo>
                      <a:pt x="347" y="1135"/>
                    </a:moveTo>
                    <a:lnTo>
                      <a:pt x="2275" y="1135"/>
                    </a:lnTo>
                    <a:lnTo>
                      <a:pt x="1928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7" name="Line 56">
                <a:extLst>
                  <a:ext uri="{FF2B5EF4-FFF2-40B4-BE49-F238E27FC236}">
                    <a16:creationId xmlns:a16="http://schemas.microsoft.com/office/drawing/2014/main" id="{55CC75D6-D070-4AE8-BA0D-B02B55E6CA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26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8" name="Line 57">
                <a:extLst>
                  <a:ext uri="{FF2B5EF4-FFF2-40B4-BE49-F238E27FC236}">
                    <a16:creationId xmlns:a16="http://schemas.microsoft.com/office/drawing/2014/main" id="{9A416185-F570-4B49-A765-DDC271706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26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9" name="Line 58">
                <a:extLst>
                  <a:ext uri="{FF2B5EF4-FFF2-40B4-BE49-F238E27FC236}">
                    <a16:creationId xmlns:a16="http://schemas.microsoft.com/office/drawing/2014/main" id="{6DD115BF-ECD0-418D-885D-06F3EF7306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85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0" name="Line 59">
                <a:extLst>
                  <a:ext uri="{FF2B5EF4-FFF2-40B4-BE49-F238E27FC236}">
                    <a16:creationId xmlns:a16="http://schemas.microsoft.com/office/drawing/2014/main" id="{08D301F2-6115-4DE2-923D-277C12E5D6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85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1" name="Line 60">
                <a:extLst>
                  <a:ext uri="{FF2B5EF4-FFF2-40B4-BE49-F238E27FC236}">
                    <a16:creationId xmlns:a16="http://schemas.microsoft.com/office/drawing/2014/main" id="{0715EBE6-1BF9-474E-8B4E-C9CBEC24F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44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2" name="Line 61">
                <a:extLst>
                  <a:ext uri="{FF2B5EF4-FFF2-40B4-BE49-F238E27FC236}">
                    <a16:creationId xmlns:a16="http://schemas.microsoft.com/office/drawing/2014/main" id="{7DDFBD86-082A-4AA2-80EE-177A4E4D73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4423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3" name="Line 62">
                <a:extLst>
                  <a:ext uri="{FF2B5EF4-FFF2-40B4-BE49-F238E27FC236}">
                    <a16:creationId xmlns:a16="http://schemas.microsoft.com/office/drawing/2014/main" id="{2E8FA907-A8F9-4914-926C-8E29B8552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03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4" name="Line 63">
                <a:extLst>
                  <a:ext uri="{FF2B5EF4-FFF2-40B4-BE49-F238E27FC236}">
                    <a16:creationId xmlns:a16="http://schemas.microsoft.com/office/drawing/2014/main" id="{02C25217-6F13-48D3-992E-4FA880CCC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03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5" name="Line 64">
                <a:extLst>
                  <a:ext uri="{FF2B5EF4-FFF2-40B4-BE49-F238E27FC236}">
                    <a16:creationId xmlns:a16="http://schemas.microsoft.com/office/drawing/2014/main" id="{9FA550F8-FBB2-466B-8B18-BFF82F1753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62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6" name="Line 65">
                <a:extLst>
                  <a:ext uri="{FF2B5EF4-FFF2-40B4-BE49-F238E27FC236}">
                    <a16:creationId xmlns:a16="http://schemas.microsoft.com/office/drawing/2014/main" id="{28D10144-C889-438E-866B-07CF6607D8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62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7" name="Line 66">
                <a:extLst>
                  <a:ext uri="{FF2B5EF4-FFF2-40B4-BE49-F238E27FC236}">
                    <a16:creationId xmlns:a16="http://schemas.microsoft.com/office/drawing/2014/main" id="{6612A350-FDFC-4CD9-A906-F3FC12568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21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8" name="Line 67">
                <a:extLst>
                  <a:ext uri="{FF2B5EF4-FFF2-40B4-BE49-F238E27FC236}">
                    <a16:creationId xmlns:a16="http://schemas.microsoft.com/office/drawing/2014/main" id="{C5002E89-F541-4B3F-9FAF-7B5EFB8330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2123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9" name="Line 68">
                <a:extLst>
                  <a:ext uri="{FF2B5EF4-FFF2-40B4-BE49-F238E27FC236}">
                    <a16:creationId xmlns:a16="http://schemas.microsoft.com/office/drawing/2014/main" id="{76362A98-B756-4389-9E45-8840DE367E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2611" y="53713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0" name="Line 69">
                <a:extLst>
                  <a:ext uri="{FF2B5EF4-FFF2-40B4-BE49-F238E27FC236}">
                    <a16:creationId xmlns:a16="http://schemas.microsoft.com/office/drawing/2014/main" id="{CC26598A-067F-4EA6-9932-638AB35B2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2611" y="53713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1" name="Line 70">
                <a:extLst>
                  <a:ext uri="{FF2B5EF4-FFF2-40B4-BE49-F238E27FC236}">
                    <a16:creationId xmlns:a16="http://schemas.microsoft.com/office/drawing/2014/main" id="{D56AF2B4-D86D-46B5-8E82-0FC3B784F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5473" y="551259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2" name="Line 71">
                <a:extLst>
                  <a:ext uri="{FF2B5EF4-FFF2-40B4-BE49-F238E27FC236}">
                    <a16:creationId xmlns:a16="http://schemas.microsoft.com/office/drawing/2014/main" id="{AB2C5815-FB0D-4D89-8883-06470B49D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5473" y="5512593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3" name="Line 72">
                <a:extLst>
                  <a:ext uri="{FF2B5EF4-FFF2-40B4-BE49-F238E27FC236}">
                    <a16:creationId xmlns:a16="http://schemas.microsoft.com/office/drawing/2014/main" id="{B3A19B13-4AFD-445C-8063-3FB4F18D47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3098" y="56538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4" name="Line 73">
                <a:extLst>
                  <a:ext uri="{FF2B5EF4-FFF2-40B4-BE49-F238E27FC236}">
                    <a16:creationId xmlns:a16="http://schemas.microsoft.com/office/drawing/2014/main" id="{B9576A51-D014-480C-B527-9C1D2D22A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3098" y="56538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5" name="Line 74">
                <a:extLst>
                  <a:ext uri="{FF2B5EF4-FFF2-40B4-BE49-F238E27FC236}">
                    <a16:creationId xmlns:a16="http://schemas.microsoft.com/office/drawing/2014/main" id="{DCAA2A63-1F7A-463B-B9B0-681EF73FF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7548" y="5795168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6" name="Line 75">
                <a:extLst>
                  <a:ext uri="{FF2B5EF4-FFF2-40B4-BE49-F238E27FC236}">
                    <a16:creationId xmlns:a16="http://schemas.microsoft.com/office/drawing/2014/main" id="{04377341-DEC1-42E3-9A95-5F0706B2D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7548" y="5795168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7" name="Line 76">
                <a:extLst>
                  <a:ext uri="{FF2B5EF4-FFF2-40B4-BE49-F238E27FC236}">
                    <a16:creationId xmlns:a16="http://schemas.microsoft.com/office/drawing/2014/main" id="{AEDE5E3A-EF68-4160-80AA-8C64D4260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2923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8" name="Line 77">
                <a:extLst>
                  <a:ext uri="{FF2B5EF4-FFF2-40B4-BE49-F238E27FC236}">
                    <a16:creationId xmlns:a16="http://schemas.microsoft.com/office/drawing/2014/main" id="{8339FD6B-9374-4833-9BC7-2D09E0EE1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2923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9" name="Freeform 78">
                <a:extLst>
                  <a:ext uri="{FF2B5EF4-FFF2-40B4-BE49-F238E27FC236}">
                    <a16:creationId xmlns:a16="http://schemas.microsoft.com/office/drawing/2014/main" id="{2BE17B4E-C7DA-40BF-9774-D2AE19EB0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911" y="4645818"/>
                <a:ext cx="1733550" cy="865188"/>
              </a:xfrm>
              <a:custGeom>
                <a:avLst/>
                <a:gdLst>
                  <a:gd name="T0" fmla="*/ 167 w 1092"/>
                  <a:gd name="T1" fmla="*/ 545 h 545"/>
                  <a:gd name="T2" fmla="*/ 1092 w 1092"/>
                  <a:gd name="T3" fmla="*/ 545 h 545"/>
                  <a:gd name="T4" fmla="*/ 925 w 1092"/>
                  <a:gd name="T5" fmla="*/ 0 h 545"/>
                  <a:gd name="T6" fmla="*/ 0 w 1092"/>
                  <a:gd name="T7" fmla="*/ 0 h 545"/>
                  <a:gd name="T8" fmla="*/ 167 w 1092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2" h="545">
                    <a:moveTo>
                      <a:pt x="167" y="545"/>
                    </a:moveTo>
                    <a:lnTo>
                      <a:pt x="1092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7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0" name="Freeform 79">
                <a:extLst>
                  <a:ext uri="{FF2B5EF4-FFF2-40B4-BE49-F238E27FC236}">
                    <a16:creationId xmlns:a16="http://schemas.microsoft.com/office/drawing/2014/main" id="{E183BDA3-2889-4CAB-A216-26EDD4E53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911" y="4645818"/>
                <a:ext cx="1733550" cy="865188"/>
              </a:xfrm>
              <a:custGeom>
                <a:avLst/>
                <a:gdLst>
                  <a:gd name="T0" fmla="*/ 347 w 2274"/>
                  <a:gd name="T1" fmla="*/ 1135 h 1135"/>
                  <a:gd name="T2" fmla="*/ 2274 w 2274"/>
                  <a:gd name="T3" fmla="*/ 1135 h 1135"/>
                  <a:gd name="T4" fmla="*/ 1927 w 2274"/>
                  <a:gd name="T5" fmla="*/ 0 h 1135"/>
                  <a:gd name="T6" fmla="*/ 0 w 2274"/>
                  <a:gd name="T7" fmla="*/ 0 h 1135"/>
                  <a:gd name="T8" fmla="*/ 347 w 2274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4" h="1135">
                    <a:moveTo>
                      <a:pt x="347" y="1135"/>
                    </a:moveTo>
                    <a:lnTo>
                      <a:pt x="2274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1" name="Line 80">
                <a:extLst>
                  <a:ext uri="{FF2B5EF4-FFF2-40B4-BE49-F238E27FC236}">
                    <a16:creationId xmlns:a16="http://schemas.microsoft.com/office/drawing/2014/main" id="{1191589F-351E-4159-B598-CE4107349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74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2" name="Line 81">
                <a:extLst>
                  <a:ext uri="{FF2B5EF4-FFF2-40B4-BE49-F238E27FC236}">
                    <a16:creationId xmlns:a16="http://schemas.microsoft.com/office/drawing/2014/main" id="{9046BC7D-7663-47A3-BEEC-41441255B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74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3" name="Line 82">
                <a:extLst>
                  <a:ext uri="{FF2B5EF4-FFF2-40B4-BE49-F238E27FC236}">
                    <a16:creationId xmlns:a16="http://schemas.microsoft.com/office/drawing/2014/main" id="{238254FE-2AB9-4314-AF25-AB5DB7801E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33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4" name="Line 83">
                <a:extLst>
                  <a:ext uri="{FF2B5EF4-FFF2-40B4-BE49-F238E27FC236}">
                    <a16:creationId xmlns:a16="http://schemas.microsoft.com/office/drawing/2014/main" id="{DDDB69BF-A1CD-4A61-A146-542A26883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3311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5" name="Line 84">
                <a:extLst>
                  <a:ext uri="{FF2B5EF4-FFF2-40B4-BE49-F238E27FC236}">
                    <a16:creationId xmlns:a16="http://schemas.microsoft.com/office/drawing/2014/main" id="{5768A3FE-A656-4C1A-985B-E5E730EB5C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92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6" name="Line 85">
                <a:extLst>
                  <a:ext uri="{FF2B5EF4-FFF2-40B4-BE49-F238E27FC236}">
                    <a16:creationId xmlns:a16="http://schemas.microsoft.com/office/drawing/2014/main" id="{345EF3B7-91D5-47E6-8185-649952D7F2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92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7" name="Line 86">
                <a:extLst>
                  <a:ext uri="{FF2B5EF4-FFF2-40B4-BE49-F238E27FC236}">
                    <a16:creationId xmlns:a16="http://schemas.microsoft.com/office/drawing/2014/main" id="{FAECC88B-4B5E-45E7-9BA5-CE20311F2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51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8" name="Line 87">
                <a:extLst>
                  <a:ext uri="{FF2B5EF4-FFF2-40B4-BE49-F238E27FC236}">
                    <a16:creationId xmlns:a16="http://schemas.microsoft.com/office/drawing/2014/main" id="{300BF41B-C62D-49AA-8DBF-A764C4E34D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51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9" name="Line 88">
                <a:extLst>
                  <a:ext uri="{FF2B5EF4-FFF2-40B4-BE49-F238E27FC236}">
                    <a16:creationId xmlns:a16="http://schemas.microsoft.com/office/drawing/2014/main" id="{CB9C9C71-D35A-4C59-B9C4-4CD5C3816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10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0" name="Line 89">
                <a:extLst>
                  <a:ext uri="{FF2B5EF4-FFF2-40B4-BE49-F238E27FC236}">
                    <a16:creationId xmlns:a16="http://schemas.microsoft.com/office/drawing/2014/main" id="{D9D01601-9B0F-4AAC-BB00-234AC4C6D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1011" y="4645818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1" name="Line 90">
                <a:extLst>
                  <a:ext uri="{FF2B5EF4-FFF2-40B4-BE49-F238E27FC236}">
                    <a16:creationId xmlns:a16="http://schemas.microsoft.com/office/drawing/2014/main" id="{38DE7DE9-358D-4B5E-9C05-6F359448D3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5323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2" name="Line 91">
                <a:extLst>
                  <a:ext uri="{FF2B5EF4-FFF2-40B4-BE49-F238E27FC236}">
                    <a16:creationId xmlns:a16="http://schemas.microsoft.com/office/drawing/2014/main" id="{867FB5B3-1669-4016-8A25-AEA03A2C1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5323" y="4645818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3" name="Line 92">
                <a:extLst>
                  <a:ext uri="{FF2B5EF4-FFF2-40B4-BE49-F238E27FC236}">
                    <a16:creationId xmlns:a16="http://schemas.microsoft.com/office/drawing/2014/main" id="{82EAE877-3CBB-424A-BFBD-4D5F7128E8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7398" y="49379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4" name="Line 93">
                <a:extLst>
                  <a:ext uri="{FF2B5EF4-FFF2-40B4-BE49-F238E27FC236}">
                    <a16:creationId xmlns:a16="http://schemas.microsoft.com/office/drawing/2014/main" id="{D4DF6744-5FD5-4285-99F6-981DFAC513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7398" y="49379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5" name="Line 94">
                <a:extLst>
                  <a:ext uri="{FF2B5EF4-FFF2-40B4-BE49-F238E27FC236}">
                    <a16:creationId xmlns:a16="http://schemas.microsoft.com/office/drawing/2014/main" id="{7DE7E290-AF24-430F-AAD3-968DB2009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261" y="50792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6" name="Line 95">
                <a:extLst>
                  <a:ext uri="{FF2B5EF4-FFF2-40B4-BE49-F238E27FC236}">
                    <a16:creationId xmlns:a16="http://schemas.microsoft.com/office/drawing/2014/main" id="{ED55229A-D493-4D4C-AF58-F8C0A673D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261" y="50792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7" name="Line 96">
                <a:extLst>
                  <a:ext uri="{FF2B5EF4-FFF2-40B4-BE49-F238E27FC236}">
                    <a16:creationId xmlns:a16="http://schemas.microsoft.com/office/drawing/2014/main" id="{DF71CF0D-BAC8-4FE1-9015-492E47B122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298" y="52220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8" name="Line 97">
                <a:extLst>
                  <a:ext uri="{FF2B5EF4-FFF2-40B4-BE49-F238E27FC236}">
                    <a16:creationId xmlns:a16="http://schemas.microsoft.com/office/drawing/2014/main" id="{A19EE63B-7E68-4A9B-BC14-0AC1CFEE9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298" y="52220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9" name="Line 98">
                <a:extLst>
                  <a:ext uri="{FF2B5EF4-FFF2-40B4-BE49-F238E27FC236}">
                    <a16:creationId xmlns:a16="http://schemas.microsoft.com/office/drawing/2014/main" id="{CA899C7F-846C-420B-9D06-CA34D6F7D4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2336" y="53633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0" name="Line 99">
                <a:extLst>
                  <a:ext uri="{FF2B5EF4-FFF2-40B4-BE49-F238E27FC236}">
                    <a16:creationId xmlns:a16="http://schemas.microsoft.com/office/drawing/2014/main" id="{F775248E-8E07-4609-BE4F-9D0E4BF1B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2336" y="53633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1" name="Line 100">
                <a:extLst>
                  <a:ext uri="{FF2B5EF4-FFF2-40B4-BE49-F238E27FC236}">
                    <a16:creationId xmlns:a16="http://schemas.microsoft.com/office/drawing/2014/main" id="{9643D2F4-5E41-494B-ADBC-CF2C30BEC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6123" y="47966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2" name="Line 101">
                <a:extLst>
                  <a:ext uri="{FF2B5EF4-FFF2-40B4-BE49-F238E27FC236}">
                    <a16:creationId xmlns:a16="http://schemas.microsoft.com/office/drawing/2014/main" id="{36CFA632-B9A0-466F-B734-7A6760B97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6123" y="47966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3" name="Freeform 102">
                <a:extLst>
                  <a:ext uri="{FF2B5EF4-FFF2-40B4-BE49-F238E27FC236}">
                    <a16:creationId xmlns:a16="http://schemas.microsoft.com/office/drawing/2014/main" id="{87F96C07-06F9-47CB-BAC3-57BAAA70E4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161" y="4863306"/>
                <a:ext cx="1731962" cy="865188"/>
              </a:xfrm>
              <a:custGeom>
                <a:avLst/>
                <a:gdLst>
                  <a:gd name="T0" fmla="*/ 166 w 1091"/>
                  <a:gd name="T1" fmla="*/ 545 h 545"/>
                  <a:gd name="T2" fmla="*/ 1091 w 1091"/>
                  <a:gd name="T3" fmla="*/ 545 h 545"/>
                  <a:gd name="T4" fmla="*/ 924 w 1091"/>
                  <a:gd name="T5" fmla="*/ 0 h 545"/>
                  <a:gd name="T6" fmla="*/ 0 w 1091"/>
                  <a:gd name="T7" fmla="*/ 0 h 545"/>
                  <a:gd name="T8" fmla="*/ 166 w 1091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1" h="545">
                    <a:moveTo>
                      <a:pt x="166" y="545"/>
                    </a:moveTo>
                    <a:lnTo>
                      <a:pt x="1091" y="545"/>
                    </a:lnTo>
                    <a:lnTo>
                      <a:pt x="924" y="0"/>
                    </a:lnTo>
                    <a:lnTo>
                      <a:pt x="0" y="0"/>
                    </a:lnTo>
                    <a:lnTo>
                      <a:pt x="166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4" name="Freeform 103">
                <a:extLst>
                  <a:ext uri="{FF2B5EF4-FFF2-40B4-BE49-F238E27FC236}">
                    <a16:creationId xmlns:a16="http://schemas.microsoft.com/office/drawing/2014/main" id="{14CB6180-9C29-4E22-B271-59415FC051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161" y="4863306"/>
                <a:ext cx="1731962" cy="865188"/>
              </a:xfrm>
              <a:custGeom>
                <a:avLst/>
                <a:gdLst>
                  <a:gd name="T0" fmla="*/ 347 w 2274"/>
                  <a:gd name="T1" fmla="*/ 1135 h 1135"/>
                  <a:gd name="T2" fmla="*/ 2274 w 2274"/>
                  <a:gd name="T3" fmla="*/ 1135 h 1135"/>
                  <a:gd name="T4" fmla="*/ 1927 w 2274"/>
                  <a:gd name="T5" fmla="*/ 0 h 1135"/>
                  <a:gd name="T6" fmla="*/ 0 w 2274"/>
                  <a:gd name="T7" fmla="*/ 0 h 1135"/>
                  <a:gd name="T8" fmla="*/ 347 w 2274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4" h="1135">
                    <a:moveTo>
                      <a:pt x="347" y="1135"/>
                    </a:moveTo>
                    <a:lnTo>
                      <a:pt x="2274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5" name="Line 104">
                <a:extLst>
                  <a:ext uri="{FF2B5EF4-FFF2-40B4-BE49-F238E27FC236}">
                    <a16:creationId xmlns:a16="http://schemas.microsoft.com/office/drawing/2014/main" id="{A38A34F3-3279-4C19-9CFB-F008B9226A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50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6" name="Line 105">
                <a:extLst>
                  <a:ext uri="{FF2B5EF4-FFF2-40B4-BE49-F238E27FC236}">
                    <a16:creationId xmlns:a16="http://schemas.microsoft.com/office/drawing/2014/main" id="{0800777B-4694-46C0-A9AD-5DB43A1684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50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7" name="Line 106">
                <a:extLst>
                  <a:ext uri="{FF2B5EF4-FFF2-40B4-BE49-F238E27FC236}">
                    <a16:creationId xmlns:a16="http://schemas.microsoft.com/office/drawing/2014/main" id="{903D8796-E8B8-478F-87C4-594D58D3E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09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8" name="Line 107">
                <a:extLst>
                  <a:ext uri="{FF2B5EF4-FFF2-40B4-BE49-F238E27FC236}">
                    <a16:creationId xmlns:a16="http://schemas.microsoft.com/office/drawing/2014/main" id="{13D28BDF-8FDE-4529-BF37-FF08229D0A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09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9" name="Line 108">
                <a:extLst>
                  <a:ext uri="{FF2B5EF4-FFF2-40B4-BE49-F238E27FC236}">
                    <a16:creationId xmlns:a16="http://schemas.microsoft.com/office/drawing/2014/main" id="{FF66467C-6B7E-44E4-B063-88218A1ECA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68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0" name="Line 109">
                <a:extLst>
                  <a:ext uri="{FF2B5EF4-FFF2-40B4-BE49-F238E27FC236}">
                    <a16:creationId xmlns:a16="http://schemas.microsoft.com/office/drawing/2014/main" id="{63F0EB2C-DFF6-4C15-87BF-FFE41769DC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68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1" name="Line 110">
                <a:extLst>
                  <a:ext uri="{FF2B5EF4-FFF2-40B4-BE49-F238E27FC236}">
                    <a16:creationId xmlns:a16="http://schemas.microsoft.com/office/drawing/2014/main" id="{241D22AA-8B2C-4D62-846F-9559DED107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7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2" name="Line 111">
                <a:extLst>
                  <a:ext uri="{FF2B5EF4-FFF2-40B4-BE49-F238E27FC236}">
                    <a16:creationId xmlns:a16="http://schemas.microsoft.com/office/drawing/2014/main" id="{0D916553-55EA-4D75-B918-690192F5A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773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3" name="Line 112">
                <a:extLst>
                  <a:ext uri="{FF2B5EF4-FFF2-40B4-BE49-F238E27FC236}">
                    <a16:creationId xmlns:a16="http://schemas.microsoft.com/office/drawing/2014/main" id="{CB20538C-B6D0-42C3-B47F-594F3102E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7086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4" name="Line 113">
                <a:extLst>
                  <a:ext uri="{FF2B5EF4-FFF2-40B4-BE49-F238E27FC236}">
                    <a16:creationId xmlns:a16="http://schemas.microsoft.com/office/drawing/2014/main" id="{230F1DF3-0F9B-42BE-A1F2-BDA3DDEAC9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7086" y="48633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5" name="Line 114">
                <a:extLst>
                  <a:ext uri="{FF2B5EF4-FFF2-40B4-BE49-F238E27FC236}">
                    <a16:creationId xmlns:a16="http://schemas.microsoft.com/office/drawing/2014/main" id="{2C0BAE1B-C9AD-4C3F-AB1E-030F356A5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5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6" name="Line 115">
                <a:extLst>
                  <a:ext uri="{FF2B5EF4-FFF2-40B4-BE49-F238E27FC236}">
                    <a16:creationId xmlns:a16="http://schemas.microsoft.com/office/drawing/2014/main" id="{60519869-8A15-47EE-B5D4-73767A0227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573" y="48633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7" name="Line 116">
                <a:extLst>
                  <a:ext uri="{FF2B5EF4-FFF2-40B4-BE49-F238E27FC236}">
                    <a16:creationId xmlns:a16="http://schemas.microsoft.com/office/drawing/2014/main" id="{EDA510B5-3DFA-4DC3-80E5-C5F7BEF8D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5061" y="51538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8" name="Line 117">
                <a:extLst>
                  <a:ext uri="{FF2B5EF4-FFF2-40B4-BE49-F238E27FC236}">
                    <a16:creationId xmlns:a16="http://schemas.microsoft.com/office/drawing/2014/main" id="{96AC7073-F5A8-420D-AC99-118987701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5061" y="515381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9" name="Line 118">
                <a:extLst>
                  <a:ext uri="{FF2B5EF4-FFF2-40B4-BE49-F238E27FC236}">
                    <a16:creationId xmlns:a16="http://schemas.microsoft.com/office/drawing/2014/main" id="{694B96ED-0BB4-4074-BCEC-AAD64A50E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7923" y="52951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0" name="Line 119">
                <a:extLst>
                  <a:ext uri="{FF2B5EF4-FFF2-40B4-BE49-F238E27FC236}">
                    <a16:creationId xmlns:a16="http://schemas.microsoft.com/office/drawing/2014/main" id="{383C7BAC-4EEA-44FF-9533-A5AF0FB1C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7923" y="5295106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1" name="Line 120">
                <a:extLst>
                  <a:ext uri="{FF2B5EF4-FFF2-40B4-BE49-F238E27FC236}">
                    <a16:creationId xmlns:a16="http://schemas.microsoft.com/office/drawing/2014/main" id="{8EA63F60-7EC6-4ECD-9218-438C8E969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3961" y="54379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2" name="Line 121">
                <a:extLst>
                  <a:ext uri="{FF2B5EF4-FFF2-40B4-BE49-F238E27FC236}">
                    <a16:creationId xmlns:a16="http://schemas.microsoft.com/office/drawing/2014/main" id="{0D002E5A-082B-4647-A5D8-D7653D0FA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3961" y="543798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3" name="Line 122">
                <a:extLst>
                  <a:ext uri="{FF2B5EF4-FFF2-40B4-BE49-F238E27FC236}">
                    <a16:creationId xmlns:a16="http://schemas.microsoft.com/office/drawing/2014/main" id="{EE74FA58-A901-415E-A175-0CEED146A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998" y="558085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" name="Line 123">
                <a:extLst>
                  <a:ext uri="{FF2B5EF4-FFF2-40B4-BE49-F238E27FC236}">
                    <a16:creationId xmlns:a16="http://schemas.microsoft.com/office/drawing/2014/main" id="{D067A10F-4BA7-4913-878F-A83D326715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998" y="558085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5" name="Line 124">
                <a:extLst>
                  <a:ext uri="{FF2B5EF4-FFF2-40B4-BE49-F238E27FC236}">
                    <a16:creationId xmlns:a16="http://schemas.microsoft.com/office/drawing/2014/main" id="{758BE524-08D2-4682-9DB1-91478288F8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3786" y="50125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6" name="Line 125">
                <a:extLst>
                  <a:ext uri="{FF2B5EF4-FFF2-40B4-BE49-F238E27FC236}">
                    <a16:creationId xmlns:a16="http://schemas.microsoft.com/office/drawing/2014/main" id="{19009881-C4CE-4F8F-8F0B-CA79743CA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3786" y="501253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7" name="Freeform 126">
                <a:extLst>
                  <a:ext uri="{FF2B5EF4-FFF2-40B4-BE49-F238E27FC236}">
                    <a16:creationId xmlns:a16="http://schemas.microsoft.com/office/drawing/2014/main" id="{393D3136-6F4B-44FC-98BA-74B11BC93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4298" y="5079206"/>
                <a:ext cx="1731962" cy="865188"/>
              </a:xfrm>
              <a:custGeom>
                <a:avLst/>
                <a:gdLst>
                  <a:gd name="T0" fmla="*/ 166 w 1091"/>
                  <a:gd name="T1" fmla="*/ 545 h 545"/>
                  <a:gd name="T2" fmla="*/ 1091 w 1091"/>
                  <a:gd name="T3" fmla="*/ 545 h 545"/>
                  <a:gd name="T4" fmla="*/ 925 w 1091"/>
                  <a:gd name="T5" fmla="*/ 0 h 545"/>
                  <a:gd name="T6" fmla="*/ 0 w 1091"/>
                  <a:gd name="T7" fmla="*/ 0 h 545"/>
                  <a:gd name="T8" fmla="*/ 166 w 1091"/>
                  <a:gd name="T9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1" h="545">
                    <a:moveTo>
                      <a:pt x="166" y="545"/>
                    </a:moveTo>
                    <a:lnTo>
                      <a:pt x="1091" y="545"/>
                    </a:lnTo>
                    <a:lnTo>
                      <a:pt x="925" y="0"/>
                    </a:lnTo>
                    <a:lnTo>
                      <a:pt x="0" y="0"/>
                    </a:lnTo>
                    <a:lnTo>
                      <a:pt x="166" y="54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8" name="Freeform 127">
                <a:extLst>
                  <a:ext uri="{FF2B5EF4-FFF2-40B4-BE49-F238E27FC236}">
                    <a16:creationId xmlns:a16="http://schemas.microsoft.com/office/drawing/2014/main" id="{45C64185-5D26-4D25-B793-0A593DFA6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4298" y="5079206"/>
                <a:ext cx="1731962" cy="865188"/>
              </a:xfrm>
              <a:custGeom>
                <a:avLst/>
                <a:gdLst>
                  <a:gd name="T0" fmla="*/ 347 w 2274"/>
                  <a:gd name="T1" fmla="*/ 1135 h 1135"/>
                  <a:gd name="T2" fmla="*/ 2274 w 2274"/>
                  <a:gd name="T3" fmla="*/ 1135 h 1135"/>
                  <a:gd name="T4" fmla="*/ 1927 w 2274"/>
                  <a:gd name="T5" fmla="*/ 0 h 1135"/>
                  <a:gd name="T6" fmla="*/ 0 w 2274"/>
                  <a:gd name="T7" fmla="*/ 0 h 1135"/>
                  <a:gd name="T8" fmla="*/ 347 w 2274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4" h="1135">
                    <a:moveTo>
                      <a:pt x="347" y="1135"/>
                    </a:moveTo>
                    <a:lnTo>
                      <a:pt x="2274" y="1135"/>
                    </a:lnTo>
                    <a:lnTo>
                      <a:pt x="1927" y="0"/>
                    </a:lnTo>
                    <a:lnTo>
                      <a:pt x="0" y="0"/>
                    </a:lnTo>
                    <a:lnTo>
                      <a:pt x="347" y="11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9" name="Line 128">
                <a:extLst>
                  <a:ext uri="{FF2B5EF4-FFF2-40B4-BE49-F238E27FC236}">
                    <a16:creationId xmlns:a16="http://schemas.microsoft.com/office/drawing/2014/main" id="{C3029AE5-D5DC-4AF0-9B46-5953BEAA2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32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0" name="Line 129">
                <a:extLst>
                  <a:ext uri="{FF2B5EF4-FFF2-40B4-BE49-F238E27FC236}">
                    <a16:creationId xmlns:a16="http://schemas.microsoft.com/office/drawing/2014/main" id="{AD4F1217-894D-405A-806B-E8A2AAB323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32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1" name="Line 130">
                <a:extLst>
                  <a:ext uri="{FF2B5EF4-FFF2-40B4-BE49-F238E27FC236}">
                    <a16:creationId xmlns:a16="http://schemas.microsoft.com/office/drawing/2014/main" id="{3AEAB39B-B65A-4767-9D1C-69D34302C6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1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2" name="Line 131">
                <a:extLst>
                  <a:ext uri="{FF2B5EF4-FFF2-40B4-BE49-F238E27FC236}">
                    <a16:creationId xmlns:a16="http://schemas.microsoft.com/office/drawing/2014/main" id="{FA78CB8C-27CB-4474-8332-10AA34423E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1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3" name="Line 132">
                <a:extLst>
                  <a:ext uri="{FF2B5EF4-FFF2-40B4-BE49-F238E27FC236}">
                    <a16:creationId xmlns:a16="http://schemas.microsoft.com/office/drawing/2014/main" id="{3590896E-2F6A-4B77-9768-E6AA9522D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50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4" name="Line 133">
                <a:extLst>
                  <a:ext uri="{FF2B5EF4-FFF2-40B4-BE49-F238E27FC236}">
                    <a16:creationId xmlns:a16="http://schemas.microsoft.com/office/drawing/2014/main" id="{B9F7F488-9C80-487F-9706-97D5F1B79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50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5" name="Line 134">
                <a:extLst>
                  <a:ext uri="{FF2B5EF4-FFF2-40B4-BE49-F238E27FC236}">
                    <a16:creationId xmlns:a16="http://schemas.microsoft.com/office/drawing/2014/main" id="{D9C5864A-4DDC-4572-905B-264C5EC6B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09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6" name="Line 135">
                <a:extLst>
                  <a:ext uri="{FF2B5EF4-FFF2-40B4-BE49-F238E27FC236}">
                    <a16:creationId xmlns:a16="http://schemas.microsoft.com/office/drawing/2014/main" id="{F569CA0B-4C13-44E6-874C-5FAD3BEE9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09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7" name="Line 136">
                <a:extLst>
                  <a:ext uri="{FF2B5EF4-FFF2-40B4-BE49-F238E27FC236}">
                    <a16:creationId xmlns:a16="http://schemas.microsoft.com/office/drawing/2014/main" id="{7330BFF9-5F5E-4DEC-B03F-1DFA84985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8" name="Line 137">
                <a:extLst>
                  <a:ext uri="{FF2B5EF4-FFF2-40B4-BE49-F238E27FC236}">
                    <a16:creationId xmlns:a16="http://schemas.microsoft.com/office/drawing/2014/main" id="{2DF05FC8-97D5-457C-BFA3-60DE633E6C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811" y="5079206"/>
                <a:ext cx="265112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9" name="Line 138">
                <a:extLst>
                  <a:ext uri="{FF2B5EF4-FFF2-40B4-BE49-F238E27FC236}">
                    <a16:creationId xmlns:a16="http://schemas.microsoft.com/office/drawing/2014/main" id="{AC0FF289-7D7F-4B96-A6C3-D384A0660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2711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0" name="Line 139">
                <a:extLst>
                  <a:ext uri="{FF2B5EF4-FFF2-40B4-BE49-F238E27FC236}">
                    <a16:creationId xmlns:a16="http://schemas.microsoft.com/office/drawing/2014/main" id="{4D7EDBDD-32BD-46C7-8078-9A0F17DB5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2711" y="5079206"/>
                <a:ext cx="263525" cy="865188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1" name="Line 140">
                <a:extLst>
                  <a:ext uri="{FF2B5EF4-FFF2-40B4-BE49-F238E27FC236}">
                    <a16:creationId xmlns:a16="http://schemas.microsoft.com/office/drawing/2014/main" id="{E27A8FC1-54F5-4574-8DC2-D440F9344E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3198" y="53713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2" name="Line 141">
                <a:extLst>
                  <a:ext uri="{FF2B5EF4-FFF2-40B4-BE49-F238E27FC236}">
                    <a16:creationId xmlns:a16="http://schemas.microsoft.com/office/drawing/2014/main" id="{2AA10249-7E5E-4B1C-B226-B3068F987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3198" y="5371306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3" name="Line 142">
                <a:extLst>
                  <a:ext uri="{FF2B5EF4-FFF2-40B4-BE49-F238E27FC236}">
                    <a16:creationId xmlns:a16="http://schemas.microsoft.com/office/drawing/2014/main" id="{6094AE0C-CAD3-4442-B12A-EE38280FEE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7648" y="55125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" name="Line 143">
                <a:extLst>
                  <a:ext uri="{FF2B5EF4-FFF2-40B4-BE49-F238E27FC236}">
                    <a16:creationId xmlns:a16="http://schemas.microsoft.com/office/drawing/2014/main" id="{30CECDB6-743D-4884-9240-EDECFEBF4F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7648" y="5512593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5" name="Line 144">
                <a:extLst>
                  <a:ext uri="{FF2B5EF4-FFF2-40B4-BE49-F238E27FC236}">
                    <a16:creationId xmlns:a16="http://schemas.microsoft.com/office/drawing/2014/main" id="{CDE54E5A-0D0C-4685-91B5-58625DBE94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2098" y="56538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6" name="Line 145">
                <a:extLst>
                  <a:ext uri="{FF2B5EF4-FFF2-40B4-BE49-F238E27FC236}">
                    <a16:creationId xmlns:a16="http://schemas.microsoft.com/office/drawing/2014/main" id="{310BDC75-124F-4B29-B16D-E23DA6E12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2098" y="5653881"/>
                <a:ext cx="1465262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7" name="Line 146">
                <a:extLst>
                  <a:ext uri="{FF2B5EF4-FFF2-40B4-BE49-F238E27FC236}">
                    <a16:creationId xmlns:a16="http://schemas.microsoft.com/office/drawing/2014/main" id="{26C6C6D9-D1C5-4809-98FB-EC5310902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136" y="57951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8" name="Line 147">
                <a:extLst>
                  <a:ext uri="{FF2B5EF4-FFF2-40B4-BE49-F238E27FC236}">
                    <a16:creationId xmlns:a16="http://schemas.microsoft.com/office/drawing/2014/main" id="{53E7F693-A0B2-46E2-A9C2-BE8D6F1BF3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136" y="5795168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9" name="Line 148">
                <a:extLst>
                  <a:ext uri="{FF2B5EF4-FFF2-40B4-BE49-F238E27FC236}">
                    <a16:creationId xmlns:a16="http://schemas.microsoft.com/office/drawing/2014/main" id="{83C4CD05-5245-4752-9141-5227FFC05E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3511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0" name="Line 149">
                <a:extLst>
                  <a:ext uri="{FF2B5EF4-FFF2-40B4-BE49-F238E27FC236}">
                    <a16:creationId xmlns:a16="http://schemas.microsoft.com/office/drawing/2014/main" id="{35E193C7-81BB-4206-823B-7D730C52B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3511" y="5228431"/>
                <a:ext cx="1463675" cy="0"/>
              </a:xfrm>
              <a:prstGeom prst="line">
                <a:avLst/>
              </a:prstGeom>
              <a:grpFill/>
              <a:ln w="190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80" name="Gruppieren 90">
              <a:extLst>
                <a:ext uri="{FF2B5EF4-FFF2-40B4-BE49-F238E27FC236}">
                  <a16:creationId xmlns:a16="http://schemas.microsoft.com/office/drawing/2014/main" id="{3E0FED0C-D6B2-40A5-B0DA-4B86CDFF150E}"/>
                </a:ext>
              </a:extLst>
            </p:cNvPr>
            <p:cNvGrpSpPr/>
            <p:nvPr/>
          </p:nvGrpSpPr>
          <p:grpSpPr>
            <a:xfrm>
              <a:off x="5946126" y="1666563"/>
              <a:ext cx="481733" cy="463274"/>
              <a:chOff x="7927976" y="1435100"/>
              <a:chExt cx="1479550" cy="1582738"/>
            </a:xfrm>
            <a:solidFill>
              <a:schemeClr val="accent1"/>
            </a:solidFill>
          </p:grpSpPr>
          <p:sp>
            <p:nvSpPr>
              <p:cNvPr id="383" name="Freeform 322">
                <a:extLst>
                  <a:ext uri="{FF2B5EF4-FFF2-40B4-BE49-F238E27FC236}">
                    <a16:creationId xmlns:a16="http://schemas.microsoft.com/office/drawing/2014/main" id="{F83B83EB-71DA-43CA-BFD5-ADBEE31A62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6813" y="2133600"/>
                <a:ext cx="44450" cy="161925"/>
              </a:xfrm>
              <a:custGeom>
                <a:avLst/>
                <a:gdLst>
                  <a:gd name="T0" fmla="*/ 11 w 11"/>
                  <a:gd name="T1" fmla="*/ 37 h 41"/>
                  <a:gd name="T2" fmla="*/ 11 w 11"/>
                  <a:gd name="T3" fmla="*/ 32 h 41"/>
                  <a:gd name="T4" fmla="*/ 11 w 11"/>
                  <a:gd name="T5" fmla="*/ 22 h 41"/>
                  <a:gd name="T6" fmla="*/ 11 w 11"/>
                  <a:gd name="T7" fmla="*/ 18 h 41"/>
                  <a:gd name="T8" fmla="*/ 11 w 11"/>
                  <a:gd name="T9" fmla="*/ 13 h 41"/>
                  <a:gd name="T10" fmla="*/ 11 w 11"/>
                  <a:gd name="T11" fmla="*/ 4 h 41"/>
                  <a:gd name="T12" fmla="*/ 11 w 11"/>
                  <a:gd name="T13" fmla="*/ 3 h 41"/>
                  <a:gd name="T14" fmla="*/ 10 w 11"/>
                  <a:gd name="T15" fmla="*/ 2 h 41"/>
                  <a:gd name="T16" fmla="*/ 9 w 11"/>
                  <a:gd name="T17" fmla="*/ 1 h 41"/>
                  <a:gd name="T18" fmla="*/ 6 w 11"/>
                  <a:gd name="T19" fmla="*/ 0 h 41"/>
                  <a:gd name="T20" fmla="*/ 4 w 11"/>
                  <a:gd name="T21" fmla="*/ 0 h 41"/>
                  <a:gd name="T22" fmla="*/ 2 w 11"/>
                  <a:gd name="T23" fmla="*/ 1 h 41"/>
                  <a:gd name="T24" fmla="*/ 1 w 11"/>
                  <a:gd name="T25" fmla="*/ 3 h 41"/>
                  <a:gd name="T26" fmla="*/ 1 w 11"/>
                  <a:gd name="T27" fmla="*/ 15 h 41"/>
                  <a:gd name="T28" fmla="*/ 1 w 11"/>
                  <a:gd name="T29" fmla="*/ 21 h 41"/>
                  <a:gd name="T30" fmla="*/ 1 w 11"/>
                  <a:gd name="T31" fmla="*/ 26 h 41"/>
                  <a:gd name="T32" fmla="*/ 0 w 11"/>
                  <a:gd name="T33" fmla="*/ 32 h 41"/>
                  <a:gd name="T34" fmla="*/ 0 w 11"/>
                  <a:gd name="T35" fmla="*/ 38 h 41"/>
                  <a:gd name="T36" fmla="*/ 0 w 11"/>
                  <a:gd name="T37" fmla="*/ 40 h 41"/>
                  <a:gd name="T38" fmla="*/ 2 w 11"/>
                  <a:gd name="T39" fmla="*/ 41 h 41"/>
                  <a:gd name="T40" fmla="*/ 4 w 11"/>
                  <a:gd name="T41" fmla="*/ 41 h 41"/>
                  <a:gd name="T42" fmla="*/ 7 w 11"/>
                  <a:gd name="T43" fmla="*/ 41 h 41"/>
                  <a:gd name="T44" fmla="*/ 9 w 11"/>
                  <a:gd name="T45" fmla="*/ 41 h 41"/>
                  <a:gd name="T46" fmla="*/ 10 w 11"/>
                  <a:gd name="T47" fmla="*/ 41 h 41"/>
                  <a:gd name="T48" fmla="*/ 11 w 11"/>
                  <a:gd name="T49" fmla="*/ 41 h 41"/>
                  <a:gd name="T50" fmla="*/ 11 w 11"/>
                  <a:gd name="T51" fmla="*/ 41 h 41"/>
                  <a:gd name="T52" fmla="*/ 11 w 11"/>
                  <a:gd name="T53" fmla="*/ 3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" h="41">
                    <a:moveTo>
                      <a:pt x="11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2"/>
                    </a:cubicBezTo>
                    <a:cubicBezTo>
                      <a:pt x="11" y="21"/>
                      <a:pt x="11" y="19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0" y="10"/>
                      <a:pt x="10" y="7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1"/>
                    </a:cubicBezTo>
                    <a:cubicBezTo>
                      <a:pt x="1" y="1"/>
                      <a:pt x="1" y="1"/>
                      <a:pt x="1" y="3"/>
                    </a:cubicBezTo>
                    <a:cubicBezTo>
                      <a:pt x="1" y="7"/>
                      <a:pt x="1" y="11"/>
                      <a:pt x="1" y="15"/>
                    </a:cubicBezTo>
                    <a:cubicBezTo>
                      <a:pt x="1" y="17"/>
                      <a:pt x="1" y="19"/>
                      <a:pt x="1" y="21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0" y="32"/>
                    </a:cubicBezTo>
                    <a:cubicBezTo>
                      <a:pt x="0" y="34"/>
                      <a:pt x="0" y="36"/>
                      <a:pt x="0" y="38"/>
                    </a:cubicBezTo>
                    <a:cubicBezTo>
                      <a:pt x="0" y="38"/>
                      <a:pt x="0" y="40"/>
                      <a:pt x="0" y="40"/>
                    </a:cubicBezTo>
                    <a:cubicBezTo>
                      <a:pt x="1" y="41"/>
                      <a:pt x="1" y="41"/>
                      <a:pt x="2" y="41"/>
                    </a:cubicBezTo>
                    <a:cubicBezTo>
                      <a:pt x="3" y="41"/>
                      <a:pt x="4" y="41"/>
                      <a:pt x="4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9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39"/>
                      <a:pt x="11" y="38"/>
                      <a:pt x="11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4" name="Freeform 323">
                <a:extLst>
                  <a:ext uri="{FF2B5EF4-FFF2-40B4-BE49-F238E27FC236}">
                    <a16:creationId xmlns:a16="http://schemas.microsoft.com/office/drawing/2014/main" id="{924C6C5F-9074-47CF-B6BD-E0733B8C7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6813" y="2133600"/>
                <a:ext cx="44450" cy="161925"/>
              </a:xfrm>
              <a:custGeom>
                <a:avLst/>
                <a:gdLst>
                  <a:gd name="T0" fmla="*/ 11 w 11"/>
                  <a:gd name="T1" fmla="*/ 37 h 41"/>
                  <a:gd name="T2" fmla="*/ 11 w 11"/>
                  <a:gd name="T3" fmla="*/ 32 h 41"/>
                  <a:gd name="T4" fmla="*/ 11 w 11"/>
                  <a:gd name="T5" fmla="*/ 22 h 41"/>
                  <a:gd name="T6" fmla="*/ 11 w 11"/>
                  <a:gd name="T7" fmla="*/ 18 h 41"/>
                  <a:gd name="T8" fmla="*/ 11 w 11"/>
                  <a:gd name="T9" fmla="*/ 13 h 41"/>
                  <a:gd name="T10" fmla="*/ 11 w 11"/>
                  <a:gd name="T11" fmla="*/ 4 h 41"/>
                  <a:gd name="T12" fmla="*/ 11 w 11"/>
                  <a:gd name="T13" fmla="*/ 3 h 41"/>
                  <a:gd name="T14" fmla="*/ 10 w 11"/>
                  <a:gd name="T15" fmla="*/ 2 h 41"/>
                  <a:gd name="T16" fmla="*/ 9 w 11"/>
                  <a:gd name="T17" fmla="*/ 1 h 41"/>
                  <a:gd name="T18" fmla="*/ 6 w 11"/>
                  <a:gd name="T19" fmla="*/ 0 h 41"/>
                  <a:gd name="T20" fmla="*/ 4 w 11"/>
                  <a:gd name="T21" fmla="*/ 0 h 41"/>
                  <a:gd name="T22" fmla="*/ 2 w 11"/>
                  <a:gd name="T23" fmla="*/ 1 h 41"/>
                  <a:gd name="T24" fmla="*/ 1 w 11"/>
                  <a:gd name="T25" fmla="*/ 3 h 41"/>
                  <a:gd name="T26" fmla="*/ 1 w 11"/>
                  <a:gd name="T27" fmla="*/ 15 h 41"/>
                  <a:gd name="T28" fmla="*/ 1 w 11"/>
                  <a:gd name="T29" fmla="*/ 21 h 41"/>
                  <a:gd name="T30" fmla="*/ 1 w 11"/>
                  <a:gd name="T31" fmla="*/ 26 h 41"/>
                  <a:gd name="T32" fmla="*/ 0 w 11"/>
                  <a:gd name="T33" fmla="*/ 32 h 41"/>
                  <a:gd name="T34" fmla="*/ 0 w 11"/>
                  <a:gd name="T35" fmla="*/ 38 h 41"/>
                  <a:gd name="T36" fmla="*/ 0 w 11"/>
                  <a:gd name="T37" fmla="*/ 40 h 41"/>
                  <a:gd name="T38" fmla="*/ 2 w 11"/>
                  <a:gd name="T39" fmla="*/ 41 h 41"/>
                  <a:gd name="T40" fmla="*/ 4 w 11"/>
                  <a:gd name="T41" fmla="*/ 41 h 41"/>
                  <a:gd name="T42" fmla="*/ 7 w 11"/>
                  <a:gd name="T43" fmla="*/ 41 h 41"/>
                  <a:gd name="T44" fmla="*/ 9 w 11"/>
                  <a:gd name="T45" fmla="*/ 41 h 41"/>
                  <a:gd name="T46" fmla="*/ 10 w 11"/>
                  <a:gd name="T47" fmla="*/ 41 h 41"/>
                  <a:gd name="T48" fmla="*/ 11 w 11"/>
                  <a:gd name="T49" fmla="*/ 41 h 41"/>
                  <a:gd name="T50" fmla="*/ 11 w 11"/>
                  <a:gd name="T51" fmla="*/ 41 h 41"/>
                  <a:gd name="T52" fmla="*/ 11 w 11"/>
                  <a:gd name="T53" fmla="*/ 3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" h="41">
                    <a:moveTo>
                      <a:pt x="11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2"/>
                    </a:cubicBezTo>
                    <a:cubicBezTo>
                      <a:pt x="11" y="21"/>
                      <a:pt x="11" y="19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0" y="10"/>
                      <a:pt x="10" y="7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1"/>
                    </a:cubicBezTo>
                    <a:cubicBezTo>
                      <a:pt x="1" y="1"/>
                      <a:pt x="1" y="1"/>
                      <a:pt x="1" y="3"/>
                    </a:cubicBezTo>
                    <a:cubicBezTo>
                      <a:pt x="1" y="7"/>
                      <a:pt x="1" y="11"/>
                      <a:pt x="1" y="15"/>
                    </a:cubicBezTo>
                    <a:cubicBezTo>
                      <a:pt x="1" y="17"/>
                      <a:pt x="1" y="19"/>
                      <a:pt x="1" y="21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0" y="32"/>
                    </a:cubicBezTo>
                    <a:cubicBezTo>
                      <a:pt x="0" y="34"/>
                      <a:pt x="0" y="36"/>
                      <a:pt x="0" y="38"/>
                    </a:cubicBezTo>
                    <a:cubicBezTo>
                      <a:pt x="0" y="38"/>
                      <a:pt x="0" y="40"/>
                      <a:pt x="0" y="40"/>
                    </a:cubicBezTo>
                    <a:cubicBezTo>
                      <a:pt x="1" y="41"/>
                      <a:pt x="1" y="41"/>
                      <a:pt x="2" y="41"/>
                    </a:cubicBezTo>
                    <a:cubicBezTo>
                      <a:pt x="3" y="41"/>
                      <a:pt x="4" y="41"/>
                      <a:pt x="4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9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39"/>
                      <a:pt x="11" y="38"/>
                      <a:pt x="11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5" name="Freeform 324">
                <a:extLst>
                  <a:ext uri="{FF2B5EF4-FFF2-40B4-BE49-F238E27FC236}">
                    <a16:creationId xmlns:a16="http://schemas.microsoft.com/office/drawing/2014/main" id="{E7A526A7-F091-4901-9FA2-190F63FE0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0613" y="1435100"/>
                <a:ext cx="195263" cy="741363"/>
              </a:xfrm>
              <a:custGeom>
                <a:avLst/>
                <a:gdLst>
                  <a:gd name="T0" fmla="*/ 1 w 49"/>
                  <a:gd name="T1" fmla="*/ 131 h 187"/>
                  <a:gd name="T2" fmla="*/ 1 w 49"/>
                  <a:gd name="T3" fmla="*/ 141 h 187"/>
                  <a:gd name="T4" fmla="*/ 5 w 49"/>
                  <a:gd name="T5" fmla="*/ 161 h 187"/>
                  <a:gd name="T6" fmla="*/ 7 w 49"/>
                  <a:gd name="T7" fmla="*/ 171 h 187"/>
                  <a:gd name="T8" fmla="*/ 12 w 49"/>
                  <a:gd name="T9" fmla="*/ 182 h 187"/>
                  <a:gd name="T10" fmla="*/ 30 w 49"/>
                  <a:gd name="T11" fmla="*/ 185 h 187"/>
                  <a:gd name="T12" fmla="*/ 44 w 49"/>
                  <a:gd name="T13" fmla="*/ 176 h 187"/>
                  <a:gd name="T14" fmla="*/ 49 w 49"/>
                  <a:gd name="T15" fmla="*/ 164 h 187"/>
                  <a:gd name="T16" fmla="*/ 49 w 49"/>
                  <a:gd name="T17" fmla="*/ 152 h 187"/>
                  <a:gd name="T18" fmla="*/ 49 w 49"/>
                  <a:gd name="T19" fmla="*/ 139 h 187"/>
                  <a:gd name="T20" fmla="*/ 47 w 49"/>
                  <a:gd name="T21" fmla="*/ 126 h 187"/>
                  <a:gd name="T22" fmla="*/ 48 w 49"/>
                  <a:gd name="T23" fmla="*/ 114 h 187"/>
                  <a:gd name="T24" fmla="*/ 49 w 49"/>
                  <a:gd name="T25" fmla="*/ 95 h 187"/>
                  <a:gd name="T26" fmla="*/ 49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1 w 49"/>
                  <a:gd name="T35" fmla="*/ 34 h 187"/>
                  <a:gd name="T36" fmla="*/ 39 w 49"/>
                  <a:gd name="T37" fmla="*/ 25 h 187"/>
                  <a:gd name="T38" fmla="*/ 34 w 49"/>
                  <a:gd name="T39" fmla="*/ 7 h 187"/>
                  <a:gd name="T40" fmla="*/ 31 w 49"/>
                  <a:gd name="T41" fmla="*/ 3 h 187"/>
                  <a:gd name="T42" fmla="*/ 30 w 49"/>
                  <a:gd name="T43" fmla="*/ 1 h 187"/>
                  <a:gd name="T44" fmla="*/ 26 w 49"/>
                  <a:gd name="T45" fmla="*/ 2 h 187"/>
                  <a:gd name="T46" fmla="*/ 23 w 49"/>
                  <a:gd name="T47" fmla="*/ 8 h 187"/>
                  <a:gd name="T48" fmla="*/ 13 w 49"/>
                  <a:gd name="T49" fmla="*/ 38 h 187"/>
                  <a:gd name="T50" fmla="*/ 8 w 49"/>
                  <a:gd name="T51" fmla="*/ 55 h 187"/>
                  <a:gd name="T52" fmla="*/ 3 w 49"/>
                  <a:gd name="T53" fmla="*/ 69 h 187"/>
                  <a:gd name="T54" fmla="*/ 1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1" y="131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1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7" y="171"/>
                    </a:cubicBezTo>
                    <a:cubicBezTo>
                      <a:pt x="8" y="174"/>
                      <a:pt x="11" y="182"/>
                      <a:pt x="12" y="182"/>
                    </a:cubicBezTo>
                    <a:cubicBezTo>
                      <a:pt x="13" y="182"/>
                      <a:pt x="27" y="187"/>
                      <a:pt x="30" y="185"/>
                    </a:cubicBezTo>
                    <a:cubicBezTo>
                      <a:pt x="30" y="185"/>
                      <a:pt x="43" y="178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3"/>
                      <a:pt x="49" y="139"/>
                    </a:cubicBezTo>
                    <a:cubicBezTo>
                      <a:pt x="48" y="135"/>
                      <a:pt x="47" y="131"/>
                      <a:pt x="47" y="126"/>
                    </a:cubicBezTo>
                    <a:cubicBezTo>
                      <a:pt x="47" y="122"/>
                      <a:pt x="48" y="118"/>
                      <a:pt x="48" y="114"/>
                    </a:cubicBezTo>
                    <a:cubicBezTo>
                      <a:pt x="48" y="112"/>
                      <a:pt x="48" y="97"/>
                      <a:pt x="49" y="95"/>
                    </a:cubicBezTo>
                    <a:cubicBezTo>
                      <a:pt x="49" y="93"/>
                      <a:pt x="49" y="91"/>
                      <a:pt x="49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7" y="73"/>
                      <a:pt x="43" y="58"/>
                      <a:pt x="43" y="56"/>
                    </a:cubicBezTo>
                    <a:cubicBezTo>
                      <a:pt x="43" y="54"/>
                      <a:pt x="43" y="52"/>
                      <a:pt x="42" y="51"/>
                    </a:cubicBezTo>
                    <a:cubicBezTo>
                      <a:pt x="42" y="49"/>
                      <a:pt x="41" y="35"/>
                      <a:pt x="41" y="34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8" y="24"/>
                      <a:pt x="35" y="8"/>
                      <a:pt x="34" y="7"/>
                    </a:cubicBezTo>
                    <a:cubicBezTo>
                      <a:pt x="33" y="4"/>
                      <a:pt x="32" y="4"/>
                      <a:pt x="31" y="3"/>
                    </a:cubicBezTo>
                    <a:cubicBezTo>
                      <a:pt x="31" y="2"/>
                      <a:pt x="30" y="2"/>
                      <a:pt x="30" y="1"/>
                    </a:cubicBezTo>
                    <a:cubicBezTo>
                      <a:pt x="29" y="1"/>
                      <a:pt x="26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6" y="60"/>
                      <a:pt x="5" y="62"/>
                      <a:pt x="3" y="69"/>
                    </a:cubicBezTo>
                    <a:cubicBezTo>
                      <a:pt x="3" y="72"/>
                      <a:pt x="1" y="126"/>
                      <a:pt x="1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6" name="Freeform 325">
                <a:extLst>
                  <a:ext uri="{FF2B5EF4-FFF2-40B4-BE49-F238E27FC236}">
                    <a16:creationId xmlns:a16="http://schemas.microsoft.com/office/drawing/2014/main" id="{AD8A1EA8-27A6-4F62-A402-463C41D3D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0613" y="1435100"/>
                <a:ext cx="195263" cy="741363"/>
              </a:xfrm>
              <a:custGeom>
                <a:avLst/>
                <a:gdLst>
                  <a:gd name="T0" fmla="*/ 1 w 49"/>
                  <a:gd name="T1" fmla="*/ 131 h 187"/>
                  <a:gd name="T2" fmla="*/ 1 w 49"/>
                  <a:gd name="T3" fmla="*/ 141 h 187"/>
                  <a:gd name="T4" fmla="*/ 5 w 49"/>
                  <a:gd name="T5" fmla="*/ 161 h 187"/>
                  <a:gd name="T6" fmla="*/ 7 w 49"/>
                  <a:gd name="T7" fmla="*/ 171 h 187"/>
                  <a:gd name="T8" fmla="*/ 12 w 49"/>
                  <a:gd name="T9" fmla="*/ 182 h 187"/>
                  <a:gd name="T10" fmla="*/ 30 w 49"/>
                  <a:gd name="T11" fmla="*/ 185 h 187"/>
                  <a:gd name="T12" fmla="*/ 44 w 49"/>
                  <a:gd name="T13" fmla="*/ 176 h 187"/>
                  <a:gd name="T14" fmla="*/ 49 w 49"/>
                  <a:gd name="T15" fmla="*/ 164 h 187"/>
                  <a:gd name="T16" fmla="*/ 49 w 49"/>
                  <a:gd name="T17" fmla="*/ 152 h 187"/>
                  <a:gd name="T18" fmla="*/ 49 w 49"/>
                  <a:gd name="T19" fmla="*/ 139 h 187"/>
                  <a:gd name="T20" fmla="*/ 47 w 49"/>
                  <a:gd name="T21" fmla="*/ 126 h 187"/>
                  <a:gd name="T22" fmla="*/ 48 w 49"/>
                  <a:gd name="T23" fmla="*/ 114 h 187"/>
                  <a:gd name="T24" fmla="*/ 49 w 49"/>
                  <a:gd name="T25" fmla="*/ 95 h 187"/>
                  <a:gd name="T26" fmla="*/ 49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1 w 49"/>
                  <a:gd name="T35" fmla="*/ 34 h 187"/>
                  <a:gd name="T36" fmla="*/ 39 w 49"/>
                  <a:gd name="T37" fmla="*/ 25 h 187"/>
                  <a:gd name="T38" fmla="*/ 34 w 49"/>
                  <a:gd name="T39" fmla="*/ 7 h 187"/>
                  <a:gd name="T40" fmla="*/ 31 w 49"/>
                  <a:gd name="T41" fmla="*/ 3 h 187"/>
                  <a:gd name="T42" fmla="*/ 30 w 49"/>
                  <a:gd name="T43" fmla="*/ 1 h 187"/>
                  <a:gd name="T44" fmla="*/ 26 w 49"/>
                  <a:gd name="T45" fmla="*/ 2 h 187"/>
                  <a:gd name="T46" fmla="*/ 23 w 49"/>
                  <a:gd name="T47" fmla="*/ 8 h 187"/>
                  <a:gd name="T48" fmla="*/ 13 w 49"/>
                  <a:gd name="T49" fmla="*/ 38 h 187"/>
                  <a:gd name="T50" fmla="*/ 8 w 49"/>
                  <a:gd name="T51" fmla="*/ 55 h 187"/>
                  <a:gd name="T52" fmla="*/ 3 w 49"/>
                  <a:gd name="T53" fmla="*/ 69 h 187"/>
                  <a:gd name="T54" fmla="*/ 1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1" y="131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1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7" y="171"/>
                    </a:cubicBezTo>
                    <a:cubicBezTo>
                      <a:pt x="8" y="174"/>
                      <a:pt x="11" y="182"/>
                      <a:pt x="12" y="182"/>
                    </a:cubicBezTo>
                    <a:cubicBezTo>
                      <a:pt x="13" y="182"/>
                      <a:pt x="27" y="187"/>
                      <a:pt x="30" y="185"/>
                    </a:cubicBezTo>
                    <a:cubicBezTo>
                      <a:pt x="30" y="185"/>
                      <a:pt x="43" y="178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3"/>
                      <a:pt x="49" y="139"/>
                    </a:cubicBezTo>
                    <a:cubicBezTo>
                      <a:pt x="48" y="135"/>
                      <a:pt x="47" y="131"/>
                      <a:pt x="47" y="126"/>
                    </a:cubicBezTo>
                    <a:cubicBezTo>
                      <a:pt x="47" y="122"/>
                      <a:pt x="48" y="118"/>
                      <a:pt x="48" y="114"/>
                    </a:cubicBezTo>
                    <a:cubicBezTo>
                      <a:pt x="48" y="112"/>
                      <a:pt x="48" y="97"/>
                      <a:pt x="49" y="95"/>
                    </a:cubicBezTo>
                    <a:cubicBezTo>
                      <a:pt x="49" y="93"/>
                      <a:pt x="49" y="91"/>
                      <a:pt x="49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7" y="73"/>
                      <a:pt x="43" y="58"/>
                      <a:pt x="43" y="56"/>
                    </a:cubicBezTo>
                    <a:cubicBezTo>
                      <a:pt x="43" y="54"/>
                      <a:pt x="43" y="52"/>
                      <a:pt x="42" y="51"/>
                    </a:cubicBezTo>
                    <a:cubicBezTo>
                      <a:pt x="42" y="49"/>
                      <a:pt x="41" y="35"/>
                      <a:pt x="41" y="34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8" y="24"/>
                      <a:pt x="35" y="8"/>
                      <a:pt x="34" y="7"/>
                    </a:cubicBezTo>
                    <a:cubicBezTo>
                      <a:pt x="33" y="4"/>
                      <a:pt x="32" y="4"/>
                      <a:pt x="31" y="3"/>
                    </a:cubicBezTo>
                    <a:cubicBezTo>
                      <a:pt x="31" y="2"/>
                      <a:pt x="30" y="2"/>
                      <a:pt x="30" y="1"/>
                    </a:cubicBezTo>
                    <a:cubicBezTo>
                      <a:pt x="29" y="1"/>
                      <a:pt x="26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6" y="60"/>
                      <a:pt x="5" y="62"/>
                      <a:pt x="3" y="69"/>
                    </a:cubicBezTo>
                    <a:cubicBezTo>
                      <a:pt x="3" y="72"/>
                      <a:pt x="1" y="126"/>
                      <a:pt x="1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7" name="Freeform 326">
                <a:extLst>
                  <a:ext uri="{FF2B5EF4-FFF2-40B4-BE49-F238E27FC236}">
                    <a16:creationId xmlns:a16="http://schemas.microsoft.com/office/drawing/2014/main" id="{571A063E-37D5-4BC0-B79B-FE2DE403DA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8363" y="2117725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7 h 49"/>
                  <a:gd name="T22" fmla="*/ 19 w 21"/>
                  <a:gd name="T23" fmla="*/ 26 h 49"/>
                  <a:gd name="T24" fmla="*/ 20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3" y="17"/>
                    </a:cubicBezTo>
                    <a:cubicBezTo>
                      <a:pt x="3" y="20"/>
                      <a:pt x="2" y="22"/>
                      <a:pt x="2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8" name="Freeform 327">
                <a:extLst>
                  <a:ext uri="{FF2B5EF4-FFF2-40B4-BE49-F238E27FC236}">
                    <a16:creationId xmlns:a16="http://schemas.microsoft.com/office/drawing/2014/main" id="{AD83E507-99C6-43A6-9AAB-37DA709FC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8363" y="2117725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7 h 49"/>
                  <a:gd name="T22" fmla="*/ 19 w 21"/>
                  <a:gd name="T23" fmla="*/ 26 h 49"/>
                  <a:gd name="T24" fmla="*/ 20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3" y="17"/>
                    </a:cubicBezTo>
                    <a:cubicBezTo>
                      <a:pt x="3" y="20"/>
                      <a:pt x="2" y="22"/>
                      <a:pt x="2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89" name="Freeform 328">
                <a:extLst>
                  <a:ext uri="{FF2B5EF4-FFF2-40B4-BE49-F238E27FC236}">
                    <a16:creationId xmlns:a16="http://schemas.microsoft.com/office/drawing/2014/main" id="{94926D58-8D8E-4097-966E-D4A6D5E7DD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74051" y="1668463"/>
                <a:ext cx="501650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6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80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5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6" y="112"/>
                      <a:pt x="18" y="114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3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80" y="1"/>
                    </a:cubicBezTo>
                    <a:cubicBezTo>
                      <a:pt x="78" y="1"/>
                      <a:pt x="77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2" y="58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0" name="Freeform 329">
                <a:extLst>
                  <a:ext uri="{FF2B5EF4-FFF2-40B4-BE49-F238E27FC236}">
                    <a16:creationId xmlns:a16="http://schemas.microsoft.com/office/drawing/2014/main" id="{275E6199-56EC-4DF0-A8C5-E092E3E85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74051" y="1668463"/>
                <a:ext cx="501650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6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80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5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6" y="112"/>
                      <a:pt x="18" y="114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3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80" y="1"/>
                    </a:cubicBezTo>
                    <a:cubicBezTo>
                      <a:pt x="78" y="1"/>
                      <a:pt x="77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2" y="58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1" name="Freeform 330">
                <a:extLst>
                  <a:ext uri="{FF2B5EF4-FFF2-40B4-BE49-F238E27FC236}">
                    <a16:creationId xmlns:a16="http://schemas.microsoft.com/office/drawing/2014/main" id="{79348EFB-7DFF-4713-A04D-CEEEE0FA5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1451" y="2160588"/>
                <a:ext cx="82550" cy="190500"/>
              </a:xfrm>
              <a:custGeom>
                <a:avLst/>
                <a:gdLst>
                  <a:gd name="T0" fmla="*/ 1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9 w 21"/>
                  <a:gd name="T7" fmla="*/ 48 h 48"/>
                  <a:gd name="T8" fmla="*/ 13 w 21"/>
                  <a:gd name="T9" fmla="*/ 48 h 48"/>
                  <a:gd name="T10" fmla="*/ 18 w 21"/>
                  <a:gd name="T11" fmla="*/ 48 h 48"/>
                  <a:gd name="T12" fmla="*/ 20 w 21"/>
                  <a:gd name="T13" fmla="*/ 48 h 48"/>
                  <a:gd name="T14" fmla="*/ 21 w 21"/>
                  <a:gd name="T15" fmla="*/ 48 h 48"/>
                  <a:gd name="T16" fmla="*/ 21 w 21"/>
                  <a:gd name="T17" fmla="*/ 48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20 w 21"/>
                  <a:gd name="T27" fmla="*/ 15 h 48"/>
                  <a:gd name="T28" fmla="*/ 20 w 21"/>
                  <a:gd name="T29" fmla="*/ 4 h 48"/>
                  <a:gd name="T30" fmla="*/ 20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1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9" y="48"/>
                    </a:cubicBezTo>
                    <a:cubicBezTo>
                      <a:pt x="10" y="48"/>
                      <a:pt x="12" y="48"/>
                      <a:pt x="13" y="48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1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4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0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2"/>
                      <a:pt x="3" y="17"/>
                    </a:cubicBezTo>
                    <a:cubicBezTo>
                      <a:pt x="3" y="19"/>
                      <a:pt x="3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2" y="35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2" name="Freeform 331">
                <a:extLst>
                  <a:ext uri="{FF2B5EF4-FFF2-40B4-BE49-F238E27FC236}">
                    <a16:creationId xmlns:a16="http://schemas.microsoft.com/office/drawing/2014/main" id="{7D8AF7E7-0D60-4DA5-94E3-92A1B49388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1451" y="2160588"/>
                <a:ext cx="82550" cy="190500"/>
              </a:xfrm>
              <a:custGeom>
                <a:avLst/>
                <a:gdLst>
                  <a:gd name="T0" fmla="*/ 1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9 w 21"/>
                  <a:gd name="T7" fmla="*/ 48 h 48"/>
                  <a:gd name="T8" fmla="*/ 13 w 21"/>
                  <a:gd name="T9" fmla="*/ 48 h 48"/>
                  <a:gd name="T10" fmla="*/ 18 w 21"/>
                  <a:gd name="T11" fmla="*/ 48 h 48"/>
                  <a:gd name="T12" fmla="*/ 20 w 21"/>
                  <a:gd name="T13" fmla="*/ 48 h 48"/>
                  <a:gd name="T14" fmla="*/ 21 w 21"/>
                  <a:gd name="T15" fmla="*/ 48 h 48"/>
                  <a:gd name="T16" fmla="*/ 21 w 21"/>
                  <a:gd name="T17" fmla="*/ 48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20 w 21"/>
                  <a:gd name="T27" fmla="*/ 15 h 48"/>
                  <a:gd name="T28" fmla="*/ 20 w 21"/>
                  <a:gd name="T29" fmla="*/ 4 h 48"/>
                  <a:gd name="T30" fmla="*/ 20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1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9" y="48"/>
                    </a:cubicBezTo>
                    <a:cubicBezTo>
                      <a:pt x="10" y="48"/>
                      <a:pt x="12" y="48"/>
                      <a:pt x="13" y="48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1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4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0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2"/>
                      <a:pt x="3" y="17"/>
                    </a:cubicBezTo>
                    <a:cubicBezTo>
                      <a:pt x="3" y="19"/>
                      <a:pt x="3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2" y="35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3" name="Freeform 332">
                <a:extLst>
                  <a:ext uri="{FF2B5EF4-FFF2-40B4-BE49-F238E27FC236}">
                    <a16:creationId xmlns:a16="http://schemas.microsoft.com/office/drawing/2014/main" id="{6AC1F2E1-1B96-4575-9C3B-420A0D60C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171291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1 w 127"/>
                  <a:gd name="T5" fmla="*/ 108 h 125"/>
                  <a:gd name="T6" fmla="*/ 19 w 127"/>
                  <a:gd name="T7" fmla="*/ 114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2 h 125"/>
                  <a:gd name="T18" fmla="*/ 57 w 127"/>
                  <a:gd name="T19" fmla="*/ 122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8 h 125"/>
                  <a:gd name="T28" fmla="*/ 104 w 127"/>
                  <a:gd name="T29" fmla="*/ 118 h 125"/>
                  <a:gd name="T30" fmla="*/ 112 w 127"/>
                  <a:gd name="T31" fmla="*/ 118 h 125"/>
                  <a:gd name="T32" fmla="*/ 121 w 127"/>
                  <a:gd name="T33" fmla="*/ 115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4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6 w 127"/>
                  <a:gd name="T65" fmla="*/ 25 h 125"/>
                  <a:gd name="T66" fmla="*/ 104 w 127"/>
                  <a:gd name="T67" fmla="*/ 22 h 125"/>
                  <a:gd name="T68" fmla="*/ 100 w 127"/>
                  <a:gd name="T69" fmla="*/ 16 h 125"/>
                  <a:gd name="T70" fmla="*/ 96 w 127"/>
                  <a:gd name="T71" fmla="*/ 14 h 125"/>
                  <a:gd name="T72" fmla="*/ 93 w 127"/>
                  <a:gd name="T73" fmla="*/ 10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3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4"/>
                    </a:cubicBezTo>
                    <a:cubicBezTo>
                      <a:pt x="20" y="116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3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2"/>
                      <a:pt x="48" y="122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64" y="122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4" y="118"/>
                    </a:cubicBezTo>
                    <a:cubicBezTo>
                      <a:pt x="97" y="118"/>
                      <a:pt x="100" y="118"/>
                      <a:pt x="104" y="118"/>
                    </a:cubicBezTo>
                    <a:cubicBezTo>
                      <a:pt x="106" y="118"/>
                      <a:pt x="110" y="119"/>
                      <a:pt x="112" y="118"/>
                    </a:cubicBezTo>
                    <a:cubicBezTo>
                      <a:pt x="115" y="117"/>
                      <a:pt x="118" y="117"/>
                      <a:pt x="121" y="115"/>
                    </a:cubicBezTo>
                    <a:cubicBezTo>
                      <a:pt x="123" y="114"/>
                      <a:pt x="125" y="112"/>
                      <a:pt x="125" y="110"/>
                    </a:cubicBezTo>
                    <a:cubicBezTo>
                      <a:pt x="127" y="108"/>
                      <a:pt x="127" y="104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4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0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1"/>
                      <a:pt x="107" y="30"/>
                    </a:cubicBezTo>
                    <a:cubicBezTo>
                      <a:pt x="107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6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1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2"/>
                      <a:pt x="83" y="2"/>
                      <a:pt x="80" y="1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8"/>
                      <a:pt x="51" y="10"/>
                    </a:cubicBezTo>
                    <a:cubicBezTo>
                      <a:pt x="49" y="11"/>
                      <a:pt x="47" y="12"/>
                      <a:pt x="44" y="13"/>
                    </a:cubicBezTo>
                    <a:cubicBezTo>
                      <a:pt x="40" y="16"/>
                      <a:pt x="37" y="20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1" y="72"/>
                      <a:pt x="2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4" name="Freeform 333">
                <a:extLst>
                  <a:ext uri="{FF2B5EF4-FFF2-40B4-BE49-F238E27FC236}">
                    <a16:creationId xmlns:a16="http://schemas.microsoft.com/office/drawing/2014/main" id="{10E9AB2D-E3AE-4CB4-B5E7-67ED74217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171291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1 w 127"/>
                  <a:gd name="T5" fmla="*/ 108 h 125"/>
                  <a:gd name="T6" fmla="*/ 19 w 127"/>
                  <a:gd name="T7" fmla="*/ 114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2 h 125"/>
                  <a:gd name="T18" fmla="*/ 57 w 127"/>
                  <a:gd name="T19" fmla="*/ 122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8 h 125"/>
                  <a:gd name="T28" fmla="*/ 104 w 127"/>
                  <a:gd name="T29" fmla="*/ 118 h 125"/>
                  <a:gd name="T30" fmla="*/ 112 w 127"/>
                  <a:gd name="T31" fmla="*/ 118 h 125"/>
                  <a:gd name="T32" fmla="*/ 121 w 127"/>
                  <a:gd name="T33" fmla="*/ 115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4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6 w 127"/>
                  <a:gd name="T65" fmla="*/ 25 h 125"/>
                  <a:gd name="T66" fmla="*/ 104 w 127"/>
                  <a:gd name="T67" fmla="*/ 22 h 125"/>
                  <a:gd name="T68" fmla="*/ 100 w 127"/>
                  <a:gd name="T69" fmla="*/ 16 h 125"/>
                  <a:gd name="T70" fmla="*/ 96 w 127"/>
                  <a:gd name="T71" fmla="*/ 14 h 125"/>
                  <a:gd name="T72" fmla="*/ 93 w 127"/>
                  <a:gd name="T73" fmla="*/ 10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3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4"/>
                    </a:cubicBezTo>
                    <a:cubicBezTo>
                      <a:pt x="20" y="116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3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2"/>
                      <a:pt x="48" y="122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64" y="122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4" y="118"/>
                    </a:cubicBezTo>
                    <a:cubicBezTo>
                      <a:pt x="97" y="118"/>
                      <a:pt x="100" y="118"/>
                      <a:pt x="104" y="118"/>
                    </a:cubicBezTo>
                    <a:cubicBezTo>
                      <a:pt x="106" y="118"/>
                      <a:pt x="110" y="119"/>
                      <a:pt x="112" y="118"/>
                    </a:cubicBezTo>
                    <a:cubicBezTo>
                      <a:pt x="115" y="117"/>
                      <a:pt x="118" y="117"/>
                      <a:pt x="121" y="115"/>
                    </a:cubicBezTo>
                    <a:cubicBezTo>
                      <a:pt x="123" y="114"/>
                      <a:pt x="125" y="112"/>
                      <a:pt x="125" y="110"/>
                    </a:cubicBezTo>
                    <a:cubicBezTo>
                      <a:pt x="127" y="108"/>
                      <a:pt x="127" y="104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4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0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3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1"/>
                      <a:pt x="107" y="30"/>
                    </a:cubicBezTo>
                    <a:cubicBezTo>
                      <a:pt x="107" y="29"/>
                      <a:pt x="107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6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1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2"/>
                      <a:pt x="83" y="2"/>
                      <a:pt x="80" y="1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8"/>
                      <a:pt x="51" y="10"/>
                    </a:cubicBezTo>
                    <a:cubicBezTo>
                      <a:pt x="49" y="11"/>
                      <a:pt x="47" y="12"/>
                      <a:pt x="44" y="13"/>
                    </a:cubicBezTo>
                    <a:cubicBezTo>
                      <a:pt x="40" y="16"/>
                      <a:pt x="37" y="20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1" y="72"/>
                      <a:pt x="2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5" name="Freeform 334">
                <a:extLst>
                  <a:ext uri="{FF2B5EF4-FFF2-40B4-BE49-F238E27FC236}">
                    <a16:creationId xmlns:a16="http://schemas.microsoft.com/office/drawing/2014/main" id="{9777DFA8-A66E-48CD-96CE-D5B829DBE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2288" y="2303463"/>
                <a:ext cx="84138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9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9 h 49"/>
                  <a:gd name="T12" fmla="*/ 19 w 21"/>
                  <a:gd name="T13" fmla="*/ 49 h 49"/>
                  <a:gd name="T14" fmla="*/ 20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7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5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1 h 49"/>
                  <a:gd name="T38" fmla="*/ 8 w 21"/>
                  <a:gd name="T39" fmla="*/ 1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8 h 49"/>
                  <a:gd name="T46" fmla="*/ 2 w 21"/>
                  <a:gd name="T47" fmla="*/ 25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9"/>
                    </a:cubicBezTo>
                    <a:cubicBezTo>
                      <a:pt x="5" y="49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9"/>
                      <a:pt x="17" y="49"/>
                    </a:cubicBezTo>
                    <a:cubicBezTo>
                      <a:pt x="18" y="49"/>
                      <a:pt x="18" y="48"/>
                      <a:pt x="19" y="49"/>
                    </a:cubicBezTo>
                    <a:cubicBezTo>
                      <a:pt x="19" y="49"/>
                      <a:pt x="20" y="49"/>
                      <a:pt x="20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2"/>
                      <a:pt x="19" y="40"/>
                      <a:pt x="19" y="38"/>
                    </a:cubicBezTo>
                    <a:cubicBezTo>
                      <a:pt x="19" y="34"/>
                      <a:pt x="19" y="30"/>
                      <a:pt x="19" y="27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8"/>
                      <a:pt x="19" y="16"/>
                    </a:cubicBezTo>
                    <a:cubicBezTo>
                      <a:pt x="19" y="12"/>
                      <a:pt x="19" y="8"/>
                      <a:pt x="19" y="5"/>
                    </a:cubicBezTo>
                    <a:cubicBezTo>
                      <a:pt x="19" y="5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3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1"/>
                    </a:cubicBezTo>
                    <a:cubicBezTo>
                      <a:pt x="10" y="0"/>
                      <a:pt x="9" y="1"/>
                      <a:pt x="8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8"/>
                    </a:cubicBezTo>
                    <a:cubicBezTo>
                      <a:pt x="2" y="20"/>
                      <a:pt x="2" y="22"/>
                      <a:pt x="2" y="25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6" name="Freeform 335">
                <a:extLst>
                  <a:ext uri="{FF2B5EF4-FFF2-40B4-BE49-F238E27FC236}">
                    <a16:creationId xmlns:a16="http://schemas.microsoft.com/office/drawing/2014/main" id="{6D558275-0DF5-4233-AE9B-D84D27838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2288" y="2303463"/>
                <a:ext cx="84138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9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9 h 49"/>
                  <a:gd name="T12" fmla="*/ 19 w 21"/>
                  <a:gd name="T13" fmla="*/ 49 h 49"/>
                  <a:gd name="T14" fmla="*/ 20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7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5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1 h 49"/>
                  <a:gd name="T38" fmla="*/ 8 w 21"/>
                  <a:gd name="T39" fmla="*/ 1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8 h 49"/>
                  <a:gd name="T46" fmla="*/ 2 w 21"/>
                  <a:gd name="T47" fmla="*/ 25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9"/>
                    </a:cubicBezTo>
                    <a:cubicBezTo>
                      <a:pt x="5" y="49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9"/>
                      <a:pt x="17" y="49"/>
                    </a:cubicBezTo>
                    <a:cubicBezTo>
                      <a:pt x="18" y="49"/>
                      <a:pt x="18" y="48"/>
                      <a:pt x="19" y="49"/>
                    </a:cubicBezTo>
                    <a:cubicBezTo>
                      <a:pt x="19" y="49"/>
                      <a:pt x="20" y="49"/>
                      <a:pt x="20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2"/>
                      <a:pt x="19" y="40"/>
                      <a:pt x="19" y="38"/>
                    </a:cubicBezTo>
                    <a:cubicBezTo>
                      <a:pt x="19" y="34"/>
                      <a:pt x="19" y="30"/>
                      <a:pt x="19" y="27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8"/>
                      <a:pt x="19" y="16"/>
                    </a:cubicBezTo>
                    <a:cubicBezTo>
                      <a:pt x="19" y="12"/>
                      <a:pt x="19" y="8"/>
                      <a:pt x="19" y="5"/>
                    </a:cubicBezTo>
                    <a:cubicBezTo>
                      <a:pt x="19" y="5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3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1"/>
                    </a:cubicBezTo>
                    <a:cubicBezTo>
                      <a:pt x="10" y="0"/>
                      <a:pt x="9" y="1"/>
                      <a:pt x="8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8"/>
                    </a:cubicBezTo>
                    <a:cubicBezTo>
                      <a:pt x="2" y="20"/>
                      <a:pt x="2" y="22"/>
                      <a:pt x="2" y="25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7" name="Freeform 336">
                <a:extLst>
                  <a:ext uri="{FF2B5EF4-FFF2-40B4-BE49-F238E27FC236}">
                    <a16:creationId xmlns:a16="http://schemas.microsoft.com/office/drawing/2014/main" id="{F4DC40E7-9E46-4206-9323-79055AF42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7976" y="1855788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3 h 126"/>
                  <a:gd name="T14" fmla="*/ 43 w 126"/>
                  <a:gd name="T15" fmla="*/ 122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3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0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3 h 126"/>
                  <a:gd name="T40" fmla="*/ 120 w 126"/>
                  <a:gd name="T41" fmla="*/ 85 h 126"/>
                  <a:gd name="T42" fmla="*/ 123 w 126"/>
                  <a:gd name="T43" fmla="*/ 76 h 126"/>
                  <a:gd name="T44" fmla="*/ 124 w 126"/>
                  <a:gd name="T45" fmla="*/ 72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4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6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5 w 126"/>
                  <a:gd name="T71" fmla="*/ 14 h 126"/>
                  <a:gd name="T72" fmla="*/ 93 w 126"/>
                  <a:gd name="T73" fmla="*/ 11 h 126"/>
                  <a:gd name="T74" fmla="*/ 90 w 126"/>
                  <a:gd name="T75" fmla="*/ 7 h 126"/>
                  <a:gd name="T76" fmla="*/ 88 w 126"/>
                  <a:gd name="T77" fmla="*/ 5 h 126"/>
                  <a:gd name="T78" fmla="*/ 79 w 126"/>
                  <a:gd name="T79" fmla="*/ 2 h 126"/>
                  <a:gd name="T80" fmla="*/ 75 w 126"/>
                  <a:gd name="T81" fmla="*/ 0 h 126"/>
                  <a:gd name="T82" fmla="*/ 65 w 126"/>
                  <a:gd name="T83" fmla="*/ 1 h 126"/>
                  <a:gd name="T84" fmla="*/ 59 w 126"/>
                  <a:gd name="T85" fmla="*/ 6 h 126"/>
                  <a:gd name="T86" fmla="*/ 51 w 126"/>
                  <a:gd name="T87" fmla="*/ 10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4 w 126"/>
                  <a:gd name="T97" fmla="*/ 54 h 126"/>
                  <a:gd name="T98" fmla="*/ 2 w 126"/>
                  <a:gd name="T99" fmla="*/ 62 h 126"/>
                  <a:gd name="T100" fmla="*/ 1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19" y="117"/>
                      <a:pt x="21" y="119"/>
                      <a:pt x="23" y="120"/>
                    </a:cubicBezTo>
                    <a:cubicBezTo>
                      <a:pt x="25" y="121"/>
                      <a:pt x="28" y="123"/>
                      <a:pt x="30" y="123"/>
                    </a:cubicBezTo>
                    <a:cubicBezTo>
                      <a:pt x="33" y="123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6"/>
                      <a:pt x="76" y="125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9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2"/>
                      <a:pt x="122" y="79"/>
                      <a:pt x="123" y="76"/>
                    </a:cubicBezTo>
                    <a:cubicBezTo>
                      <a:pt x="124" y="75"/>
                      <a:pt x="124" y="74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4" y="60"/>
                    </a:cubicBezTo>
                    <a:cubicBezTo>
                      <a:pt x="124" y="56"/>
                      <a:pt x="123" y="54"/>
                      <a:pt x="121" y="51"/>
                    </a:cubicBezTo>
                    <a:cubicBezTo>
                      <a:pt x="119" y="49"/>
                      <a:pt x="117" y="47"/>
                      <a:pt x="115" y="46"/>
                    </a:cubicBezTo>
                    <a:cubicBezTo>
                      <a:pt x="114" y="45"/>
                      <a:pt x="113" y="43"/>
                      <a:pt x="112" y="42"/>
                    </a:cubicBezTo>
                    <a:cubicBezTo>
                      <a:pt x="110" y="41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7"/>
                    </a:cubicBezTo>
                    <a:cubicBezTo>
                      <a:pt x="89" y="6"/>
                      <a:pt x="89" y="5"/>
                      <a:pt x="88" y="5"/>
                    </a:cubicBezTo>
                    <a:cubicBezTo>
                      <a:pt x="85" y="3"/>
                      <a:pt x="82" y="2"/>
                      <a:pt x="79" y="2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6" y="8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9"/>
                      <a:pt x="5" y="51"/>
                      <a:pt x="4" y="54"/>
                    </a:cubicBezTo>
                    <a:cubicBezTo>
                      <a:pt x="3" y="56"/>
                      <a:pt x="2" y="59"/>
                      <a:pt x="2" y="62"/>
                    </a:cubicBezTo>
                    <a:cubicBezTo>
                      <a:pt x="0" y="67"/>
                      <a:pt x="1" y="73"/>
                      <a:pt x="1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8" name="Freeform 337">
                <a:extLst>
                  <a:ext uri="{FF2B5EF4-FFF2-40B4-BE49-F238E27FC236}">
                    <a16:creationId xmlns:a16="http://schemas.microsoft.com/office/drawing/2014/main" id="{778B497E-A639-46B2-94B0-55B82B422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7976" y="1855788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3 h 126"/>
                  <a:gd name="T14" fmla="*/ 43 w 126"/>
                  <a:gd name="T15" fmla="*/ 122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3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0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3 h 126"/>
                  <a:gd name="T40" fmla="*/ 120 w 126"/>
                  <a:gd name="T41" fmla="*/ 85 h 126"/>
                  <a:gd name="T42" fmla="*/ 123 w 126"/>
                  <a:gd name="T43" fmla="*/ 76 h 126"/>
                  <a:gd name="T44" fmla="*/ 124 w 126"/>
                  <a:gd name="T45" fmla="*/ 72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4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6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5 w 126"/>
                  <a:gd name="T71" fmla="*/ 14 h 126"/>
                  <a:gd name="T72" fmla="*/ 93 w 126"/>
                  <a:gd name="T73" fmla="*/ 11 h 126"/>
                  <a:gd name="T74" fmla="*/ 90 w 126"/>
                  <a:gd name="T75" fmla="*/ 7 h 126"/>
                  <a:gd name="T76" fmla="*/ 88 w 126"/>
                  <a:gd name="T77" fmla="*/ 5 h 126"/>
                  <a:gd name="T78" fmla="*/ 79 w 126"/>
                  <a:gd name="T79" fmla="*/ 2 h 126"/>
                  <a:gd name="T80" fmla="*/ 75 w 126"/>
                  <a:gd name="T81" fmla="*/ 0 h 126"/>
                  <a:gd name="T82" fmla="*/ 65 w 126"/>
                  <a:gd name="T83" fmla="*/ 1 h 126"/>
                  <a:gd name="T84" fmla="*/ 59 w 126"/>
                  <a:gd name="T85" fmla="*/ 6 h 126"/>
                  <a:gd name="T86" fmla="*/ 51 w 126"/>
                  <a:gd name="T87" fmla="*/ 10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4 w 126"/>
                  <a:gd name="T97" fmla="*/ 54 h 126"/>
                  <a:gd name="T98" fmla="*/ 2 w 126"/>
                  <a:gd name="T99" fmla="*/ 62 h 126"/>
                  <a:gd name="T100" fmla="*/ 1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19" y="117"/>
                      <a:pt x="21" y="119"/>
                      <a:pt x="23" y="120"/>
                    </a:cubicBezTo>
                    <a:cubicBezTo>
                      <a:pt x="25" y="121"/>
                      <a:pt x="28" y="123"/>
                      <a:pt x="30" y="123"/>
                    </a:cubicBezTo>
                    <a:cubicBezTo>
                      <a:pt x="33" y="123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6"/>
                      <a:pt x="76" y="125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9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2"/>
                      <a:pt x="122" y="79"/>
                      <a:pt x="123" y="76"/>
                    </a:cubicBezTo>
                    <a:cubicBezTo>
                      <a:pt x="124" y="75"/>
                      <a:pt x="124" y="74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4" y="60"/>
                    </a:cubicBezTo>
                    <a:cubicBezTo>
                      <a:pt x="124" y="56"/>
                      <a:pt x="123" y="54"/>
                      <a:pt x="121" y="51"/>
                    </a:cubicBezTo>
                    <a:cubicBezTo>
                      <a:pt x="119" y="49"/>
                      <a:pt x="117" y="47"/>
                      <a:pt x="115" y="46"/>
                    </a:cubicBezTo>
                    <a:cubicBezTo>
                      <a:pt x="114" y="45"/>
                      <a:pt x="113" y="43"/>
                      <a:pt x="112" y="42"/>
                    </a:cubicBezTo>
                    <a:cubicBezTo>
                      <a:pt x="110" y="41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7"/>
                    </a:cubicBezTo>
                    <a:cubicBezTo>
                      <a:pt x="89" y="6"/>
                      <a:pt x="89" y="5"/>
                      <a:pt x="88" y="5"/>
                    </a:cubicBezTo>
                    <a:cubicBezTo>
                      <a:pt x="85" y="3"/>
                      <a:pt x="82" y="2"/>
                      <a:pt x="79" y="2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6" y="8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9"/>
                      <a:pt x="5" y="51"/>
                      <a:pt x="4" y="54"/>
                    </a:cubicBezTo>
                    <a:cubicBezTo>
                      <a:pt x="3" y="56"/>
                      <a:pt x="2" y="59"/>
                      <a:pt x="2" y="62"/>
                    </a:cubicBezTo>
                    <a:cubicBezTo>
                      <a:pt x="0" y="67"/>
                      <a:pt x="1" y="73"/>
                      <a:pt x="1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399" name="Freeform 338">
                <a:extLst>
                  <a:ext uri="{FF2B5EF4-FFF2-40B4-BE49-F238E27FC236}">
                    <a16:creationId xmlns:a16="http://schemas.microsoft.com/office/drawing/2014/main" id="{01987C0E-6DDC-4789-9166-7B7453FDA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76" y="2260600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9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0" name="Freeform 339">
                <a:extLst>
                  <a:ext uri="{FF2B5EF4-FFF2-40B4-BE49-F238E27FC236}">
                    <a16:creationId xmlns:a16="http://schemas.microsoft.com/office/drawing/2014/main" id="{57812316-E66E-4252-B825-1B6E5C52F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76" y="2260600"/>
                <a:ext cx="84138" cy="193675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9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1" name="Freeform 340">
                <a:extLst>
                  <a:ext uri="{FF2B5EF4-FFF2-40B4-BE49-F238E27FC236}">
                    <a16:creationId xmlns:a16="http://schemas.microsoft.com/office/drawing/2014/main" id="{5DF01F51-63A8-44A4-ACD1-EABCD1595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1063" y="1811338"/>
                <a:ext cx="500063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1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2" name="Freeform 341">
                <a:extLst>
                  <a:ext uri="{FF2B5EF4-FFF2-40B4-BE49-F238E27FC236}">
                    <a16:creationId xmlns:a16="http://schemas.microsoft.com/office/drawing/2014/main" id="{C6D271B9-54FC-4FE7-98D8-09A5CA2DC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1063" y="1811338"/>
                <a:ext cx="500063" cy="496888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2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1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0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3" name="Freeform 342">
                <a:extLst>
                  <a:ext uri="{FF2B5EF4-FFF2-40B4-BE49-F238E27FC236}">
                    <a16:creationId xmlns:a16="http://schemas.microsoft.com/office/drawing/2014/main" id="{04678771-A7C9-4EA7-8DFA-BF4A9D37CF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8988" y="23637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4 h 42"/>
                  <a:gd name="T10" fmla="*/ 11 w 12"/>
                  <a:gd name="T11" fmla="*/ 4 h 42"/>
                  <a:gd name="T12" fmla="*/ 11 w 12"/>
                  <a:gd name="T13" fmla="*/ 4 h 42"/>
                  <a:gd name="T14" fmla="*/ 11 w 12"/>
                  <a:gd name="T15" fmla="*/ 3 h 42"/>
                  <a:gd name="T16" fmla="*/ 9 w 12"/>
                  <a:gd name="T17" fmla="*/ 2 h 42"/>
                  <a:gd name="T18" fmla="*/ 7 w 12"/>
                  <a:gd name="T19" fmla="*/ 1 h 42"/>
                  <a:gd name="T20" fmla="*/ 5 w 12"/>
                  <a:gd name="T21" fmla="*/ 1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7 h 42"/>
                  <a:gd name="T32" fmla="*/ 1 w 12"/>
                  <a:gd name="T33" fmla="*/ 33 h 42"/>
                  <a:gd name="T34" fmla="*/ 1 w 12"/>
                  <a:gd name="T35" fmla="*/ 38 h 42"/>
                  <a:gd name="T36" fmla="*/ 1 w 12"/>
                  <a:gd name="T37" fmla="*/ 41 h 42"/>
                  <a:gd name="T38" fmla="*/ 3 w 12"/>
                  <a:gd name="T39" fmla="*/ 42 h 42"/>
                  <a:gd name="T40" fmla="*/ 5 w 12"/>
                  <a:gd name="T41" fmla="*/ 42 h 42"/>
                  <a:gd name="T42" fmla="*/ 7 w 12"/>
                  <a:gd name="T43" fmla="*/ 42 h 42"/>
                  <a:gd name="T44" fmla="*/ 10 w 12"/>
                  <a:gd name="T45" fmla="*/ 42 h 42"/>
                  <a:gd name="T46" fmla="*/ 11 w 12"/>
                  <a:gd name="T47" fmla="*/ 42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6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7"/>
                      <a:pt x="11" y="15"/>
                      <a:pt x="11" y="14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2"/>
                      <a:pt x="8" y="1"/>
                      <a:pt x="7" y="1"/>
                    </a:cubicBezTo>
                    <a:cubicBezTo>
                      <a:pt x="6" y="0"/>
                      <a:pt x="5" y="1"/>
                      <a:pt x="5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7"/>
                    </a:cubicBezTo>
                    <a:cubicBezTo>
                      <a:pt x="1" y="29"/>
                      <a:pt x="1" y="31"/>
                      <a:pt x="1" y="33"/>
                    </a:cubicBezTo>
                    <a:cubicBezTo>
                      <a:pt x="1" y="35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1"/>
                    </a:cubicBezTo>
                    <a:cubicBezTo>
                      <a:pt x="1" y="41"/>
                      <a:pt x="2" y="41"/>
                      <a:pt x="3" y="42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7" y="42"/>
                    </a:cubicBezTo>
                    <a:cubicBezTo>
                      <a:pt x="8" y="42"/>
                      <a:pt x="9" y="42"/>
                      <a:pt x="10" y="42"/>
                    </a:cubicBezTo>
                    <a:cubicBezTo>
                      <a:pt x="10" y="42"/>
                      <a:pt x="11" y="42"/>
                      <a:pt x="11" y="42"/>
                    </a:cubicBezTo>
                    <a:cubicBezTo>
                      <a:pt x="11" y="42"/>
                      <a:pt x="12" y="42"/>
                      <a:pt x="12" y="42"/>
                    </a:cubicBezTo>
                    <a:cubicBezTo>
                      <a:pt x="12" y="42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4" name="Freeform 343">
                <a:extLst>
                  <a:ext uri="{FF2B5EF4-FFF2-40B4-BE49-F238E27FC236}">
                    <a16:creationId xmlns:a16="http://schemas.microsoft.com/office/drawing/2014/main" id="{D8F8C83D-DFF0-42E2-9F46-32A7C399D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8988" y="23637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4 h 42"/>
                  <a:gd name="T10" fmla="*/ 11 w 12"/>
                  <a:gd name="T11" fmla="*/ 4 h 42"/>
                  <a:gd name="T12" fmla="*/ 11 w 12"/>
                  <a:gd name="T13" fmla="*/ 4 h 42"/>
                  <a:gd name="T14" fmla="*/ 11 w 12"/>
                  <a:gd name="T15" fmla="*/ 3 h 42"/>
                  <a:gd name="T16" fmla="*/ 9 w 12"/>
                  <a:gd name="T17" fmla="*/ 2 h 42"/>
                  <a:gd name="T18" fmla="*/ 7 w 12"/>
                  <a:gd name="T19" fmla="*/ 1 h 42"/>
                  <a:gd name="T20" fmla="*/ 5 w 12"/>
                  <a:gd name="T21" fmla="*/ 1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7 h 42"/>
                  <a:gd name="T32" fmla="*/ 1 w 12"/>
                  <a:gd name="T33" fmla="*/ 33 h 42"/>
                  <a:gd name="T34" fmla="*/ 1 w 12"/>
                  <a:gd name="T35" fmla="*/ 38 h 42"/>
                  <a:gd name="T36" fmla="*/ 1 w 12"/>
                  <a:gd name="T37" fmla="*/ 41 h 42"/>
                  <a:gd name="T38" fmla="*/ 3 w 12"/>
                  <a:gd name="T39" fmla="*/ 42 h 42"/>
                  <a:gd name="T40" fmla="*/ 5 w 12"/>
                  <a:gd name="T41" fmla="*/ 42 h 42"/>
                  <a:gd name="T42" fmla="*/ 7 w 12"/>
                  <a:gd name="T43" fmla="*/ 42 h 42"/>
                  <a:gd name="T44" fmla="*/ 10 w 12"/>
                  <a:gd name="T45" fmla="*/ 42 h 42"/>
                  <a:gd name="T46" fmla="*/ 11 w 12"/>
                  <a:gd name="T47" fmla="*/ 42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6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7"/>
                      <a:pt x="11" y="15"/>
                      <a:pt x="11" y="14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2"/>
                      <a:pt x="8" y="1"/>
                      <a:pt x="7" y="1"/>
                    </a:cubicBezTo>
                    <a:cubicBezTo>
                      <a:pt x="6" y="0"/>
                      <a:pt x="5" y="1"/>
                      <a:pt x="5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7"/>
                    </a:cubicBezTo>
                    <a:cubicBezTo>
                      <a:pt x="1" y="29"/>
                      <a:pt x="1" y="31"/>
                      <a:pt x="1" y="33"/>
                    </a:cubicBezTo>
                    <a:cubicBezTo>
                      <a:pt x="1" y="35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1"/>
                    </a:cubicBezTo>
                    <a:cubicBezTo>
                      <a:pt x="1" y="41"/>
                      <a:pt x="2" y="41"/>
                      <a:pt x="3" y="42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7" y="42"/>
                    </a:cubicBezTo>
                    <a:cubicBezTo>
                      <a:pt x="8" y="42"/>
                      <a:pt x="9" y="42"/>
                      <a:pt x="10" y="42"/>
                    </a:cubicBezTo>
                    <a:cubicBezTo>
                      <a:pt x="10" y="42"/>
                      <a:pt x="11" y="42"/>
                      <a:pt x="11" y="42"/>
                    </a:cubicBezTo>
                    <a:cubicBezTo>
                      <a:pt x="11" y="42"/>
                      <a:pt x="12" y="42"/>
                      <a:pt x="12" y="42"/>
                    </a:cubicBezTo>
                    <a:cubicBezTo>
                      <a:pt x="12" y="42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5" name="Freeform 344">
                <a:extLst>
                  <a:ext uri="{FF2B5EF4-FFF2-40B4-BE49-F238E27FC236}">
                    <a16:creationId xmlns:a16="http://schemas.microsoft.com/office/drawing/2014/main" id="{1B962D25-15B3-482A-9252-0F2E074DB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7551" y="1668463"/>
                <a:ext cx="195263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0 h 186"/>
                  <a:gd name="T4" fmla="*/ 4 w 49"/>
                  <a:gd name="T5" fmla="*/ 160 h 186"/>
                  <a:gd name="T6" fmla="*/ 7 w 49"/>
                  <a:gd name="T7" fmla="*/ 170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4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0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6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8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0"/>
                    </a:cubicBezTo>
                    <a:cubicBezTo>
                      <a:pt x="1" y="149"/>
                      <a:pt x="2" y="155"/>
                      <a:pt x="4" y="160"/>
                    </a:cubicBezTo>
                    <a:cubicBezTo>
                      <a:pt x="5" y="164"/>
                      <a:pt x="6" y="167"/>
                      <a:pt x="7" y="170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7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7"/>
                      <a:pt x="48" y="113"/>
                    </a:cubicBezTo>
                    <a:cubicBezTo>
                      <a:pt x="48" y="111"/>
                      <a:pt x="48" y="97"/>
                      <a:pt x="48" y="94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79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3"/>
                      <a:pt x="42" y="52"/>
                      <a:pt x="42" y="50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3"/>
                      <a:pt x="34" y="7"/>
                      <a:pt x="34" y="6"/>
                    </a:cubicBezTo>
                    <a:cubicBezTo>
                      <a:pt x="33" y="4"/>
                      <a:pt x="32" y="3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3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4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8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6" name="Freeform 345">
                <a:extLst>
                  <a:ext uri="{FF2B5EF4-FFF2-40B4-BE49-F238E27FC236}">
                    <a16:creationId xmlns:a16="http://schemas.microsoft.com/office/drawing/2014/main" id="{7BD11EE0-E94A-4C8C-A45D-0436D27D9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7551" y="1668463"/>
                <a:ext cx="195263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0 h 186"/>
                  <a:gd name="T4" fmla="*/ 4 w 49"/>
                  <a:gd name="T5" fmla="*/ 160 h 186"/>
                  <a:gd name="T6" fmla="*/ 7 w 49"/>
                  <a:gd name="T7" fmla="*/ 170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4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0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6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8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0"/>
                    </a:cubicBezTo>
                    <a:cubicBezTo>
                      <a:pt x="1" y="149"/>
                      <a:pt x="2" y="155"/>
                      <a:pt x="4" y="160"/>
                    </a:cubicBezTo>
                    <a:cubicBezTo>
                      <a:pt x="5" y="164"/>
                      <a:pt x="6" y="167"/>
                      <a:pt x="7" y="170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7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7"/>
                      <a:pt x="48" y="113"/>
                    </a:cubicBezTo>
                    <a:cubicBezTo>
                      <a:pt x="48" y="111"/>
                      <a:pt x="48" y="97"/>
                      <a:pt x="48" y="94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79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3"/>
                      <a:pt x="42" y="52"/>
                      <a:pt x="42" y="50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3"/>
                      <a:pt x="34" y="7"/>
                      <a:pt x="34" y="6"/>
                    </a:cubicBezTo>
                    <a:cubicBezTo>
                      <a:pt x="33" y="4"/>
                      <a:pt x="32" y="3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3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4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8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7" name="Freeform 346">
                <a:extLst>
                  <a:ext uri="{FF2B5EF4-FFF2-40B4-BE49-F238E27FC236}">
                    <a16:creationId xmlns:a16="http://schemas.microsoft.com/office/drawing/2014/main" id="{765EB0AE-FEEF-4EBC-BF65-EC0F8D2B9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324100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19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5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19" y="30"/>
                      <a:pt x="19" y="26"/>
                    </a:cubicBezTo>
                    <a:cubicBezTo>
                      <a:pt x="19" y="24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2" y="8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5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8" name="Freeform 347">
                <a:extLst>
                  <a:ext uri="{FF2B5EF4-FFF2-40B4-BE49-F238E27FC236}">
                    <a16:creationId xmlns:a16="http://schemas.microsoft.com/office/drawing/2014/main" id="{92F76ACE-5F16-4EE9-A495-B30E92B62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324100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19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2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1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1 h 48"/>
                  <a:gd name="T50" fmla="*/ 1 w 21"/>
                  <a:gd name="T51" fmla="*/ 38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5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19" y="30"/>
                      <a:pt x="19" y="26"/>
                    </a:cubicBezTo>
                    <a:cubicBezTo>
                      <a:pt x="19" y="24"/>
                      <a:pt x="20" y="23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3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2" y="8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5"/>
                      <a:pt x="1" y="38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09" name="Freeform 348">
                <a:extLst>
                  <a:ext uri="{FF2B5EF4-FFF2-40B4-BE49-F238E27FC236}">
                    <a16:creationId xmlns:a16="http://schemas.microsoft.com/office/drawing/2014/main" id="{0FE6E789-6B14-445A-BA74-89A2521A6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1871663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9 h 126"/>
                  <a:gd name="T6" fmla="*/ 18 w 126"/>
                  <a:gd name="T7" fmla="*/ 115 h 126"/>
                  <a:gd name="T8" fmla="*/ 23 w 126"/>
                  <a:gd name="T9" fmla="*/ 121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2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3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3 h 126"/>
                  <a:gd name="T58" fmla="*/ 110 w 126"/>
                  <a:gd name="T59" fmla="*/ 38 h 126"/>
                  <a:gd name="T60" fmla="*/ 108 w 126"/>
                  <a:gd name="T61" fmla="*/ 35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5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6 h 126"/>
                  <a:gd name="T92" fmla="*/ 20 w 126"/>
                  <a:gd name="T93" fmla="*/ 38 h 126"/>
                  <a:gd name="T94" fmla="*/ 8 w 126"/>
                  <a:gd name="T95" fmla="*/ 47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1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9"/>
                    </a:cubicBezTo>
                    <a:cubicBezTo>
                      <a:pt x="14" y="111"/>
                      <a:pt x="16" y="113"/>
                      <a:pt x="18" y="115"/>
                    </a:cubicBezTo>
                    <a:cubicBezTo>
                      <a:pt x="20" y="117"/>
                      <a:pt x="21" y="120"/>
                      <a:pt x="23" y="121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2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8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3"/>
                    </a:cubicBezTo>
                    <a:cubicBezTo>
                      <a:pt x="126" y="100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0" y="82"/>
                      <a:pt x="122" y="80"/>
                      <a:pt x="123" y="77"/>
                    </a:cubicBezTo>
                    <a:cubicBezTo>
                      <a:pt x="124" y="76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4" y="68"/>
                    </a:cubicBezTo>
                    <a:cubicBezTo>
                      <a:pt x="124" y="67"/>
                      <a:pt x="124" y="66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8"/>
                      <a:pt x="115" y="46"/>
                    </a:cubicBezTo>
                    <a:cubicBezTo>
                      <a:pt x="114" y="45"/>
                      <a:pt x="113" y="44"/>
                      <a:pt x="112" y="43"/>
                    </a:cubicBezTo>
                    <a:cubicBezTo>
                      <a:pt x="110" y="41"/>
                      <a:pt x="111" y="39"/>
                      <a:pt x="110" y="38"/>
                    </a:cubicBezTo>
                    <a:cubicBezTo>
                      <a:pt x="110" y="37"/>
                      <a:pt x="109" y="36"/>
                      <a:pt x="108" y="35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30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6"/>
                      <a:pt x="96" y="15"/>
                    </a:cubicBezTo>
                    <a:cubicBezTo>
                      <a:pt x="95" y="14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6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1"/>
                      <a:pt x="67" y="0"/>
                      <a:pt x="65" y="2"/>
                    </a:cubicBezTo>
                    <a:cubicBezTo>
                      <a:pt x="63" y="3"/>
                      <a:pt x="61" y="5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6"/>
                    </a:cubicBezTo>
                    <a:cubicBezTo>
                      <a:pt x="30" y="31"/>
                      <a:pt x="25" y="34"/>
                      <a:pt x="20" y="38"/>
                    </a:cubicBezTo>
                    <a:cubicBezTo>
                      <a:pt x="16" y="40"/>
                      <a:pt x="11" y="42"/>
                      <a:pt x="8" y="47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8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0" name="Freeform 349">
                <a:extLst>
                  <a:ext uri="{FF2B5EF4-FFF2-40B4-BE49-F238E27FC236}">
                    <a16:creationId xmlns:a16="http://schemas.microsoft.com/office/drawing/2014/main" id="{2D529C7C-FA67-4EEC-B2A7-4AFD8F0F1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1871663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9 h 126"/>
                  <a:gd name="T6" fmla="*/ 18 w 126"/>
                  <a:gd name="T7" fmla="*/ 115 h 126"/>
                  <a:gd name="T8" fmla="*/ 23 w 126"/>
                  <a:gd name="T9" fmla="*/ 121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2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3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4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3 h 126"/>
                  <a:gd name="T58" fmla="*/ 110 w 126"/>
                  <a:gd name="T59" fmla="*/ 38 h 126"/>
                  <a:gd name="T60" fmla="*/ 108 w 126"/>
                  <a:gd name="T61" fmla="*/ 35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5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6 h 126"/>
                  <a:gd name="T92" fmla="*/ 20 w 126"/>
                  <a:gd name="T93" fmla="*/ 38 h 126"/>
                  <a:gd name="T94" fmla="*/ 8 w 126"/>
                  <a:gd name="T95" fmla="*/ 47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1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9"/>
                    </a:cubicBezTo>
                    <a:cubicBezTo>
                      <a:pt x="14" y="111"/>
                      <a:pt x="16" y="113"/>
                      <a:pt x="18" y="115"/>
                    </a:cubicBezTo>
                    <a:cubicBezTo>
                      <a:pt x="20" y="117"/>
                      <a:pt x="21" y="120"/>
                      <a:pt x="23" y="121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2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8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3"/>
                    </a:cubicBezTo>
                    <a:cubicBezTo>
                      <a:pt x="126" y="100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0" y="82"/>
                      <a:pt x="122" y="80"/>
                      <a:pt x="123" y="77"/>
                    </a:cubicBezTo>
                    <a:cubicBezTo>
                      <a:pt x="124" y="76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4" y="68"/>
                    </a:cubicBezTo>
                    <a:cubicBezTo>
                      <a:pt x="124" y="67"/>
                      <a:pt x="124" y="66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8"/>
                      <a:pt x="115" y="46"/>
                    </a:cubicBezTo>
                    <a:cubicBezTo>
                      <a:pt x="114" y="45"/>
                      <a:pt x="113" y="44"/>
                      <a:pt x="112" y="43"/>
                    </a:cubicBezTo>
                    <a:cubicBezTo>
                      <a:pt x="110" y="41"/>
                      <a:pt x="111" y="39"/>
                      <a:pt x="110" y="38"/>
                    </a:cubicBezTo>
                    <a:cubicBezTo>
                      <a:pt x="110" y="37"/>
                      <a:pt x="109" y="36"/>
                      <a:pt x="108" y="35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30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6"/>
                      <a:pt x="96" y="15"/>
                    </a:cubicBezTo>
                    <a:cubicBezTo>
                      <a:pt x="95" y="14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6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1"/>
                      <a:pt x="67" y="0"/>
                      <a:pt x="65" y="2"/>
                    </a:cubicBezTo>
                    <a:cubicBezTo>
                      <a:pt x="63" y="3"/>
                      <a:pt x="61" y="5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6"/>
                    </a:cubicBezTo>
                    <a:cubicBezTo>
                      <a:pt x="30" y="31"/>
                      <a:pt x="25" y="34"/>
                      <a:pt x="20" y="38"/>
                    </a:cubicBezTo>
                    <a:cubicBezTo>
                      <a:pt x="16" y="40"/>
                      <a:pt x="11" y="42"/>
                      <a:pt x="8" y="47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8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1" name="Freeform 350">
                <a:extLst>
                  <a:ext uri="{FF2B5EF4-FFF2-40B4-BE49-F238E27FC236}">
                    <a16:creationId xmlns:a16="http://schemas.microsoft.com/office/drawing/2014/main" id="{2FD9BEF5-5E99-4C8D-BB8D-8D371A3004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8063" y="24272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3 h 42"/>
                  <a:gd name="T10" fmla="*/ 11 w 12"/>
                  <a:gd name="T11" fmla="*/ 4 h 42"/>
                  <a:gd name="T12" fmla="*/ 11 w 12"/>
                  <a:gd name="T13" fmla="*/ 3 h 42"/>
                  <a:gd name="T14" fmla="*/ 11 w 12"/>
                  <a:gd name="T15" fmla="*/ 2 h 42"/>
                  <a:gd name="T16" fmla="*/ 9 w 12"/>
                  <a:gd name="T17" fmla="*/ 2 h 42"/>
                  <a:gd name="T18" fmla="*/ 7 w 12"/>
                  <a:gd name="T19" fmla="*/ 0 h 42"/>
                  <a:gd name="T20" fmla="*/ 5 w 12"/>
                  <a:gd name="T21" fmla="*/ 0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6 h 42"/>
                  <a:gd name="T32" fmla="*/ 1 w 12"/>
                  <a:gd name="T33" fmla="*/ 32 h 42"/>
                  <a:gd name="T34" fmla="*/ 1 w 12"/>
                  <a:gd name="T35" fmla="*/ 38 h 42"/>
                  <a:gd name="T36" fmla="*/ 1 w 12"/>
                  <a:gd name="T37" fmla="*/ 40 h 42"/>
                  <a:gd name="T38" fmla="*/ 3 w 12"/>
                  <a:gd name="T39" fmla="*/ 41 h 42"/>
                  <a:gd name="T40" fmla="*/ 5 w 12"/>
                  <a:gd name="T41" fmla="*/ 42 h 42"/>
                  <a:gd name="T42" fmla="*/ 8 w 12"/>
                  <a:gd name="T43" fmla="*/ 42 h 42"/>
                  <a:gd name="T44" fmla="*/ 10 w 12"/>
                  <a:gd name="T45" fmla="*/ 41 h 42"/>
                  <a:gd name="T46" fmla="*/ 11 w 12"/>
                  <a:gd name="T47" fmla="*/ 41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3"/>
                    </a:cubicBezTo>
                    <a:cubicBezTo>
                      <a:pt x="11" y="3"/>
                      <a:pt x="11" y="3"/>
                      <a:pt x="11" y="2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1"/>
                      <a:pt x="8" y="1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6"/>
                    </a:cubicBezTo>
                    <a:cubicBezTo>
                      <a:pt x="1" y="28"/>
                      <a:pt x="1" y="31"/>
                      <a:pt x="1" y="32"/>
                    </a:cubicBezTo>
                    <a:cubicBezTo>
                      <a:pt x="1" y="34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0"/>
                    </a:cubicBezTo>
                    <a:cubicBezTo>
                      <a:pt x="1" y="41"/>
                      <a:pt x="2" y="41"/>
                      <a:pt x="3" y="41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8" y="42"/>
                    </a:cubicBezTo>
                    <a:cubicBezTo>
                      <a:pt x="8" y="42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2"/>
                      <a:pt x="12" y="42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2" name="Freeform 351">
                <a:extLst>
                  <a:ext uri="{FF2B5EF4-FFF2-40B4-BE49-F238E27FC236}">
                    <a16:creationId xmlns:a16="http://schemas.microsoft.com/office/drawing/2014/main" id="{633F8219-3196-42D2-9CBA-29029D8E9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8063" y="2427288"/>
                <a:ext cx="47625" cy="166688"/>
              </a:xfrm>
              <a:custGeom>
                <a:avLst/>
                <a:gdLst>
                  <a:gd name="T0" fmla="*/ 12 w 12"/>
                  <a:gd name="T1" fmla="*/ 37 h 42"/>
                  <a:gd name="T2" fmla="*/ 11 w 12"/>
                  <a:gd name="T3" fmla="*/ 32 h 42"/>
                  <a:gd name="T4" fmla="*/ 11 w 12"/>
                  <a:gd name="T5" fmla="*/ 23 h 42"/>
                  <a:gd name="T6" fmla="*/ 11 w 12"/>
                  <a:gd name="T7" fmla="*/ 18 h 42"/>
                  <a:gd name="T8" fmla="*/ 11 w 12"/>
                  <a:gd name="T9" fmla="*/ 13 h 42"/>
                  <a:gd name="T10" fmla="*/ 11 w 12"/>
                  <a:gd name="T11" fmla="*/ 4 h 42"/>
                  <a:gd name="T12" fmla="*/ 11 w 12"/>
                  <a:gd name="T13" fmla="*/ 3 h 42"/>
                  <a:gd name="T14" fmla="*/ 11 w 12"/>
                  <a:gd name="T15" fmla="*/ 2 h 42"/>
                  <a:gd name="T16" fmla="*/ 9 w 12"/>
                  <a:gd name="T17" fmla="*/ 2 h 42"/>
                  <a:gd name="T18" fmla="*/ 7 w 12"/>
                  <a:gd name="T19" fmla="*/ 0 h 42"/>
                  <a:gd name="T20" fmla="*/ 5 w 12"/>
                  <a:gd name="T21" fmla="*/ 0 h 42"/>
                  <a:gd name="T22" fmla="*/ 3 w 12"/>
                  <a:gd name="T23" fmla="*/ 1 h 42"/>
                  <a:gd name="T24" fmla="*/ 2 w 12"/>
                  <a:gd name="T25" fmla="*/ 3 h 42"/>
                  <a:gd name="T26" fmla="*/ 2 w 12"/>
                  <a:gd name="T27" fmla="*/ 15 h 42"/>
                  <a:gd name="T28" fmla="*/ 2 w 12"/>
                  <a:gd name="T29" fmla="*/ 21 h 42"/>
                  <a:gd name="T30" fmla="*/ 1 w 12"/>
                  <a:gd name="T31" fmla="*/ 26 h 42"/>
                  <a:gd name="T32" fmla="*/ 1 w 12"/>
                  <a:gd name="T33" fmla="*/ 32 h 42"/>
                  <a:gd name="T34" fmla="*/ 1 w 12"/>
                  <a:gd name="T35" fmla="*/ 38 h 42"/>
                  <a:gd name="T36" fmla="*/ 1 w 12"/>
                  <a:gd name="T37" fmla="*/ 40 h 42"/>
                  <a:gd name="T38" fmla="*/ 3 w 12"/>
                  <a:gd name="T39" fmla="*/ 41 h 42"/>
                  <a:gd name="T40" fmla="*/ 5 w 12"/>
                  <a:gd name="T41" fmla="*/ 42 h 42"/>
                  <a:gd name="T42" fmla="*/ 8 w 12"/>
                  <a:gd name="T43" fmla="*/ 42 h 42"/>
                  <a:gd name="T44" fmla="*/ 10 w 12"/>
                  <a:gd name="T45" fmla="*/ 41 h 42"/>
                  <a:gd name="T46" fmla="*/ 11 w 12"/>
                  <a:gd name="T47" fmla="*/ 41 h 42"/>
                  <a:gd name="T48" fmla="*/ 12 w 12"/>
                  <a:gd name="T49" fmla="*/ 42 h 42"/>
                  <a:gd name="T50" fmla="*/ 12 w 12"/>
                  <a:gd name="T51" fmla="*/ 41 h 42"/>
                  <a:gd name="T52" fmla="*/ 12 w 12"/>
                  <a:gd name="T53" fmla="*/ 3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2">
                    <a:moveTo>
                      <a:pt x="12" y="37"/>
                    </a:moveTo>
                    <a:cubicBezTo>
                      <a:pt x="11" y="35"/>
                      <a:pt x="11" y="34"/>
                      <a:pt x="11" y="32"/>
                    </a:cubicBezTo>
                    <a:cubicBezTo>
                      <a:pt x="11" y="29"/>
                      <a:pt x="11" y="26"/>
                      <a:pt x="11" y="23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11" y="16"/>
                      <a:pt x="11" y="15"/>
                      <a:pt x="11" y="13"/>
                    </a:cubicBezTo>
                    <a:cubicBezTo>
                      <a:pt x="11" y="10"/>
                      <a:pt x="11" y="7"/>
                      <a:pt x="11" y="4"/>
                    </a:cubicBezTo>
                    <a:cubicBezTo>
                      <a:pt x="11" y="4"/>
                      <a:pt x="11" y="4"/>
                      <a:pt x="11" y="3"/>
                    </a:cubicBezTo>
                    <a:cubicBezTo>
                      <a:pt x="11" y="3"/>
                      <a:pt x="11" y="3"/>
                      <a:pt x="11" y="2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1"/>
                      <a:pt x="8" y="1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2" y="7"/>
                      <a:pt x="2" y="11"/>
                      <a:pt x="2" y="15"/>
                    </a:cubicBezTo>
                    <a:cubicBezTo>
                      <a:pt x="2" y="17"/>
                      <a:pt x="2" y="19"/>
                      <a:pt x="2" y="21"/>
                    </a:cubicBezTo>
                    <a:cubicBezTo>
                      <a:pt x="1" y="23"/>
                      <a:pt x="1" y="25"/>
                      <a:pt x="1" y="26"/>
                    </a:cubicBezTo>
                    <a:cubicBezTo>
                      <a:pt x="1" y="28"/>
                      <a:pt x="1" y="31"/>
                      <a:pt x="1" y="32"/>
                    </a:cubicBezTo>
                    <a:cubicBezTo>
                      <a:pt x="1" y="34"/>
                      <a:pt x="1" y="36"/>
                      <a:pt x="1" y="38"/>
                    </a:cubicBezTo>
                    <a:cubicBezTo>
                      <a:pt x="0" y="39"/>
                      <a:pt x="0" y="40"/>
                      <a:pt x="1" y="40"/>
                    </a:cubicBezTo>
                    <a:cubicBezTo>
                      <a:pt x="1" y="41"/>
                      <a:pt x="2" y="41"/>
                      <a:pt x="3" y="41"/>
                    </a:cubicBezTo>
                    <a:cubicBezTo>
                      <a:pt x="3" y="42"/>
                      <a:pt x="4" y="42"/>
                      <a:pt x="5" y="42"/>
                    </a:cubicBezTo>
                    <a:cubicBezTo>
                      <a:pt x="6" y="42"/>
                      <a:pt x="7" y="42"/>
                      <a:pt x="8" y="42"/>
                    </a:cubicBezTo>
                    <a:cubicBezTo>
                      <a:pt x="8" y="42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2"/>
                      <a:pt x="12" y="42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2" y="40"/>
                      <a:pt x="12" y="38"/>
                      <a:pt x="12" y="3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3" name="Freeform 352">
                <a:extLst>
                  <a:ext uri="{FF2B5EF4-FFF2-40B4-BE49-F238E27FC236}">
                    <a16:creationId xmlns:a16="http://schemas.microsoft.com/office/drawing/2014/main" id="{8CE89FEE-9073-4636-9B06-A07452FB19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1728788"/>
                <a:ext cx="195263" cy="741363"/>
              </a:xfrm>
              <a:custGeom>
                <a:avLst/>
                <a:gdLst>
                  <a:gd name="T0" fmla="*/ 0 w 49"/>
                  <a:gd name="T1" fmla="*/ 131 h 187"/>
                  <a:gd name="T2" fmla="*/ 0 w 49"/>
                  <a:gd name="T3" fmla="*/ 141 h 187"/>
                  <a:gd name="T4" fmla="*/ 4 w 49"/>
                  <a:gd name="T5" fmla="*/ 161 h 187"/>
                  <a:gd name="T6" fmla="*/ 7 w 49"/>
                  <a:gd name="T7" fmla="*/ 171 h 187"/>
                  <a:gd name="T8" fmla="*/ 12 w 49"/>
                  <a:gd name="T9" fmla="*/ 183 h 187"/>
                  <a:gd name="T10" fmla="*/ 29 w 49"/>
                  <a:gd name="T11" fmla="*/ 186 h 187"/>
                  <a:gd name="T12" fmla="*/ 43 w 49"/>
                  <a:gd name="T13" fmla="*/ 177 h 187"/>
                  <a:gd name="T14" fmla="*/ 49 w 49"/>
                  <a:gd name="T15" fmla="*/ 165 h 187"/>
                  <a:gd name="T16" fmla="*/ 49 w 49"/>
                  <a:gd name="T17" fmla="*/ 152 h 187"/>
                  <a:gd name="T18" fmla="*/ 48 w 49"/>
                  <a:gd name="T19" fmla="*/ 139 h 187"/>
                  <a:gd name="T20" fmla="*/ 47 w 49"/>
                  <a:gd name="T21" fmla="*/ 127 h 187"/>
                  <a:gd name="T22" fmla="*/ 48 w 49"/>
                  <a:gd name="T23" fmla="*/ 114 h 187"/>
                  <a:gd name="T24" fmla="*/ 48 w 49"/>
                  <a:gd name="T25" fmla="*/ 95 h 187"/>
                  <a:gd name="T26" fmla="*/ 48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0 w 49"/>
                  <a:gd name="T35" fmla="*/ 34 h 187"/>
                  <a:gd name="T36" fmla="*/ 39 w 49"/>
                  <a:gd name="T37" fmla="*/ 26 h 187"/>
                  <a:gd name="T38" fmla="*/ 34 w 49"/>
                  <a:gd name="T39" fmla="*/ 7 h 187"/>
                  <a:gd name="T40" fmla="*/ 31 w 49"/>
                  <a:gd name="T41" fmla="*/ 3 h 187"/>
                  <a:gd name="T42" fmla="*/ 29 w 49"/>
                  <a:gd name="T43" fmla="*/ 1 h 187"/>
                  <a:gd name="T44" fmla="*/ 25 w 49"/>
                  <a:gd name="T45" fmla="*/ 2 h 187"/>
                  <a:gd name="T46" fmla="*/ 23 w 49"/>
                  <a:gd name="T47" fmla="*/ 9 h 187"/>
                  <a:gd name="T48" fmla="*/ 13 w 49"/>
                  <a:gd name="T49" fmla="*/ 38 h 187"/>
                  <a:gd name="T50" fmla="*/ 8 w 49"/>
                  <a:gd name="T51" fmla="*/ 56 h 187"/>
                  <a:gd name="T52" fmla="*/ 3 w 49"/>
                  <a:gd name="T53" fmla="*/ 69 h 187"/>
                  <a:gd name="T54" fmla="*/ 0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0" y="131"/>
                    </a:moveTo>
                    <a:cubicBezTo>
                      <a:pt x="0" y="134"/>
                      <a:pt x="0" y="138"/>
                      <a:pt x="0" y="141"/>
                    </a:cubicBezTo>
                    <a:cubicBezTo>
                      <a:pt x="1" y="149"/>
                      <a:pt x="3" y="156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4"/>
                      <a:pt x="11" y="183"/>
                      <a:pt x="12" y="183"/>
                    </a:cubicBezTo>
                    <a:cubicBezTo>
                      <a:pt x="13" y="183"/>
                      <a:pt x="27" y="187"/>
                      <a:pt x="29" y="186"/>
                    </a:cubicBezTo>
                    <a:cubicBezTo>
                      <a:pt x="30" y="185"/>
                      <a:pt x="42" y="178"/>
                      <a:pt x="43" y="177"/>
                    </a:cubicBezTo>
                    <a:cubicBezTo>
                      <a:pt x="45" y="176"/>
                      <a:pt x="48" y="168"/>
                      <a:pt x="49" y="165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4"/>
                      <a:pt x="48" y="139"/>
                    </a:cubicBezTo>
                    <a:cubicBezTo>
                      <a:pt x="48" y="135"/>
                      <a:pt x="47" y="132"/>
                      <a:pt x="47" y="127"/>
                    </a:cubicBezTo>
                    <a:cubicBezTo>
                      <a:pt x="47" y="122"/>
                      <a:pt x="47" y="118"/>
                      <a:pt x="48" y="114"/>
                    </a:cubicBezTo>
                    <a:cubicBezTo>
                      <a:pt x="48" y="112"/>
                      <a:pt x="48" y="97"/>
                      <a:pt x="48" y="95"/>
                    </a:cubicBezTo>
                    <a:cubicBezTo>
                      <a:pt x="48" y="93"/>
                      <a:pt x="49" y="91"/>
                      <a:pt x="48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3"/>
                      <a:pt x="43" y="58"/>
                      <a:pt x="43" y="56"/>
                    </a:cubicBezTo>
                    <a:cubicBezTo>
                      <a:pt x="43" y="54"/>
                      <a:pt x="42" y="53"/>
                      <a:pt x="42" y="51"/>
                    </a:cubicBezTo>
                    <a:cubicBezTo>
                      <a:pt x="42" y="50"/>
                      <a:pt x="41" y="35"/>
                      <a:pt x="40" y="34"/>
                    </a:cubicBezTo>
                    <a:cubicBezTo>
                      <a:pt x="40" y="31"/>
                      <a:pt x="39" y="28"/>
                      <a:pt x="39" y="26"/>
                    </a:cubicBezTo>
                    <a:cubicBezTo>
                      <a:pt x="38" y="24"/>
                      <a:pt x="34" y="8"/>
                      <a:pt x="34" y="7"/>
                    </a:cubicBezTo>
                    <a:cubicBezTo>
                      <a:pt x="33" y="5"/>
                      <a:pt x="32" y="4"/>
                      <a:pt x="31" y="3"/>
                    </a:cubicBezTo>
                    <a:cubicBezTo>
                      <a:pt x="30" y="2"/>
                      <a:pt x="30" y="2"/>
                      <a:pt x="29" y="1"/>
                    </a:cubicBezTo>
                    <a:cubicBezTo>
                      <a:pt x="29" y="1"/>
                      <a:pt x="26" y="0"/>
                      <a:pt x="25" y="2"/>
                    </a:cubicBezTo>
                    <a:cubicBezTo>
                      <a:pt x="24" y="4"/>
                      <a:pt x="24" y="7"/>
                      <a:pt x="23" y="9"/>
                    </a:cubicBezTo>
                    <a:cubicBezTo>
                      <a:pt x="22" y="12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6"/>
                    </a:cubicBezTo>
                    <a:cubicBezTo>
                      <a:pt x="6" y="60"/>
                      <a:pt x="4" y="63"/>
                      <a:pt x="3" y="69"/>
                    </a:cubicBezTo>
                    <a:cubicBezTo>
                      <a:pt x="2" y="73"/>
                      <a:pt x="1" y="127"/>
                      <a:pt x="0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4" name="Freeform 353">
                <a:extLst>
                  <a:ext uri="{FF2B5EF4-FFF2-40B4-BE49-F238E27FC236}">
                    <a16:creationId xmlns:a16="http://schemas.microsoft.com/office/drawing/2014/main" id="{9BD7286D-B5CB-4EEC-BCCA-1B34451AF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1728788"/>
                <a:ext cx="195263" cy="741363"/>
              </a:xfrm>
              <a:custGeom>
                <a:avLst/>
                <a:gdLst>
                  <a:gd name="T0" fmla="*/ 0 w 49"/>
                  <a:gd name="T1" fmla="*/ 131 h 187"/>
                  <a:gd name="T2" fmla="*/ 0 w 49"/>
                  <a:gd name="T3" fmla="*/ 141 h 187"/>
                  <a:gd name="T4" fmla="*/ 4 w 49"/>
                  <a:gd name="T5" fmla="*/ 161 h 187"/>
                  <a:gd name="T6" fmla="*/ 7 w 49"/>
                  <a:gd name="T7" fmla="*/ 171 h 187"/>
                  <a:gd name="T8" fmla="*/ 12 w 49"/>
                  <a:gd name="T9" fmla="*/ 183 h 187"/>
                  <a:gd name="T10" fmla="*/ 29 w 49"/>
                  <a:gd name="T11" fmla="*/ 186 h 187"/>
                  <a:gd name="T12" fmla="*/ 43 w 49"/>
                  <a:gd name="T13" fmla="*/ 177 h 187"/>
                  <a:gd name="T14" fmla="*/ 49 w 49"/>
                  <a:gd name="T15" fmla="*/ 165 h 187"/>
                  <a:gd name="T16" fmla="*/ 49 w 49"/>
                  <a:gd name="T17" fmla="*/ 152 h 187"/>
                  <a:gd name="T18" fmla="*/ 48 w 49"/>
                  <a:gd name="T19" fmla="*/ 139 h 187"/>
                  <a:gd name="T20" fmla="*/ 47 w 49"/>
                  <a:gd name="T21" fmla="*/ 127 h 187"/>
                  <a:gd name="T22" fmla="*/ 48 w 49"/>
                  <a:gd name="T23" fmla="*/ 114 h 187"/>
                  <a:gd name="T24" fmla="*/ 48 w 49"/>
                  <a:gd name="T25" fmla="*/ 95 h 187"/>
                  <a:gd name="T26" fmla="*/ 48 w 49"/>
                  <a:gd name="T27" fmla="*/ 89 h 187"/>
                  <a:gd name="T28" fmla="*/ 47 w 49"/>
                  <a:gd name="T29" fmla="*/ 76 h 187"/>
                  <a:gd name="T30" fmla="*/ 43 w 49"/>
                  <a:gd name="T31" fmla="*/ 56 h 187"/>
                  <a:gd name="T32" fmla="*/ 42 w 49"/>
                  <a:gd name="T33" fmla="*/ 51 h 187"/>
                  <a:gd name="T34" fmla="*/ 40 w 49"/>
                  <a:gd name="T35" fmla="*/ 34 h 187"/>
                  <a:gd name="T36" fmla="*/ 39 w 49"/>
                  <a:gd name="T37" fmla="*/ 26 h 187"/>
                  <a:gd name="T38" fmla="*/ 34 w 49"/>
                  <a:gd name="T39" fmla="*/ 7 h 187"/>
                  <a:gd name="T40" fmla="*/ 31 w 49"/>
                  <a:gd name="T41" fmla="*/ 3 h 187"/>
                  <a:gd name="T42" fmla="*/ 29 w 49"/>
                  <a:gd name="T43" fmla="*/ 1 h 187"/>
                  <a:gd name="T44" fmla="*/ 25 w 49"/>
                  <a:gd name="T45" fmla="*/ 2 h 187"/>
                  <a:gd name="T46" fmla="*/ 23 w 49"/>
                  <a:gd name="T47" fmla="*/ 9 h 187"/>
                  <a:gd name="T48" fmla="*/ 13 w 49"/>
                  <a:gd name="T49" fmla="*/ 38 h 187"/>
                  <a:gd name="T50" fmla="*/ 8 w 49"/>
                  <a:gd name="T51" fmla="*/ 56 h 187"/>
                  <a:gd name="T52" fmla="*/ 3 w 49"/>
                  <a:gd name="T53" fmla="*/ 69 h 187"/>
                  <a:gd name="T54" fmla="*/ 0 w 49"/>
                  <a:gd name="T55" fmla="*/ 131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7">
                    <a:moveTo>
                      <a:pt x="0" y="131"/>
                    </a:moveTo>
                    <a:cubicBezTo>
                      <a:pt x="0" y="134"/>
                      <a:pt x="0" y="138"/>
                      <a:pt x="0" y="141"/>
                    </a:cubicBezTo>
                    <a:cubicBezTo>
                      <a:pt x="1" y="149"/>
                      <a:pt x="3" y="156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4"/>
                      <a:pt x="11" y="183"/>
                      <a:pt x="12" y="183"/>
                    </a:cubicBezTo>
                    <a:cubicBezTo>
                      <a:pt x="13" y="183"/>
                      <a:pt x="27" y="187"/>
                      <a:pt x="29" y="186"/>
                    </a:cubicBezTo>
                    <a:cubicBezTo>
                      <a:pt x="30" y="185"/>
                      <a:pt x="42" y="178"/>
                      <a:pt x="43" y="177"/>
                    </a:cubicBezTo>
                    <a:cubicBezTo>
                      <a:pt x="45" y="176"/>
                      <a:pt x="48" y="168"/>
                      <a:pt x="49" y="165"/>
                    </a:cubicBezTo>
                    <a:cubicBezTo>
                      <a:pt x="49" y="161"/>
                      <a:pt x="49" y="156"/>
                      <a:pt x="49" y="152"/>
                    </a:cubicBezTo>
                    <a:cubicBezTo>
                      <a:pt x="49" y="148"/>
                      <a:pt x="49" y="144"/>
                      <a:pt x="48" y="139"/>
                    </a:cubicBezTo>
                    <a:cubicBezTo>
                      <a:pt x="48" y="135"/>
                      <a:pt x="47" y="132"/>
                      <a:pt x="47" y="127"/>
                    </a:cubicBezTo>
                    <a:cubicBezTo>
                      <a:pt x="47" y="122"/>
                      <a:pt x="47" y="118"/>
                      <a:pt x="48" y="114"/>
                    </a:cubicBezTo>
                    <a:cubicBezTo>
                      <a:pt x="48" y="112"/>
                      <a:pt x="48" y="97"/>
                      <a:pt x="48" y="95"/>
                    </a:cubicBezTo>
                    <a:cubicBezTo>
                      <a:pt x="48" y="93"/>
                      <a:pt x="49" y="91"/>
                      <a:pt x="48" y="89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3"/>
                      <a:pt x="43" y="58"/>
                      <a:pt x="43" y="56"/>
                    </a:cubicBezTo>
                    <a:cubicBezTo>
                      <a:pt x="43" y="54"/>
                      <a:pt x="42" y="53"/>
                      <a:pt x="42" y="51"/>
                    </a:cubicBezTo>
                    <a:cubicBezTo>
                      <a:pt x="42" y="50"/>
                      <a:pt x="41" y="35"/>
                      <a:pt x="40" y="34"/>
                    </a:cubicBezTo>
                    <a:cubicBezTo>
                      <a:pt x="40" y="31"/>
                      <a:pt x="39" y="28"/>
                      <a:pt x="39" y="26"/>
                    </a:cubicBezTo>
                    <a:cubicBezTo>
                      <a:pt x="38" y="24"/>
                      <a:pt x="34" y="8"/>
                      <a:pt x="34" y="7"/>
                    </a:cubicBezTo>
                    <a:cubicBezTo>
                      <a:pt x="33" y="5"/>
                      <a:pt x="32" y="4"/>
                      <a:pt x="31" y="3"/>
                    </a:cubicBezTo>
                    <a:cubicBezTo>
                      <a:pt x="30" y="2"/>
                      <a:pt x="30" y="2"/>
                      <a:pt x="29" y="1"/>
                    </a:cubicBezTo>
                    <a:cubicBezTo>
                      <a:pt x="29" y="1"/>
                      <a:pt x="26" y="0"/>
                      <a:pt x="25" y="2"/>
                    </a:cubicBezTo>
                    <a:cubicBezTo>
                      <a:pt x="24" y="4"/>
                      <a:pt x="24" y="7"/>
                      <a:pt x="23" y="9"/>
                    </a:cubicBezTo>
                    <a:cubicBezTo>
                      <a:pt x="22" y="12"/>
                      <a:pt x="14" y="31"/>
                      <a:pt x="13" y="38"/>
                    </a:cubicBezTo>
                    <a:cubicBezTo>
                      <a:pt x="12" y="45"/>
                      <a:pt x="10" y="50"/>
                      <a:pt x="8" y="56"/>
                    </a:cubicBezTo>
                    <a:cubicBezTo>
                      <a:pt x="6" y="60"/>
                      <a:pt x="4" y="63"/>
                      <a:pt x="3" y="69"/>
                    </a:cubicBezTo>
                    <a:cubicBezTo>
                      <a:pt x="2" y="73"/>
                      <a:pt x="1" y="127"/>
                      <a:pt x="0" y="13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5" name="Freeform 354">
                <a:extLst>
                  <a:ext uri="{FF2B5EF4-FFF2-40B4-BE49-F238E27FC236}">
                    <a16:creationId xmlns:a16="http://schemas.microsoft.com/office/drawing/2014/main" id="{E82107C9-B56D-4C93-88DA-1A59AE692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7063" y="243046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0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2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7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7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0" y="47"/>
                    </a:cubicBezTo>
                    <a:cubicBezTo>
                      <a:pt x="1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2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8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19" y="41"/>
                      <a:pt x="19" y="39"/>
                      <a:pt x="19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4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7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6" name="Freeform 355">
                <a:extLst>
                  <a:ext uri="{FF2B5EF4-FFF2-40B4-BE49-F238E27FC236}">
                    <a16:creationId xmlns:a16="http://schemas.microsoft.com/office/drawing/2014/main" id="{BC4A9446-7299-4127-97CA-8C146DCA8D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7063" y="243046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0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2 w 21"/>
                  <a:gd name="T9" fmla="*/ 48 h 49"/>
                  <a:gd name="T10" fmla="*/ 17 w 21"/>
                  <a:gd name="T11" fmla="*/ 48 h 49"/>
                  <a:gd name="T12" fmla="*/ 19 w 21"/>
                  <a:gd name="T13" fmla="*/ 48 h 49"/>
                  <a:gd name="T14" fmla="*/ 20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7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5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5 w 21"/>
                  <a:gd name="T35" fmla="*/ 2 h 49"/>
                  <a:gd name="T36" fmla="*/ 11 w 21"/>
                  <a:gd name="T37" fmla="*/ 0 h 49"/>
                  <a:gd name="T38" fmla="*/ 7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0" y="47"/>
                    </a:cubicBezTo>
                    <a:cubicBezTo>
                      <a:pt x="1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2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19" y="48"/>
                      <a:pt x="20" y="48"/>
                      <a:pt x="2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19" y="41"/>
                      <a:pt x="19" y="39"/>
                      <a:pt x="19" y="37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4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5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2"/>
                      <a:pt x="17" y="2"/>
                      <a:pt x="15" y="2"/>
                    </a:cubicBezTo>
                    <a:cubicBezTo>
                      <a:pt x="14" y="1"/>
                      <a:pt x="13" y="1"/>
                      <a:pt x="11" y="0"/>
                    </a:cubicBezTo>
                    <a:cubicBezTo>
                      <a:pt x="10" y="0"/>
                      <a:pt x="9" y="0"/>
                      <a:pt x="7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7" name="Freeform 356">
                <a:extLst>
                  <a:ext uri="{FF2B5EF4-FFF2-40B4-BE49-F238E27FC236}">
                    <a16:creationId xmlns:a16="http://schemas.microsoft.com/office/drawing/2014/main" id="{BA5EE320-7FC9-4C62-8F85-10C25D09D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1163" y="198278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1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4"/>
                    </a:cubicBezTo>
                    <a:cubicBezTo>
                      <a:pt x="19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1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2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1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6" y="32"/>
                      <a:pt x="106" y="30"/>
                    </a:cubicBezTo>
                    <a:cubicBezTo>
                      <a:pt x="106" y="29"/>
                      <a:pt x="106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6" y="15"/>
                      <a:pt x="95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39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8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8" name="Freeform 357">
                <a:extLst>
                  <a:ext uri="{FF2B5EF4-FFF2-40B4-BE49-F238E27FC236}">
                    <a16:creationId xmlns:a16="http://schemas.microsoft.com/office/drawing/2014/main" id="{9EE44DDD-534E-4E1D-BAEF-8B92ACFB0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1163" y="198278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4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5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4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3 h 125"/>
                  <a:gd name="T50" fmla="*/ 124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1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0 h 125"/>
                  <a:gd name="T64" fmla="*/ 106 w 126"/>
                  <a:gd name="T65" fmla="*/ 25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0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4"/>
                    </a:cubicBezTo>
                    <a:cubicBezTo>
                      <a:pt x="19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3"/>
                      <a:pt x="38" y="123"/>
                    </a:cubicBezTo>
                    <a:cubicBezTo>
                      <a:pt x="40" y="123"/>
                      <a:pt x="41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69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1" y="122"/>
                      <a:pt x="83" y="121"/>
                      <a:pt x="84" y="121"/>
                    </a:cubicBezTo>
                    <a:cubicBezTo>
                      <a:pt x="87" y="119"/>
                      <a:pt x="90" y="118"/>
                      <a:pt x="93" y="119"/>
                    </a:cubicBezTo>
                    <a:cubicBezTo>
                      <a:pt x="96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7"/>
                      <a:pt x="118" y="117"/>
                      <a:pt x="120" y="115"/>
                    </a:cubicBezTo>
                    <a:cubicBezTo>
                      <a:pt x="122" y="114"/>
                      <a:pt x="124" y="112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1" y="79"/>
                      <a:pt x="123" y="76"/>
                    </a:cubicBezTo>
                    <a:cubicBezTo>
                      <a:pt x="124" y="75"/>
                      <a:pt x="124" y="73"/>
                      <a:pt x="124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3"/>
                    </a:cubicBezTo>
                    <a:cubicBezTo>
                      <a:pt x="124" y="62"/>
                      <a:pt x="125" y="60"/>
                      <a:pt x="124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8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1" y="42"/>
                    </a:cubicBezTo>
                    <a:cubicBezTo>
                      <a:pt x="110" y="40"/>
                      <a:pt x="110" y="39"/>
                      <a:pt x="110" y="37"/>
                    </a:cubicBezTo>
                    <a:cubicBezTo>
                      <a:pt x="109" y="36"/>
                      <a:pt x="109" y="35"/>
                      <a:pt x="108" y="34"/>
                    </a:cubicBezTo>
                    <a:cubicBezTo>
                      <a:pt x="108" y="33"/>
                      <a:pt x="106" y="32"/>
                      <a:pt x="106" y="30"/>
                    </a:cubicBezTo>
                    <a:cubicBezTo>
                      <a:pt x="106" y="29"/>
                      <a:pt x="106" y="27"/>
                      <a:pt x="106" y="25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6" y="15"/>
                      <a:pt x="95" y="14"/>
                    </a:cubicBezTo>
                    <a:cubicBezTo>
                      <a:pt x="94" y="13"/>
                      <a:pt x="94" y="12"/>
                      <a:pt x="93" y="10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2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39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1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8"/>
                      <a:pt x="2" y="61"/>
                    </a:cubicBezTo>
                    <a:cubicBezTo>
                      <a:pt x="0" y="67"/>
                      <a:pt x="1" y="73"/>
                      <a:pt x="1" y="78"/>
                    </a:cubicBezTo>
                    <a:cubicBezTo>
                      <a:pt x="2" y="81"/>
                      <a:pt x="2" y="84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19" name="Freeform 358">
                <a:extLst>
                  <a:ext uri="{FF2B5EF4-FFF2-40B4-BE49-F238E27FC236}">
                    <a16:creationId xmlns:a16="http://schemas.microsoft.com/office/drawing/2014/main" id="{1C171737-8510-4A43-BE18-F120816B7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34451" y="239871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20" y="48"/>
                      <a:pt x="20" y="49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6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0" name="Freeform 359">
                <a:extLst>
                  <a:ext uri="{FF2B5EF4-FFF2-40B4-BE49-F238E27FC236}">
                    <a16:creationId xmlns:a16="http://schemas.microsoft.com/office/drawing/2014/main" id="{B07C99F5-F307-4721-84A3-570F0D990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34451" y="2398713"/>
                <a:ext cx="82550" cy="195263"/>
              </a:xfrm>
              <a:custGeom>
                <a:avLst/>
                <a:gdLst>
                  <a:gd name="T0" fmla="*/ 0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8 w 21"/>
                  <a:gd name="T7" fmla="*/ 49 h 49"/>
                  <a:gd name="T8" fmla="*/ 13 w 21"/>
                  <a:gd name="T9" fmla="*/ 49 h 49"/>
                  <a:gd name="T10" fmla="*/ 17 w 21"/>
                  <a:gd name="T11" fmla="*/ 48 h 49"/>
                  <a:gd name="T12" fmla="*/ 19 w 21"/>
                  <a:gd name="T13" fmla="*/ 48 h 49"/>
                  <a:gd name="T14" fmla="*/ 21 w 21"/>
                  <a:gd name="T15" fmla="*/ 48 h 49"/>
                  <a:gd name="T16" fmla="*/ 21 w 21"/>
                  <a:gd name="T17" fmla="*/ 48 h 49"/>
                  <a:gd name="T18" fmla="*/ 20 w 21"/>
                  <a:gd name="T19" fmla="*/ 43 h 49"/>
                  <a:gd name="T20" fmla="*/ 19 w 21"/>
                  <a:gd name="T21" fmla="*/ 38 h 49"/>
                  <a:gd name="T22" fmla="*/ 19 w 21"/>
                  <a:gd name="T23" fmla="*/ 26 h 49"/>
                  <a:gd name="T24" fmla="*/ 19 w 21"/>
                  <a:gd name="T25" fmla="*/ 21 h 49"/>
                  <a:gd name="T26" fmla="*/ 19 w 21"/>
                  <a:gd name="T27" fmla="*/ 16 h 49"/>
                  <a:gd name="T28" fmla="*/ 19 w 21"/>
                  <a:gd name="T29" fmla="*/ 4 h 49"/>
                  <a:gd name="T30" fmla="*/ 19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1 w 21"/>
                  <a:gd name="T37" fmla="*/ 0 h 49"/>
                  <a:gd name="T38" fmla="*/ 8 w 21"/>
                  <a:gd name="T39" fmla="*/ 0 h 49"/>
                  <a:gd name="T40" fmla="*/ 4 w 21"/>
                  <a:gd name="T41" fmla="*/ 1 h 49"/>
                  <a:gd name="T42" fmla="*/ 2 w 21"/>
                  <a:gd name="T43" fmla="*/ 3 h 49"/>
                  <a:gd name="T44" fmla="*/ 2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0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0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5" y="48"/>
                      <a:pt x="7" y="49"/>
                      <a:pt x="8" y="49"/>
                    </a:cubicBezTo>
                    <a:cubicBezTo>
                      <a:pt x="10" y="49"/>
                      <a:pt x="11" y="49"/>
                      <a:pt x="13" y="49"/>
                    </a:cubicBezTo>
                    <a:cubicBezTo>
                      <a:pt x="14" y="49"/>
                      <a:pt x="16" y="48"/>
                      <a:pt x="17" y="48"/>
                    </a:cubicBezTo>
                    <a:cubicBezTo>
                      <a:pt x="18" y="48"/>
                      <a:pt x="18" y="48"/>
                      <a:pt x="19" y="48"/>
                    </a:cubicBezTo>
                    <a:cubicBezTo>
                      <a:pt x="20" y="48"/>
                      <a:pt x="20" y="49"/>
                      <a:pt x="21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1" y="46"/>
                      <a:pt x="20" y="45"/>
                      <a:pt x="20" y="43"/>
                    </a:cubicBezTo>
                    <a:cubicBezTo>
                      <a:pt x="20" y="41"/>
                      <a:pt x="19" y="39"/>
                      <a:pt x="19" y="38"/>
                    </a:cubicBezTo>
                    <a:cubicBezTo>
                      <a:pt x="19" y="34"/>
                      <a:pt x="19" y="30"/>
                      <a:pt x="19" y="26"/>
                    </a:cubicBezTo>
                    <a:cubicBezTo>
                      <a:pt x="19" y="25"/>
                      <a:pt x="19" y="23"/>
                      <a:pt x="19" y="21"/>
                    </a:cubicBezTo>
                    <a:cubicBezTo>
                      <a:pt x="19" y="19"/>
                      <a:pt x="19" y="17"/>
                      <a:pt x="19" y="16"/>
                    </a:cubicBezTo>
                    <a:cubicBezTo>
                      <a:pt x="19" y="12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4" y="2"/>
                      <a:pt x="13" y="1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5" y="1"/>
                      <a:pt x="4" y="1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2" y="8"/>
                      <a:pt x="2" y="13"/>
                      <a:pt x="2" y="17"/>
                    </a:cubicBezTo>
                    <a:cubicBezTo>
                      <a:pt x="2" y="20"/>
                      <a:pt x="2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1" y="36"/>
                      <a:pt x="1" y="38"/>
                    </a:cubicBezTo>
                    <a:cubicBezTo>
                      <a:pt x="1" y="40"/>
                      <a:pt x="0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1" name="Freeform 360">
                <a:extLst>
                  <a:ext uri="{FF2B5EF4-FFF2-40B4-BE49-F238E27FC236}">
                    <a16:creationId xmlns:a16="http://schemas.microsoft.com/office/drawing/2014/main" id="{BBF94AF3-EBD0-4AA5-AB09-A63A970F5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8551" y="195103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4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1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2" name="Freeform 361">
                <a:extLst>
                  <a:ext uri="{FF2B5EF4-FFF2-40B4-BE49-F238E27FC236}">
                    <a16:creationId xmlns:a16="http://schemas.microsoft.com/office/drawing/2014/main" id="{92F7E953-ACC0-474B-ADE2-B7F5146BC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8551" y="1951038"/>
                <a:ext cx="501650" cy="495300"/>
              </a:xfrm>
              <a:custGeom>
                <a:avLst/>
                <a:gdLst>
                  <a:gd name="T0" fmla="*/ 1 w 126"/>
                  <a:gd name="T1" fmla="*/ 87 h 125"/>
                  <a:gd name="T2" fmla="*/ 1 w 126"/>
                  <a:gd name="T3" fmla="*/ 94 h 125"/>
                  <a:gd name="T4" fmla="*/ 11 w 126"/>
                  <a:gd name="T5" fmla="*/ 108 h 125"/>
                  <a:gd name="T6" fmla="*/ 18 w 126"/>
                  <a:gd name="T7" fmla="*/ 115 h 125"/>
                  <a:gd name="T8" fmla="*/ 23 w 126"/>
                  <a:gd name="T9" fmla="*/ 120 h 125"/>
                  <a:gd name="T10" fmla="*/ 30 w 126"/>
                  <a:gd name="T11" fmla="*/ 122 h 125"/>
                  <a:gd name="T12" fmla="*/ 38 w 126"/>
                  <a:gd name="T13" fmla="*/ 123 h 125"/>
                  <a:gd name="T14" fmla="*/ 43 w 126"/>
                  <a:gd name="T15" fmla="*/ 122 h 125"/>
                  <a:gd name="T16" fmla="*/ 48 w 126"/>
                  <a:gd name="T17" fmla="*/ 123 h 125"/>
                  <a:gd name="T18" fmla="*/ 57 w 126"/>
                  <a:gd name="T19" fmla="*/ 123 h 125"/>
                  <a:gd name="T20" fmla="*/ 76 w 126"/>
                  <a:gd name="T21" fmla="*/ 124 h 125"/>
                  <a:gd name="T22" fmla="*/ 80 w 126"/>
                  <a:gd name="T23" fmla="*/ 123 h 125"/>
                  <a:gd name="T24" fmla="*/ 84 w 126"/>
                  <a:gd name="T25" fmla="*/ 121 h 125"/>
                  <a:gd name="T26" fmla="*/ 93 w 126"/>
                  <a:gd name="T27" fmla="*/ 119 h 125"/>
                  <a:gd name="T28" fmla="*/ 103 w 126"/>
                  <a:gd name="T29" fmla="*/ 119 h 125"/>
                  <a:gd name="T30" fmla="*/ 112 w 126"/>
                  <a:gd name="T31" fmla="*/ 118 h 125"/>
                  <a:gd name="T32" fmla="*/ 120 w 126"/>
                  <a:gd name="T33" fmla="*/ 116 h 125"/>
                  <a:gd name="T34" fmla="*/ 125 w 126"/>
                  <a:gd name="T35" fmla="*/ 110 h 125"/>
                  <a:gd name="T36" fmla="*/ 126 w 126"/>
                  <a:gd name="T37" fmla="*/ 102 h 125"/>
                  <a:gd name="T38" fmla="*/ 124 w 126"/>
                  <a:gd name="T39" fmla="*/ 93 h 125"/>
                  <a:gd name="T40" fmla="*/ 120 w 126"/>
                  <a:gd name="T41" fmla="*/ 85 h 125"/>
                  <a:gd name="T42" fmla="*/ 123 w 126"/>
                  <a:gd name="T43" fmla="*/ 76 h 125"/>
                  <a:gd name="T44" fmla="*/ 125 w 126"/>
                  <a:gd name="T45" fmla="*/ 72 h 125"/>
                  <a:gd name="T46" fmla="*/ 124 w 126"/>
                  <a:gd name="T47" fmla="*/ 68 h 125"/>
                  <a:gd name="T48" fmla="*/ 124 w 126"/>
                  <a:gd name="T49" fmla="*/ 64 h 125"/>
                  <a:gd name="T50" fmla="*/ 125 w 126"/>
                  <a:gd name="T51" fmla="*/ 59 h 125"/>
                  <a:gd name="T52" fmla="*/ 121 w 126"/>
                  <a:gd name="T53" fmla="*/ 51 h 125"/>
                  <a:gd name="T54" fmla="*/ 115 w 126"/>
                  <a:gd name="T55" fmla="*/ 45 h 125"/>
                  <a:gd name="T56" fmla="*/ 112 w 126"/>
                  <a:gd name="T57" fmla="*/ 42 h 125"/>
                  <a:gd name="T58" fmla="*/ 110 w 126"/>
                  <a:gd name="T59" fmla="*/ 37 h 125"/>
                  <a:gd name="T60" fmla="*/ 108 w 126"/>
                  <a:gd name="T61" fmla="*/ 34 h 125"/>
                  <a:gd name="T62" fmla="*/ 106 w 126"/>
                  <a:gd name="T63" fmla="*/ 31 h 125"/>
                  <a:gd name="T64" fmla="*/ 106 w 126"/>
                  <a:gd name="T65" fmla="*/ 26 h 125"/>
                  <a:gd name="T66" fmla="*/ 104 w 126"/>
                  <a:gd name="T67" fmla="*/ 22 h 125"/>
                  <a:gd name="T68" fmla="*/ 99 w 126"/>
                  <a:gd name="T69" fmla="*/ 17 h 125"/>
                  <a:gd name="T70" fmla="*/ 95 w 126"/>
                  <a:gd name="T71" fmla="*/ 14 h 125"/>
                  <a:gd name="T72" fmla="*/ 93 w 126"/>
                  <a:gd name="T73" fmla="*/ 11 h 125"/>
                  <a:gd name="T74" fmla="*/ 90 w 126"/>
                  <a:gd name="T75" fmla="*/ 7 h 125"/>
                  <a:gd name="T76" fmla="*/ 88 w 126"/>
                  <a:gd name="T77" fmla="*/ 4 h 125"/>
                  <a:gd name="T78" fmla="*/ 79 w 126"/>
                  <a:gd name="T79" fmla="*/ 1 h 125"/>
                  <a:gd name="T80" fmla="*/ 75 w 126"/>
                  <a:gd name="T81" fmla="*/ 0 h 125"/>
                  <a:gd name="T82" fmla="*/ 65 w 126"/>
                  <a:gd name="T83" fmla="*/ 1 h 125"/>
                  <a:gd name="T84" fmla="*/ 59 w 126"/>
                  <a:gd name="T85" fmla="*/ 5 h 125"/>
                  <a:gd name="T86" fmla="*/ 51 w 126"/>
                  <a:gd name="T87" fmla="*/ 10 h 125"/>
                  <a:gd name="T88" fmla="*/ 44 w 126"/>
                  <a:gd name="T89" fmla="*/ 14 h 125"/>
                  <a:gd name="T90" fmla="*/ 33 w 126"/>
                  <a:gd name="T91" fmla="*/ 25 h 125"/>
                  <a:gd name="T92" fmla="*/ 20 w 126"/>
                  <a:gd name="T93" fmla="*/ 37 h 125"/>
                  <a:gd name="T94" fmla="*/ 8 w 126"/>
                  <a:gd name="T95" fmla="*/ 46 h 125"/>
                  <a:gd name="T96" fmla="*/ 4 w 126"/>
                  <a:gd name="T97" fmla="*/ 53 h 125"/>
                  <a:gd name="T98" fmla="*/ 2 w 126"/>
                  <a:gd name="T99" fmla="*/ 61 h 125"/>
                  <a:gd name="T100" fmla="*/ 1 w 126"/>
                  <a:gd name="T101" fmla="*/ 78 h 125"/>
                  <a:gd name="T102" fmla="*/ 1 w 126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5">
                    <a:moveTo>
                      <a:pt x="1" y="87"/>
                    </a:moveTo>
                    <a:cubicBezTo>
                      <a:pt x="0" y="90"/>
                      <a:pt x="0" y="92"/>
                      <a:pt x="1" y="94"/>
                    </a:cubicBezTo>
                    <a:cubicBezTo>
                      <a:pt x="3" y="100"/>
                      <a:pt x="6" y="104"/>
                      <a:pt x="11" y="108"/>
                    </a:cubicBezTo>
                    <a:cubicBezTo>
                      <a:pt x="13" y="110"/>
                      <a:pt x="16" y="112"/>
                      <a:pt x="18" y="115"/>
                    </a:cubicBezTo>
                    <a:cubicBezTo>
                      <a:pt x="20" y="116"/>
                      <a:pt x="21" y="119"/>
                      <a:pt x="23" y="120"/>
                    </a:cubicBezTo>
                    <a:cubicBezTo>
                      <a:pt x="25" y="121"/>
                      <a:pt x="28" y="122"/>
                      <a:pt x="30" y="122"/>
                    </a:cubicBezTo>
                    <a:cubicBezTo>
                      <a:pt x="33" y="122"/>
                      <a:pt x="35" y="124"/>
                      <a:pt x="38" y="123"/>
                    </a:cubicBezTo>
                    <a:cubicBezTo>
                      <a:pt x="40" y="123"/>
                      <a:pt x="42" y="122"/>
                      <a:pt x="43" y="122"/>
                    </a:cubicBezTo>
                    <a:cubicBezTo>
                      <a:pt x="45" y="122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5"/>
                      <a:pt x="76" y="124"/>
                    </a:cubicBezTo>
                    <a:cubicBezTo>
                      <a:pt x="77" y="124"/>
                      <a:pt x="79" y="124"/>
                      <a:pt x="80" y="123"/>
                    </a:cubicBezTo>
                    <a:cubicBezTo>
                      <a:pt x="82" y="122"/>
                      <a:pt x="83" y="121"/>
                      <a:pt x="84" y="121"/>
                    </a:cubicBezTo>
                    <a:cubicBezTo>
                      <a:pt x="87" y="119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19"/>
                      <a:pt x="112" y="118"/>
                    </a:cubicBezTo>
                    <a:cubicBezTo>
                      <a:pt x="115" y="118"/>
                      <a:pt x="118" y="117"/>
                      <a:pt x="120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0" y="88"/>
                      <a:pt x="120" y="85"/>
                    </a:cubicBezTo>
                    <a:cubicBezTo>
                      <a:pt x="120" y="81"/>
                      <a:pt x="122" y="79"/>
                      <a:pt x="123" y="76"/>
                    </a:cubicBezTo>
                    <a:cubicBezTo>
                      <a:pt x="124" y="75"/>
                      <a:pt x="124" y="73"/>
                      <a:pt x="125" y="72"/>
                    </a:cubicBezTo>
                    <a:cubicBezTo>
                      <a:pt x="125" y="71"/>
                      <a:pt x="124" y="69"/>
                      <a:pt x="124" y="68"/>
                    </a:cubicBezTo>
                    <a:cubicBezTo>
                      <a:pt x="124" y="66"/>
                      <a:pt x="124" y="65"/>
                      <a:pt x="124" y="64"/>
                    </a:cubicBezTo>
                    <a:cubicBezTo>
                      <a:pt x="124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19" y="49"/>
                      <a:pt x="117" y="47"/>
                      <a:pt x="115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0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6" y="31"/>
                    </a:cubicBezTo>
                    <a:cubicBezTo>
                      <a:pt x="106" y="29"/>
                      <a:pt x="106" y="27"/>
                      <a:pt x="106" y="26"/>
                    </a:cubicBezTo>
                    <a:cubicBezTo>
                      <a:pt x="106" y="24"/>
                      <a:pt x="105" y="23"/>
                      <a:pt x="104" y="22"/>
                    </a:cubicBezTo>
                    <a:cubicBezTo>
                      <a:pt x="103" y="20"/>
                      <a:pt x="101" y="18"/>
                      <a:pt x="99" y="17"/>
                    </a:cubicBezTo>
                    <a:cubicBezTo>
                      <a:pt x="98" y="16"/>
                      <a:pt x="97" y="15"/>
                      <a:pt x="95" y="14"/>
                    </a:cubicBezTo>
                    <a:cubicBezTo>
                      <a:pt x="94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89" y="6"/>
                      <a:pt x="89" y="5"/>
                      <a:pt x="88" y="4"/>
                    </a:cubicBezTo>
                    <a:cubicBezTo>
                      <a:pt x="85" y="3"/>
                      <a:pt x="82" y="2"/>
                      <a:pt x="79" y="1"/>
                    </a:cubicBezTo>
                    <a:cubicBezTo>
                      <a:pt x="78" y="1"/>
                      <a:pt x="76" y="1"/>
                      <a:pt x="75" y="0"/>
                    </a:cubicBezTo>
                    <a:cubicBezTo>
                      <a:pt x="75" y="0"/>
                      <a:pt x="67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6" y="7"/>
                      <a:pt x="54" y="9"/>
                      <a:pt x="51" y="10"/>
                    </a:cubicBezTo>
                    <a:cubicBezTo>
                      <a:pt x="49" y="11"/>
                      <a:pt x="46" y="12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6" y="48"/>
                      <a:pt x="5" y="51"/>
                      <a:pt x="4" y="53"/>
                    </a:cubicBezTo>
                    <a:cubicBezTo>
                      <a:pt x="3" y="56"/>
                      <a:pt x="2" y="59"/>
                      <a:pt x="2" y="61"/>
                    </a:cubicBezTo>
                    <a:cubicBezTo>
                      <a:pt x="1" y="67"/>
                      <a:pt x="1" y="73"/>
                      <a:pt x="1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3" name="Freeform 362">
                <a:extLst>
                  <a:ext uri="{FF2B5EF4-FFF2-40B4-BE49-F238E27FC236}">
                    <a16:creationId xmlns:a16="http://schemas.microsoft.com/office/drawing/2014/main" id="{DD847B7C-B07B-4CCF-986E-C8155EB6D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0113" y="2493963"/>
                <a:ext cx="47625" cy="163513"/>
              </a:xfrm>
              <a:custGeom>
                <a:avLst/>
                <a:gdLst>
                  <a:gd name="T0" fmla="*/ 11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6 w 12"/>
                  <a:gd name="T19" fmla="*/ 0 h 41"/>
                  <a:gd name="T20" fmla="*/ 4 w 12"/>
                  <a:gd name="T21" fmla="*/ 0 h 41"/>
                  <a:gd name="T22" fmla="*/ 2 w 12"/>
                  <a:gd name="T23" fmla="*/ 0 h 41"/>
                  <a:gd name="T24" fmla="*/ 1 w 12"/>
                  <a:gd name="T25" fmla="*/ 2 h 41"/>
                  <a:gd name="T26" fmla="*/ 1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0 w 12"/>
                  <a:gd name="T37" fmla="*/ 40 h 41"/>
                  <a:gd name="T38" fmla="*/ 2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1 w 12"/>
                  <a:gd name="T49" fmla="*/ 41 h 41"/>
                  <a:gd name="T50" fmla="*/ 12 w 12"/>
                  <a:gd name="T51" fmla="*/ 40 h 41"/>
                  <a:gd name="T52" fmla="*/ 11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1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0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9" y="1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2" y="0"/>
                      <a:pt x="1" y="1"/>
                      <a:pt x="1" y="2"/>
                    </a:cubicBezTo>
                    <a:cubicBezTo>
                      <a:pt x="1" y="6"/>
                      <a:pt x="1" y="10"/>
                      <a:pt x="1" y="14"/>
                    </a:cubicBezTo>
                    <a:cubicBezTo>
                      <a:pt x="1" y="16"/>
                      <a:pt x="1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0" y="34"/>
                      <a:pt x="0" y="35"/>
                      <a:pt x="0" y="37"/>
                    </a:cubicBezTo>
                    <a:cubicBezTo>
                      <a:pt x="0" y="38"/>
                      <a:pt x="0" y="39"/>
                      <a:pt x="0" y="40"/>
                    </a:cubicBezTo>
                    <a:cubicBezTo>
                      <a:pt x="1" y="40"/>
                      <a:pt x="1" y="41"/>
                      <a:pt x="2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0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1" y="38"/>
                      <a:pt x="11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4" name="Freeform 363">
                <a:extLst>
                  <a:ext uri="{FF2B5EF4-FFF2-40B4-BE49-F238E27FC236}">
                    <a16:creationId xmlns:a16="http://schemas.microsoft.com/office/drawing/2014/main" id="{D26F482C-1CDF-4FFF-AF35-B82B46637D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0113" y="2493963"/>
                <a:ext cx="47625" cy="163513"/>
              </a:xfrm>
              <a:custGeom>
                <a:avLst/>
                <a:gdLst>
                  <a:gd name="T0" fmla="*/ 11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6 w 12"/>
                  <a:gd name="T19" fmla="*/ 0 h 41"/>
                  <a:gd name="T20" fmla="*/ 4 w 12"/>
                  <a:gd name="T21" fmla="*/ 0 h 41"/>
                  <a:gd name="T22" fmla="*/ 2 w 12"/>
                  <a:gd name="T23" fmla="*/ 0 h 41"/>
                  <a:gd name="T24" fmla="*/ 1 w 12"/>
                  <a:gd name="T25" fmla="*/ 2 h 41"/>
                  <a:gd name="T26" fmla="*/ 1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0 w 12"/>
                  <a:gd name="T37" fmla="*/ 40 h 41"/>
                  <a:gd name="T38" fmla="*/ 2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1 w 12"/>
                  <a:gd name="T49" fmla="*/ 41 h 41"/>
                  <a:gd name="T50" fmla="*/ 12 w 12"/>
                  <a:gd name="T51" fmla="*/ 40 h 41"/>
                  <a:gd name="T52" fmla="*/ 11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1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0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9" y="1"/>
                      <a:pt x="9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2" y="0"/>
                      <a:pt x="1" y="1"/>
                      <a:pt x="1" y="2"/>
                    </a:cubicBezTo>
                    <a:cubicBezTo>
                      <a:pt x="1" y="6"/>
                      <a:pt x="1" y="10"/>
                      <a:pt x="1" y="14"/>
                    </a:cubicBezTo>
                    <a:cubicBezTo>
                      <a:pt x="1" y="16"/>
                      <a:pt x="1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0" y="34"/>
                      <a:pt x="0" y="35"/>
                      <a:pt x="0" y="37"/>
                    </a:cubicBezTo>
                    <a:cubicBezTo>
                      <a:pt x="0" y="38"/>
                      <a:pt x="0" y="39"/>
                      <a:pt x="0" y="40"/>
                    </a:cubicBezTo>
                    <a:cubicBezTo>
                      <a:pt x="1" y="40"/>
                      <a:pt x="1" y="41"/>
                      <a:pt x="2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5" y="41"/>
                      <a:pt x="6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0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1" y="38"/>
                      <a:pt x="11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5" name="Freeform 364">
                <a:extLst>
                  <a:ext uri="{FF2B5EF4-FFF2-40B4-BE49-F238E27FC236}">
                    <a16:creationId xmlns:a16="http://schemas.microsoft.com/office/drawing/2014/main" id="{16618710-D659-4957-95A3-BC144BD58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5501" y="1795463"/>
                <a:ext cx="193675" cy="738188"/>
              </a:xfrm>
              <a:custGeom>
                <a:avLst/>
                <a:gdLst>
                  <a:gd name="T0" fmla="*/ 1 w 49"/>
                  <a:gd name="T1" fmla="*/ 130 h 186"/>
                  <a:gd name="T2" fmla="*/ 1 w 49"/>
                  <a:gd name="T3" fmla="*/ 141 h 186"/>
                  <a:gd name="T4" fmla="*/ 5 w 49"/>
                  <a:gd name="T5" fmla="*/ 161 h 186"/>
                  <a:gd name="T6" fmla="*/ 8 w 49"/>
                  <a:gd name="T7" fmla="*/ 171 h 186"/>
                  <a:gd name="T8" fmla="*/ 12 w 49"/>
                  <a:gd name="T9" fmla="*/ 182 h 186"/>
                  <a:gd name="T10" fmla="*/ 30 w 49"/>
                  <a:gd name="T11" fmla="*/ 185 h 186"/>
                  <a:gd name="T12" fmla="*/ 44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9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9 w 49"/>
                  <a:gd name="T25" fmla="*/ 95 h 186"/>
                  <a:gd name="T26" fmla="*/ 49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3 w 49"/>
                  <a:gd name="T33" fmla="*/ 51 h 186"/>
                  <a:gd name="T34" fmla="*/ 41 w 49"/>
                  <a:gd name="T35" fmla="*/ 33 h 186"/>
                  <a:gd name="T36" fmla="*/ 39 w 49"/>
                  <a:gd name="T37" fmla="*/ 25 h 186"/>
                  <a:gd name="T38" fmla="*/ 35 w 49"/>
                  <a:gd name="T39" fmla="*/ 7 h 186"/>
                  <a:gd name="T40" fmla="*/ 31 w 49"/>
                  <a:gd name="T41" fmla="*/ 2 h 186"/>
                  <a:gd name="T42" fmla="*/ 30 w 49"/>
                  <a:gd name="T43" fmla="*/ 0 h 186"/>
                  <a:gd name="T44" fmla="*/ 26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4 w 49"/>
                  <a:gd name="T53" fmla="*/ 69 h 186"/>
                  <a:gd name="T54" fmla="*/ 1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1" y="130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2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8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30" y="185"/>
                    </a:cubicBezTo>
                    <a:cubicBezTo>
                      <a:pt x="31" y="185"/>
                      <a:pt x="43" y="177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9" y="143"/>
                      <a:pt x="49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8" y="118"/>
                      <a:pt x="48" y="113"/>
                    </a:cubicBezTo>
                    <a:cubicBezTo>
                      <a:pt x="48" y="111"/>
                      <a:pt x="49" y="97"/>
                      <a:pt x="49" y="95"/>
                    </a:cubicBezTo>
                    <a:cubicBezTo>
                      <a:pt x="49" y="93"/>
                      <a:pt x="49" y="90"/>
                      <a:pt x="49" y="88"/>
                    </a:cubicBezTo>
                    <a:cubicBezTo>
                      <a:pt x="49" y="84"/>
                      <a:pt x="48" y="80"/>
                      <a:pt x="47" y="76"/>
                    </a:cubicBezTo>
                    <a:cubicBezTo>
                      <a:pt x="47" y="72"/>
                      <a:pt x="43" y="58"/>
                      <a:pt x="43" y="55"/>
                    </a:cubicBezTo>
                    <a:cubicBezTo>
                      <a:pt x="43" y="54"/>
                      <a:pt x="43" y="52"/>
                      <a:pt x="43" y="51"/>
                    </a:cubicBezTo>
                    <a:cubicBezTo>
                      <a:pt x="42" y="49"/>
                      <a:pt x="41" y="35"/>
                      <a:pt x="41" y="33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9" y="24"/>
                      <a:pt x="35" y="7"/>
                      <a:pt x="35" y="7"/>
                    </a:cubicBezTo>
                    <a:cubicBezTo>
                      <a:pt x="34" y="4"/>
                      <a:pt x="32" y="4"/>
                      <a:pt x="31" y="2"/>
                    </a:cubicBezTo>
                    <a:cubicBezTo>
                      <a:pt x="31" y="2"/>
                      <a:pt x="30" y="1"/>
                      <a:pt x="30" y="0"/>
                    </a:cubicBezTo>
                    <a:cubicBezTo>
                      <a:pt x="29" y="0"/>
                      <a:pt x="27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5" y="31"/>
                      <a:pt x="13" y="37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7" y="59"/>
                      <a:pt x="5" y="62"/>
                      <a:pt x="4" y="69"/>
                    </a:cubicBezTo>
                    <a:cubicBezTo>
                      <a:pt x="3" y="72"/>
                      <a:pt x="1" y="126"/>
                      <a:pt x="1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6" name="Freeform 365">
                <a:extLst>
                  <a:ext uri="{FF2B5EF4-FFF2-40B4-BE49-F238E27FC236}">
                    <a16:creationId xmlns:a16="http://schemas.microsoft.com/office/drawing/2014/main" id="{7A179E74-00DC-4427-93DE-79CB0F377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5501" y="1795463"/>
                <a:ext cx="193675" cy="738188"/>
              </a:xfrm>
              <a:custGeom>
                <a:avLst/>
                <a:gdLst>
                  <a:gd name="T0" fmla="*/ 1 w 49"/>
                  <a:gd name="T1" fmla="*/ 130 h 186"/>
                  <a:gd name="T2" fmla="*/ 1 w 49"/>
                  <a:gd name="T3" fmla="*/ 141 h 186"/>
                  <a:gd name="T4" fmla="*/ 5 w 49"/>
                  <a:gd name="T5" fmla="*/ 161 h 186"/>
                  <a:gd name="T6" fmla="*/ 8 w 49"/>
                  <a:gd name="T7" fmla="*/ 171 h 186"/>
                  <a:gd name="T8" fmla="*/ 12 w 49"/>
                  <a:gd name="T9" fmla="*/ 182 h 186"/>
                  <a:gd name="T10" fmla="*/ 30 w 49"/>
                  <a:gd name="T11" fmla="*/ 185 h 186"/>
                  <a:gd name="T12" fmla="*/ 44 w 49"/>
                  <a:gd name="T13" fmla="*/ 176 h 186"/>
                  <a:gd name="T14" fmla="*/ 49 w 49"/>
                  <a:gd name="T15" fmla="*/ 164 h 186"/>
                  <a:gd name="T16" fmla="*/ 49 w 49"/>
                  <a:gd name="T17" fmla="*/ 152 h 186"/>
                  <a:gd name="T18" fmla="*/ 49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9 w 49"/>
                  <a:gd name="T25" fmla="*/ 95 h 186"/>
                  <a:gd name="T26" fmla="*/ 49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3 w 49"/>
                  <a:gd name="T33" fmla="*/ 51 h 186"/>
                  <a:gd name="T34" fmla="*/ 41 w 49"/>
                  <a:gd name="T35" fmla="*/ 33 h 186"/>
                  <a:gd name="T36" fmla="*/ 39 w 49"/>
                  <a:gd name="T37" fmla="*/ 25 h 186"/>
                  <a:gd name="T38" fmla="*/ 35 w 49"/>
                  <a:gd name="T39" fmla="*/ 7 h 186"/>
                  <a:gd name="T40" fmla="*/ 31 w 49"/>
                  <a:gd name="T41" fmla="*/ 2 h 186"/>
                  <a:gd name="T42" fmla="*/ 30 w 49"/>
                  <a:gd name="T43" fmla="*/ 0 h 186"/>
                  <a:gd name="T44" fmla="*/ 26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4 w 49"/>
                  <a:gd name="T53" fmla="*/ 69 h 186"/>
                  <a:gd name="T54" fmla="*/ 1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1" y="130"/>
                    </a:moveTo>
                    <a:cubicBezTo>
                      <a:pt x="0" y="134"/>
                      <a:pt x="0" y="137"/>
                      <a:pt x="1" y="141"/>
                    </a:cubicBezTo>
                    <a:cubicBezTo>
                      <a:pt x="2" y="149"/>
                      <a:pt x="3" y="155"/>
                      <a:pt x="5" y="161"/>
                    </a:cubicBezTo>
                    <a:cubicBezTo>
                      <a:pt x="6" y="164"/>
                      <a:pt x="7" y="167"/>
                      <a:pt x="8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30" y="185"/>
                    </a:cubicBezTo>
                    <a:cubicBezTo>
                      <a:pt x="31" y="185"/>
                      <a:pt x="43" y="177"/>
                      <a:pt x="44" y="176"/>
                    </a:cubicBezTo>
                    <a:cubicBezTo>
                      <a:pt x="45" y="175"/>
                      <a:pt x="49" y="168"/>
                      <a:pt x="49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9" y="143"/>
                      <a:pt x="49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8" y="118"/>
                      <a:pt x="48" y="113"/>
                    </a:cubicBezTo>
                    <a:cubicBezTo>
                      <a:pt x="48" y="111"/>
                      <a:pt x="49" y="97"/>
                      <a:pt x="49" y="95"/>
                    </a:cubicBezTo>
                    <a:cubicBezTo>
                      <a:pt x="49" y="93"/>
                      <a:pt x="49" y="90"/>
                      <a:pt x="49" y="88"/>
                    </a:cubicBezTo>
                    <a:cubicBezTo>
                      <a:pt x="49" y="84"/>
                      <a:pt x="48" y="80"/>
                      <a:pt x="47" y="76"/>
                    </a:cubicBezTo>
                    <a:cubicBezTo>
                      <a:pt x="47" y="72"/>
                      <a:pt x="43" y="58"/>
                      <a:pt x="43" y="55"/>
                    </a:cubicBezTo>
                    <a:cubicBezTo>
                      <a:pt x="43" y="54"/>
                      <a:pt x="43" y="52"/>
                      <a:pt x="43" y="51"/>
                    </a:cubicBezTo>
                    <a:cubicBezTo>
                      <a:pt x="42" y="49"/>
                      <a:pt x="41" y="35"/>
                      <a:pt x="41" y="33"/>
                    </a:cubicBezTo>
                    <a:cubicBezTo>
                      <a:pt x="40" y="30"/>
                      <a:pt x="40" y="27"/>
                      <a:pt x="39" y="25"/>
                    </a:cubicBezTo>
                    <a:cubicBezTo>
                      <a:pt x="39" y="24"/>
                      <a:pt x="35" y="7"/>
                      <a:pt x="35" y="7"/>
                    </a:cubicBezTo>
                    <a:cubicBezTo>
                      <a:pt x="34" y="4"/>
                      <a:pt x="32" y="4"/>
                      <a:pt x="31" y="2"/>
                    </a:cubicBezTo>
                    <a:cubicBezTo>
                      <a:pt x="31" y="2"/>
                      <a:pt x="30" y="1"/>
                      <a:pt x="30" y="0"/>
                    </a:cubicBezTo>
                    <a:cubicBezTo>
                      <a:pt x="29" y="0"/>
                      <a:pt x="27" y="0"/>
                      <a:pt x="26" y="2"/>
                    </a:cubicBezTo>
                    <a:cubicBezTo>
                      <a:pt x="25" y="4"/>
                      <a:pt x="24" y="6"/>
                      <a:pt x="23" y="8"/>
                    </a:cubicBezTo>
                    <a:cubicBezTo>
                      <a:pt x="22" y="11"/>
                      <a:pt x="15" y="31"/>
                      <a:pt x="13" y="37"/>
                    </a:cubicBezTo>
                    <a:cubicBezTo>
                      <a:pt x="12" y="45"/>
                      <a:pt x="10" y="50"/>
                      <a:pt x="8" y="55"/>
                    </a:cubicBezTo>
                    <a:cubicBezTo>
                      <a:pt x="7" y="59"/>
                      <a:pt x="5" y="62"/>
                      <a:pt x="4" y="69"/>
                    </a:cubicBezTo>
                    <a:cubicBezTo>
                      <a:pt x="3" y="72"/>
                      <a:pt x="1" y="126"/>
                      <a:pt x="1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7" name="Freeform 366">
                <a:extLst>
                  <a:ext uri="{FF2B5EF4-FFF2-40B4-BE49-F238E27FC236}">
                    <a16:creationId xmlns:a16="http://schemas.microsoft.com/office/drawing/2014/main" id="{39F35488-148D-49DC-9A06-27CB265A6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509838"/>
                <a:ext cx="87313" cy="195263"/>
              </a:xfrm>
              <a:custGeom>
                <a:avLst/>
                <a:gdLst>
                  <a:gd name="T0" fmla="*/ 1 w 22"/>
                  <a:gd name="T1" fmla="*/ 44 h 49"/>
                  <a:gd name="T2" fmla="*/ 1 w 22"/>
                  <a:gd name="T3" fmla="*/ 47 h 49"/>
                  <a:gd name="T4" fmla="*/ 4 w 22"/>
                  <a:gd name="T5" fmla="*/ 48 h 49"/>
                  <a:gd name="T6" fmla="*/ 9 w 22"/>
                  <a:gd name="T7" fmla="*/ 49 h 49"/>
                  <a:gd name="T8" fmla="*/ 13 w 22"/>
                  <a:gd name="T9" fmla="*/ 49 h 49"/>
                  <a:gd name="T10" fmla="*/ 18 w 22"/>
                  <a:gd name="T11" fmla="*/ 48 h 49"/>
                  <a:gd name="T12" fmla="*/ 20 w 22"/>
                  <a:gd name="T13" fmla="*/ 48 h 49"/>
                  <a:gd name="T14" fmla="*/ 21 w 22"/>
                  <a:gd name="T15" fmla="*/ 48 h 49"/>
                  <a:gd name="T16" fmla="*/ 22 w 22"/>
                  <a:gd name="T17" fmla="*/ 48 h 49"/>
                  <a:gd name="T18" fmla="*/ 21 w 22"/>
                  <a:gd name="T19" fmla="*/ 43 h 49"/>
                  <a:gd name="T20" fmla="*/ 20 w 22"/>
                  <a:gd name="T21" fmla="*/ 37 h 49"/>
                  <a:gd name="T22" fmla="*/ 20 w 22"/>
                  <a:gd name="T23" fmla="*/ 26 h 49"/>
                  <a:gd name="T24" fmla="*/ 20 w 22"/>
                  <a:gd name="T25" fmla="*/ 21 h 49"/>
                  <a:gd name="T26" fmla="*/ 20 w 22"/>
                  <a:gd name="T27" fmla="*/ 15 h 49"/>
                  <a:gd name="T28" fmla="*/ 20 w 22"/>
                  <a:gd name="T29" fmla="*/ 4 h 49"/>
                  <a:gd name="T30" fmla="*/ 20 w 22"/>
                  <a:gd name="T31" fmla="*/ 4 h 49"/>
                  <a:gd name="T32" fmla="*/ 20 w 22"/>
                  <a:gd name="T33" fmla="*/ 3 h 49"/>
                  <a:gd name="T34" fmla="*/ 16 w 22"/>
                  <a:gd name="T35" fmla="*/ 2 h 49"/>
                  <a:gd name="T36" fmla="*/ 12 w 22"/>
                  <a:gd name="T37" fmla="*/ 0 h 49"/>
                  <a:gd name="T38" fmla="*/ 8 w 22"/>
                  <a:gd name="T39" fmla="*/ 0 h 49"/>
                  <a:gd name="T40" fmla="*/ 4 w 22"/>
                  <a:gd name="T41" fmla="*/ 1 h 49"/>
                  <a:gd name="T42" fmla="*/ 3 w 22"/>
                  <a:gd name="T43" fmla="*/ 3 h 49"/>
                  <a:gd name="T44" fmla="*/ 3 w 22"/>
                  <a:gd name="T45" fmla="*/ 17 h 49"/>
                  <a:gd name="T46" fmla="*/ 3 w 22"/>
                  <a:gd name="T47" fmla="*/ 24 h 49"/>
                  <a:gd name="T48" fmla="*/ 2 w 22"/>
                  <a:gd name="T49" fmla="*/ 31 h 49"/>
                  <a:gd name="T50" fmla="*/ 2 w 22"/>
                  <a:gd name="T51" fmla="*/ 38 h 49"/>
                  <a:gd name="T52" fmla="*/ 1 w 22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" h="49">
                    <a:moveTo>
                      <a:pt x="1" y="44"/>
                    </a:moveTo>
                    <a:cubicBezTo>
                      <a:pt x="1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8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1" y="49"/>
                      <a:pt x="21" y="48"/>
                    </a:cubicBezTo>
                    <a:cubicBezTo>
                      <a:pt x="21" y="48"/>
                      <a:pt x="21" y="48"/>
                      <a:pt x="22" y="48"/>
                    </a:cubicBezTo>
                    <a:cubicBezTo>
                      <a:pt x="22" y="46"/>
                      <a:pt x="21" y="45"/>
                      <a:pt x="21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20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6" y="0"/>
                      <a:pt x="4" y="1"/>
                    </a:cubicBezTo>
                    <a:cubicBezTo>
                      <a:pt x="4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3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2" y="36"/>
                      <a:pt x="2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8" name="Freeform 367">
                <a:extLst>
                  <a:ext uri="{FF2B5EF4-FFF2-40B4-BE49-F238E27FC236}">
                    <a16:creationId xmlns:a16="http://schemas.microsoft.com/office/drawing/2014/main" id="{A55C01EC-911C-4AEA-9675-D8A5179CE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509838"/>
                <a:ext cx="87313" cy="195263"/>
              </a:xfrm>
              <a:custGeom>
                <a:avLst/>
                <a:gdLst>
                  <a:gd name="T0" fmla="*/ 1 w 22"/>
                  <a:gd name="T1" fmla="*/ 44 h 49"/>
                  <a:gd name="T2" fmla="*/ 1 w 22"/>
                  <a:gd name="T3" fmla="*/ 47 h 49"/>
                  <a:gd name="T4" fmla="*/ 4 w 22"/>
                  <a:gd name="T5" fmla="*/ 48 h 49"/>
                  <a:gd name="T6" fmla="*/ 9 w 22"/>
                  <a:gd name="T7" fmla="*/ 49 h 49"/>
                  <a:gd name="T8" fmla="*/ 13 w 22"/>
                  <a:gd name="T9" fmla="*/ 49 h 49"/>
                  <a:gd name="T10" fmla="*/ 18 w 22"/>
                  <a:gd name="T11" fmla="*/ 48 h 49"/>
                  <a:gd name="T12" fmla="*/ 20 w 22"/>
                  <a:gd name="T13" fmla="*/ 48 h 49"/>
                  <a:gd name="T14" fmla="*/ 21 w 22"/>
                  <a:gd name="T15" fmla="*/ 48 h 49"/>
                  <a:gd name="T16" fmla="*/ 22 w 22"/>
                  <a:gd name="T17" fmla="*/ 48 h 49"/>
                  <a:gd name="T18" fmla="*/ 21 w 22"/>
                  <a:gd name="T19" fmla="*/ 43 h 49"/>
                  <a:gd name="T20" fmla="*/ 20 w 22"/>
                  <a:gd name="T21" fmla="*/ 37 h 49"/>
                  <a:gd name="T22" fmla="*/ 20 w 22"/>
                  <a:gd name="T23" fmla="*/ 26 h 49"/>
                  <a:gd name="T24" fmla="*/ 20 w 22"/>
                  <a:gd name="T25" fmla="*/ 21 h 49"/>
                  <a:gd name="T26" fmla="*/ 20 w 22"/>
                  <a:gd name="T27" fmla="*/ 15 h 49"/>
                  <a:gd name="T28" fmla="*/ 20 w 22"/>
                  <a:gd name="T29" fmla="*/ 4 h 49"/>
                  <a:gd name="T30" fmla="*/ 20 w 22"/>
                  <a:gd name="T31" fmla="*/ 4 h 49"/>
                  <a:gd name="T32" fmla="*/ 20 w 22"/>
                  <a:gd name="T33" fmla="*/ 3 h 49"/>
                  <a:gd name="T34" fmla="*/ 16 w 22"/>
                  <a:gd name="T35" fmla="*/ 2 h 49"/>
                  <a:gd name="T36" fmla="*/ 12 w 22"/>
                  <a:gd name="T37" fmla="*/ 0 h 49"/>
                  <a:gd name="T38" fmla="*/ 8 w 22"/>
                  <a:gd name="T39" fmla="*/ 0 h 49"/>
                  <a:gd name="T40" fmla="*/ 4 w 22"/>
                  <a:gd name="T41" fmla="*/ 1 h 49"/>
                  <a:gd name="T42" fmla="*/ 3 w 22"/>
                  <a:gd name="T43" fmla="*/ 3 h 49"/>
                  <a:gd name="T44" fmla="*/ 3 w 22"/>
                  <a:gd name="T45" fmla="*/ 17 h 49"/>
                  <a:gd name="T46" fmla="*/ 3 w 22"/>
                  <a:gd name="T47" fmla="*/ 24 h 49"/>
                  <a:gd name="T48" fmla="*/ 2 w 22"/>
                  <a:gd name="T49" fmla="*/ 31 h 49"/>
                  <a:gd name="T50" fmla="*/ 2 w 22"/>
                  <a:gd name="T51" fmla="*/ 38 h 49"/>
                  <a:gd name="T52" fmla="*/ 1 w 22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" h="49">
                    <a:moveTo>
                      <a:pt x="1" y="44"/>
                    </a:moveTo>
                    <a:cubicBezTo>
                      <a:pt x="1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8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8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20" y="48"/>
                    </a:cubicBezTo>
                    <a:cubicBezTo>
                      <a:pt x="20" y="48"/>
                      <a:pt x="21" y="49"/>
                      <a:pt x="21" y="48"/>
                    </a:cubicBezTo>
                    <a:cubicBezTo>
                      <a:pt x="21" y="48"/>
                      <a:pt x="21" y="48"/>
                      <a:pt x="22" y="48"/>
                    </a:cubicBezTo>
                    <a:cubicBezTo>
                      <a:pt x="22" y="46"/>
                      <a:pt x="21" y="45"/>
                      <a:pt x="21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4"/>
                      <a:pt x="20" y="30"/>
                      <a:pt x="20" y="26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5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20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1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7" y="0"/>
                      <a:pt x="6" y="0"/>
                      <a:pt x="4" y="1"/>
                    </a:cubicBezTo>
                    <a:cubicBezTo>
                      <a:pt x="4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3" y="24"/>
                    </a:cubicBezTo>
                    <a:cubicBezTo>
                      <a:pt x="2" y="26"/>
                      <a:pt x="2" y="29"/>
                      <a:pt x="2" y="31"/>
                    </a:cubicBezTo>
                    <a:cubicBezTo>
                      <a:pt x="2" y="33"/>
                      <a:pt x="2" y="36"/>
                      <a:pt x="2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29" name="Freeform 368">
                <a:extLst>
                  <a:ext uri="{FF2B5EF4-FFF2-40B4-BE49-F238E27FC236}">
                    <a16:creationId xmlns:a16="http://schemas.microsoft.com/office/drawing/2014/main" id="{7F1FD373-2C51-45DC-8043-39D14336C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9801" y="206216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2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8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5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3 w 127"/>
                  <a:gd name="T31" fmla="*/ 118 h 125"/>
                  <a:gd name="T32" fmla="*/ 121 w 127"/>
                  <a:gd name="T33" fmla="*/ 116 h 125"/>
                  <a:gd name="T34" fmla="*/ 126 w 127"/>
                  <a:gd name="T35" fmla="*/ 110 h 125"/>
                  <a:gd name="T36" fmla="*/ 127 w 127"/>
                  <a:gd name="T37" fmla="*/ 102 h 125"/>
                  <a:gd name="T38" fmla="*/ 125 w 127"/>
                  <a:gd name="T39" fmla="*/ 93 h 125"/>
                  <a:gd name="T40" fmla="*/ 121 w 127"/>
                  <a:gd name="T41" fmla="*/ 85 h 125"/>
                  <a:gd name="T42" fmla="*/ 124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5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1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7 w 127"/>
                  <a:gd name="T65" fmla="*/ 25 h 125"/>
                  <a:gd name="T66" fmla="*/ 105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0 h 125"/>
                  <a:gd name="T74" fmla="*/ 91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60 w 127"/>
                  <a:gd name="T85" fmla="*/ 5 h 125"/>
                  <a:gd name="T86" fmla="*/ 52 w 127"/>
                  <a:gd name="T87" fmla="*/ 10 h 125"/>
                  <a:gd name="T88" fmla="*/ 45 w 127"/>
                  <a:gd name="T89" fmla="*/ 14 h 125"/>
                  <a:gd name="T90" fmla="*/ 34 w 127"/>
                  <a:gd name="T91" fmla="*/ 25 h 125"/>
                  <a:gd name="T92" fmla="*/ 21 w 127"/>
                  <a:gd name="T93" fmla="*/ 37 h 125"/>
                  <a:gd name="T94" fmla="*/ 9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1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2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6"/>
                      <a:pt x="22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4" y="122"/>
                      <a:pt x="36" y="123"/>
                      <a:pt x="39" y="123"/>
                    </a:cubicBezTo>
                    <a:cubicBezTo>
                      <a:pt x="41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8" y="123"/>
                      <a:pt x="58" y="123"/>
                      <a:pt x="58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80" y="124"/>
                      <a:pt x="81" y="123"/>
                    </a:cubicBezTo>
                    <a:cubicBezTo>
                      <a:pt x="82" y="122"/>
                      <a:pt x="83" y="121"/>
                      <a:pt x="85" y="121"/>
                    </a:cubicBezTo>
                    <a:cubicBezTo>
                      <a:pt x="88" y="119"/>
                      <a:pt x="91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7" y="119"/>
                      <a:pt x="110" y="119"/>
                      <a:pt x="113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5" y="112"/>
                      <a:pt x="126" y="110"/>
                    </a:cubicBezTo>
                    <a:cubicBezTo>
                      <a:pt x="127" y="108"/>
                      <a:pt x="127" y="105"/>
                      <a:pt x="127" y="102"/>
                    </a:cubicBezTo>
                    <a:cubicBezTo>
                      <a:pt x="126" y="99"/>
                      <a:pt x="126" y="96"/>
                      <a:pt x="125" y="93"/>
                    </a:cubicBezTo>
                    <a:cubicBezTo>
                      <a:pt x="124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4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5" y="65"/>
                      <a:pt x="125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4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5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1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0"/>
                    </a:cubicBezTo>
                    <a:cubicBezTo>
                      <a:pt x="107" y="29"/>
                      <a:pt x="107" y="27"/>
                      <a:pt x="107" y="25"/>
                    </a:cubicBezTo>
                    <a:cubicBezTo>
                      <a:pt x="106" y="24"/>
                      <a:pt x="105" y="23"/>
                      <a:pt x="105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9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0"/>
                    </a:cubicBezTo>
                    <a:cubicBezTo>
                      <a:pt x="93" y="9"/>
                      <a:pt x="92" y="8"/>
                      <a:pt x="91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1"/>
                    </a:cubicBezTo>
                    <a:cubicBezTo>
                      <a:pt x="79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60" y="5"/>
                    </a:cubicBezTo>
                    <a:cubicBezTo>
                      <a:pt x="57" y="7"/>
                      <a:pt x="55" y="9"/>
                      <a:pt x="52" y="10"/>
                    </a:cubicBezTo>
                    <a:cubicBezTo>
                      <a:pt x="49" y="11"/>
                      <a:pt x="47" y="12"/>
                      <a:pt x="45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1" y="37"/>
                    </a:cubicBezTo>
                    <a:cubicBezTo>
                      <a:pt x="16" y="40"/>
                      <a:pt x="11" y="42"/>
                      <a:pt x="9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2" y="73"/>
                      <a:pt x="2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0" name="Freeform 369">
                <a:extLst>
                  <a:ext uri="{FF2B5EF4-FFF2-40B4-BE49-F238E27FC236}">
                    <a16:creationId xmlns:a16="http://schemas.microsoft.com/office/drawing/2014/main" id="{B6DE9A4D-FC46-4080-92A7-8075B9C29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9801" y="2062163"/>
                <a:ext cx="504825" cy="495300"/>
              </a:xfrm>
              <a:custGeom>
                <a:avLst/>
                <a:gdLst>
                  <a:gd name="T0" fmla="*/ 1 w 127"/>
                  <a:gd name="T1" fmla="*/ 87 h 125"/>
                  <a:gd name="T2" fmla="*/ 1 w 127"/>
                  <a:gd name="T3" fmla="*/ 94 h 125"/>
                  <a:gd name="T4" fmla="*/ 12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8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5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3 w 127"/>
                  <a:gd name="T31" fmla="*/ 118 h 125"/>
                  <a:gd name="T32" fmla="*/ 121 w 127"/>
                  <a:gd name="T33" fmla="*/ 116 h 125"/>
                  <a:gd name="T34" fmla="*/ 126 w 127"/>
                  <a:gd name="T35" fmla="*/ 110 h 125"/>
                  <a:gd name="T36" fmla="*/ 127 w 127"/>
                  <a:gd name="T37" fmla="*/ 102 h 125"/>
                  <a:gd name="T38" fmla="*/ 125 w 127"/>
                  <a:gd name="T39" fmla="*/ 93 h 125"/>
                  <a:gd name="T40" fmla="*/ 121 w 127"/>
                  <a:gd name="T41" fmla="*/ 85 h 125"/>
                  <a:gd name="T42" fmla="*/ 124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5 w 127"/>
                  <a:gd name="T49" fmla="*/ 63 h 125"/>
                  <a:gd name="T50" fmla="*/ 125 w 127"/>
                  <a:gd name="T51" fmla="*/ 59 h 125"/>
                  <a:gd name="T52" fmla="*/ 122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1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0 h 125"/>
                  <a:gd name="T64" fmla="*/ 107 w 127"/>
                  <a:gd name="T65" fmla="*/ 25 h 125"/>
                  <a:gd name="T66" fmla="*/ 105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0 h 125"/>
                  <a:gd name="T74" fmla="*/ 91 w 127"/>
                  <a:gd name="T75" fmla="*/ 7 h 125"/>
                  <a:gd name="T76" fmla="*/ 88 w 127"/>
                  <a:gd name="T77" fmla="*/ 4 h 125"/>
                  <a:gd name="T78" fmla="*/ 80 w 127"/>
                  <a:gd name="T79" fmla="*/ 1 h 125"/>
                  <a:gd name="T80" fmla="*/ 76 w 127"/>
                  <a:gd name="T81" fmla="*/ 0 h 125"/>
                  <a:gd name="T82" fmla="*/ 65 w 127"/>
                  <a:gd name="T83" fmla="*/ 1 h 125"/>
                  <a:gd name="T84" fmla="*/ 60 w 127"/>
                  <a:gd name="T85" fmla="*/ 5 h 125"/>
                  <a:gd name="T86" fmla="*/ 52 w 127"/>
                  <a:gd name="T87" fmla="*/ 10 h 125"/>
                  <a:gd name="T88" fmla="*/ 45 w 127"/>
                  <a:gd name="T89" fmla="*/ 14 h 125"/>
                  <a:gd name="T90" fmla="*/ 34 w 127"/>
                  <a:gd name="T91" fmla="*/ 25 h 125"/>
                  <a:gd name="T92" fmla="*/ 21 w 127"/>
                  <a:gd name="T93" fmla="*/ 37 h 125"/>
                  <a:gd name="T94" fmla="*/ 9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7"/>
                    </a:moveTo>
                    <a:cubicBezTo>
                      <a:pt x="1" y="90"/>
                      <a:pt x="0" y="92"/>
                      <a:pt x="1" y="94"/>
                    </a:cubicBezTo>
                    <a:cubicBezTo>
                      <a:pt x="3" y="100"/>
                      <a:pt x="7" y="104"/>
                      <a:pt x="12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6"/>
                      <a:pt x="22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4" y="122"/>
                      <a:pt x="36" y="123"/>
                      <a:pt x="39" y="123"/>
                    </a:cubicBezTo>
                    <a:cubicBezTo>
                      <a:pt x="41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8" y="123"/>
                      <a:pt x="58" y="123"/>
                      <a:pt x="58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80" y="124"/>
                      <a:pt x="81" y="123"/>
                    </a:cubicBezTo>
                    <a:cubicBezTo>
                      <a:pt x="82" y="122"/>
                      <a:pt x="83" y="121"/>
                      <a:pt x="85" y="121"/>
                    </a:cubicBezTo>
                    <a:cubicBezTo>
                      <a:pt x="88" y="119"/>
                      <a:pt x="91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7" y="119"/>
                      <a:pt x="110" y="119"/>
                      <a:pt x="113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5" y="112"/>
                      <a:pt x="126" y="110"/>
                    </a:cubicBezTo>
                    <a:cubicBezTo>
                      <a:pt x="127" y="108"/>
                      <a:pt x="127" y="105"/>
                      <a:pt x="127" y="102"/>
                    </a:cubicBezTo>
                    <a:cubicBezTo>
                      <a:pt x="126" y="99"/>
                      <a:pt x="126" y="96"/>
                      <a:pt x="125" y="93"/>
                    </a:cubicBezTo>
                    <a:cubicBezTo>
                      <a:pt x="124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4" y="76"/>
                    </a:cubicBezTo>
                    <a:cubicBezTo>
                      <a:pt x="124" y="75"/>
                      <a:pt x="125" y="73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5" y="65"/>
                      <a:pt x="125" y="63"/>
                    </a:cubicBezTo>
                    <a:cubicBezTo>
                      <a:pt x="125" y="62"/>
                      <a:pt x="125" y="60"/>
                      <a:pt x="125" y="59"/>
                    </a:cubicBezTo>
                    <a:cubicBezTo>
                      <a:pt x="124" y="56"/>
                      <a:pt x="124" y="53"/>
                      <a:pt x="122" y="51"/>
                    </a:cubicBezTo>
                    <a:cubicBezTo>
                      <a:pt x="120" y="48"/>
                      <a:pt x="118" y="47"/>
                      <a:pt x="116" y="45"/>
                    </a:cubicBezTo>
                    <a:cubicBezTo>
                      <a:pt x="115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1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0"/>
                    </a:cubicBezTo>
                    <a:cubicBezTo>
                      <a:pt x="107" y="29"/>
                      <a:pt x="107" y="27"/>
                      <a:pt x="107" y="25"/>
                    </a:cubicBezTo>
                    <a:cubicBezTo>
                      <a:pt x="106" y="24"/>
                      <a:pt x="105" y="23"/>
                      <a:pt x="105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9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0"/>
                    </a:cubicBezTo>
                    <a:cubicBezTo>
                      <a:pt x="93" y="9"/>
                      <a:pt x="92" y="8"/>
                      <a:pt x="91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1"/>
                    </a:cubicBezTo>
                    <a:cubicBezTo>
                      <a:pt x="79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60" y="5"/>
                    </a:cubicBezTo>
                    <a:cubicBezTo>
                      <a:pt x="57" y="7"/>
                      <a:pt x="55" y="9"/>
                      <a:pt x="52" y="10"/>
                    </a:cubicBezTo>
                    <a:cubicBezTo>
                      <a:pt x="49" y="11"/>
                      <a:pt x="47" y="12"/>
                      <a:pt x="45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1" y="37"/>
                    </a:cubicBezTo>
                    <a:cubicBezTo>
                      <a:pt x="16" y="40"/>
                      <a:pt x="11" y="42"/>
                      <a:pt x="9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8"/>
                      <a:pt x="2" y="61"/>
                    </a:cubicBezTo>
                    <a:cubicBezTo>
                      <a:pt x="1" y="67"/>
                      <a:pt x="2" y="73"/>
                      <a:pt x="2" y="78"/>
                    </a:cubicBezTo>
                    <a:cubicBezTo>
                      <a:pt x="2" y="81"/>
                      <a:pt x="2" y="85"/>
                      <a:pt x="1" y="8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1" name="Freeform 370">
                <a:extLst>
                  <a:ext uri="{FF2B5EF4-FFF2-40B4-BE49-F238E27FC236}">
                    <a16:creationId xmlns:a16="http://schemas.microsoft.com/office/drawing/2014/main" id="{54608229-8DA7-4E8B-B88B-730D3B9849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605088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1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0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0 h 48"/>
                  <a:gd name="T50" fmla="*/ 1 w 21"/>
                  <a:gd name="T51" fmla="*/ 37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3"/>
                      <a:pt x="20" y="30"/>
                      <a:pt x="20" y="26"/>
                    </a:cubicBezTo>
                    <a:cubicBezTo>
                      <a:pt x="20" y="24"/>
                      <a:pt x="20" y="22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1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2"/>
                      <a:pt x="19" y="2"/>
                    </a:cubicBezTo>
                    <a:cubicBezTo>
                      <a:pt x="18" y="2"/>
                      <a:pt x="17" y="2"/>
                      <a:pt x="16" y="1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0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3" y="7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0"/>
                    </a:cubicBezTo>
                    <a:cubicBezTo>
                      <a:pt x="2" y="33"/>
                      <a:pt x="2" y="35"/>
                      <a:pt x="1" y="37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2" name="Freeform 371">
                <a:extLst>
                  <a:ext uri="{FF2B5EF4-FFF2-40B4-BE49-F238E27FC236}">
                    <a16:creationId xmlns:a16="http://schemas.microsoft.com/office/drawing/2014/main" id="{1F0D1919-D54E-43D6-919B-49735EB14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0188" y="2605088"/>
                <a:ext cx="84138" cy="190500"/>
              </a:xfrm>
              <a:custGeom>
                <a:avLst/>
                <a:gdLst>
                  <a:gd name="T0" fmla="*/ 0 w 21"/>
                  <a:gd name="T1" fmla="*/ 44 h 48"/>
                  <a:gd name="T2" fmla="*/ 1 w 21"/>
                  <a:gd name="T3" fmla="*/ 47 h 48"/>
                  <a:gd name="T4" fmla="*/ 4 w 21"/>
                  <a:gd name="T5" fmla="*/ 48 h 48"/>
                  <a:gd name="T6" fmla="*/ 8 w 21"/>
                  <a:gd name="T7" fmla="*/ 48 h 48"/>
                  <a:gd name="T8" fmla="*/ 13 w 21"/>
                  <a:gd name="T9" fmla="*/ 48 h 48"/>
                  <a:gd name="T10" fmla="*/ 17 w 21"/>
                  <a:gd name="T11" fmla="*/ 48 h 48"/>
                  <a:gd name="T12" fmla="*/ 19 w 21"/>
                  <a:gd name="T13" fmla="*/ 48 h 48"/>
                  <a:gd name="T14" fmla="*/ 21 w 21"/>
                  <a:gd name="T15" fmla="*/ 48 h 48"/>
                  <a:gd name="T16" fmla="*/ 21 w 21"/>
                  <a:gd name="T17" fmla="*/ 47 h 48"/>
                  <a:gd name="T18" fmla="*/ 20 w 21"/>
                  <a:gd name="T19" fmla="*/ 43 h 48"/>
                  <a:gd name="T20" fmla="*/ 20 w 21"/>
                  <a:gd name="T21" fmla="*/ 37 h 48"/>
                  <a:gd name="T22" fmla="*/ 20 w 21"/>
                  <a:gd name="T23" fmla="*/ 26 h 48"/>
                  <a:gd name="T24" fmla="*/ 20 w 21"/>
                  <a:gd name="T25" fmla="*/ 21 h 48"/>
                  <a:gd name="T26" fmla="*/ 19 w 21"/>
                  <a:gd name="T27" fmla="*/ 15 h 48"/>
                  <a:gd name="T28" fmla="*/ 19 w 21"/>
                  <a:gd name="T29" fmla="*/ 4 h 48"/>
                  <a:gd name="T30" fmla="*/ 19 w 21"/>
                  <a:gd name="T31" fmla="*/ 4 h 48"/>
                  <a:gd name="T32" fmla="*/ 19 w 21"/>
                  <a:gd name="T33" fmla="*/ 2 h 48"/>
                  <a:gd name="T34" fmla="*/ 16 w 21"/>
                  <a:gd name="T35" fmla="*/ 1 h 48"/>
                  <a:gd name="T36" fmla="*/ 12 w 21"/>
                  <a:gd name="T37" fmla="*/ 0 h 48"/>
                  <a:gd name="T38" fmla="*/ 8 w 21"/>
                  <a:gd name="T39" fmla="*/ 0 h 48"/>
                  <a:gd name="T40" fmla="*/ 4 w 21"/>
                  <a:gd name="T41" fmla="*/ 0 h 48"/>
                  <a:gd name="T42" fmla="*/ 3 w 21"/>
                  <a:gd name="T43" fmla="*/ 3 h 48"/>
                  <a:gd name="T44" fmla="*/ 3 w 21"/>
                  <a:gd name="T45" fmla="*/ 17 h 48"/>
                  <a:gd name="T46" fmla="*/ 2 w 21"/>
                  <a:gd name="T47" fmla="*/ 24 h 48"/>
                  <a:gd name="T48" fmla="*/ 2 w 21"/>
                  <a:gd name="T49" fmla="*/ 30 h 48"/>
                  <a:gd name="T50" fmla="*/ 1 w 21"/>
                  <a:gd name="T51" fmla="*/ 37 h 48"/>
                  <a:gd name="T52" fmla="*/ 0 w 21"/>
                  <a:gd name="T53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8">
                    <a:moveTo>
                      <a:pt x="0" y="44"/>
                    </a:moveTo>
                    <a:cubicBezTo>
                      <a:pt x="0" y="45"/>
                      <a:pt x="0" y="46"/>
                      <a:pt x="1" y="47"/>
                    </a:cubicBezTo>
                    <a:cubicBezTo>
                      <a:pt x="2" y="47"/>
                      <a:pt x="3" y="48"/>
                      <a:pt x="4" y="48"/>
                    </a:cubicBezTo>
                    <a:cubicBezTo>
                      <a:pt x="6" y="48"/>
                      <a:pt x="7" y="48"/>
                      <a:pt x="8" y="48"/>
                    </a:cubicBezTo>
                    <a:cubicBezTo>
                      <a:pt x="10" y="48"/>
                      <a:pt x="11" y="48"/>
                      <a:pt x="13" y="48"/>
                    </a:cubicBezTo>
                    <a:cubicBezTo>
                      <a:pt x="14" y="48"/>
                      <a:pt x="16" y="48"/>
                      <a:pt x="17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8"/>
                      <a:pt x="21" y="48"/>
                    </a:cubicBezTo>
                    <a:cubicBezTo>
                      <a:pt x="21" y="48"/>
                      <a:pt x="21" y="48"/>
                      <a:pt x="21" y="47"/>
                    </a:cubicBezTo>
                    <a:cubicBezTo>
                      <a:pt x="21" y="46"/>
                      <a:pt x="20" y="44"/>
                      <a:pt x="20" y="43"/>
                    </a:cubicBezTo>
                    <a:cubicBezTo>
                      <a:pt x="20" y="41"/>
                      <a:pt x="20" y="39"/>
                      <a:pt x="20" y="37"/>
                    </a:cubicBezTo>
                    <a:cubicBezTo>
                      <a:pt x="20" y="33"/>
                      <a:pt x="20" y="30"/>
                      <a:pt x="20" y="26"/>
                    </a:cubicBezTo>
                    <a:cubicBezTo>
                      <a:pt x="20" y="24"/>
                      <a:pt x="20" y="22"/>
                      <a:pt x="20" y="21"/>
                    </a:cubicBezTo>
                    <a:cubicBezTo>
                      <a:pt x="20" y="19"/>
                      <a:pt x="19" y="17"/>
                      <a:pt x="19" y="15"/>
                    </a:cubicBezTo>
                    <a:cubicBezTo>
                      <a:pt x="19" y="11"/>
                      <a:pt x="19" y="8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0" y="3"/>
                      <a:pt x="20" y="2"/>
                      <a:pt x="19" y="2"/>
                    </a:cubicBezTo>
                    <a:cubicBezTo>
                      <a:pt x="18" y="2"/>
                      <a:pt x="17" y="2"/>
                      <a:pt x="16" y="1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5" y="0"/>
                      <a:pt x="4" y="0"/>
                    </a:cubicBezTo>
                    <a:cubicBezTo>
                      <a:pt x="3" y="1"/>
                      <a:pt x="3" y="1"/>
                      <a:pt x="3" y="3"/>
                    </a:cubicBezTo>
                    <a:cubicBezTo>
                      <a:pt x="3" y="7"/>
                      <a:pt x="3" y="12"/>
                      <a:pt x="3" y="17"/>
                    </a:cubicBezTo>
                    <a:cubicBezTo>
                      <a:pt x="3" y="19"/>
                      <a:pt x="2" y="22"/>
                      <a:pt x="2" y="24"/>
                    </a:cubicBezTo>
                    <a:cubicBezTo>
                      <a:pt x="2" y="26"/>
                      <a:pt x="2" y="28"/>
                      <a:pt x="2" y="30"/>
                    </a:cubicBezTo>
                    <a:cubicBezTo>
                      <a:pt x="2" y="33"/>
                      <a:pt x="2" y="35"/>
                      <a:pt x="1" y="37"/>
                    </a:cubicBezTo>
                    <a:cubicBezTo>
                      <a:pt x="1" y="40"/>
                      <a:pt x="1" y="42"/>
                      <a:pt x="0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3" name="Freeform 372">
                <a:extLst>
                  <a:ext uri="{FF2B5EF4-FFF2-40B4-BE49-F238E27FC236}">
                    <a16:creationId xmlns:a16="http://schemas.microsoft.com/office/drawing/2014/main" id="{15947FB8-9430-4304-854E-4B9A47AAB4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2152650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5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4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8"/>
                    </a:cubicBezTo>
                    <a:cubicBezTo>
                      <a:pt x="14" y="110"/>
                      <a:pt x="17" y="113"/>
                      <a:pt x="18" y="115"/>
                    </a:cubicBezTo>
                    <a:cubicBezTo>
                      <a:pt x="20" y="117"/>
                      <a:pt x="21" y="119"/>
                      <a:pt x="23" y="120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1" y="82"/>
                      <a:pt x="122" y="79"/>
                      <a:pt x="123" y="77"/>
                    </a:cubicBezTo>
                    <a:cubicBezTo>
                      <a:pt x="124" y="75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5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7"/>
                      <a:pt x="115" y="46"/>
                    </a:cubicBezTo>
                    <a:cubicBezTo>
                      <a:pt x="114" y="45"/>
                      <a:pt x="113" y="44"/>
                      <a:pt x="112" y="42"/>
                    </a:cubicBezTo>
                    <a:cubicBezTo>
                      <a:pt x="110" y="41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5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0"/>
                      <a:pt x="67" y="0"/>
                      <a:pt x="65" y="2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7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4" name="Freeform 373">
                <a:extLst>
                  <a:ext uri="{FF2B5EF4-FFF2-40B4-BE49-F238E27FC236}">
                    <a16:creationId xmlns:a16="http://schemas.microsoft.com/office/drawing/2014/main" id="{83BB7233-6307-433F-A783-7C34B7C3D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5876" y="2152650"/>
                <a:ext cx="501650" cy="500063"/>
              </a:xfrm>
              <a:custGeom>
                <a:avLst/>
                <a:gdLst>
                  <a:gd name="T0" fmla="*/ 1 w 126"/>
                  <a:gd name="T1" fmla="*/ 88 h 126"/>
                  <a:gd name="T2" fmla="*/ 1 w 126"/>
                  <a:gd name="T3" fmla="*/ 95 h 126"/>
                  <a:gd name="T4" fmla="*/ 11 w 126"/>
                  <a:gd name="T5" fmla="*/ 108 h 126"/>
                  <a:gd name="T6" fmla="*/ 18 w 126"/>
                  <a:gd name="T7" fmla="*/ 115 h 126"/>
                  <a:gd name="T8" fmla="*/ 23 w 126"/>
                  <a:gd name="T9" fmla="*/ 120 h 126"/>
                  <a:gd name="T10" fmla="*/ 30 w 126"/>
                  <a:gd name="T11" fmla="*/ 123 h 126"/>
                  <a:gd name="T12" fmla="*/ 38 w 126"/>
                  <a:gd name="T13" fmla="*/ 124 h 126"/>
                  <a:gd name="T14" fmla="*/ 44 w 126"/>
                  <a:gd name="T15" fmla="*/ 123 h 126"/>
                  <a:gd name="T16" fmla="*/ 48 w 126"/>
                  <a:gd name="T17" fmla="*/ 123 h 126"/>
                  <a:gd name="T18" fmla="*/ 57 w 126"/>
                  <a:gd name="T19" fmla="*/ 123 h 126"/>
                  <a:gd name="T20" fmla="*/ 76 w 126"/>
                  <a:gd name="T21" fmla="*/ 125 h 126"/>
                  <a:gd name="T22" fmla="*/ 80 w 126"/>
                  <a:gd name="T23" fmla="*/ 124 h 126"/>
                  <a:gd name="T24" fmla="*/ 84 w 126"/>
                  <a:gd name="T25" fmla="*/ 121 h 126"/>
                  <a:gd name="T26" fmla="*/ 93 w 126"/>
                  <a:gd name="T27" fmla="*/ 119 h 126"/>
                  <a:gd name="T28" fmla="*/ 103 w 126"/>
                  <a:gd name="T29" fmla="*/ 119 h 126"/>
                  <a:gd name="T30" fmla="*/ 112 w 126"/>
                  <a:gd name="T31" fmla="*/ 119 h 126"/>
                  <a:gd name="T32" fmla="*/ 121 w 126"/>
                  <a:gd name="T33" fmla="*/ 116 h 126"/>
                  <a:gd name="T34" fmla="*/ 125 w 126"/>
                  <a:gd name="T35" fmla="*/ 111 h 126"/>
                  <a:gd name="T36" fmla="*/ 126 w 126"/>
                  <a:gd name="T37" fmla="*/ 102 h 126"/>
                  <a:gd name="T38" fmla="*/ 124 w 126"/>
                  <a:gd name="T39" fmla="*/ 94 h 126"/>
                  <a:gd name="T40" fmla="*/ 121 w 126"/>
                  <a:gd name="T41" fmla="*/ 85 h 126"/>
                  <a:gd name="T42" fmla="*/ 123 w 126"/>
                  <a:gd name="T43" fmla="*/ 77 h 126"/>
                  <a:gd name="T44" fmla="*/ 125 w 126"/>
                  <a:gd name="T45" fmla="*/ 73 h 126"/>
                  <a:gd name="T46" fmla="*/ 125 w 126"/>
                  <a:gd name="T47" fmla="*/ 68 h 126"/>
                  <a:gd name="T48" fmla="*/ 124 w 126"/>
                  <a:gd name="T49" fmla="*/ 64 h 126"/>
                  <a:gd name="T50" fmla="*/ 125 w 126"/>
                  <a:gd name="T51" fmla="*/ 60 h 126"/>
                  <a:gd name="T52" fmla="*/ 121 w 126"/>
                  <a:gd name="T53" fmla="*/ 51 h 126"/>
                  <a:gd name="T54" fmla="*/ 115 w 126"/>
                  <a:gd name="T55" fmla="*/ 46 h 126"/>
                  <a:gd name="T56" fmla="*/ 112 w 126"/>
                  <a:gd name="T57" fmla="*/ 42 h 126"/>
                  <a:gd name="T58" fmla="*/ 110 w 126"/>
                  <a:gd name="T59" fmla="*/ 37 h 126"/>
                  <a:gd name="T60" fmla="*/ 108 w 126"/>
                  <a:gd name="T61" fmla="*/ 34 h 126"/>
                  <a:gd name="T62" fmla="*/ 107 w 126"/>
                  <a:gd name="T63" fmla="*/ 31 h 126"/>
                  <a:gd name="T64" fmla="*/ 106 w 126"/>
                  <a:gd name="T65" fmla="*/ 26 h 126"/>
                  <a:gd name="T66" fmla="*/ 104 w 126"/>
                  <a:gd name="T67" fmla="*/ 23 h 126"/>
                  <a:gd name="T68" fmla="*/ 99 w 126"/>
                  <a:gd name="T69" fmla="*/ 17 h 126"/>
                  <a:gd name="T70" fmla="*/ 96 w 126"/>
                  <a:gd name="T71" fmla="*/ 14 h 126"/>
                  <a:gd name="T72" fmla="*/ 93 w 126"/>
                  <a:gd name="T73" fmla="*/ 11 h 126"/>
                  <a:gd name="T74" fmla="*/ 90 w 126"/>
                  <a:gd name="T75" fmla="*/ 8 h 126"/>
                  <a:gd name="T76" fmla="*/ 88 w 126"/>
                  <a:gd name="T77" fmla="*/ 5 h 126"/>
                  <a:gd name="T78" fmla="*/ 80 w 126"/>
                  <a:gd name="T79" fmla="*/ 2 h 126"/>
                  <a:gd name="T80" fmla="*/ 75 w 126"/>
                  <a:gd name="T81" fmla="*/ 1 h 126"/>
                  <a:gd name="T82" fmla="*/ 65 w 126"/>
                  <a:gd name="T83" fmla="*/ 2 h 126"/>
                  <a:gd name="T84" fmla="*/ 59 w 126"/>
                  <a:gd name="T85" fmla="*/ 6 h 126"/>
                  <a:gd name="T86" fmla="*/ 51 w 126"/>
                  <a:gd name="T87" fmla="*/ 11 h 126"/>
                  <a:gd name="T88" fmla="*/ 44 w 126"/>
                  <a:gd name="T89" fmla="*/ 14 h 126"/>
                  <a:gd name="T90" fmla="*/ 33 w 126"/>
                  <a:gd name="T91" fmla="*/ 25 h 126"/>
                  <a:gd name="T92" fmla="*/ 20 w 126"/>
                  <a:gd name="T93" fmla="*/ 37 h 126"/>
                  <a:gd name="T94" fmla="*/ 8 w 126"/>
                  <a:gd name="T95" fmla="*/ 46 h 126"/>
                  <a:gd name="T96" fmla="*/ 5 w 126"/>
                  <a:gd name="T97" fmla="*/ 54 h 126"/>
                  <a:gd name="T98" fmla="*/ 2 w 126"/>
                  <a:gd name="T99" fmla="*/ 62 h 126"/>
                  <a:gd name="T100" fmla="*/ 2 w 126"/>
                  <a:gd name="T101" fmla="*/ 79 h 126"/>
                  <a:gd name="T102" fmla="*/ 1 w 126"/>
                  <a:gd name="T103" fmla="*/ 88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" h="126">
                    <a:moveTo>
                      <a:pt x="1" y="88"/>
                    </a:moveTo>
                    <a:cubicBezTo>
                      <a:pt x="0" y="90"/>
                      <a:pt x="0" y="93"/>
                      <a:pt x="1" y="95"/>
                    </a:cubicBezTo>
                    <a:cubicBezTo>
                      <a:pt x="3" y="101"/>
                      <a:pt x="7" y="105"/>
                      <a:pt x="11" y="108"/>
                    </a:cubicBezTo>
                    <a:cubicBezTo>
                      <a:pt x="14" y="110"/>
                      <a:pt x="17" y="113"/>
                      <a:pt x="18" y="115"/>
                    </a:cubicBezTo>
                    <a:cubicBezTo>
                      <a:pt x="20" y="117"/>
                      <a:pt x="21" y="119"/>
                      <a:pt x="23" y="120"/>
                    </a:cubicBezTo>
                    <a:cubicBezTo>
                      <a:pt x="26" y="121"/>
                      <a:pt x="28" y="123"/>
                      <a:pt x="30" y="123"/>
                    </a:cubicBezTo>
                    <a:cubicBezTo>
                      <a:pt x="33" y="123"/>
                      <a:pt x="36" y="124"/>
                      <a:pt x="38" y="124"/>
                    </a:cubicBezTo>
                    <a:cubicBezTo>
                      <a:pt x="40" y="123"/>
                      <a:pt x="42" y="123"/>
                      <a:pt x="44" y="123"/>
                    </a:cubicBezTo>
                    <a:cubicBezTo>
                      <a:pt x="45" y="123"/>
                      <a:pt x="46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3" y="123"/>
                      <a:pt x="70" y="126"/>
                      <a:pt x="76" y="125"/>
                    </a:cubicBezTo>
                    <a:cubicBezTo>
                      <a:pt x="78" y="125"/>
                      <a:pt x="79" y="124"/>
                      <a:pt x="80" y="124"/>
                    </a:cubicBezTo>
                    <a:cubicBezTo>
                      <a:pt x="82" y="123"/>
                      <a:pt x="83" y="122"/>
                      <a:pt x="84" y="121"/>
                    </a:cubicBezTo>
                    <a:cubicBezTo>
                      <a:pt x="87" y="120"/>
                      <a:pt x="90" y="119"/>
                      <a:pt x="93" y="119"/>
                    </a:cubicBezTo>
                    <a:cubicBezTo>
                      <a:pt x="97" y="119"/>
                      <a:pt x="100" y="119"/>
                      <a:pt x="103" y="119"/>
                    </a:cubicBezTo>
                    <a:cubicBezTo>
                      <a:pt x="106" y="119"/>
                      <a:pt x="109" y="120"/>
                      <a:pt x="112" y="119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5"/>
                      <a:pt x="124" y="113"/>
                      <a:pt x="125" y="111"/>
                    </a:cubicBezTo>
                    <a:cubicBezTo>
                      <a:pt x="126" y="108"/>
                      <a:pt x="126" y="105"/>
                      <a:pt x="126" y="102"/>
                    </a:cubicBezTo>
                    <a:cubicBezTo>
                      <a:pt x="126" y="99"/>
                      <a:pt x="125" y="97"/>
                      <a:pt x="124" y="94"/>
                    </a:cubicBezTo>
                    <a:cubicBezTo>
                      <a:pt x="123" y="91"/>
                      <a:pt x="121" y="89"/>
                      <a:pt x="121" y="85"/>
                    </a:cubicBezTo>
                    <a:cubicBezTo>
                      <a:pt x="121" y="82"/>
                      <a:pt x="122" y="79"/>
                      <a:pt x="123" y="77"/>
                    </a:cubicBezTo>
                    <a:cubicBezTo>
                      <a:pt x="124" y="75"/>
                      <a:pt x="124" y="74"/>
                      <a:pt x="125" y="73"/>
                    </a:cubicBezTo>
                    <a:cubicBezTo>
                      <a:pt x="125" y="71"/>
                      <a:pt x="125" y="70"/>
                      <a:pt x="125" y="68"/>
                    </a:cubicBezTo>
                    <a:cubicBezTo>
                      <a:pt x="124" y="67"/>
                      <a:pt x="124" y="65"/>
                      <a:pt x="124" y="64"/>
                    </a:cubicBezTo>
                    <a:cubicBezTo>
                      <a:pt x="124" y="63"/>
                      <a:pt x="125" y="61"/>
                      <a:pt x="125" y="60"/>
                    </a:cubicBezTo>
                    <a:cubicBezTo>
                      <a:pt x="124" y="57"/>
                      <a:pt x="123" y="54"/>
                      <a:pt x="121" y="51"/>
                    </a:cubicBezTo>
                    <a:cubicBezTo>
                      <a:pt x="120" y="49"/>
                      <a:pt x="118" y="47"/>
                      <a:pt x="115" y="46"/>
                    </a:cubicBezTo>
                    <a:cubicBezTo>
                      <a:pt x="114" y="45"/>
                      <a:pt x="113" y="44"/>
                      <a:pt x="112" y="42"/>
                    </a:cubicBezTo>
                    <a:cubicBezTo>
                      <a:pt x="110" y="41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8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8"/>
                      <a:pt x="106" y="26"/>
                    </a:cubicBezTo>
                    <a:cubicBezTo>
                      <a:pt x="106" y="25"/>
                      <a:pt x="105" y="24"/>
                      <a:pt x="104" y="23"/>
                    </a:cubicBezTo>
                    <a:cubicBezTo>
                      <a:pt x="103" y="21"/>
                      <a:pt x="102" y="19"/>
                      <a:pt x="99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10"/>
                      <a:pt x="91" y="9"/>
                      <a:pt x="90" y="8"/>
                    </a:cubicBezTo>
                    <a:cubicBezTo>
                      <a:pt x="90" y="7"/>
                      <a:pt x="89" y="5"/>
                      <a:pt x="88" y="5"/>
                    </a:cubicBezTo>
                    <a:cubicBezTo>
                      <a:pt x="85" y="3"/>
                      <a:pt x="83" y="3"/>
                      <a:pt x="80" y="2"/>
                    </a:cubicBezTo>
                    <a:cubicBezTo>
                      <a:pt x="78" y="2"/>
                      <a:pt x="77" y="1"/>
                      <a:pt x="75" y="1"/>
                    </a:cubicBezTo>
                    <a:cubicBezTo>
                      <a:pt x="75" y="0"/>
                      <a:pt x="67" y="0"/>
                      <a:pt x="65" y="2"/>
                    </a:cubicBezTo>
                    <a:cubicBezTo>
                      <a:pt x="63" y="3"/>
                      <a:pt x="61" y="4"/>
                      <a:pt x="59" y="6"/>
                    </a:cubicBezTo>
                    <a:cubicBezTo>
                      <a:pt x="57" y="8"/>
                      <a:pt x="54" y="9"/>
                      <a:pt x="51" y="11"/>
                    </a:cubicBezTo>
                    <a:cubicBezTo>
                      <a:pt x="49" y="12"/>
                      <a:pt x="46" y="13"/>
                      <a:pt x="44" y="14"/>
                    </a:cubicBezTo>
                    <a:cubicBezTo>
                      <a:pt x="40" y="17"/>
                      <a:pt x="36" y="21"/>
                      <a:pt x="33" y="25"/>
                    </a:cubicBezTo>
                    <a:cubicBezTo>
                      <a:pt x="30" y="30"/>
                      <a:pt x="25" y="34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9"/>
                      <a:pt x="6" y="51"/>
                      <a:pt x="5" y="54"/>
                    </a:cubicBezTo>
                    <a:cubicBezTo>
                      <a:pt x="4" y="57"/>
                      <a:pt x="3" y="59"/>
                      <a:pt x="2" y="62"/>
                    </a:cubicBezTo>
                    <a:cubicBezTo>
                      <a:pt x="1" y="67"/>
                      <a:pt x="1" y="73"/>
                      <a:pt x="2" y="79"/>
                    </a:cubicBezTo>
                    <a:cubicBezTo>
                      <a:pt x="2" y="82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5" name="Freeform 374">
                <a:extLst>
                  <a:ext uri="{FF2B5EF4-FFF2-40B4-BE49-F238E27FC236}">
                    <a16:creationId xmlns:a16="http://schemas.microsoft.com/office/drawing/2014/main" id="{935151D4-BCD9-4BD8-830D-467426C30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0751" y="2620963"/>
                <a:ext cx="82550" cy="195263"/>
              </a:xfrm>
              <a:custGeom>
                <a:avLst/>
                <a:gdLst>
                  <a:gd name="T0" fmla="*/ 1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9 w 21"/>
                  <a:gd name="T7" fmla="*/ 49 h 49"/>
                  <a:gd name="T8" fmla="*/ 13 w 21"/>
                  <a:gd name="T9" fmla="*/ 49 h 49"/>
                  <a:gd name="T10" fmla="*/ 18 w 21"/>
                  <a:gd name="T11" fmla="*/ 48 h 49"/>
                  <a:gd name="T12" fmla="*/ 19 w 21"/>
                  <a:gd name="T13" fmla="*/ 48 h 49"/>
                  <a:gd name="T14" fmla="*/ 21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8 h 49"/>
                  <a:gd name="T22" fmla="*/ 20 w 21"/>
                  <a:gd name="T23" fmla="*/ 27 h 49"/>
                  <a:gd name="T24" fmla="*/ 20 w 21"/>
                  <a:gd name="T25" fmla="*/ 21 h 49"/>
                  <a:gd name="T26" fmla="*/ 20 w 21"/>
                  <a:gd name="T27" fmla="*/ 16 h 49"/>
                  <a:gd name="T28" fmla="*/ 20 w 21"/>
                  <a:gd name="T29" fmla="*/ 4 h 49"/>
                  <a:gd name="T30" fmla="*/ 20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2 w 21"/>
                  <a:gd name="T37" fmla="*/ 0 h 49"/>
                  <a:gd name="T38" fmla="*/ 8 w 21"/>
                  <a:gd name="T39" fmla="*/ 1 h 49"/>
                  <a:gd name="T40" fmla="*/ 4 w 21"/>
                  <a:gd name="T41" fmla="*/ 1 h 49"/>
                  <a:gd name="T42" fmla="*/ 3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1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9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9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9"/>
                      <a:pt x="21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1" y="45"/>
                      <a:pt x="20" y="43"/>
                    </a:cubicBezTo>
                    <a:cubicBezTo>
                      <a:pt x="20" y="42"/>
                      <a:pt x="20" y="40"/>
                      <a:pt x="20" y="38"/>
                    </a:cubicBezTo>
                    <a:cubicBezTo>
                      <a:pt x="20" y="34"/>
                      <a:pt x="20" y="30"/>
                      <a:pt x="20" y="27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6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2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1"/>
                    </a:cubicBezTo>
                    <a:cubicBezTo>
                      <a:pt x="7" y="1"/>
                      <a:pt x="5" y="1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2" y="36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6" name="Freeform 375">
                <a:extLst>
                  <a:ext uri="{FF2B5EF4-FFF2-40B4-BE49-F238E27FC236}">
                    <a16:creationId xmlns:a16="http://schemas.microsoft.com/office/drawing/2014/main" id="{2DE6B607-0BA5-4BE9-ACB1-723288DDD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0751" y="2620963"/>
                <a:ext cx="82550" cy="195263"/>
              </a:xfrm>
              <a:custGeom>
                <a:avLst/>
                <a:gdLst>
                  <a:gd name="T0" fmla="*/ 1 w 21"/>
                  <a:gd name="T1" fmla="*/ 44 h 49"/>
                  <a:gd name="T2" fmla="*/ 1 w 21"/>
                  <a:gd name="T3" fmla="*/ 47 h 49"/>
                  <a:gd name="T4" fmla="*/ 4 w 21"/>
                  <a:gd name="T5" fmla="*/ 48 h 49"/>
                  <a:gd name="T6" fmla="*/ 9 w 21"/>
                  <a:gd name="T7" fmla="*/ 49 h 49"/>
                  <a:gd name="T8" fmla="*/ 13 w 21"/>
                  <a:gd name="T9" fmla="*/ 49 h 49"/>
                  <a:gd name="T10" fmla="*/ 18 w 21"/>
                  <a:gd name="T11" fmla="*/ 48 h 49"/>
                  <a:gd name="T12" fmla="*/ 19 w 21"/>
                  <a:gd name="T13" fmla="*/ 48 h 49"/>
                  <a:gd name="T14" fmla="*/ 21 w 21"/>
                  <a:gd name="T15" fmla="*/ 49 h 49"/>
                  <a:gd name="T16" fmla="*/ 21 w 21"/>
                  <a:gd name="T17" fmla="*/ 48 h 49"/>
                  <a:gd name="T18" fmla="*/ 20 w 21"/>
                  <a:gd name="T19" fmla="*/ 43 h 49"/>
                  <a:gd name="T20" fmla="*/ 20 w 21"/>
                  <a:gd name="T21" fmla="*/ 38 h 49"/>
                  <a:gd name="T22" fmla="*/ 20 w 21"/>
                  <a:gd name="T23" fmla="*/ 27 h 49"/>
                  <a:gd name="T24" fmla="*/ 20 w 21"/>
                  <a:gd name="T25" fmla="*/ 21 h 49"/>
                  <a:gd name="T26" fmla="*/ 20 w 21"/>
                  <a:gd name="T27" fmla="*/ 16 h 49"/>
                  <a:gd name="T28" fmla="*/ 20 w 21"/>
                  <a:gd name="T29" fmla="*/ 4 h 49"/>
                  <a:gd name="T30" fmla="*/ 20 w 21"/>
                  <a:gd name="T31" fmla="*/ 4 h 49"/>
                  <a:gd name="T32" fmla="*/ 19 w 21"/>
                  <a:gd name="T33" fmla="*/ 3 h 49"/>
                  <a:gd name="T34" fmla="*/ 16 w 21"/>
                  <a:gd name="T35" fmla="*/ 2 h 49"/>
                  <a:gd name="T36" fmla="*/ 12 w 21"/>
                  <a:gd name="T37" fmla="*/ 0 h 49"/>
                  <a:gd name="T38" fmla="*/ 8 w 21"/>
                  <a:gd name="T39" fmla="*/ 1 h 49"/>
                  <a:gd name="T40" fmla="*/ 4 w 21"/>
                  <a:gd name="T41" fmla="*/ 1 h 49"/>
                  <a:gd name="T42" fmla="*/ 3 w 21"/>
                  <a:gd name="T43" fmla="*/ 3 h 49"/>
                  <a:gd name="T44" fmla="*/ 3 w 21"/>
                  <a:gd name="T45" fmla="*/ 17 h 49"/>
                  <a:gd name="T46" fmla="*/ 2 w 21"/>
                  <a:gd name="T47" fmla="*/ 24 h 49"/>
                  <a:gd name="T48" fmla="*/ 2 w 21"/>
                  <a:gd name="T49" fmla="*/ 31 h 49"/>
                  <a:gd name="T50" fmla="*/ 1 w 21"/>
                  <a:gd name="T51" fmla="*/ 38 h 49"/>
                  <a:gd name="T52" fmla="*/ 1 w 21"/>
                  <a:gd name="T5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49">
                    <a:moveTo>
                      <a:pt x="1" y="44"/>
                    </a:moveTo>
                    <a:cubicBezTo>
                      <a:pt x="0" y="45"/>
                      <a:pt x="0" y="47"/>
                      <a:pt x="1" y="47"/>
                    </a:cubicBezTo>
                    <a:cubicBezTo>
                      <a:pt x="2" y="48"/>
                      <a:pt x="3" y="48"/>
                      <a:pt x="4" y="48"/>
                    </a:cubicBezTo>
                    <a:cubicBezTo>
                      <a:pt x="6" y="49"/>
                      <a:pt x="7" y="49"/>
                      <a:pt x="9" y="49"/>
                    </a:cubicBezTo>
                    <a:cubicBezTo>
                      <a:pt x="10" y="49"/>
                      <a:pt x="12" y="49"/>
                      <a:pt x="13" y="49"/>
                    </a:cubicBezTo>
                    <a:cubicBezTo>
                      <a:pt x="15" y="49"/>
                      <a:pt x="16" y="48"/>
                      <a:pt x="18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9"/>
                      <a:pt x="21" y="49"/>
                    </a:cubicBezTo>
                    <a:cubicBezTo>
                      <a:pt x="21" y="49"/>
                      <a:pt x="21" y="48"/>
                      <a:pt x="21" y="48"/>
                    </a:cubicBezTo>
                    <a:cubicBezTo>
                      <a:pt x="21" y="46"/>
                      <a:pt x="21" y="45"/>
                      <a:pt x="20" y="43"/>
                    </a:cubicBezTo>
                    <a:cubicBezTo>
                      <a:pt x="20" y="42"/>
                      <a:pt x="20" y="40"/>
                      <a:pt x="20" y="38"/>
                    </a:cubicBezTo>
                    <a:cubicBezTo>
                      <a:pt x="20" y="34"/>
                      <a:pt x="20" y="30"/>
                      <a:pt x="20" y="27"/>
                    </a:cubicBezTo>
                    <a:cubicBezTo>
                      <a:pt x="20" y="25"/>
                      <a:pt x="20" y="23"/>
                      <a:pt x="20" y="21"/>
                    </a:cubicBezTo>
                    <a:cubicBezTo>
                      <a:pt x="20" y="19"/>
                      <a:pt x="20" y="17"/>
                      <a:pt x="20" y="16"/>
                    </a:cubicBezTo>
                    <a:cubicBezTo>
                      <a:pt x="20" y="12"/>
                      <a:pt x="19" y="8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3"/>
                      <a:pt x="19" y="3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2"/>
                      <a:pt x="13" y="1"/>
                      <a:pt x="12" y="0"/>
                    </a:cubicBezTo>
                    <a:cubicBezTo>
                      <a:pt x="11" y="0"/>
                      <a:pt x="9" y="0"/>
                      <a:pt x="8" y="1"/>
                    </a:cubicBezTo>
                    <a:cubicBezTo>
                      <a:pt x="7" y="1"/>
                      <a:pt x="5" y="1"/>
                      <a:pt x="4" y="1"/>
                    </a:cubicBezTo>
                    <a:cubicBezTo>
                      <a:pt x="3" y="1"/>
                      <a:pt x="3" y="2"/>
                      <a:pt x="3" y="3"/>
                    </a:cubicBezTo>
                    <a:cubicBezTo>
                      <a:pt x="3" y="8"/>
                      <a:pt x="3" y="13"/>
                      <a:pt x="3" y="17"/>
                    </a:cubicBezTo>
                    <a:cubicBezTo>
                      <a:pt x="3" y="20"/>
                      <a:pt x="3" y="22"/>
                      <a:pt x="2" y="24"/>
                    </a:cubicBezTo>
                    <a:cubicBezTo>
                      <a:pt x="2" y="27"/>
                      <a:pt x="2" y="29"/>
                      <a:pt x="2" y="31"/>
                    </a:cubicBezTo>
                    <a:cubicBezTo>
                      <a:pt x="2" y="33"/>
                      <a:pt x="2" y="36"/>
                      <a:pt x="1" y="38"/>
                    </a:cubicBezTo>
                    <a:cubicBezTo>
                      <a:pt x="1" y="40"/>
                      <a:pt x="1" y="42"/>
                      <a:pt x="1" y="4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7" name="Freeform 376">
                <a:extLst>
                  <a:ext uri="{FF2B5EF4-FFF2-40B4-BE49-F238E27FC236}">
                    <a16:creationId xmlns:a16="http://schemas.microsoft.com/office/drawing/2014/main" id="{6593FBB5-D085-4F1D-8B33-E311EB945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6438" y="2173288"/>
                <a:ext cx="504825" cy="495300"/>
              </a:xfrm>
              <a:custGeom>
                <a:avLst/>
                <a:gdLst>
                  <a:gd name="T0" fmla="*/ 1 w 127"/>
                  <a:gd name="T1" fmla="*/ 88 h 125"/>
                  <a:gd name="T2" fmla="*/ 1 w 127"/>
                  <a:gd name="T3" fmla="*/ 95 h 125"/>
                  <a:gd name="T4" fmla="*/ 11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7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2 w 127"/>
                  <a:gd name="T31" fmla="*/ 118 h 125"/>
                  <a:gd name="T32" fmla="*/ 121 w 127"/>
                  <a:gd name="T33" fmla="*/ 116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5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4 h 125"/>
                  <a:gd name="T50" fmla="*/ 125 w 127"/>
                  <a:gd name="T51" fmla="*/ 59 h 125"/>
                  <a:gd name="T52" fmla="*/ 121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1 h 125"/>
                  <a:gd name="T64" fmla="*/ 106 w 127"/>
                  <a:gd name="T65" fmla="*/ 26 h 125"/>
                  <a:gd name="T66" fmla="*/ 104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1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2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4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8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7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4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2"/>
                      <a:pt x="84" y="121"/>
                    </a:cubicBezTo>
                    <a:cubicBezTo>
                      <a:pt x="87" y="119"/>
                      <a:pt x="90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6" y="119"/>
                      <a:pt x="110" y="119"/>
                      <a:pt x="112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7" y="108"/>
                      <a:pt x="127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4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4"/>
                    </a:cubicBezTo>
                    <a:cubicBezTo>
                      <a:pt x="125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9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7"/>
                      <a:pt x="106" y="26"/>
                    </a:cubicBezTo>
                    <a:cubicBezTo>
                      <a:pt x="106" y="25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2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7" y="12"/>
                      <a:pt x="44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9"/>
                      <a:pt x="2" y="61"/>
                    </a:cubicBezTo>
                    <a:cubicBezTo>
                      <a:pt x="1" y="67"/>
                      <a:pt x="1" y="73"/>
                      <a:pt x="2" y="78"/>
                    </a:cubicBezTo>
                    <a:cubicBezTo>
                      <a:pt x="2" y="81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8" name="Freeform 377">
                <a:extLst>
                  <a:ext uri="{FF2B5EF4-FFF2-40B4-BE49-F238E27FC236}">
                    <a16:creationId xmlns:a16="http://schemas.microsoft.com/office/drawing/2014/main" id="{6D557A3F-4F4B-4172-83A7-D6EA5069BB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6438" y="2173288"/>
                <a:ext cx="504825" cy="495300"/>
              </a:xfrm>
              <a:custGeom>
                <a:avLst/>
                <a:gdLst>
                  <a:gd name="T0" fmla="*/ 1 w 127"/>
                  <a:gd name="T1" fmla="*/ 88 h 125"/>
                  <a:gd name="T2" fmla="*/ 1 w 127"/>
                  <a:gd name="T3" fmla="*/ 95 h 125"/>
                  <a:gd name="T4" fmla="*/ 11 w 127"/>
                  <a:gd name="T5" fmla="*/ 108 h 125"/>
                  <a:gd name="T6" fmla="*/ 19 w 127"/>
                  <a:gd name="T7" fmla="*/ 115 h 125"/>
                  <a:gd name="T8" fmla="*/ 24 w 127"/>
                  <a:gd name="T9" fmla="*/ 120 h 125"/>
                  <a:gd name="T10" fmla="*/ 31 w 127"/>
                  <a:gd name="T11" fmla="*/ 122 h 125"/>
                  <a:gd name="T12" fmla="*/ 39 w 127"/>
                  <a:gd name="T13" fmla="*/ 123 h 125"/>
                  <a:gd name="T14" fmla="*/ 44 w 127"/>
                  <a:gd name="T15" fmla="*/ 122 h 125"/>
                  <a:gd name="T16" fmla="*/ 48 w 127"/>
                  <a:gd name="T17" fmla="*/ 123 h 125"/>
                  <a:gd name="T18" fmla="*/ 57 w 127"/>
                  <a:gd name="T19" fmla="*/ 123 h 125"/>
                  <a:gd name="T20" fmla="*/ 76 w 127"/>
                  <a:gd name="T21" fmla="*/ 124 h 125"/>
                  <a:gd name="T22" fmla="*/ 81 w 127"/>
                  <a:gd name="T23" fmla="*/ 123 h 125"/>
                  <a:gd name="T24" fmla="*/ 84 w 127"/>
                  <a:gd name="T25" fmla="*/ 121 h 125"/>
                  <a:gd name="T26" fmla="*/ 94 w 127"/>
                  <a:gd name="T27" fmla="*/ 119 h 125"/>
                  <a:gd name="T28" fmla="*/ 104 w 127"/>
                  <a:gd name="T29" fmla="*/ 119 h 125"/>
                  <a:gd name="T30" fmla="*/ 112 w 127"/>
                  <a:gd name="T31" fmla="*/ 118 h 125"/>
                  <a:gd name="T32" fmla="*/ 121 w 127"/>
                  <a:gd name="T33" fmla="*/ 116 h 125"/>
                  <a:gd name="T34" fmla="*/ 125 w 127"/>
                  <a:gd name="T35" fmla="*/ 110 h 125"/>
                  <a:gd name="T36" fmla="*/ 126 w 127"/>
                  <a:gd name="T37" fmla="*/ 102 h 125"/>
                  <a:gd name="T38" fmla="*/ 124 w 127"/>
                  <a:gd name="T39" fmla="*/ 93 h 125"/>
                  <a:gd name="T40" fmla="*/ 121 w 127"/>
                  <a:gd name="T41" fmla="*/ 85 h 125"/>
                  <a:gd name="T42" fmla="*/ 123 w 127"/>
                  <a:gd name="T43" fmla="*/ 76 h 125"/>
                  <a:gd name="T44" fmla="*/ 125 w 127"/>
                  <a:gd name="T45" fmla="*/ 72 h 125"/>
                  <a:gd name="T46" fmla="*/ 125 w 127"/>
                  <a:gd name="T47" fmla="*/ 68 h 125"/>
                  <a:gd name="T48" fmla="*/ 124 w 127"/>
                  <a:gd name="T49" fmla="*/ 64 h 125"/>
                  <a:gd name="T50" fmla="*/ 125 w 127"/>
                  <a:gd name="T51" fmla="*/ 59 h 125"/>
                  <a:gd name="T52" fmla="*/ 121 w 127"/>
                  <a:gd name="T53" fmla="*/ 51 h 125"/>
                  <a:gd name="T54" fmla="*/ 116 w 127"/>
                  <a:gd name="T55" fmla="*/ 45 h 125"/>
                  <a:gd name="T56" fmla="*/ 112 w 127"/>
                  <a:gd name="T57" fmla="*/ 42 h 125"/>
                  <a:gd name="T58" fmla="*/ 110 w 127"/>
                  <a:gd name="T59" fmla="*/ 37 h 125"/>
                  <a:gd name="T60" fmla="*/ 109 w 127"/>
                  <a:gd name="T61" fmla="*/ 34 h 125"/>
                  <a:gd name="T62" fmla="*/ 107 w 127"/>
                  <a:gd name="T63" fmla="*/ 31 h 125"/>
                  <a:gd name="T64" fmla="*/ 106 w 127"/>
                  <a:gd name="T65" fmla="*/ 26 h 125"/>
                  <a:gd name="T66" fmla="*/ 104 w 127"/>
                  <a:gd name="T67" fmla="*/ 22 h 125"/>
                  <a:gd name="T68" fmla="*/ 100 w 127"/>
                  <a:gd name="T69" fmla="*/ 17 h 125"/>
                  <a:gd name="T70" fmla="*/ 96 w 127"/>
                  <a:gd name="T71" fmla="*/ 14 h 125"/>
                  <a:gd name="T72" fmla="*/ 93 w 127"/>
                  <a:gd name="T73" fmla="*/ 11 h 125"/>
                  <a:gd name="T74" fmla="*/ 90 w 127"/>
                  <a:gd name="T75" fmla="*/ 7 h 125"/>
                  <a:gd name="T76" fmla="*/ 88 w 127"/>
                  <a:gd name="T77" fmla="*/ 4 h 125"/>
                  <a:gd name="T78" fmla="*/ 80 w 127"/>
                  <a:gd name="T79" fmla="*/ 2 h 125"/>
                  <a:gd name="T80" fmla="*/ 76 w 127"/>
                  <a:gd name="T81" fmla="*/ 0 h 125"/>
                  <a:gd name="T82" fmla="*/ 65 w 127"/>
                  <a:gd name="T83" fmla="*/ 1 h 125"/>
                  <a:gd name="T84" fmla="*/ 59 w 127"/>
                  <a:gd name="T85" fmla="*/ 5 h 125"/>
                  <a:gd name="T86" fmla="*/ 51 w 127"/>
                  <a:gd name="T87" fmla="*/ 10 h 125"/>
                  <a:gd name="T88" fmla="*/ 44 w 127"/>
                  <a:gd name="T89" fmla="*/ 14 h 125"/>
                  <a:gd name="T90" fmla="*/ 34 w 127"/>
                  <a:gd name="T91" fmla="*/ 25 h 125"/>
                  <a:gd name="T92" fmla="*/ 20 w 127"/>
                  <a:gd name="T93" fmla="*/ 37 h 125"/>
                  <a:gd name="T94" fmla="*/ 8 w 127"/>
                  <a:gd name="T95" fmla="*/ 46 h 125"/>
                  <a:gd name="T96" fmla="*/ 5 w 127"/>
                  <a:gd name="T97" fmla="*/ 53 h 125"/>
                  <a:gd name="T98" fmla="*/ 2 w 127"/>
                  <a:gd name="T99" fmla="*/ 61 h 125"/>
                  <a:gd name="T100" fmla="*/ 2 w 127"/>
                  <a:gd name="T101" fmla="*/ 78 h 125"/>
                  <a:gd name="T102" fmla="*/ 1 w 127"/>
                  <a:gd name="T103" fmla="*/ 88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7" h="125">
                    <a:moveTo>
                      <a:pt x="1" y="88"/>
                    </a:moveTo>
                    <a:cubicBezTo>
                      <a:pt x="0" y="90"/>
                      <a:pt x="0" y="92"/>
                      <a:pt x="1" y="95"/>
                    </a:cubicBezTo>
                    <a:cubicBezTo>
                      <a:pt x="3" y="100"/>
                      <a:pt x="7" y="104"/>
                      <a:pt x="11" y="108"/>
                    </a:cubicBezTo>
                    <a:cubicBezTo>
                      <a:pt x="14" y="110"/>
                      <a:pt x="17" y="112"/>
                      <a:pt x="19" y="115"/>
                    </a:cubicBezTo>
                    <a:cubicBezTo>
                      <a:pt x="20" y="117"/>
                      <a:pt x="21" y="119"/>
                      <a:pt x="24" y="120"/>
                    </a:cubicBezTo>
                    <a:cubicBezTo>
                      <a:pt x="26" y="121"/>
                      <a:pt x="28" y="122"/>
                      <a:pt x="31" y="122"/>
                    </a:cubicBezTo>
                    <a:cubicBezTo>
                      <a:pt x="33" y="122"/>
                      <a:pt x="36" y="124"/>
                      <a:pt x="39" y="123"/>
                    </a:cubicBezTo>
                    <a:cubicBezTo>
                      <a:pt x="40" y="123"/>
                      <a:pt x="42" y="122"/>
                      <a:pt x="44" y="122"/>
                    </a:cubicBezTo>
                    <a:cubicBezTo>
                      <a:pt x="45" y="122"/>
                      <a:pt x="47" y="123"/>
                      <a:pt x="48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64" y="123"/>
                      <a:pt x="70" y="125"/>
                      <a:pt x="76" y="124"/>
                    </a:cubicBezTo>
                    <a:cubicBezTo>
                      <a:pt x="78" y="124"/>
                      <a:pt x="79" y="124"/>
                      <a:pt x="81" y="123"/>
                    </a:cubicBezTo>
                    <a:cubicBezTo>
                      <a:pt x="82" y="122"/>
                      <a:pt x="83" y="122"/>
                      <a:pt x="84" y="121"/>
                    </a:cubicBezTo>
                    <a:cubicBezTo>
                      <a:pt x="87" y="119"/>
                      <a:pt x="90" y="119"/>
                      <a:pt x="94" y="119"/>
                    </a:cubicBezTo>
                    <a:cubicBezTo>
                      <a:pt x="97" y="119"/>
                      <a:pt x="100" y="119"/>
                      <a:pt x="104" y="119"/>
                    </a:cubicBezTo>
                    <a:cubicBezTo>
                      <a:pt x="106" y="119"/>
                      <a:pt x="110" y="119"/>
                      <a:pt x="112" y="118"/>
                    </a:cubicBezTo>
                    <a:cubicBezTo>
                      <a:pt x="115" y="118"/>
                      <a:pt x="118" y="117"/>
                      <a:pt x="121" y="116"/>
                    </a:cubicBezTo>
                    <a:cubicBezTo>
                      <a:pt x="123" y="114"/>
                      <a:pt x="124" y="113"/>
                      <a:pt x="125" y="110"/>
                    </a:cubicBezTo>
                    <a:cubicBezTo>
                      <a:pt x="127" y="108"/>
                      <a:pt x="127" y="105"/>
                      <a:pt x="126" y="102"/>
                    </a:cubicBezTo>
                    <a:cubicBezTo>
                      <a:pt x="126" y="99"/>
                      <a:pt x="125" y="96"/>
                      <a:pt x="124" y="93"/>
                    </a:cubicBezTo>
                    <a:cubicBezTo>
                      <a:pt x="123" y="90"/>
                      <a:pt x="121" y="88"/>
                      <a:pt x="121" y="85"/>
                    </a:cubicBezTo>
                    <a:cubicBezTo>
                      <a:pt x="121" y="81"/>
                      <a:pt x="122" y="79"/>
                      <a:pt x="123" y="76"/>
                    </a:cubicBezTo>
                    <a:cubicBezTo>
                      <a:pt x="124" y="75"/>
                      <a:pt x="125" y="74"/>
                      <a:pt x="125" y="72"/>
                    </a:cubicBezTo>
                    <a:cubicBezTo>
                      <a:pt x="125" y="71"/>
                      <a:pt x="125" y="69"/>
                      <a:pt x="125" y="68"/>
                    </a:cubicBezTo>
                    <a:cubicBezTo>
                      <a:pt x="125" y="66"/>
                      <a:pt x="124" y="65"/>
                      <a:pt x="124" y="64"/>
                    </a:cubicBezTo>
                    <a:cubicBezTo>
                      <a:pt x="125" y="62"/>
                      <a:pt x="125" y="61"/>
                      <a:pt x="125" y="59"/>
                    </a:cubicBezTo>
                    <a:cubicBezTo>
                      <a:pt x="124" y="56"/>
                      <a:pt x="123" y="53"/>
                      <a:pt x="121" y="51"/>
                    </a:cubicBezTo>
                    <a:cubicBezTo>
                      <a:pt x="120" y="49"/>
                      <a:pt x="118" y="47"/>
                      <a:pt x="116" y="45"/>
                    </a:cubicBezTo>
                    <a:cubicBezTo>
                      <a:pt x="114" y="44"/>
                      <a:pt x="113" y="43"/>
                      <a:pt x="112" y="42"/>
                    </a:cubicBezTo>
                    <a:cubicBezTo>
                      <a:pt x="111" y="40"/>
                      <a:pt x="111" y="39"/>
                      <a:pt x="110" y="37"/>
                    </a:cubicBezTo>
                    <a:cubicBezTo>
                      <a:pt x="110" y="36"/>
                      <a:pt x="109" y="35"/>
                      <a:pt x="109" y="34"/>
                    </a:cubicBezTo>
                    <a:cubicBezTo>
                      <a:pt x="108" y="33"/>
                      <a:pt x="107" y="32"/>
                      <a:pt x="107" y="31"/>
                    </a:cubicBezTo>
                    <a:cubicBezTo>
                      <a:pt x="106" y="29"/>
                      <a:pt x="107" y="27"/>
                      <a:pt x="106" y="26"/>
                    </a:cubicBezTo>
                    <a:cubicBezTo>
                      <a:pt x="106" y="25"/>
                      <a:pt x="105" y="23"/>
                      <a:pt x="104" y="22"/>
                    </a:cubicBezTo>
                    <a:cubicBezTo>
                      <a:pt x="103" y="20"/>
                      <a:pt x="102" y="18"/>
                      <a:pt x="100" y="17"/>
                    </a:cubicBezTo>
                    <a:cubicBezTo>
                      <a:pt x="98" y="16"/>
                      <a:pt x="97" y="15"/>
                      <a:pt x="96" y="14"/>
                    </a:cubicBezTo>
                    <a:cubicBezTo>
                      <a:pt x="95" y="13"/>
                      <a:pt x="94" y="12"/>
                      <a:pt x="93" y="11"/>
                    </a:cubicBezTo>
                    <a:cubicBezTo>
                      <a:pt x="92" y="9"/>
                      <a:pt x="91" y="8"/>
                      <a:pt x="90" y="7"/>
                    </a:cubicBezTo>
                    <a:cubicBezTo>
                      <a:pt x="90" y="6"/>
                      <a:pt x="89" y="5"/>
                      <a:pt x="88" y="4"/>
                    </a:cubicBezTo>
                    <a:cubicBezTo>
                      <a:pt x="86" y="3"/>
                      <a:pt x="83" y="2"/>
                      <a:pt x="80" y="2"/>
                    </a:cubicBezTo>
                    <a:cubicBezTo>
                      <a:pt x="78" y="1"/>
                      <a:pt x="77" y="1"/>
                      <a:pt x="76" y="0"/>
                    </a:cubicBezTo>
                    <a:cubicBezTo>
                      <a:pt x="75" y="0"/>
                      <a:pt x="68" y="0"/>
                      <a:pt x="65" y="1"/>
                    </a:cubicBezTo>
                    <a:cubicBezTo>
                      <a:pt x="63" y="2"/>
                      <a:pt x="61" y="4"/>
                      <a:pt x="59" y="5"/>
                    </a:cubicBezTo>
                    <a:cubicBezTo>
                      <a:pt x="57" y="7"/>
                      <a:pt x="54" y="9"/>
                      <a:pt x="51" y="10"/>
                    </a:cubicBezTo>
                    <a:cubicBezTo>
                      <a:pt x="49" y="11"/>
                      <a:pt x="47" y="12"/>
                      <a:pt x="44" y="14"/>
                    </a:cubicBezTo>
                    <a:cubicBezTo>
                      <a:pt x="40" y="17"/>
                      <a:pt x="37" y="21"/>
                      <a:pt x="34" y="25"/>
                    </a:cubicBezTo>
                    <a:cubicBezTo>
                      <a:pt x="30" y="30"/>
                      <a:pt x="25" y="33"/>
                      <a:pt x="20" y="37"/>
                    </a:cubicBezTo>
                    <a:cubicBezTo>
                      <a:pt x="16" y="40"/>
                      <a:pt x="11" y="42"/>
                      <a:pt x="8" y="46"/>
                    </a:cubicBezTo>
                    <a:cubicBezTo>
                      <a:pt x="7" y="48"/>
                      <a:pt x="6" y="51"/>
                      <a:pt x="5" y="53"/>
                    </a:cubicBezTo>
                    <a:cubicBezTo>
                      <a:pt x="4" y="56"/>
                      <a:pt x="3" y="59"/>
                      <a:pt x="2" y="61"/>
                    </a:cubicBezTo>
                    <a:cubicBezTo>
                      <a:pt x="1" y="67"/>
                      <a:pt x="1" y="73"/>
                      <a:pt x="2" y="78"/>
                    </a:cubicBezTo>
                    <a:cubicBezTo>
                      <a:pt x="2" y="81"/>
                      <a:pt x="2" y="85"/>
                      <a:pt x="1" y="8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39" name="Freeform 378">
                <a:extLst>
                  <a:ext uri="{FF2B5EF4-FFF2-40B4-BE49-F238E27FC236}">
                    <a16:creationId xmlns:a16="http://schemas.microsoft.com/office/drawing/2014/main" id="{625469DA-593C-44D6-B015-925F51170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2752725"/>
                <a:ext cx="47625" cy="161925"/>
              </a:xfrm>
              <a:custGeom>
                <a:avLst/>
                <a:gdLst>
                  <a:gd name="T0" fmla="*/ 12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7 w 12"/>
                  <a:gd name="T19" fmla="*/ 0 h 41"/>
                  <a:gd name="T20" fmla="*/ 5 w 12"/>
                  <a:gd name="T21" fmla="*/ 0 h 41"/>
                  <a:gd name="T22" fmla="*/ 2 w 12"/>
                  <a:gd name="T23" fmla="*/ 0 h 41"/>
                  <a:gd name="T24" fmla="*/ 2 w 12"/>
                  <a:gd name="T25" fmla="*/ 2 h 41"/>
                  <a:gd name="T26" fmla="*/ 2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1 w 12"/>
                  <a:gd name="T37" fmla="*/ 40 h 41"/>
                  <a:gd name="T38" fmla="*/ 3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2 w 12"/>
                  <a:gd name="T49" fmla="*/ 41 h 41"/>
                  <a:gd name="T50" fmla="*/ 12 w 12"/>
                  <a:gd name="T51" fmla="*/ 40 h 41"/>
                  <a:gd name="T52" fmla="*/ 12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2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1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10" y="1"/>
                      <a:pt x="9" y="1"/>
                    </a:cubicBezTo>
                    <a:cubicBezTo>
                      <a:pt x="8" y="1"/>
                      <a:pt x="8" y="0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2" y="0"/>
                      <a:pt x="2" y="1"/>
                      <a:pt x="2" y="2"/>
                    </a:cubicBezTo>
                    <a:cubicBezTo>
                      <a:pt x="2" y="6"/>
                      <a:pt x="2" y="10"/>
                      <a:pt x="2" y="14"/>
                    </a:cubicBezTo>
                    <a:cubicBezTo>
                      <a:pt x="2" y="16"/>
                      <a:pt x="2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1" y="34"/>
                      <a:pt x="1" y="35"/>
                      <a:pt x="0" y="37"/>
                    </a:cubicBezTo>
                    <a:cubicBezTo>
                      <a:pt x="0" y="38"/>
                      <a:pt x="0" y="39"/>
                      <a:pt x="1" y="40"/>
                    </a:cubicBezTo>
                    <a:cubicBezTo>
                      <a:pt x="1" y="40"/>
                      <a:pt x="2" y="41"/>
                      <a:pt x="3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6" y="41"/>
                      <a:pt x="7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1"/>
                      <a:pt x="12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2" y="38"/>
                      <a:pt x="12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0" name="Freeform 379">
                <a:extLst>
                  <a:ext uri="{FF2B5EF4-FFF2-40B4-BE49-F238E27FC236}">
                    <a16:creationId xmlns:a16="http://schemas.microsoft.com/office/drawing/2014/main" id="{DEC0CE6A-3BD3-4BAD-98FB-03E2F2245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8" y="2752725"/>
                <a:ext cx="47625" cy="161925"/>
              </a:xfrm>
              <a:custGeom>
                <a:avLst/>
                <a:gdLst>
                  <a:gd name="T0" fmla="*/ 12 w 12"/>
                  <a:gd name="T1" fmla="*/ 36 h 41"/>
                  <a:gd name="T2" fmla="*/ 11 w 12"/>
                  <a:gd name="T3" fmla="*/ 32 h 41"/>
                  <a:gd name="T4" fmla="*/ 11 w 12"/>
                  <a:gd name="T5" fmla="*/ 22 h 41"/>
                  <a:gd name="T6" fmla="*/ 11 w 12"/>
                  <a:gd name="T7" fmla="*/ 17 h 41"/>
                  <a:gd name="T8" fmla="*/ 11 w 12"/>
                  <a:gd name="T9" fmla="*/ 13 h 41"/>
                  <a:gd name="T10" fmla="*/ 11 w 12"/>
                  <a:gd name="T11" fmla="*/ 3 h 41"/>
                  <a:gd name="T12" fmla="*/ 11 w 12"/>
                  <a:gd name="T13" fmla="*/ 3 h 41"/>
                  <a:gd name="T14" fmla="*/ 11 w 12"/>
                  <a:gd name="T15" fmla="*/ 2 h 41"/>
                  <a:gd name="T16" fmla="*/ 9 w 12"/>
                  <a:gd name="T17" fmla="*/ 1 h 41"/>
                  <a:gd name="T18" fmla="*/ 7 w 12"/>
                  <a:gd name="T19" fmla="*/ 0 h 41"/>
                  <a:gd name="T20" fmla="*/ 5 w 12"/>
                  <a:gd name="T21" fmla="*/ 0 h 41"/>
                  <a:gd name="T22" fmla="*/ 2 w 12"/>
                  <a:gd name="T23" fmla="*/ 0 h 41"/>
                  <a:gd name="T24" fmla="*/ 2 w 12"/>
                  <a:gd name="T25" fmla="*/ 2 h 41"/>
                  <a:gd name="T26" fmla="*/ 2 w 12"/>
                  <a:gd name="T27" fmla="*/ 14 h 41"/>
                  <a:gd name="T28" fmla="*/ 1 w 12"/>
                  <a:gd name="T29" fmla="*/ 20 h 41"/>
                  <a:gd name="T30" fmla="*/ 1 w 12"/>
                  <a:gd name="T31" fmla="*/ 26 h 41"/>
                  <a:gd name="T32" fmla="*/ 1 w 12"/>
                  <a:gd name="T33" fmla="*/ 32 h 41"/>
                  <a:gd name="T34" fmla="*/ 0 w 12"/>
                  <a:gd name="T35" fmla="*/ 37 h 41"/>
                  <a:gd name="T36" fmla="*/ 1 w 12"/>
                  <a:gd name="T37" fmla="*/ 40 h 41"/>
                  <a:gd name="T38" fmla="*/ 3 w 12"/>
                  <a:gd name="T39" fmla="*/ 41 h 41"/>
                  <a:gd name="T40" fmla="*/ 5 w 12"/>
                  <a:gd name="T41" fmla="*/ 41 h 41"/>
                  <a:gd name="T42" fmla="*/ 7 w 12"/>
                  <a:gd name="T43" fmla="*/ 41 h 41"/>
                  <a:gd name="T44" fmla="*/ 10 w 12"/>
                  <a:gd name="T45" fmla="*/ 41 h 41"/>
                  <a:gd name="T46" fmla="*/ 11 w 12"/>
                  <a:gd name="T47" fmla="*/ 41 h 41"/>
                  <a:gd name="T48" fmla="*/ 12 w 12"/>
                  <a:gd name="T49" fmla="*/ 41 h 41"/>
                  <a:gd name="T50" fmla="*/ 12 w 12"/>
                  <a:gd name="T51" fmla="*/ 40 h 41"/>
                  <a:gd name="T52" fmla="*/ 12 w 12"/>
                  <a:gd name="T53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1">
                    <a:moveTo>
                      <a:pt x="12" y="36"/>
                    </a:moveTo>
                    <a:cubicBezTo>
                      <a:pt x="11" y="35"/>
                      <a:pt x="11" y="33"/>
                      <a:pt x="11" y="32"/>
                    </a:cubicBezTo>
                    <a:cubicBezTo>
                      <a:pt x="11" y="28"/>
                      <a:pt x="11" y="25"/>
                      <a:pt x="11" y="22"/>
                    </a:cubicBezTo>
                    <a:cubicBezTo>
                      <a:pt x="11" y="21"/>
                      <a:pt x="11" y="19"/>
                      <a:pt x="11" y="17"/>
                    </a:cubicBezTo>
                    <a:cubicBezTo>
                      <a:pt x="11" y="16"/>
                      <a:pt x="11" y="14"/>
                      <a:pt x="11" y="13"/>
                    </a:cubicBezTo>
                    <a:cubicBezTo>
                      <a:pt x="11" y="10"/>
                      <a:pt x="11" y="6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2"/>
                      <a:pt x="11" y="2"/>
                    </a:cubicBezTo>
                    <a:cubicBezTo>
                      <a:pt x="10" y="1"/>
                      <a:pt x="10" y="1"/>
                      <a:pt x="9" y="1"/>
                    </a:cubicBezTo>
                    <a:cubicBezTo>
                      <a:pt x="8" y="1"/>
                      <a:pt x="8" y="0"/>
                      <a:pt x="7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2" y="0"/>
                      <a:pt x="2" y="1"/>
                      <a:pt x="2" y="2"/>
                    </a:cubicBezTo>
                    <a:cubicBezTo>
                      <a:pt x="2" y="6"/>
                      <a:pt x="2" y="10"/>
                      <a:pt x="2" y="14"/>
                    </a:cubicBezTo>
                    <a:cubicBezTo>
                      <a:pt x="2" y="16"/>
                      <a:pt x="2" y="18"/>
                      <a:pt x="1" y="20"/>
                    </a:cubicBezTo>
                    <a:cubicBezTo>
                      <a:pt x="1" y="22"/>
                      <a:pt x="1" y="24"/>
                      <a:pt x="1" y="26"/>
                    </a:cubicBezTo>
                    <a:cubicBezTo>
                      <a:pt x="1" y="28"/>
                      <a:pt x="1" y="30"/>
                      <a:pt x="1" y="32"/>
                    </a:cubicBezTo>
                    <a:cubicBezTo>
                      <a:pt x="1" y="34"/>
                      <a:pt x="1" y="35"/>
                      <a:pt x="0" y="37"/>
                    </a:cubicBezTo>
                    <a:cubicBezTo>
                      <a:pt x="0" y="38"/>
                      <a:pt x="0" y="39"/>
                      <a:pt x="1" y="40"/>
                    </a:cubicBezTo>
                    <a:cubicBezTo>
                      <a:pt x="1" y="40"/>
                      <a:pt x="2" y="41"/>
                      <a:pt x="3" y="41"/>
                    </a:cubicBezTo>
                    <a:cubicBezTo>
                      <a:pt x="3" y="41"/>
                      <a:pt x="4" y="41"/>
                      <a:pt x="5" y="41"/>
                    </a:cubicBezTo>
                    <a:cubicBezTo>
                      <a:pt x="6" y="41"/>
                      <a:pt x="7" y="41"/>
                      <a:pt x="7" y="41"/>
                    </a:cubicBezTo>
                    <a:cubicBezTo>
                      <a:pt x="8" y="41"/>
                      <a:pt x="9" y="41"/>
                      <a:pt x="10" y="41"/>
                    </a:cubicBezTo>
                    <a:cubicBezTo>
                      <a:pt x="10" y="41"/>
                      <a:pt x="11" y="41"/>
                      <a:pt x="11" y="41"/>
                    </a:cubicBezTo>
                    <a:cubicBezTo>
                      <a:pt x="11" y="41"/>
                      <a:pt x="12" y="41"/>
                      <a:pt x="12" y="41"/>
                    </a:cubicBezTo>
                    <a:cubicBezTo>
                      <a:pt x="12" y="41"/>
                      <a:pt x="12" y="41"/>
                      <a:pt x="12" y="40"/>
                    </a:cubicBezTo>
                    <a:cubicBezTo>
                      <a:pt x="12" y="39"/>
                      <a:pt x="12" y="38"/>
                      <a:pt x="12" y="3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1" name="Freeform 380">
                <a:extLst>
                  <a:ext uri="{FF2B5EF4-FFF2-40B4-BE49-F238E27FC236}">
                    <a16:creationId xmlns:a16="http://schemas.microsoft.com/office/drawing/2014/main" id="{B964204E-F213-4CA4-A272-302CC80FF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054225"/>
                <a:ext cx="193675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1 h 186"/>
                  <a:gd name="T4" fmla="*/ 4 w 49"/>
                  <a:gd name="T5" fmla="*/ 161 h 186"/>
                  <a:gd name="T6" fmla="*/ 7 w 49"/>
                  <a:gd name="T7" fmla="*/ 171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8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5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1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7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9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1"/>
                    </a:cubicBezTo>
                    <a:cubicBezTo>
                      <a:pt x="1" y="149"/>
                      <a:pt x="2" y="155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8"/>
                      <a:pt x="48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8"/>
                      <a:pt x="48" y="113"/>
                    </a:cubicBezTo>
                    <a:cubicBezTo>
                      <a:pt x="48" y="111"/>
                      <a:pt x="48" y="97"/>
                      <a:pt x="48" y="95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4"/>
                      <a:pt x="42" y="52"/>
                      <a:pt x="42" y="51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4"/>
                      <a:pt x="34" y="7"/>
                      <a:pt x="34" y="7"/>
                    </a:cubicBezTo>
                    <a:cubicBezTo>
                      <a:pt x="33" y="4"/>
                      <a:pt x="32" y="4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5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9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2" name="Freeform 381">
                <a:extLst>
                  <a:ext uri="{FF2B5EF4-FFF2-40B4-BE49-F238E27FC236}">
                    <a16:creationId xmlns:a16="http://schemas.microsoft.com/office/drawing/2014/main" id="{F3D82475-B994-47F5-AE67-CA167DB2C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5701" y="2054225"/>
                <a:ext cx="193675" cy="738188"/>
              </a:xfrm>
              <a:custGeom>
                <a:avLst/>
                <a:gdLst>
                  <a:gd name="T0" fmla="*/ 0 w 49"/>
                  <a:gd name="T1" fmla="*/ 130 h 186"/>
                  <a:gd name="T2" fmla="*/ 0 w 49"/>
                  <a:gd name="T3" fmla="*/ 141 h 186"/>
                  <a:gd name="T4" fmla="*/ 4 w 49"/>
                  <a:gd name="T5" fmla="*/ 161 h 186"/>
                  <a:gd name="T6" fmla="*/ 7 w 49"/>
                  <a:gd name="T7" fmla="*/ 171 h 186"/>
                  <a:gd name="T8" fmla="*/ 12 w 49"/>
                  <a:gd name="T9" fmla="*/ 182 h 186"/>
                  <a:gd name="T10" fmla="*/ 29 w 49"/>
                  <a:gd name="T11" fmla="*/ 185 h 186"/>
                  <a:gd name="T12" fmla="*/ 43 w 49"/>
                  <a:gd name="T13" fmla="*/ 176 h 186"/>
                  <a:gd name="T14" fmla="*/ 48 w 49"/>
                  <a:gd name="T15" fmla="*/ 164 h 186"/>
                  <a:gd name="T16" fmla="*/ 49 w 49"/>
                  <a:gd name="T17" fmla="*/ 152 h 186"/>
                  <a:gd name="T18" fmla="*/ 48 w 49"/>
                  <a:gd name="T19" fmla="*/ 139 h 186"/>
                  <a:gd name="T20" fmla="*/ 47 w 49"/>
                  <a:gd name="T21" fmla="*/ 126 h 186"/>
                  <a:gd name="T22" fmla="*/ 48 w 49"/>
                  <a:gd name="T23" fmla="*/ 113 h 186"/>
                  <a:gd name="T24" fmla="*/ 48 w 49"/>
                  <a:gd name="T25" fmla="*/ 95 h 186"/>
                  <a:gd name="T26" fmla="*/ 48 w 49"/>
                  <a:gd name="T27" fmla="*/ 88 h 186"/>
                  <a:gd name="T28" fmla="*/ 47 w 49"/>
                  <a:gd name="T29" fmla="*/ 76 h 186"/>
                  <a:gd name="T30" fmla="*/ 43 w 49"/>
                  <a:gd name="T31" fmla="*/ 55 h 186"/>
                  <a:gd name="T32" fmla="*/ 42 w 49"/>
                  <a:gd name="T33" fmla="*/ 51 h 186"/>
                  <a:gd name="T34" fmla="*/ 40 w 49"/>
                  <a:gd name="T35" fmla="*/ 33 h 186"/>
                  <a:gd name="T36" fmla="*/ 38 w 49"/>
                  <a:gd name="T37" fmla="*/ 25 h 186"/>
                  <a:gd name="T38" fmla="*/ 34 w 49"/>
                  <a:gd name="T39" fmla="*/ 7 h 186"/>
                  <a:gd name="T40" fmla="*/ 31 w 49"/>
                  <a:gd name="T41" fmla="*/ 2 h 186"/>
                  <a:gd name="T42" fmla="*/ 29 w 49"/>
                  <a:gd name="T43" fmla="*/ 0 h 186"/>
                  <a:gd name="T44" fmla="*/ 25 w 49"/>
                  <a:gd name="T45" fmla="*/ 2 h 186"/>
                  <a:gd name="T46" fmla="*/ 23 w 49"/>
                  <a:gd name="T47" fmla="*/ 8 h 186"/>
                  <a:gd name="T48" fmla="*/ 13 w 49"/>
                  <a:gd name="T49" fmla="*/ 37 h 186"/>
                  <a:gd name="T50" fmla="*/ 8 w 49"/>
                  <a:gd name="T51" fmla="*/ 55 h 186"/>
                  <a:gd name="T52" fmla="*/ 3 w 49"/>
                  <a:gd name="T53" fmla="*/ 69 h 186"/>
                  <a:gd name="T54" fmla="*/ 0 w 49"/>
                  <a:gd name="T55" fmla="*/ 13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" h="186">
                    <a:moveTo>
                      <a:pt x="0" y="130"/>
                    </a:moveTo>
                    <a:cubicBezTo>
                      <a:pt x="0" y="134"/>
                      <a:pt x="0" y="137"/>
                      <a:pt x="0" y="141"/>
                    </a:cubicBezTo>
                    <a:cubicBezTo>
                      <a:pt x="1" y="149"/>
                      <a:pt x="2" y="155"/>
                      <a:pt x="4" y="161"/>
                    </a:cubicBezTo>
                    <a:cubicBezTo>
                      <a:pt x="5" y="164"/>
                      <a:pt x="6" y="167"/>
                      <a:pt x="7" y="171"/>
                    </a:cubicBezTo>
                    <a:cubicBezTo>
                      <a:pt x="8" y="173"/>
                      <a:pt x="11" y="182"/>
                      <a:pt x="12" y="182"/>
                    </a:cubicBezTo>
                    <a:cubicBezTo>
                      <a:pt x="13" y="182"/>
                      <a:pt x="27" y="186"/>
                      <a:pt x="29" y="185"/>
                    </a:cubicBezTo>
                    <a:cubicBezTo>
                      <a:pt x="30" y="185"/>
                      <a:pt x="42" y="177"/>
                      <a:pt x="43" y="176"/>
                    </a:cubicBezTo>
                    <a:cubicBezTo>
                      <a:pt x="44" y="175"/>
                      <a:pt x="48" y="168"/>
                      <a:pt x="48" y="164"/>
                    </a:cubicBezTo>
                    <a:cubicBezTo>
                      <a:pt x="49" y="160"/>
                      <a:pt x="49" y="156"/>
                      <a:pt x="49" y="152"/>
                    </a:cubicBezTo>
                    <a:cubicBezTo>
                      <a:pt x="49" y="147"/>
                      <a:pt x="48" y="143"/>
                      <a:pt x="48" y="139"/>
                    </a:cubicBezTo>
                    <a:cubicBezTo>
                      <a:pt x="48" y="134"/>
                      <a:pt x="47" y="131"/>
                      <a:pt x="47" y="126"/>
                    </a:cubicBezTo>
                    <a:cubicBezTo>
                      <a:pt x="47" y="121"/>
                      <a:pt x="47" y="118"/>
                      <a:pt x="48" y="113"/>
                    </a:cubicBezTo>
                    <a:cubicBezTo>
                      <a:pt x="48" y="111"/>
                      <a:pt x="48" y="97"/>
                      <a:pt x="48" y="95"/>
                    </a:cubicBezTo>
                    <a:cubicBezTo>
                      <a:pt x="48" y="93"/>
                      <a:pt x="48" y="90"/>
                      <a:pt x="48" y="88"/>
                    </a:cubicBezTo>
                    <a:cubicBezTo>
                      <a:pt x="48" y="84"/>
                      <a:pt x="48" y="80"/>
                      <a:pt x="47" y="76"/>
                    </a:cubicBezTo>
                    <a:cubicBezTo>
                      <a:pt x="46" y="72"/>
                      <a:pt x="43" y="58"/>
                      <a:pt x="43" y="55"/>
                    </a:cubicBezTo>
                    <a:cubicBezTo>
                      <a:pt x="42" y="54"/>
                      <a:pt x="42" y="52"/>
                      <a:pt x="42" y="51"/>
                    </a:cubicBezTo>
                    <a:cubicBezTo>
                      <a:pt x="42" y="49"/>
                      <a:pt x="41" y="35"/>
                      <a:pt x="40" y="33"/>
                    </a:cubicBezTo>
                    <a:cubicBezTo>
                      <a:pt x="40" y="30"/>
                      <a:pt x="39" y="27"/>
                      <a:pt x="38" y="25"/>
                    </a:cubicBezTo>
                    <a:cubicBezTo>
                      <a:pt x="38" y="24"/>
                      <a:pt x="34" y="7"/>
                      <a:pt x="34" y="7"/>
                    </a:cubicBezTo>
                    <a:cubicBezTo>
                      <a:pt x="33" y="4"/>
                      <a:pt x="32" y="4"/>
                      <a:pt x="31" y="2"/>
                    </a:cubicBezTo>
                    <a:cubicBezTo>
                      <a:pt x="30" y="2"/>
                      <a:pt x="30" y="1"/>
                      <a:pt x="29" y="0"/>
                    </a:cubicBezTo>
                    <a:cubicBezTo>
                      <a:pt x="29" y="0"/>
                      <a:pt x="26" y="0"/>
                      <a:pt x="25" y="2"/>
                    </a:cubicBezTo>
                    <a:cubicBezTo>
                      <a:pt x="24" y="4"/>
                      <a:pt x="24" y="6"/>
                      <a:pt x="23" y="8"/>
                    </a:cubicBezTo>
                    <a:cubicBezTo>
                      <a:pt x="22" y="11"/>
                      <a:pt x="14" y="31"/>
                      <a:pt x="13" y="37"/>
                    </a:cubicBezTo>
                    <a:cubicBezTo>
                      <a:pt x="11" y="45"/>
                      <a:pt x="10" y="50"/>
                      <a:pt x="8" y="55"/>
                    </a:cubicBezTo>
                    <a:cubicBezTo>
                      <a:pt x="6" y="59"/>
                      <a:pt x="4" y="62"/>
                      <a:pt x="3" y="69"/>
                    </a:cubicBezTo>
                    <a:cubicBezTo>
                      <a:pt x="2" y="72"/>
                      <a:pt x="1" y="126"/>
                      <a:pt x="0" y="13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3" name="Freeform 382">
                <a:extLst>
                  <a:ext uri="{FF2B5EF4-FFF2-40B4-BE49-F238E27FC236}">
                    <a16:creationId xmlns:a16="http://schemas.microsoft.com/office/drawing/2014/main" id="{A7A19056-0C55-4584-BCD4-CDC5A607D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32801" y="2795588"/>
                <a:ext cx="322263" cy="211138"/>
              </a:xfrm>
              <a:custGeom>
                <a:avLst/>
                <a:gdLst>
                  <a:gd name="T0" fmla="*/ 18 w 81"/>
                  <a:gd name="T1" fmla="*/ 0 h 53"/>
                  <a:gd name="T2" fmla="*/ 81 w 81"/>
                  <a:gd name="T3" fmla="*/ 25 h 53"/>
                  <a:gd name="T4" fmla="*/ 80 w 81"/>
                  <a:gd name="T5" fmla="*/ 27 h 53"/>
                  <a:gd name="T6" fmla="*/ 69 w 81"/>
                  <a:gd name="T7" fmla="*/ 30 h 53"/>
                  <a:gd name="T8" fmla="*/ 67 w 81"/>
                  <a:gd name="T9" fmla="*/ 46 h 53"/>
                  <a:gd name="T10" fmla="*/ 73 w 81"/>
                  <a:gd name="T11" fmla="*/ 50 h 53"/>
                  <a:gd name="T12" fmla="*/ 72 w 81"/>
                  <a:gd name="T13" fmla="*/ 53 h 53"/>
                  <a:gd name="T14" fmla="*/ 8 w 81"/>
                  <a:gd name="T15" fmla="*/ 25 h 53"/>
                  <a:gd name="T16" fmla="*/ 18 w 81"/>
                  <a:gd name="T1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3">
                    <a:moveTo>
                      <a:pt x="18" y="0"/>
                    </a:moveTo>
                    <a:cubicBezTo>
                      <a:pt x="81" y="25"/>
                      <a:pt x="81" y="25"/>
                      <a:pt x="81" y="25"/>
                    </a:cubicBezTo>
                    <a:cubicBezTo>
                      <a:pt x="80" y="27"/>
                      <a:pt x="80" y="27"/>
                      <a:pt x="80" y="27"/>
                    </a:cubicBezTo>
                    <a:cubicBezTo>
                      <a:pt x="77" y="26"/>
                      <a:pt x="73" y="26"/>
                      <a:pt x="69" y="30"/>
                    </a:cubicBezTo>
                    <a:cubicBezTo>
                      <a:pt x="64" y="35"/>
                      <a:pt x="63" y="41"/>
                      <a:pt x="67" y="46"/>
                    </a:cubicBezTo>
                    <a:cubicBezTo>
                      <a:pt x="69" y="48"/>
                      <a:pt x="71" y="50"/>
                      <a:pt x="73" y="50"/>
                    </a:cubicBezTo>
                    <a:cubicBezTo>
                      <a:pt x="72" y="53"/>
                      <a:pt x="72" y="53"/>
                      <a:pt x="72" y="5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0" y="17"/>
                      <a:pt x="3" y="3"/>
                      <a:pt x="18" y="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4" name="Freeform 383">
                <a:extLst>
                  <a:ext uri="{FF2B5EF4-FFF2-40B4-BE49-F238E27FC236}">
                    <a16:creationId xmlns:a16="http://schemas.microsoft.com/office/drawing/2014/main" id="{B2FCE372-4041-4DAD-94AA-BF1BE1F82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7751" y="2887663"/>
                <a:ext cx="131763" cy="130175"/>
              </a:xfrm>
              <a:custGeom>
                <a:avLst/>
                <a:gdLst>
                  <a:gd name="T0" fmla="*/ 6 w 33"/>
                  <a:gd name="T1" fmla="*/ 26 h 33"/>
                  <a:gd name="T2" fmla="*/ 28 w 33"/>
                  <a:gd name="T3" fmla="*/ 25 h 33"/>
                  <a:gd name="T4" fmla="*/ 33 w 33"/>
                  <a:gd name="T5" fmla="*/ 15 h 33"/>
                  <a:gd name="T6" fmla="*/ 25 w 33"/>
                  <a:gd name="T7" fmla="*/ 4 h 33"/>
                  <a:gd name="T8" fmla="*/ 8 w 33"/>
                  <a:gd name="T9" fmla="*/ 5 h 33"/>
                  <a:gd name="T10" fmla="*/ 6 w 33"/>
                  <a:gd name="T1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3">
                    <a:moveTo>
                      <a:pt x="6" y="26"/>
                    </a:moveTo>
                    <a:cubicBezTo>
                      <a:pt x="12" y="33"/>
                      <a:pt x="22" y="32"/>
                      <a:pt x="28" y="25"/>
                    </a:cubicBezTo>
                    <a:cubicBezTo>
                      <a:pt x="31" y="23"/>
                      <a:pt x="33" y="19"/>
                      <a:pt x="33" y="15"/>
                    </a:cubicBezTo>
                    <a:cubicBezTo>
                      <a:pt x="32" y="11"/>
                      <a:pt x="25" y="4"/>
                      <a:pt x="25" y="4"/>
                    </a:cubicBezTo>
                    <a:cubicBezTo>
                      <a:pt x="21" y="0"/>
                      <a:pt x="13" y="0"/>
                      <a:pt x="8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5" name="Freeform 384">
                <a:extLst>
                  <a:ext uri="{FF2B5EF4-FFF2-40B4-BE49-F238E27FC236}">
                    <a16:creationId xmlns:a16="http://schemas.microsoft.com/office/drawing/2014/main" id="{1E039DFC-057C-41B3-B499-A05722BBE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7751" y="2887663"/>
                <a:ext cx="131763" cy="130175"/>
              </a:xfrm>
              <a:custGeom>
                <a:avLst/>
                <a:gdLst>
                  <a:gd name="T0" fmla="*/ 6 w 33"/>
                  <a:gd name="T1" fmla="*/ 26 h 33"/>
                  <a:gd name="T2" fmla="*/ 28 w 33"/>
                  <a:gd name="T3" fmla="*/ 25 h 33"/>
                  <a:gd name="T4" fmla="*/ 33 w 33"/>
                  <a:gd name="T5" fmla="*/ 15 h 33"/>
                  <a:gd name="T6" fmla="*/ 25 w 33"/>
                  <a:gd name="T7" fmla="*/ 4 h 33"/>
                  <a:gd name="T8" fmla="*/ 8 w 33"/>
                  <a:gd name="T9" fmla="*/ 5 h 33"/>
                  <a:gd name="T10" fmla="*/ 6 w 33"/>
                  <a:gd name="T1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3">
                    <a:moveTo>
                      <a:pt x="6" y="26"/>
                    </a:moveTo>
                    <a:cubicBezTo>
                      <a:pt x="12" y="33"/>
                      <a:pt x="22" y="32"/>
                      <a:pt x="28" y="25"/>
                    </a:cubicBezTo>
                    <a:cubicBezTo>
                      <a:pt x="31" y="23"/>
                      <a:pt x="33" y="19"/>
                      <a:pt x="33" y="15"/>
                    </a:cubicBezTo>
                    <a:cubicBezTo>
                      <a:pt x="32" y="11"/>
                      <a:pt x="25" y="4"/>
                      <a:pt x="25" y="4"/>
                    </a:cubicBezTo>
                    <a:cubicBezTo>
                      <a:pt x="21" y="0"/>
                      <a:pt x="13" y="0"/>
                      <a:pt x="8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6" name="Freeform 385">
                <a:extLst>
                  <a:ext uri="{FF2B5EF4-FFF2-40B4-BE49-F238E27FC236}">
                    <a16:creationId xmlns:a16="http://schemas.microsoft.com/office/drawing/2014/main" id="{CFB34DEB-C7E2-43B9-84E7-41370C0821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3626" y="2874963"/>
                <a:ext cx="103188" cy="127000"/>
              </a:xfrm>
              <a:custGeom>
                <a:avLst/>
                <a:gdLst>
                  <a:gd name="T0" fmla="*/ 4 w 26"/>
                  <a:gd name="T1" fmla="*/ 27 h 32"/>
                  <a:gd name="T2" fmla="*/ 6 w 26"/>
                  <a:gd name="T3" fmla="*/ 10 h 32"/>
                  <a:gd name="T4" fmla="*/ 26 w 26"/>
                  <a:gd name="T5" fmla="*/ 20 h 32"/>
                  <a:gd name="T6" fmla="*/ 21 w 26"/>
                  <a:gd name="T7" fmla="*/ 27 h 32"/>
                  <a:gd name="T8" fmla="*/ 4 w 26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4" y="27"/>
                    </a:moveTo>
                    <a:cubicBezTo>
                      <a:pt x="0" y="22"/>
                      <a:pt x="1" y="15"/>
                      <a:pt x="6" y="10"/>
                    </a:cubicBezTo>
                    <a:cubicBezTo>
                      <a:pt x="17" y="0"/>
                      <a:pt x="26" y="16"/>
                      <a:pt x="26" y="20"/>
                    </a:cubicBezTo>
                    <a:cubicBezTo>
                      <a:pt x="25" y="22"/>
                      <a:pt x="24" y="25"/>
                      <a:pt x="21" y="27"/>
                    </a:cubicBezTo>
                    <a:cubicBezTo>
                      <a:pt x="16" y="32"/>
                      <a:pt x="9" y="32"/>
                      <a:pt x="4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7" name="Freeform 386">
                <a:extLst>
                  <a:ext uri="{FF2B5EF4-FFF2-40B4-BE49-F238E27FC236}">
                    <a16:creationId xmlns:a16="http://schemas.microsoft.com/office/drawing/2014/main" id="{96F97C54-B5BF-4DD5-955F-5420FC5E9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3626" y="2874963"/>
                <a:ext cx="103188" cy="127000"/>
              </a:xfrm>
              <a:custGeom>
                <a:avLst/>
                <a:gdLst>
                  <a:gd name="T0" fmla="*/ 4 w 26"/>
                  <a:gd name="T1" fmla="*/ 27 h 32"/>
                  <a:gd name="T2" fmla="*/ 6 w 26"/>
                  <a:gd name="T3" fmla="*/ 10 h 32"/>
                  <a:gd name="T4" fmla="*/ 26 w 26"/>
                  <a:gd name="T5" fmla="*/ 20 h 32"/>
                  <a:gd name="T6" fmla="*/ 21 w 26"/>
                  <a:gd name="T7" fmla="*/ 27 h 32"/>
                  <a:gd name="T8" fmla="*/ 4 w 26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4" y="27"/>
                    </a:moveTo>
                    <a:cubicBezTo>
                      <a:pt x="0" y="22"/>
                      <a:pt x="1" y="15"/>
                      <a:pt x="6" y="10"/>
                    </a:cubicBezTo>
                    <a:cubicBezTo>
                      <a:pt x="17" y="0"/>
                      <a:pt x="26" y="16"/>
                      <a:pt x="26" y="20"/>
                    </a:cubicBezTo>
                    <a:cubicBezTo>
                      <a:pt x="25" y="22"/>
                      <a:pt x="24" y="25"/>
                      <a:pt x="21" y="27"/>
                    </a:cubicBezTo>
                    <a:cubicBezTo>
                      <a:pt x="16" y="32"/>
                      <a:pt x="9" y="32"/>
                      <a:pt x="4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8" name="Freeform 387">
                <a:extLst>
                  <a:ext uri="{FF2B5EF4-FFF2-40B4-BE49-F238E27FC236}">
                    <a16:creationId xmlns:a16="http://schemas.microsoft.com/office/drawing/2014/main" id="{5ADE7259-9F37-46A6-9F58-5C290FBAA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3626" y="2874963"/>
                <a:ext cx="103188" cy="127000"/>
              </a:xfrm>
              <a:custGeom>
                <a:avLst/>
                <a:gdLst>
                  <a:gd name="T0" fmla="*/ 4 w 26"/>
                  <a:gd name="T1" fmla="*/ 27 h 32"/>
                  <a:gd name="T2" fmla="*/ 21 w 26"/>
                  <a:gd name="T3" fmla="*/ 27 h 32"/>
                  <a:gd name="T4" fmla="*/ 26 w 26"/>
                  <a:gd name="T5" fmla="*/ 20 h 32"/>
                  <a:gd name="T6" fmla="*/ 6 w 26"/>
                  <a:gd name="T7" fmla="*/ 10 h 32"/>
                  <a:gd name="T8" fmla="*/ 4 w 26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4" y="27"/>
                    </a:moveTo>
                    <a:cubicBezTo>
                      <a:pt x="9" y="32"/>
                      <a:pt x="16" y="32"/>
                      <a:pt x="21" y="27"/>
                    </a:cubicBezTo>
                    <a:cubicBezTo>
                      <a:pt x="24" y="25"/>
                      <a:pt x="25" y="22"/>
                      <a:pt x="26" y="20"/>
                    </a:cubicBezTo>
                    <a:cubicBezTo>
                      <a:pt x="26" y="16"/>
                      <a:pt x="17" y="0"/>
                      <a:pt x="6" y="10"/>
                    </a:cubicBezTo>
                    <a:cubicBezTo>
                      <a:pt x="1" y="15"/>
                      <a:pt x="0" y="22"/>
                      <a:pt x="4" y="27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49" name="Freeform 388">
                <a:extLst>
                  <a:ext uri="{FF2B5EF4-FFF2-40B4-BE49-F238E27FC236}">
                    <a16:creationId xmlns:a16="http://schemas.microsoft.com/office/drawing/2014/main" id="{2997F381-D996-448C-A3A4-E30D6C2CE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9501" y="2898775"/>
                <a:ext cx="71438" cy="84138"/>
              </a:xfrm>
              <a:custGeom>
                <a:avLst/>
                <a:gdLst>
                  <a:gd name="T0" fmla="*/ 3 w 18"/>
                  <a:gd name="T1" fmla="*/ 18 h 21"/>
                  <a:gd name="T2" fmla="*/ 4 w 18"/>
                  <a:gd name="T3" fmla="*/ 7 h 21"/>
                  <a:gd name="T4" fmla="*/ 18 w 18"/>
                  <a:gd name="T5" fmla="*/ 13 h 21"/>
                  <a:gd name="T6" fmla="*/ 15 w 18"/>
                  <a:gd name="T7" fmla="*/ 18 h 21"/>
                  <a:gd name="T8" fmla="*/ 3 w 18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1">
                    <a:moveTo>
                      <a:pt x="3" y="18"/>
                    </a:moveTo>
                    <a:cubicBezTo>
                      <a:pt x="0" y="14"/>
                      <a:pt x="1" y="10"/>
                      <a:pt x="4" y="7"/>
                    </a:cubicBezTo>
                    <a:cubicBezTo>
                      <a:pt x="12" y="0"/>
                      <a:pt x="18" y="11"/>
                      <a:pt x="18" y="13"/>
                    </a:cubicBezTo>
                    <a:cubicBezTo>
                      <a:pt x="17" y="15"/>
                      <a:pt x="16" y="17"/>
                      <a:pt x="15" y="18"/>
                    </a:cubicBezTo>
                    <a:cubicBezTo>
                      <a:pt x="11" y="21"/>
                      <a:pt x="7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0" name="Freeform 389">
                <a:extLst>
                  <a:ext uri="{FF2B5EF4-FFF2-40B4-BE49-F238E27FC236}">
                    <a16:creationId xmlns:a16="http://schemas.microsoft.com/office/drawing/2014/main" id="{5720B34C-EF19-40A5-9B88-70A4BC837A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9501" y="2898775"/>
                <a:ext cx="71438" cy="84138"/>
              </a:xfrm>
              <a:custGeom>
                <a:avLst/>
                <a:gdLst>
                  <a:gd name="T0" fmla="*/ 3 w 18"/>
                  <a:gd name="T1" fmla="*/ 18 h 21"/>
                  <a:gd name="T2" fmla="*/ 4 w 18"/>
                  <a:gd name="T3" fmla="*/ 7 h 21"/>
                  <a:gd name="T4" fmla="*/ 18 w 18"/>
                  <a:gd name="T5" fmla="*/ 13 h 21"/>
                  <a:gd name="T6" fmla="*/ 15 w 18"/>
                  <a:gd name="T7" fmla="*/ 18 h 21"/>
                  <a:gd name="T8" fmla="*/ 3 w 18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1">
                    <a:moveTo>
                      <a:pt x="3" y="18"/>
                    </a:moveTo>
                    <a:cubicBezTo>
                      <a:pt x="0" y="14"/>
                      <a:pt x="1" y="10"/>
                      <a:pt x="4" y="7"/>
                    </a:cubicBezTo>
                    <a:cubicBezTo>
                      <a:pt x="12" y="0"/>
                      <a:pt x="18" y="11"/>
                      <a:pt x="18" y="13"/>
                    </a:cubicBezTo>
                    <a:cubicBezTo>
                      <a:pt x="17" y="15"/>
                      <a:pt x="16" y="17"/>
                      <a:pt x="15" y="18"/>
                    </a:cubicBezTo>
                    <a:cubicBezTo>
                      <a:pt x="11" y="21"/>
                      <a:pt x="7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1" name="Freeform 390">
                <a:extLst>
                  <a:ext uri="{FF2B5EF4-FFF2-40B4-BE49-F238E27FC236}">
                    <a16:creationId xmlns:a16="http://schemas.microsoft.com/office/drawing/2014/main" id="{BE9DB3DF-48CE-4E11-AFCE-002DFB367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1676" y="2795588"/>
                <a:ext cx="317500" cy="211138"/>
              </a:xfrm>
              <a:custGeom>
                <a:avLst/>
                <a:gdLst>
                  <a:gd name="T0" fmla="*/ 17 w 80"/>
                  <a:gd name="T1" fmla="*/ 0 h 53"/>
                  <a:gd name="T2" fmla="*/ 80 w 80"/>
                  <a:gd name="T3" fmla="*/ 24 h 53"/>
                  <a:gd name="T4" fmla="*/ 79 w 80"/>
                  <a:gd name="T5" fmla="*/ 27 h 53"/>
                  <a:gd name="T6" fmla="*/ 68 w 80"/>
                  <a:gd name="T7" fmla="*/ 30 h 53"/>
                  <a:gd name="T8" fmla="*/ 67 w 80"/>
                  <a:gd name="T9" fmla="*/ 46 h 53"/>
                  <a:gd name="T10" fmla="*/ 72 w 80"/>
                  <a:gd name="T11" fmla="*/ 50 h 53"/>
                  <a:gd name="T12" fmla="*/ 71 w 80"/>
                  <a:gd name="T13" fmla="*/ 53 h 53"/>
                  <a:gd name="T14" fmla="*/ 7 w 80"/>
                  <a:gd name="T15" fmla="*/ 24 h 53"/>
                  <a:gd name="T16" fmla="*/ 17 w 80"/>
                  <a:gd name="T1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53">
                    <a:moveTo>
                      <a:pt x="17" y="0"/>
                    </a:moveTo>
                    <a:cubicBezTo>
                      <a:pt x="80" y="24"/>
                      <a:pt x="80" y="24"/>
                      <a:pt x="80" y="24"/>
                    </a:cubicBezTo>
                    <a:cubicBezTo>
                      <a:pt x="79" y="27"/>
                      <a:pt x="79" y="27"/>
                      <a:pt x="79" y="27"/>
                    </a:cubicBezTo>
                    <a:cubicBezTo>
                      <a:pt x="76" y="26"/>
                      <a:pt x="72" y="26"/>
                      <a:pt x="68" y="30"/>
                    </a:cubicBezTo>
                    <a:cubicBezTo>
                      <a:pt x="63" y="35"/>
                      <a:pt x="62" y="41"/>
                      <a:pt x="67" y="46"/>
                    </a:cubicBezTo>
                    <a:cubicBezTo>
                      <a:pt x="68" y="48"/>
                      <a:pt x="70" y="49"/>
                      <a:pt x="72" y="50"/>
                    </a:cubicBezTo>
                    <a:cubicBezTo>
                      <a:pt x="71" y="53"/>
                      <a:pt x="71" y="53"/>
                      <a:pt x="71" y="53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0" y="17"/>
                      <a:pt x="3" y="3"/>
                      <a:pt x="17" y="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2" name="Freeform 391">
                <a:extLst>
                  <a:ext uri="{FF2B5EF4-FFF2-40B4-BE49-F238E27FC236}">
                    <a16:creationId xmlns:a16="http://schemas.microsoft.com/office/drawing/2014/main" id="{3301F011-C892-4107-9931-893BD1F27F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2887663"/>
                <a:ext cx="127000" cy="127000"/>
              </a:xfrm>
              <a:custGeom>
                <a:avLst/>
                <a:gdLst>
                  <a:gd name="T0" fmla="*/ 6 w 32"/>
                  <a:gd name="T1" fmla="*/ 26 h 32"/>
                  <a:gd name="T2" fmla="*/ 27 w 32"/>
                  <a:gd name="T3" fmla="*/ 25 h 32"/>
                  <a:gd name="T4" fmla="*/ 32 w 32"/>
                  <a:gd name="T5" fmla="*/ 15 h 32"/>
                  <a:gd name="T6" fmla="*/ 24 w 32"/>
                  <a:gd name="T7" fmla="*/ 3 h 32"/>
                  <a:gd name="T8" fmla="*/ 7 w 32"/>
                  <a:gd name="T9" fmla="*/ 5 h 32"/>
                  <a:gd name="T10" fmla="*/ 6 w 32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32">
                    <a:moveTo>
                      <a:pt x="6" y="26"/>
                    </a:moveTo>
                    <a:cubicBezTo>
                      <a:pt x="12" y="32"/>
                      <a:pt x="21" y="32"/>
                      <a:pt x="27" y="25"/>
                    </a:cubicBezTo>
                    <a:cubicBezTo>
                      <a:pt x="30" y="22"/>
                      <a:pt x="32" y="19"/>
                      <a:pt x="32" y="15"/>
                    </a:cubicBezTo>
                    <a:cubicBezTo>
                      <a:pt x="32" y="11"/>
                      <a:pt x="25" y="4"/>
                      <a:pt x="24" y="3"/>
                    </a:cubicBezTo>
                    <a:cubicBezTo>
                      <a:pt x="20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3" name="Freeform 392">
                <a:extLst>
                  <a:ext uri="{FF2B5EF4-FFF2-40B4-BE49-F238E27FC236}">
                    <a16:creationId xmlns:a16="http://schemas.microsoft.com/office/drawing/2014/main" id="{7F2B9A8E-CABA-4680-98C8-82D8E45ED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26" y="2887663"/>
                <a:ext cx="127000" cy="127000"/>
              </a:xfrm>
              <a:custGeom>
                <a:avLst/>
                <a:gdLst>
                  <a:gd name="T0" fmla="*/ 6 w 32"/>
                  <a:gd name="T1" fmla="*/ 26 h 32"/>
                  <a:gd name="T2" fmla="*/ 27 w 32"/>
                  <a:gd name="T3" fmla="*/ 25 h 32"/>
                  <a:gd name="T4" fmla="*/ 32 w 32"/>
                  <a:gd name="T5" fmla="*/ 15 h 32"/>
                  <a:gd name="T6" fmla="*/ 24 w 32"/>
                  <a:gd name="T7" fmla="*/ 3 h 32"/>
                  <a:gd name="T8" fmla="*/ 7 w 32"/>
                  <a:gd name="T9" fmla="*/ 5 h 32"/>
                  <a:gd name="T10" fmla="*/ 6 w 32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32">
                    <a:moveTo>
                      <a:pt x="6" y="26"/>
                    </a:moveTo>
                    <a:cubicBezTo>
                      <a:pt x="12" y="32"/>
                      <a:pt x="21" y="32"/>
                      <a:pt x="27" y="25"/>
                    </a:cubicBezTo>
                    <a:cubicBezTo>
                      <a:pt x="30" y="22"/>
                      <a:pt x="32" y="19"/>
                      <a:pt x="32" y="15"/>
                    </a:cubicBezTo>
                    <a:cubicBezTo>
                      <a:pt x="32" y="11"/>
                      <a:pt x="25" y="4"/>
                      <a:pt x="24" y="3"/>
                    </a:cubicBezTo>
                    <a:cubicBezTo>
                      <a:pt x="20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4" name="Freeform 393">
                <a:extLst>
                  <a:ext uri="{FF2B5EF4-FFF2-40B4-BE49-F238E27FC236}">
                    <a16:creationId xmlns:a16="http://schemas.microsoft.com/office/drawing/2014/main" id="{C09E01EB-61B4-4799-B2BB-7847F5960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7738" y="2871788"/>
                <a:ext cx="107950" cy="130175"/>
              </a:xfrm>
              <a:custGeom>
                <a:avLst/>
                <a:gdLst>
                  <a:gd name="T0" fmla="*/ 5 w 27"/>
                  <a:gd name="T1" fmla="*/ 28 h 33"/>
                  <a:gd name="T2" fmla="*/ 6 w 27"/>
                  <a:gd name="T3" fmla="*/ 11 h 33"/>
                  <a:gd name="T4" fmla="*/ 26 w 27"/>
                  <a:gd name="T5" fmla="*/ 20 h 33"/>
                  <a:gd name="T6" fmla="*/ 22 w 27"/>
                  <a:gd name="T7" fmla="*/ 28 h 33"/>
                  <a:gd name="T8" fmla="*/ 5 w 27"/>
                  <a:gd name="T9" fmla="*/ 2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3">
                    <a:moveTo>
                      <a:pt x="5" y="28"/>
                    </a:moveTo>
                    <a:cubicBezTo>
                      <a:pt x="0" y="23"/>
                      <a:pt x="1" y="16"/>
                      <a:pt x="6" y="11"/>
                    </a:cubicBezTo>
                    <a:cubicBezTo>
                      <a:pt x="17" y="0"/>
                      <a:pt x="27" y="17"/>
                      <a:pt x="26" y="20"/>
                    </a:cubicBezTo>
                    <a:cubicBezTo>
                      <a:pt x="26" y="23"/>
                      <a:pt x="24" y="26"/>
                      <a:pt x="22" y="28"/>
                    </a:cubicBezTo>
                    <a:cubicBezTo>
                      <a:pt x="16" y="32"/>
                      <a:pt x="9" y="33"/>
                      <a:pt x="5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5" name="Freeform 394">
                <a:extLst>
                  <a:ext uri="{FF2B5EF4-FFF2-40B4-BE49-F238E27FC236}">
                    <a16:creationId xmlns:a16="http://schemas.microsoft.com/office/drawing/2014/main" id="{47485212-25C1-46C4-A258-5EEB515E7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7738" y="2871788"/>
                <a:ext cx="107950" cy="130175"/>
              </a:xfrm>
              <a:custGeom>
                <a:avLst/>
                <a:gdLst>
                  <a:gd name="T0" fmla="*/ 5 w 27"/>
                  <a:gd name="T1" fmla="*/ 28 h 33"/>
                  <a:gd name="T2" fmla="*/ 6 w 27"/>
                  <a:gd name="T3" fmla="*/ 11 h 33"/>
                  <a:gd name="T4" fmla="*/ 26 w 27"/>
                  <a:gd name="T5" fmla="*/ 20 h 33"/>
                  <a:gd name="T6" fmla="*/ 22 w 27"/>
                  <a:gd name="T7" fmla="*/ 28 h 33"/>
                  <a:gd name="T8" fmla="*/ 5 w 27"/>
                  <a:gd name="T9" fmla="*/ 2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3">
                    <a:moveTo>
                      <a:pt x="5" y="28"/>
                    </a:moveTo>
                    <a:cubicBezTo>
                      <a:pt x="0" y="23"/>
                      <a:pt x="1" y="16"/>
                      <a:pt x="6" y="11"/>
                    </a:cubicBezTo>
                    <a:cubicBezTo>
                      <a:pt x="17" y="0"/>
                      <a:pt x="27" y="17"/>
                      <a:pt x="26" y="20"/>
                    </a:cubicBezTo>
                    <a:cubicBezTo>
                      <a:pt x="26" y="23"/>
                      <a:pt x="24" y="26"/>
                      <a:pt x="22" y="28"/>
                    </a:cubicBezTo>
                    <a:cubicBezTo>
                      <a:pt x="16" y="32"/>
                      <a:pt x="9" y="33"/>
                      <a:pt x="5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6" name="Freeform 395">
                <a:extLst>
                  <a:ext uri="{FF2B5EF4-FFF2-40B4-BE49-F238E27FC236}">
                    <a16:creationId xmlns:a16="http://schemas.microsoft.com/office/drawing/2014/main" id="{02B079A1-1B9D-4D5E-8ACC-CCF0C8BDD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7738" y="2871788"/>
                <a:ext cx="107950" cy="130175"/>
              </a:xfrm>
              <a:custGeom>
                <a:avLst/>
                <a:gdLst>
                  <a:gd name="T0" fmla="*/ 5 w 27"/>
                  <a:gd name="T1" fmla="*/ 28 h 33"/>
                  <a:gd name="T2" fmla="*/ 22 w 27"/>
                  <a:gd name="T3" fmla="*/ 28 h 33"/>
                  <a:gd name="T4" fmla="*/ 26 w 27"/>
                  <a:gd name="T5" fmla="*/ 20 h 33"/>
                  <a:gd name="T6" fmla="*/ 6 w 27"/>
                  <a:gd name="T7" fmla="*/ 11 h 33"/>
                  <a:gd name="T8" fmla="*/ 5 w 27"/>
                  <a:gd name="T9" fmla="*/ 2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3">
                    <a:moveTo>
                      <a:pt x="5" y="28"/>
                    </a:moveTo>
                    <a:cubicBezTo>
                      <a:pt x="9" y="33"/>
                      <a:pt x="16" y="32"/>
                      <a:pt x="22" y="28"/>
                    </a:cubicBezTo>
                    <a:cubicBezTo>
                      <a:pt x="24" y="26"/>
                      <a:pt x="26" y="23"/>
                      <a:pt x="26" y="20"/>
                    </a:cubicBezTo>
                    <a:cubicBezTo>
                      <a:pt x="27" y="17"/>
                      <a:pt x="17" y="0"/>
                      <a:pt x="6" y="11"/>
                    </a:cubicBezTo>
                    <a:cubicBezTo>
                      <a:pt x="1" y="16"/>
                      <a:pt x="0" y="23"/>
                      <a:pt x="5" y="28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7" name="Freeform 396">
                <a:extLst>
                  <a:ext uri="{FF2B5EF4-FFF2-40B4-BE49-F238E27FC236}">
                    <a16:creationId xmlns:a16="http://schemas.microsoft.com/office/drawing/2014/main" id="{59BBC6DF-AD77-4423-9594-D3C45BC8A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8376" y="2898775"/>
                <a:ext cx="66675" cy="84138"/>
              </a:xfrm>
              <a:custGeom>
                <a:avLst/>
                <a:gdLst>
                  <a:gd name="T0" fmla="*/ 3 w 17"/>
                  <a:gd name="T1" fmla="*/ 18 h 21"/>
                  <a:gd name="T2" fmla="*/ 4 w 17"/>
                  <a:gd name="T3" fmla="*/ 7 h 21"/>
                  <a:gd name="T4" fmla="*/ 17 w 17"/>
                  <a:gd name="T5" fmla="*/ 13 h 21"/>
                  <a:gd name="T6" fmla="*/ 14 w 17"/>
                  <a:gd name="T7" fmla="*/ 18 h 21"/>
                  <a:gd name="T8" fmla="*/ 3 w 17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3" y="18"/>
                    </a:moveTo>
                    <a:cubicBezTo>
                      <a:pt x="0" y="14"/>
                      <a:pt x="0" y="10"/>
                      <a:pt x="4" y="7"/>
                    </a:cubicBezTo>
                    <a:cubicBezTo>
                      <a:pt x="11" y="0"/>
                      <a:pt x="17" y="10"/>
                      <a:pt x="17" y="13"/>
                    </a:cubicBezTo>
                    <a:cubicBezTo>
                      <a:pt x="17" y="15"/>
                      <a:pt x="15" y="16"/>
                      <a:pt x="14" y="18"/>
                    </a:cubicBezTo>
                    <a:cubicBezTo>
                      <a:pt x="10" y="21"/>
                      <a:pt x="6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8" name="Freeform 397">
                <a:extLst>
                  <a:ext uri="{FF2B5EF4-FFF2-40B4-BE49-F238E27FC236}">
                    <a16:creationId xmlns:a16="http://schemas.microsoft.com/office/drawing/2014/main" id="{0EBDB8EB-3F88-426E-8FD2-068DA15F3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8376" y="2898775"/>
                <a:ext cx="66675" cy="84138"/>
              </a:xfrm>
              <a:custGeom>
                <a:avLst/>
                <a:gdLst>
                  <a:gd name="T0" fmla="*/ 3 w 17"/>
                  <a:gd name="T1" fmla="*/ 18 h 21"/>
                  <a:gd name="T2" fmla="*/ 4 w 17"/>
                  <a:gd name="T3" fmla="*/ 7 h 21"/>
                  <a:gd name="T4" fmla="*/ 17 w 17"/>
                  <a:gd name="T5" fmla="*/ 13 h 21"/>
                  <a:gd name="T6" fmla="*/ 14 w 17"/>
                  <a:gd name="T7" fmla="*/ 18 h 21"/>
                  <a:gd name="T8" fmla="*/ 3 w 17"/>
                  <a:gd name="T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3" y="18"/>
                    </a:moveTo>
                    <a:cubicBezTo>
                      <a:pt x="0" y="14"/>
                      <a:pt x="0" y="10"/>
                      <a:pt x="4" y="7"/>
                    </a:cubicBezTo>
                    <a:cubicBezTo>
                      <a:pt x="11" y="0"/>
                      <a:pt x="17" y="10"/>
                      <a:pt x="17" y="13"/>
                    </a:cubicBezTo>
                    <a:cubicBezTo>
                      <a:pt x="17" y="15"/>
                      <a:pt x="15" y="16"/>
                      <a:pt x="14" y="18"/>
                    </a:cubicBezTo>
                    <a:cubicBezTo>
                      <a:pt x="10" y="21"/>
                      <a:pt x="6" y="21"/>
                      <a:pt x="3" y="1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59" name="Freeform 398">
                <a:extLst>
                  <a:ext uri="{FF2B5EF4-FFF2-40B4-BE49-F238E27FC236}">
                    <a16:creationId xmlns:a16="http://schemas.microsoft.com/office/drawing/2014/main" id="{98D76A53-BA02-4085-86B0-1F15825D9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1363" y="2697163"/>
                <a:ext cx="333375" cy="214313"/>
              </a:xfrm>
              <a:custGeom>
                <a:avLst/>
                <a:gdLst>
                  <a:gd name="T0" fmla="*/ 18 w 84"/>
                  <a:gd name="T1" fmla="*/ 0 h 54"/>
                  <a:gd name="T2" fmla="*/ 84 w 84"/>
                  <a:gd name="T3" fmla="*/ 25 h 54"/>
                  <a:gd name="T4" fmla="*/ 83 w 84"/>
                  <a:gd name="T5" fmla="*/ 28 h 54"/>
                  <a:gd name="T6" fmla="*/ 72 w 84"/>
                  <a:gd name="T7" fmla="*/ 30 h 54"/>
                  <a:gd name="T8" fmla="*/ 70 w 84"/>
                  <a:gd name="T9" fmla="*/ 47 h 54"/>
                  <a:gd name="T10" fmla="*/ 76 w 84"/>
                  <a:gd name="T11" fmla="*/ 51 h 54"/>
                  <a:gd name="T12" fmla="*/ 75 w 84"/>
                  <a:gd name="T13" fmla="*/ 54 h 54"/>
                  <a:gd name="T14" fmla="*/ 8 w 84"/>
                  <a:gd name="T15" fmla="*/ 24 h 54"/>
                  <a:gd name="T16" fmla="*/ 18 w 84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54">
                    <a:moveTo>
                      <a:pt x="18" y="0"/>
                    </a:moveTo>
                    <a:cubicBezTo>
                      <a:pt x="84" y="25"/>
                      <a:pt x="84" y="25"/>
                      <a:pt x="84" y="25"/>
                    </a:cubicBezTo>
                    <a:cubicBezTo>
                      <a:pt x="83" y="28"/>
                      <a:pt x="83" y="28"/>
                      <a:pt x="83" y="28"/>
                    </a:cubicBezTo>
                    <a:cubicBezTo>
                      <a:pt x="80" y="26"/>
                      <a:pt x="76" y="27"/>
                      <a:pt x="72" y="30"/>
                    </a:cubicBezTo>
                    <a:cubicBezTo>
                      <a:pt x="66" y="35"/>
                      <a:pt x="66" y="42"/>
                      <a:pt x="70" y="47"/>
                    </a:cubicBezTo>
                    <a:cubicBezTo>
                      <a:pt x="72" y="49"/>
                      <a:pt x="74" y="50"/>
                      <a:pt x="76" y="51"/>
                    </a:cubicBezTo>
                    <a:cubicBezTo>
                      <a:pt x="75" y="54"/>
                      <a:pt x="75" y="54"/>
                      <a:pt x="75" y="5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0" y="17"/>
                      <a:pt x="3" y="2"/>
                      <a:pt x="18" y="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0" name="Freeform 399">
                <a:extLst>
                  <a:ext uri="{FF2B5EF4-FFF2-40B4-BE49-F238E27FC236}">
                    <a16:creationId xmlns:a16="http://schemas.microsoft.com/office/drawing/2014/main" id="{FF557FD2-16E2-4301-AD15-ABC95F647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7426" y="2792413"/>
                <a:ext cx="136525" cy="127000"/>
              </a:xfrm>
              <a:custGeom>
                <a:avLst/>
                <a:gdLst>
                  <a:gd name="T0" fmla="*/ 6 w 34"/>
                  <a:gd name="T1" fmla="*/ 26 h 32"/>
                  <a:gd name="T2" fmla="*/ 29 w 34"/>
                  <a:gd name="T3" fmla="*/ 25 h 32"/>
                  <a:gd name="T4" fmla="*/ 34 w 34"/>
                  <a:gd name="T5" fmla="*/ 15 h 32"/>
                  <a:gd name="T6" fmla="*/ 26 w 34"/>
                  <a:gd name="T7" fmla="*/ 3 h 32"/>
                  <a:gd name="T8" fmla="*/ 7 w 34"/>
                  <a:gd name="T9" fmla="*/ 5 h 32"/>
                  <a:gd name="T10" fmla="*/ 6 w 34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32">
                    <a:moveTo>
                      <a:pt x="6" y="26"/>
                    </a:moveTo>
                    <a:cubicBezTo>
                      <a:pt x="13" y="32"/>
                      <a:pt x="22" y="32"/>
                      <a:pt x="29" y="25"/>
                    </a:cubicBezTo>
                    <a:cubicBezTo>
                      <a:pt x="32" y="22"/>
                      <a:pt x="34" y="19"/>
                      <a:pt x="34" y="15"/>
                    </a:cubicBezTo>
                    <a:cubicBezTo>
                      <a:pt x="33" y="11"/>
                      <a:pt x="26" y="4"/>
                      <a:pt x="26" y="3"/>
                    </a:cubicBezTo>
                    <a:cubicBezTo>
                      <a:pt x="21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1" name="Freeform 400">
                <a:extLst>
                  <a:ext uri="{FF2B5EF4-FFF2-40B4-BE49-F238E27FC236}">
                    <a16:creationId xmlns:a16="http://schemas.microsoft.com/office/drawing/2014/main" id="{4944E488-46BE-4811-99A4-C454E59AB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7426" y="2792413"/>
                <a:ext cx="136525" cy="127000"/>
              </a:xfrm>
              <a:custGeom>
                <a:avLst/>
                <a:gdLst>
                  <a:gd name="T0" fmla="*/ 6 w 34"/>
                  <a:gd name="T1" fmla="*/ 26 h 32"/>
                  <a:gd name="T2" fmla="*/ 29 w 34"/>
                  <a:gd name="T3" fmla="*/ 25 h 32"/>
                  <a:gd name="T4" fmla="*/ 34 w 34"/>
                  <a:gd name="T5" fmla="*/ 15 h 32"/>
                  <a:gd name="T6" fmla="*/ 26 w 34"/>
                  <a:gd name="T7" fmla="*/ 3 h 32"/>
                  <a:gd name="T8" fmla="*/ 7 w 34"/>
                  <a:gd name="T9" fmla="*/ 5 h 32"/>
                  <a:gd name="T10" fmla="*/ 6 w 34"/>
                  <a:gd name="T11" fmla="*/ 2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32">
                    <a:moveTo>
                      <a:pt x="6" y="26"/>
                    </a:moveTo>
                    <a:cubicBezTo>
                      <a:pt x="13" y="32"/>
                      <a:pt x="22" y="32"/>
                      <a:pt x="29" y="25"/>
                    </a:cubicBezTo>
                    <a:cubicBezTo>
                      <a:pt x="32" y="22"/>
                      <a:pt x="34" y="19"/>
                      <a:pt x="34" y="15"/>
                    </a:cubicBezTo>
                    <a:cubicBezTo>
                      <a:pt x="33" y="11"/>
                      <a:pt x="26" y="4"/>
                      <a:pt x="26" y="3"/>
                    </a:cubicBezTo>
                    <a:cubicBezTo>
                      <a:pt x="21" y="0"/>
                      <a:pt x="13" y="0"/>
                      <a:pt x="7" y="5"/>
                    </a:cubicBezTo>
                    <a:cubicBezTo>
                      <a:pt x="1" y="11"/>
                      <a:pt x="0" y="20"/>
                      <a:pt x="6" y="2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2" name="Freeform 401">
                <a:extLst>
                  <a:ext uri="{FF2B5EF4-FFF2-40B4-BE49-F238E27FC236}">
                    <a16:creationId xmlns:a16="http://schemas.microsoft.com/office/drawing/2014/main" id="{95D802CE-D182-407A-BA9C-FB4F75708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0126" y="2776538"/>
                <a:ext cx="111125" cy="130175"/>
              </a:xfrm>
              <a:custGeom>
                <a:avLst/>
                <a:gdLst>
                  <a:gd name="T0" fmla="*/ 5 w 28"/>
                  <a:gd name="T1" fmla="*/ 27 h 33"/>
                  <a:gd name="T2" fmla="*/ 7 w 28"/>
                  <a:gd name="T3" fmla="*/ 11 h 33"/>
                  <a:gd name="T4" fmla="*/ 28 w 28"/>
                  <a:gd name="T5" fmla="*/ 20 h 33"/>
                  <a:gd name="T6" fmla="*/ 23 w 28"/>
                  <a:gd name="T7" fmla="*/ 28 h 33"/>
                  <a:gd name="T8" fmla="*/ 5 w 28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3">
                    <a:moveTo>
                      <a:pt x="5" y="27"/>
                    </a:moveTo>
                    <a:cubicBezTo>
                      <a:pt x="0" y="22"/>
                      <a:pt x="1" y="16"/>
                      <a:pt x="7" y="11"/>
                    </a:cubicBezTo>
                    <a:cubicBezTo>
                      <a:pt x="18" y="0"/>
                      <a:pt x="28" y="17"/>
                      <a:pt x="28" y="20"/>
                    </a:cubicBezTo>
                    <a:cubicBezTo>
                      <a:pt x="27" y="23"/>
                      <a:pt x="25" y="26"/>
                      <a:pt x="23" y="28"/>
                    </a:cubicBezTo>
                    <a:cubicBezTo>
                      <a:pt x="18" y="32"/>
                      <a:pt x="10" y="33"/>
                      <a:pt x="5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3" name="Freeform 402">
                <a:extLst>
                  <a:ext uri="{FF2B5EF4-FFF2-40B4-BE49-F238E27FC236}">
                    <a16:creationId xmlns:a16="http://schemas.microsoft.com/office/drawing/2014/main" id="{C81A89EE-6CEF-4B68-AC21-14B203DD44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0126" y="2776538"/>
                <a:ext cx="111125" cy="130175"/>
              </a:xfrm>
              <a:custGeom>
                <a:avLst/>
                <a:gdLst>
                  <a:gd name="T0" fmla="*/ 5 w 28"/>
                  <a:gd name="T1" fmla="*/ 27 h 33"/>
                  <a:gd name="T2" fmla="*/ 7 w 28"/>
                  <a:gd name="T3" fmla="*/ 11 h 33"/>
                  <a:gd name="T4" fmla="*/ 28 w 28"/>
                  <a:gd name="T5" fmla="*/ 20 h 33"/>
                  <a:gd name="T6" fmla="*/ 23 w 28"/>
                  <a:gd name="T7" fmla="*/ 28 h 33"/>
                  <a:gd name="T8" fmla="*/ 5 w 28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3">
                    <a:moveTo>
                      <a:pt x="5" y="27"/>
                    </a:moveTo>
                    <a:cubicBezTo>
                      <a:pt x="0" y="22"/>
                      <a:pt x="1" y="16"/>
                      <a:pt x="7" y="11"/>
                    </a:cubicBezTo>
                    <a:cubicBezTo>
                      <a:pt x="18" y="0"/>
                      <a:pt x="28" y="17"/>
                      <a:pt x="28" y="20"/>
                    </a:cubicBezTo>
                    <a:cubicBezTo>
                      <a:pt x="27" y="23"/>
                      <a:pt x="25" y="26"/>
                      <a:pt x="23" y="28"/>
                    </a:cubicBezTo>
                    <a:cubicBezTo>
                      <a:pt x="18" y="32"/>
                      <a:pt x="10" y="33"/>
                      <a:pt x="5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4" name="Freeform 403">
                <a:extLst>
                  <a:ext uri="{FF2B5EF4-FFF2-40B4-BE49-F238E27FC236}">
                    <a16:creationId xmlns:a16="http://schemas.microsoft.com/office/drawing/2014/main" id="{168804B9-957F-4A13-A80B-A15BC212D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0126" y="2776538"/>
                <a:ext cx="111125" cy="130175"/>
              </a:xfrm>
              <a:custGeom>
                <a:avLst/>
                <a:gdLst>
                  <a:gd name="T0" fmla="*/ 5 w 28"/>
                  <a:gd name="T1" fmla="*/ 27 h 33"/>
                  <a:gd name="T2" fmla="*/ 23 w 28"/>
                  <a:gd name="T3" fmla="*/ 28 h 33"/>
                  <a:gd name="T4" fmla="*/ 28 w 28"/>
                  <a:gd name="T5" fmla="*/ 20 h 33"/>
                  <a:gd name="T6" fmla="*/ 7 w 28"/>
                  <a:gd name="T7" fmla="*/ 11 h 33"/>
                  <a:gd name="T8" fmla="*/ 5 w 28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3">
                    <a:moveTo>
                      <a:pt x="5" y="27"/>
                    </a:moveTo>
                    <a:cubicBezTo>
                      <a:pt x="10" y="33"/>
                      <a:pt x="18" y="32"/>
                      <a:pt x="23" y="28"/>
                    </a:cubicBezTo>
                    <a:cubicBezTo>
                      <a:pt x="25" y="26"/>
                      <a:pt x="27" y="23"/>
                      <a:pt x="28" y="20"/>
                    </a:cubicBezTo>
                    <a:cubicBezTo>
                      <a:pt x="28" y="17"/>
                      <a:pt x="18" y="0"/>
                      <a:pt x="7" y="11"/>
                    </a:cubicBezTo>
                    <a:cubicBezTo>
                      <a:pt x="1" y="16"/>
                      <a:pt x="0" y="22"/>
                      <a:pt x="5" y="27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5" name="Freeform 404">
                <a:extLst>
                  <a:ext uri="{FF2B5EF4-FFF2-40B4-BE49-F238E27FC236}">
                    <a16:creationId xmlns:a16="http://schemas.microsoft.com/office/drawing/2014/main" id="{3B184739-235A-40FE-B2FA-16AA5AEDE9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6" y="2803525"/>
                <a:ext cx="76200" cy="84138"/>
              </a:xfrm>
              <a:custGeom>
                <a:avLst/>
                <a:gdLst>
                  <a:gd name="T0" fmla="*/ 3 w 19"/>
                  <a:gd name="T1" fmla="*/ 17 h 21"/>
                  <a:gd name="T2" fmla="*/ 4 w 19"/>
                  <a:gd name="T3" fmla="*/ 6 h 21"/>
                  <a:gd name="T4" fmla="*/ 18 w 19"/>
                  <a:gd name="T5" fmla="*/ 13 h 21"/>
                  <a:gd name="T6" fmla="*/ 15 w 19"/>
                  <a:gd name="T7" fmla="*/ 18 h 21"/>
                  <a:gd name="T8" fmla="*/ 3 w 19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3" y="17"/>
                    </a:moveTo>
                    <a:cubicBezTo>
                      <a:pt x="0" y="14"/>
                      <a:pt x="1" y="10"/>
                      <a:pt x="4" y="6"/>
                    </a:cubicBezTo>
                    <a:cubicBezTo>
                      <a:pt x="12" y="0"/>
                      <a:pt x="19" y="10"/>
                      <a:pt x="18" y="13"/>
                    </a:cubicBezTo>
                    <a:cubicBezTo>
                      <a:pt x="18" y="15"/>
                      <a:pt x="17" y="16"/>
                      <a:pt x="15" y="18"/>
                    </a:cubicBezTo>
                    <a:cubicBezTo>
                      <a:pt x="12" y="21"/>
                      <a:pt x="7" y="21"/>
                      <a:pt x="3" y="1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466" name="Freeform 405">
                <a:extLst>
                  <a:ext uri="{FF2B5EF4-FFF2-40B4-BE49-F238E27FC236}">
                    <a16:creationId xmlns:a16="http://schemas.microsoft.com/office/drawing/2014/main" id="{05F677E4-267C-4AE1-815B-876E7FB36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6" y="2803525"/>
                <a:ext cx="76200" cy="84138"/>
              </a:xfrm>
              <a:custGeom>
                <a:avLst/>
                <a:gdLst>
                  <a:gd name="T0" fmla="*/ 3 w 19"/>
                  <a:gd name="T1" fmla="*/ 17 h 21"/>
                  <a:gd name="T2" fmla="*/ 4 w 19"/>
                  <a:gd name="T3" fmla="*/ 6 h 21"/>
                  <a:gd name="T4" fmla="*/ 18 w 19"/>
                  <a:gd name="T5" fmla="*/ 13 h 21"/>
                  <a:gd name="T6" fmla="*/ 15 w 19"/>
                  <a:gd name="T7" fmla="*/ 18 h 21"/>
                  <a:gd name="T8" fmla="*/ 3 w 19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3" y="17"/>
                    </a:moveTo>
                    <a:cubicBezTo>
                      <a:pt x="0" y="14"/>
                      <a:pt x="1" y="10"/>
                      <a:pt x="4" y="6"/>
                    </a:cubicBezTo>
                    <a:cubicBezTo>
                      <a:pt x="12" y="0"/>
                      <a:pt x="19" y="10"/>
                      <a:pt x="18" y="13"/>
                    </a:cubicBezTo>
                    <a:cubicBezTo>
                      <a:pt x="18" y="15"/>
                      <a:pt x="17" y="16"/>
                      <a:pt x="15" y="18"/>
                    </a:cubicBezTo>
                    <a:cubicBezTo>
                      <a:pt x="12" y="21"/>
                      <a:pt x="7" y="21"/>
                      <a:pt x="3" y="1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6FD9F21A-AF35-40D3-BD14-95E91C8453C9}"/>
                </a:ext>
              </a:extLst>
            </p:cNvPr>
            <p:cNvSpPr txBox="1"/>
            <p:nvPr/>
          </p:nvSpPr>
          <p:spPr>
            <a:xfrm>
              <a:off x="5549554" y="1396704"/>
              <a:ext cx="1824605" cy="326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600" dirty="0"/>
                <a:t>Source</a:t>
              </a:r>
            </a:p>
          </p:txBody>
        </p:sp>
        <p:cxnSp>
          <p:nvCxnSpPr>
            <p:cNvPr id="382" name="Straight Arrow Connector 381">
              <a:extLst>
                <a:ext uri="{FF2B5EF4-FFF2-40B4-BE49-F238E27FC236}">
                  <a16:creationId xmlns:a16="http://schemas.microsoft.com/office/drawing/2014/main" id="{EEA6D110-D9F5-4D5B-A13D-E006CFB1F32D}"/>
                </a:ext>
              </a:extLst>
            </p:cNvPr>
            <p:cNvCxnSpPr>
              <a:cxnSpLocks/>
            </p:cNvCxnSpPr>
            <p:nvPr/>
          </p:nvCxnSpPr>
          <p:spPr>
            <a:xfrm>
              <a:off x="6181823" y="2520893"/>
              <a:ext cx="509201" cy="603869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3" name="Group 662">
            <a:extLst>
              <a:ext uri="{FF2B5EF4-FFF2-40B4-BE49-F238E27FC236}">
                <a16:creationId xmlns:a16="http://schemas.microsoft.com/office/drawing/2014/main" id="{A7A3D80E-04EC-49EE-8157-340337D33B5E}"/>
              </a:ext>
            </a:extLst>
          </p:cNvPr>
          <p:cNvGrpSpPr/>
          <p:nvPr/>
        </p:nvGrpSpPr>
        <p:grpSpPr>
          <a:xfrm>
            <a:off x="7545138" y="3423474"/>
            <a:ext cx="1981729" cy="1729817"/>
            <a:chOff x="7104815" y="1375599"/>
            <a:chExt cx="1981729" cy="1729817"/>
          </a:xfrm>
        </p:grpSpPr>
        <p:sp>
          <p:nvSpPr>
            <p:cNvPr id="664" name="TextBox 663">
              <a:extLst>
                <a:ext uri="{FF2B5EF4-FFF2-40B4-BE49-F238E27FC236}">
                  <a16:creationId xmlns:a16="http://schemas.microsoft.com/office/drawing/2014/main" id="{6334BE78-9068-4624-97A4-0384B4EE5035}"/>
                </a:ext>
              </a:extLst>
            </p:cNvPr>
            <p:cNvSpPr txBox="1"/>
            <p:nvPr/>
          </p:nvSpPr>
          <p:spPr>
            <a:xfrm>
              <a:off x="7261939" y="1375599"/>
              <a:ext cx="1824605" cy="326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600" dirty="0"/>
                <a:t>Sinks</a:t>
              </a:r>
            </a:p>
          </p:txBody>
        </p:sp>
        <p:grpSp>
          <p:nvGrpSpPr>
            <p:cNvPr id="665" name="Gruppieren 36">
              <a:extLst>
                <a:ext uri="{FF2B5EF4-FFF2-40B4-BE49-F238E27FC236}">
                  <a16:creationId xmlns:a16="http://schemas.microsoft.com/office/drawing/2014/main" id="{0BF7038F-215D-40DC-AB77-385D54444B21}"/>
                </a:ext>
              </a:extLst>
            </p:cNvPr>
            <p:cNvGrpSpPr/>
            <p:nvPr/>
          </p:nvGrpSpPr>
          <p:grpSpPr>
            <a:xfrm>
              <a:off x="7142493" y="1752527"/>
              <a:ext cx="363575" cy="415906"/>
              <a:chOff x="1619672" y="2348884"/>
              <a:chExt cx="2092337" cy="3532450"/>
            </a:xfrm>
          </p:grpSpPr>
          <p:sp>
            <p:nvSpPr>
              <p:cNvPr id="739" name="Freeform 285">
                <a:extLst>
                  <a:ext uri="{FF2B5EF4-FFF2-40B4-BE49-F238E27FC236}">
                    <a16:creationId xmlns:a16="http://schemas.microsoft.com/office/drawing/2014/main" id="{7222BC7A-BB68-459E-85A6-200D0A98A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2362207"/>
                <a:ext cx="473108" cy="3375060"/>
              </a:xfrm>
              <a:custGeom>
                <a:avLst/>
                <a:gdLst>
                  <a:gd name="T0" fmla="*/ 0 w 142"/>
                  <a:gd name="T1" fmla="*/ 754 h 1013"/>
                  <a:gd name="T2" fmla="*/ 142 w 142"/>
                  <a:gd name="T3" fmla="*/ 1013 h 1013"/>
                  <a:gd name="T4" fmla="*/ 142 w 142"/>
                  <a:gd name="T5" fmla="*/ 218 h 1013"/>
                  <a:gd name="T6" fmla="*/ 0 w 142"/>
                  <a:gd name="T7" fmla="*/ 0 h 1013"/>
                  <a:gd name="T8" fmla="*/ 0 w 142"/>
                  <a:gd name="T9" fmla="*/ 754 h 10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1013">
                    <a:moveTo>
                      <a:pt x="0" y="754"/>
                    </a:moveTo>
                    <a:lnTo>
                      <a:pt x="142" y="1013"/>
                    </a:lnTo>
                    <a:lnTo>
                      <a:pt x="142" y="218"/>
                    </a:lnTo>
                    <a:lnTo>
                      <a:pt x="0" y="0"/>
                    </a:lnTo>
                    <a:lnTo>
                      <a:pt x="0" y="754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40" name="Freeform 286">
                <a:extLst>
                  <a:ext uri="{FF2B5EF4-FFF2-40B4-BE49-F238E27FC236}">
                    <a16:creationId xmlns:a16="http://schemas.microsoft.com/office/drawing/2014/main" id="{A870F572-C1AB-480D-B196-DC5F0039D1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2348884"/>
                <a:ext cx="2092336" cy="739648"/>
              </a:xfrm>
              <a:custGeom>
                <a:avLst/>
                <a:gdLst>
                  <a:gd name="T0" fmla="*/ 628 w 628"/>
                  <a:gd name="T1" fmla="*/ 222 h 222"/>
                  <a:gd name="T2" fmla="*/ 482 w 628"/>
                  <a:gd name="T3" fmla="*/ 0 h 222"/>
                  <a:gd name="T4" fmla="*/ 0 w 628"/>
                  <a:gd name="T5" fmla="*/ 4 h 222"/>
                  <a:gd name="T6" fmla="*/ 142 w 628"/>
                  <a:gd name="T7" fmla="*/ 222 h 222"/>
                  <a:gd name="T8" fmla="*/ 628 w 628"/>
                  <a:gd name="T9" fmla="*/ 222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8" h="222">
                    <a:moveTo>
                      <a:pt x="628" y="222"/>
                    </a:moveTo>
                    <a:lnTo>
                      <a:pt x="482" y="0"/>
                    </a:lnTo>
                    <a:lnTo>
                      <a:pt x="0" y="4"/>
                    </a:lnTo>
                    <a:lnTo>
                      <a:pt x="142" y="222"/>
                    </a:lnTo>
                    <a:lnTo>
                      <a:pt x="628" y="222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41" name="Rechteck 8">
                <a:extLst>
                  <a:ext uri="{FF2B5EF4-FFF2-40B4-BE49-F238E27FC236}">
                    <a16:creationId xmlns:a16="http://schemas.microsoft.com/office/drawing/2014/main" id="{0190D7E9-92BB-4A1C-A028-4CD756FBC9A6}"/>
                  </a:ext>
                </a:extLst>
              </p:cNvPr>
              <p:cNvSpPr/>
              <p:nvPr/>
            </p:nvSpPr>
            <p:spPr>
              <a:xfrm>
                <a:off x="2092781" y="3088532"/>
                <a:ext cx="1619228" cy="2648735"/>
              </a:xfrm>
              <a:prstGeom prst="rect">
                <a:avLst/>
              </a:pr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42" name="Freeform 630">
                <a:extLst>
                  <a:ext uri="{FF2B5EF4-FFF2-40B4-BE49-F238E27FC236}">
                    <a16:creationId xmlns:a16="http://schemas.microsoft.com/office/drawing/2014/main" id="{E4217699-27C0-445A-A282-054CD5D59B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89186" y="3732659"/>
                <a:ext cx="826417" cy="2148675"/>
              </a:xfrm>
              <a:custGeom>
                <a:avLst/>
                <a:gdLst>
                  <a:gd name="T0" fmla="*/ 13 w 18"/>
                  <a:gd name="T1" fmla="*/ 4 h 47"/>
                  <a:gd name="T2" fmla="*/ 13 w 18"/>
                  <a:gd name="T3" fmla="*/ 4 h 47"/>
                  <a:gd name="T4" fmla="*/ 13 w 18"/>
                  <a:gd name="T5" fmla="*/ 1 h 47"/>
                  <a:gd name="T6" fmla="*/ 12 w 18"/>
                  <a:gd name="T7" fmla="*/ 0 h 47"/>
                  <a:gd name="T8" fmla="*/ 11 w 18"/>
                  <a:gd name="T9" fmla="*/ 1 h 47"/>
                  <a:gd name="T10" fmla="*/ 11 w 18"/>
                  <a:gd name="T11" fmla="*/ 4 h 47"/>
                  <a:gd name="T12" fmla="*/ 7 w 18"/>
                  <a:gd name="T13" fmla="*/ 4 h 47"/>
                  <a:gd name="T14" fmla="*/ 7 w 18"/>
                  <a:gd name="T15" fmla="*/ 1 h 47"/>
                  <a:gd name="T16" fmla="*/ 6 w 18"/>
                  <a:gd name="T17" fmla="*/ 0 h 47"/>
                  <a:gd name="T18" fmla="*/ 5 w 18"/>
                  <a:gd name="T19" fmla="*/ 1 h 47"/>
                  <a:gd name="T20" fmla="*/ 5 w 18"/>
                  <a:gd name="T21" fmla="*/ 4 h 47"/>
                  <a:gd name="T22" fmla="*/ 4 w 18"/>
                  <a:gd name="T23" fmla="*/ 4 h 47"/>
                  <a:gd name="T24" fmla="*/ 0 w 18"/>
                  <a:gd name="T25" fmla="*/ 9 h 47"/>
                  <a:gd name="T26" fmla="*/ 0 w 18"/>
                  <a:gd name="T27" fmla="*/ 11 h 47"/>
                  <a:gd name="T28" fmla="*/ 4 w 18"/>
                  <a:gd name="T29" fmla="*/ 15 h 47"/>
                  <a:gd name="T30" fmla="*/ 8 w 18"/>
                  <a:gd name="T31" fmla="*/ 15 h 47"/>
                  <a:gd name="T32" fmla="*/ 7 w 18"/>
                  <a:gd name="T33" fmla="*/ 31 h 47"/>
                  <a:gd name="T34" fmla="*/ 3 w 18"/>
                  <a:gd name="T35" fmla="*/ 47 h 47"/>
                  <a:gd name="T36" fmla="*/ 5 w 18"/>
                  <a:gd name="T37" fmla="*/ 46 h 47"/>
                  <a:gd name="T38" fmla="*/ 8 w 18"/>
                  <a:gd name="T39" fmla="*/ 33 h 47"/>
                  <a:gd name="T40" fmla="*/ 10 w 18"/>
                  <a:gd name="T41" fmla="*/ 15 h 47"/>
                  <a:gd name="T42" fmla="*/ 13 w 18"/>
                  <a:gd name="T43" fmla="*/ 15 h 47"/>
                  <a:gd name="T44" fmla="*/ 18 w 18"/>
                  <a:gd name="T45" fmla="*/ 11 h 47"/>
                  <a:gd name="T46" fmla="*/ 18 w 18"/>
                  <a:gd name="T47" fmla="*/ 9 h 47"/>
                  <a:gd name="T48" fmla="*/ 13 w 18"/>
                  <a:gd name="T49" fmla="*/ 4 h 47"/>
                  <a:gd name="T50" fmla="*/ 15 w 18"/>
                  <a:gd name="T51" fmla="*/ 11 h 47"/>
                  <a:gd name="T52" fmla="*/ 13 w 18"/>
                  <a:gd name="T53" fmla="*/ 13 h 47"/>
                  <a:gd name="T54" fmla="*/ 4 w 18"/>
                  <a:gd name="T55" fmla="*/ 13 h 47"/>
                  <a:gd name="T56" fmla="*/ 2 w 18"/>
                  <a:gd name="T57" fmla="*/ 11 h 47"/>
                  <a:gd name="T58" fmla="*/ 2 w 18"/>
                  <a:gd name="T59" fmla="*/ 9 h 47"/>
                  <a:gd name="T60" fmla="*/ 4 w 18"/>
                  <a:gd name="T61" fmla="*/ 7 h 47"/>
                  <a:gd name="T62" fmla="*/ 13 w 18"/>
                  <a:gd name="T63" fmla="*/ 7 h 47"/>
                  <a:gd name="T64" fmla="*/ 15 w 18"/>
                  <a:gd name="T65" fmla="*/ 9 h 47"/>
                  <a:gd name="T66" fmla="*/ 15 w 18"/>
                  <a:gd name="T67" fmla="*/ 1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" h="47">
                    <a:moveTo>
                      <a:pt x="13" y="4"/>
                    </a:moveTo>
                    <a:cubicBezTo>
                      <a:pt x="13" y="4"/>
                      <a:pt x="13" y="4"/>
                      <a:pt x="13" y="4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0"/>
                      <a:pt x="12" y="0"/>
                      <a:pt x="12" y="0"/>
                    </a:cubicBezTo>
                    <a:cubicBezTo>
                      <a:pt x="11" y="0"/>
                      <a:pt x="11" y="0"/>
                      <a:pt x="11" y="1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1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4"/>
                      <a:pt x="0" y="6"/>
                      <a:pt x="0" y="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4"/>
                      <a:pt x="1" y="15"/>
                      <a:pt x="4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20"/>
                      <a:pt x="10" y="29"/>
                      <a:pt x="7" y="31"/>
                    </a:cubicBezTo>
                    <a:cubicBezTo>
                      <a:pt x="0" y="34"/>
                      <a:pt x="3" y="46"/>
                      <a:pt x="3" y="47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3"/>
                      <a:pt x="4" y="35"/>
                      <a:pt x="8" y="33"/>
                    </a:cubicBezTo>
                    <a:cubicBezTo>
                      <a:pt x="13" y="31"/>
                      <a:pt x="11" y="20"/>
                      <a:pt x="10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6" y="15"/>
                      <a:pt x="18" y="14"/>
                      <a:pt x="18" y="11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8" y="6"/>
                      <a:pt x="16" y="4"/>
                      <a:pt x="13" y="4"/>
                    </a:cubicBezTo>
                    <a:close/>
                    <a:moveTo>
                      <a:pt x="15" y="11"/>
                    </a:moveTo>
                    <a:cubicBezTo>
                      <a:pt x="15" y="12"/>
                      <a:pt x="15" y="13"/>
                      <a:pt x="13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3"/>
                      <a:pt x="2" y="12"/>
                      <a:pt x="2" y="11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8"/>
                      <a:pt x="3" y="7"/>
                      <a:pt x="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8"/>
                      <a:pt x="15" y="9"/>
                    </a:cubicBezTo>
                    <a:lnTo>
                      <a:pt x="15" y="11"/>
                    </a:lnTo>
                    <a:close/>
                  </a:path>
                </a:pathLst>
              </a:custGeom>
              <a:solidFill>
                <a:schemeClr val="bg1"/>
              </a:solidFill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  <p:grpSp>
          <p:nvGrpSpPr>
            <p:cNvPr id="666" name="Gruppieren 1">
              <a:extLst>
                <a:ext uri="{FF2B5EF4-FFF2-40B4-BE49-F238E27FC236}">
                  <a16:creationId xmlns:a16="http://schemas.microsoft.com/office/drawing/2014/main" id="{B075CE47-CD22-4858-9FBE-65D3605C184A}"/>
                </a:ext>
              </a:extLst>
            </p:cNvPr>
            <p:cNvGrpSpPr/>
            <p:nvPr/>
          </p:nvGrpSpPr>
          <p:grpSpPr>
            <a:xfrm>
              <a:off x="7622305" y="1733608"/>
              <a:ext cx="829209" cy="409572"/>
              <a:chOff x="1979712" y="2132859"/>
              <a:chExt cx="5378301" cy="3486275"/>
            </a:xfrm>
            <a:solidFill>
              <a:schemeClr val="accent1"/>
            </a:solidFill>
          </p:grpSpPr>
          <p:sp>
            <p:nvSpPr>
              <p:cNvPr id="727" name="Freeform 584">
                <a:extLst>
                  <a:ext uri="{FF2B5EF4-FFF2-40B4-BE49-F238E27FC236}">
                    <a16:creationId xmlns:a16="http://schemas.microsoft.com/office/drawing/2014/main" id="{CE2335C0-0041-4C27-B2E3-B38F341FD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912" y="3954818"/>
                <a:ext cx="324102" cy="788350"/>
              </a:xfrm>
              <a:custGeom>
                <a:avLst/>
                <a:gdLst>
                  <a:gd name="T0" fmla="*/ 15 w 15"/>
                  <a:gd name="T1" fmla="*/ 32 h 36"/>
                  <a:gd name="T2" fmla="*/ 15 w 15"/>
                  <a:gd name="T3" fmla="*/ 35 h 36"/>
                  <a:gd name="T4" fmla="*/ 12 w 15"/>
                  <a:gd name="T5" fmla="*/ 36 h 36"/>
                  <a:gd name="T6" fmla="*/ 9 w 15"/>
                  <a:gd name="T7" fmla="*/ 36 h 36"/>
                  <a:gd name="T8" fmla="*/ 6 w 15"/>
                  <a:gd name="T9" fmla="*/ 36 h 36"/>
                  <a:gd name="T10" fmla="*/ 2 w 15"/>
                  <a:gd name="T11" fmla="*/ 36 h 36"/>
                  <a:gd name="T12" fmla="*/ 1 w 15"/>
                  <a:gd name="T13" fmla="*/ 36 h 36"/>
                  <a:gd name="T14" fmla="*/ 0 w 15"/>
                  <a:gd name="T15" fmla="*/ 36 h 36"/>
                  <a:gd name="T16" fmla="*/ 0 w 15"/>
                  <a:gd name="T17" fmla="*/ 35 h 36"/>
                  <a:gd name="T18" fmla="*/ 0 w 15"/>
                  <a:gd name="T19" fmla="*/ 32 h 36"/>
                  <a:gd name="T20" fmla="*/ 1 w 15"/>
                  <a:gd name="T21" fmla="*/ 28 h 36"/>
                  <a:gd name="T22" fmla="*/ 1 w 15"/>
                  <a:gd name="T23" fmla="*/ 20 h 36"/>
                  <a:gd name="T24" fmla="*/ 1 w 15"/>
                  <a:gd name="T25" fmla="*/ 16 h 36"/>
                  <a:gd name="T26" fmla="*/ 1 w 15"/>
                  <a:gd name="T27" fmla="*/ 12 h 36"/>
                  <a:gd name="T28" fmla="*/ 1 w 15"/>
                  <a:gd name="T29" fmla="*/ 3 h 36"/>
                  <a:gd name="T30" fmla="*/ 1 w 15"/>
                  <a:gd name="T31" fmla="*/ 3 h 36"/>
                  <a:gd name="T32" fmla="*/ 1 w 15"/>
                  <a:gd name="T33" fmla="*/ 2 h 36"/>
                  <a:gd name="T34" fmla="*/ 4 w 15"/>
                  <a:gd name="T35" fmla="*/ 1 h 36"/>
                  <a:gd name="T36" fmla="*/ 7 w 15"/>
                  <a:gd name="T37" fmla="*/ 0 h 36"/>
                  <a:gd name="T38" fmla="*/ 9 w 15"/>
                  <a:gd name="T39" fmla="*/ 0 h 36"/>
                  <a:gd name="T40" fmla="*/ 12 w 15"/>
                  <a:gd name="T41" fmla="*/ 1 h 36"/>
                  <a:gd name="T42" fmla="*/ 13 w 15"/>
                  <a:gd name="T43" fmla="*/ 2 h 36"/>
                  <a:gd name="T44" fmla="*/ 13 w 15"/>
                  <a:gd name="T45" fmla="*/ 13 h 36"/>
                  <a:gd name="T46" fmla="*/ 14 w 15"/>
                  <a:gd name="T47" fmla="*/ 18 h 36"/>
                  <a:gd name="T48" fmla="*/ 14 w 15"/>
                  <a:gd name="T49" fmla="*/ 23 h 36"/>
                  <a:gd name="T50" fmla="*/ 14 w 15"/>
                  <a:gd name="T51" fmla="*/ 28 h 36"/>
                  <a:gd name="T52" fmla="*/ 15 w 15"/>
                  <a:gd name="T53" fmla="*/ 3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" h="36">
                    <a:moveTo>
                      <a:pt x="15" y="32"/>
                    </a:moveTo>
                    <a:cubicBezTo>
                      <a:pt x="15" y="33"/>
                      <a:pt x="15" y="34"/>
                      <a:pt x="15" y="35"/>
                    </a:cubicBezTo>
                    <a:cubicBezTo>
                      <a:pt x="14" y="35"/>
                      <a:pt x="13" y="35"/>
                      <a:pt x="12" y="36"/>
                    </a:cubicBezTo>
                    <a:cubicBezTo>
                      <a:pt x="11" y="36"/>
                      <a:pt x="10" y="36"/>
                      <a:pt x="9" y="36"/>
                    </a:cubicBezTo>
                    <a:cubicBezTo>
                      <a:pt x="8" y="36"/>
                      <a:pt x="7" y="36"/>
                      <a:pt x="6" y="36"/>
                    </a:cubicBezTo>
                    <a:cubicBezTo>
                      <a:pt x="5" y="36"/>
                      <a:pt x="4" y="36"/>
                      <a:pt x="2" y="36"/>
                    </a:cubicBezTo>
                    <a:cubicBezTo>
                      <a:pt x="2" y="36"/>
                      <a:pt x="2" y="35"/>
                      <a:pt x="1" y="36"/>
                    </a:cubicBezTo>
                    <a:cubicBezTo>
                      <a:pt x="1" y="36"/>
                      <a:pt x="0" y="36"/>
                      <a:pt x="0" y="36"/>
                    </a:cubicBezTo>
                    <a:cubicBezTo>
                      <a:pt x="0" y="36"/>
                      <a:pt x="0" y="35"/>
                      <a:pt x="0" y="35"/>
                    </a:cubicBezTo>
                    <a:cubicBezTo>
                      <a:pt x="0" y="34"/>
                      <a:pt x="0" y="33"/>
                      <a:pt x="0" y="32"/>
                    </a:cubicBezTo>
                    <a:cubicBezTo>
                      <a:pt x="1" y="31"/>
                      <a:pt x="1" y="29"/>
                      <a:pt x="1" y="28"/>
                    </a:cubicBezTo>
                    <a:cubicBezTo>
                      <a:pt x="1" y="25"/>
                      <a:pt x="1" y="22"/>
                      <a:pt x="1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1" y="14"/>
                      <a:pt x="1" y="13"/>
                      <a:pt x="1" y="12"/>
                    </a:cubicBezTo>
                    <a:cubicBezTo>
                      <a:pt x="1" y="9"/>
                      <a:pt x="1" y="6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5" y="1"/>
                      <a:pt x="6" y="1"/>
                      <a:pt x="7" y="0"/>
                    </a:cubicBezTo>
                    <a:cubicBezTo>
                      <a:pt x="8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1"/>
                    </a:cubicBezTo>
                    <a:cubicBezTo>
                      <a:pt x="13" y="1"/>
                      <a:pt x="13" y="1"/>
                      <a:pt x="13" y="2"/>
                    </a:cubicBezTo>
                    <a:cubicBezTo>
                      <a:pt x="13" y="6"/>
                      <a:pt x="13" y="9"/>
                      <a:pt x="13" y="13"/>
                    </a:cubicBezTo>
                    <a:cubicBezTo>
                      <a:pt x="13" y="15"/>
                      <a:pt x="13" y="16"/>
                      <a:pt x="14" y="18"/>
                    </a:cubicBezTo>
                    <a:cubicBezTo>
                      <a:pt x="14" y="20"/>
                      <a:pt x="14" y="21"/>
                      <a:pt x="14" y="23"/>
                    </a:cubicBezTo>
                    <a:cubicBezTo>
                      <a:pt x="14" y="24"/>
                      <a:pt x="14" y="26"/>
                      <a:pt x="14" y="28"/>
                    </a:cubicBezTo>
                    <a:cubicBezTo>
                      <a:pt x="15" y="29"/>
                      <a:pt x="15" y="31"/>
                      <a:pt x="15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8" name="Freeform 585">
                <a:extLst>
                  <a:ext uri="{FF2B5EF4-FFF2-40B4-BE49-F238E27FC236}">
                    <a16:creationId xmlns:a16="http://schemas.microsoft.com/office/drawing/2014/main" id="{1D84AE7F-7CF1-4898-A1D7-18E689537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912" y="3954818"/>
                <a:ext cx="324102" cy="788350"/>
              </a:xfrm>
              <a:custGeom>
                <a:avLst/>
                <a:gdLst>
                  <a:gd name="T0" fmla="*/ 15 w 15"/>
                  <a:gd name="T1" fmla="*/ 32 h 36"/>
                  <a:gd name="T2" fmla="*/ 15 w 15"/>
                  <a:gd name="T3" fmla="*/ 35 h 36"/>
                  <a:gd name="T4" fmla="*/ 12 w 15"/>
                  <a:gd name="T5" fmla="*/ 36 h 36"/>
                  <a:gd name="T6" fmla="*/ 9 w 15"/>
                  <a:gd name="T7" fmla="*/ 36 h 36"/>
                  <a:gd name="T8" fmla="*/ 6 w 15"/>
                  <a:gd name="T9" fmla="*/ 36 h 36"/>
                  <a:gd name="T10" fmla="*/ 2 w 15"/>
                  <a:gd name="T11" fmla="*/ 36 h 36"/>
                  <a:gd name="T12" fmla="*/ 1 w 15"/>
                  <a:gd name="T13" fmla="*/ 36 h 36"/>
                  <a:gd name="T14" fmla="*/ 0 w 15"/>
                  <a:gd name="T15" fmla="*/ 36 h 36"/>
                  <a:gd name="T16" fmla="*/ 0 w 15"/>
                  <a:gd name="T17" fmla="*/ 35 h 36"/>
                  <a:gd name="T18" fmla="*/ 0 w 15"/>
                  <a:gd name="T19" fmla="*/ 32 h 36"/>
                  <a:gd name="T20" fmla="*/ 1 w 15"/>
                  <a:gd name="T21" fmla="*/ 28 h 36"/>
                  <a:gd name="T22" fmla="*/ 1 w 15"/>
                  <a:gd name="T23" fmla="*/ 20 h 36"/>
                  <a:gd name="T24" fmla="*/ 1 w 15"/>
                  <a:gd name="T25" fmla="*/ 16 h 36"/>
                  <a:gd name="T26" fmla="*/ 1 w 15"/>
                  <a:gd name="T27" fmla="*/ 12 h 36"/>
                  <a:gd name="T28" fmla="*/ 1 w 15"/>
                  <a:gd name="T29" fmla="*/ 3 h 36"/>
                  <a:gd name="T30" fmla="*/ 1 w 15"/>
                  <a:gd name="T31" fmla="*/ 3 h 36"/>
                  <a:gd name="T32" fmla="*/ 1 w 15"/>
                  <a:gd name="T33" fmla="*/ 2 h 36"/>
                  <a:gd name="T34" fmla="*/ 4 w 15"/>
                  <a:gd name="T35" fmla="*/ 1 h 36"/>
                  <a:gd name="T36" fmla="*/ 7 w 15"/>
                  <a:gd name="T37" fmla="*/ 0 h 36"/>
                  <a:gd name="T38" fmla="*/ 9 w 15"/>
                  <a:gd name="T39" fmla="*/ 0 h 36"/>
                  <a:gd name="T40" fmla="*/ 12 w 15"/>
                  <a:gd name="T41" fmla="*/ 1 h 36"/>
                  <a:gd name="T42" fmla="*/ 13 w 15"/>
                  <a:gd name="T43" fmla="*/ 2 h 36"/>
                  <a:gd name="T44" fmla="*/ 13 w 15"/>
                  <a:gd name="T45" fmla="*/ 13 h 36"/>
                  <a:gd name="T46" fmla="*/ 14 w 15"/>
                  <a:gd name="T47" fmla="*/ 18 h 36"/>
                  <a:gd name="T48" fmla="*/ 14 w 15"/>
                  <a:gd name="T49" fmla="*/ 23 h 36"/>
                  <a:gd name="T50" fmla="*/ 14 w 15"/>
                  <a:gd name="T51" fmla="*/ 28 h 36"/>
                  <a:gd name="T52" fmla="*/ 15 w 15"/>
                  <a:gd name="T53" fmla="*/ 3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" h="36">
                    <a:moveTo>
                      <a:pt x="15" y="32"/>
                    </a:moveTo>
                    <a:cubicBezTo>
                      <a:pt x="15" y="33"/>
                      <a:pt x="15" y="34"/>
                      <a:pt x="15" y="35"/>
                    </a:cubicBezTo>
                    <a:cubicBezTo>
                      <a:pt x="14" y="35"/>
                      <a:pt x="13" y="35"/>
                      <a:pt x="12" y="36"/>
                    </a:cubicBezTo>
                    <a:cubicBezTo>
                      <a:pt x="11" y="36"/>
                      <a:pt x="10" y="36"/>
                      <a:pt x="9" y="36"/>
                    </a:cubicBezTo>
                    <a:cubicBezTo>
                      <a:pt x="8" y="36"/>
                      <a:pt x="7" y="36"/>
                      <a:pt x="6" y="36"/>
                    </a:cubicBezTo>
                    <a:cubicBezTo>
                      <a:pt x="5" y="36"/>
                      <a:pt x="4" y="36"/>
                      <a:pt x="2" y="36"/>
                    </a:cubicBezTo>
                    <a:cubicBezTo>
                      <a:pt x="2" y="36"/>
                      <a:pt x="2" y="35"/>
                      <a:pt x="1" y="36"/>
                    </a:cubicBezTo>
                    <a:cubicBezTo>
                      <a:pt x="1" y="36"/>
                      <a:pt x="0" y="36"/>
                      <a:pt x="0" y="36"/>
                    </a:cubicBezTo>
                    <a:cubicBezTo>
                      <a:pt x="0" y="36"/>
                      <a:pt x="0" y="35"/>
                      <a:pt x="0" y="35"/>
                    </a:cubicBezTo>
                    <a:cubicBezTo>
                      <a:pt x="0" y="34"/>
                      <a:pt x="0" y="33"/>
                      <a:pt x="0" y="32"/>
                    </a:cubicBezTo>
                    <a:cubicBezTo>
                      <a:pt x="1" y="31"/>
                      <a:pt x="1" y="29"/>
                      <a:pt x="1" y="28"/>
                    </a:cubicBezTo>
                    <a:cubicBezTo>
                      <a:pt x="1" y="25"/>
                      <a:pt x="1" y="22"/>
                      <a:pt x="1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1" y="14"/>
                      <a:pt x="1" y="13"/>
                      <a:pt x="1" y="12"/>
                    </a:cubicBezTo>
                    <a:cubicBezTo>
                      <a:pt x="1" y="9"/>
                      <a:pt x="1" y="6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5" y="1"/>
                      <a:pt x="6" y="1"/>
                      <a:pt x="7" y="0"/>
                    </a:cubicBezTo>
                    <a:cubicBezTo>
                      <a:pt x="8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1"/>
                    </a:cubicBezTo>
                    <a:cubicBezTo>
                      <a:pt x="13" y="1"/>
                      <a:pt x="13" y="1"/>
                      <a:pt x="13" y="2"/>
                    </a:cubicBezTo>
                    <a:cubicBezTo>
                      <a:pt x="13" y="6"/>
                      <a:pt x="13" y="9"/>
                      <a:pt x="13" y="13"/>
                    </a:cubicBezTo>
                    <a:cubicBezTo>
                      <a:pt x="13" y="15"/>
                      <a:pt x="13" y="16"/>
                      <a:pt x="14" y="18"/>
                    </a:cubicBezTo>
                    <a:cubicBezTo>
                      <a:pt x="14" y="20"/>
                      <a:pt x="14" y="21"/>
                      <a:pt x="14" y="23"/>
                    </a:cubicBezTo>
                    <a:cubicBezTo>
                      <a:pt x="14" y="24"/>
                      <a:pt x="14" y="26"/>
                      <a:pt x="14" y="28"/>
                    </a:cubicBezTo>
                    <a:cubicBezTo>
                      <a:pt x="15" y="29"/>
                      <a:pt x="15" y="31"/>
                      <a:pt x="15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9" name="Freeform 586">
                <a:extLst>
                  <a:ext uri="{FF2B5EF4-FFF2-40B4-BE49-F238E27FC236}">
                    <a16:creationId xmlns:a16="http://schemas.microsoft.com/office/drawing/2014/main" id="{AC682736-B538-43A4-9E08-67997AB74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005" y="2132859"/>
                <a:ext cx="2040952" cy="2014672"/>
              </a:xfrm>
              <a:custGeom>
                <a:avLst/>
                <a:gdLst>
                  <a:gd name="T0" fmla="*/ 92 w 93"/>
                  <a:gd name="T1" fmla="*/ 64 h 92"/>
                  <a:gd name="T2" fmla="*/ 92 w 93"/>
                  <a:gd name="T3" fmla="*/ 70 h 92"/>
                  <a:gd name="T4" fmla="*/ 85 w 93"/>
                  <a:gd name="T5" fmla="*/ 79 h 92"/>
                  <a:gd name="T6" fmla="*/ 79 w 93"/>
                  <a:gd name="T7" fmla="*/ 84 h 92"/>
                  <a:gd name="T8" fmla="*/ 76 w 93"/>
                  <a:gd name="T9" fmla="*/ 88 h 92"/>
                  <a:gd name="T10" fmla="*/ 71 w 93"/>
                  <a:gd name="T11" fmla="*/ 90 h 92"/>
                  <a:gd name="T12" fmla="*/ 65 w 93"/>
                  <a:gd name="T13" fmla="*/ 91 h 92"/>
                  <a:gd name="T14" fmla="*/ 61 w 93"/>
                  <a:gd name="T15" fmla="*/ 90 h 92"/>
                  <a:gd name="T16" fmla="*/ 58 w 93"/>
                  <a:gd name="T17" fmla="*/ 90 h 92"/>
                  <a:gd name="T18" fmla="*/ 51 w 93"/>
                  <a:gd name="T19" fmla="*/ 90 h 92"/>
                  <a:gd name="T20" fmla="*/ 37 w 93"/>
                  <a:gd name="T21" fmla="*/ 91 h 92"/>
                  <a:gd name="T22" fmla="*/ 34 w 93"/>
                  <a:gd name="T23" fmla="*/ 90 h 92"/>
                  <a:gd name="T24" fmla="*/ 31 w 93"/>
                  <a:gd name="T25" fmla="*/ 89 h 92"/>
                  <a:gd name="T26" fmla="*/ 24 w 93"/>
                  <a:gd name="T27" fmla="*/ 87 h 92"/>
                  <a:gd name="T28" fmla="*/ 17 w 93"/>
                  <a:gd name="T29" fmla="*/ 87 h 92"/>
                  <a:gd name="T30" fmla="*/ 11 w 93"/>
                  <a:gd name="T31" fmla="*/ 87 h 92"/>
                  <a:gd name="T32" fmla="*/ 4 w 93"/>
                  <a:gd name="T33" fmla="*/ 85 h 92"/>
                  <a:gd name="T34" fmla="*/ 1 w 93"/>
                  <a:gd name="T35" fmla="*/ 81 h 92"/>
                  <a:gd name="T36" fmla="*/ 0 w 93"/>
                  <a:gd name="T37" fmla="*/ 75 h 92"/>
                  <a:gd name="T38" fmla="*/ 2 w 93"/>
                  <a:gd name="T39" fmla="*/ 69 h 92"/>
                  <a:gd name="T40" fmla="*/ 4 w 93"/>
                  <a:gd name="T41" fmla="*/ 62 h 92"/>
                  <a:gd name="T42" fmla="*/ 2 w 93"/>
                  <a:gd name="T43" fmla="*/ 56 h 92"/>
                  <a:gd name="T44" fmla="*/ 1 w 93"/>
                  <a:gd name="T45" fmla="*/ 53 h 92"/>
                  <a:gd name="T46" fmla="*/ 1 w 93"/>
                  <a:gd name="T47" fmla="*/ 50 h 92"/>
                  <a:gd name="T48" fmla="*/ 2 w 93"/>
                  <a:gd name="T49" fmla="*/ 47 h 92"/>
                  <a:gd name="T50" fmla="*/ 1 w 93"/>
                  <a:gd name="T51" fmla="*/ 44 h 92"/>
                  <a:gd name="T52" fmla="*/ 4 w 93"/>
                  <a:gd name="T53" fmla="*/ 37 h 92"/>
                  <a:gd name="T54" fmla="*/ 8 w 93"/>
                  <a:gd name="T55" fmla="*/ 33 h 92"/>
                  <a:gd name="T56" fmla="*/ 11 w 93"/>
                  <a:gd name="T57" fmla="*/ 31 h 92"/>
                  <a:gd name="T58" fmla="*/ 12 w 93"/>
                  <a:gd name="T59" fmla="*/ 27 h 92"/>
                  <a:gd name="T60" fmla="*/ 13 w 93"/>
                  <a:gd name="T61" fmla="*/ 25 h 92"/>
                  <a:gd name="T62" fmla="*/ 15 w 93"/>
                  <a:gd name="T63" fmla="*/ 23 h 92"/>
                  <a:gd name="T64" fmla="*/ 15 w 93"/>
                  <a:gd name="T65" fmla="*/ 19 h 92"/>
                  <a:gd name="T66" fmla="*/ 16 w 93"/>
                  <a:gd name="T67" fmla="*/ 17 h 92"/>
                  <a:gd name="T68" fmla="*/ 20 w 93"/>
                  <a:gd name="T69" fmla="*/ 12 h 92"/>
                  <a:gd name="T70" fmla="*/ 23 w 93"/>
                  <a:gd name="T71" fmla="*/ 10 h 92"/>
                  <a:gd name="T72" fmla="*/ 25 w 93"/>
                  <a:gd name="T73" fmla="*/ 8 h 92"/>
                  <a:gd name="T74" fmla="*/ 27 w 93"/>
                  <a:gd name="T75" fmla="*/ 5 h 92"/>
                  <a:gd name="T76" fmla="*/ 28 w 93"/>
                  <a:gd name="T77" fmla="*/ 3 h 92"/>
                  <a:gd name="T78" fmla="*/ 34 w 93"/>
                  <a:gd name="T79" fmla="*/ 1 h 92"/>
                  <a:gd name="T80" fmla="*/ 38 w 93"/>
                  <a:gd name="T81" fmla="*/ 0 h 92"/>
                  <a:gd name="T82" fmla="*/ 45 w 93"/>
                  <a:gd name="T83" fmla="*/ 1 h 92"/>
                  <a:gd name="T84" fmla="*/ 49 w 93"/>
                  <a:gd name="T85" fmla="*/ 4 h 92"/>
                  <a:gd name="T86" fmla="*/ 55 w 93"/>
                  <a:gd name="T87" fmla="*/ 8 h 92"/>
                  <a:gd name="T88" fmla="*/ 60 w 93"/>
                  <a:gd name="T89" fmla="*/ 10 h 92"/>
                  <a:gd name="T90" fmla="*/ 68 w 93"/>
                  <a:gd name="T91" fmla="*/ 18 h 92"/>
                  <a:gd name="T92" fmla="*/ 78 w 93"/>
                  <a:gd name="T93" fmla="*/ 27 h 92"/>
                  <a:gd name="T94" fmla="*/ 87 w 93"/>
                  <a:gd name="T95" fmla="*/ 34 h 92"/>
                  <a:gd name="T96" fmla="*/ 89 w 93"/>
                  <a:gd name="T97" fmla="*/ 39 h 92"/>
                  <a:gd name="T98" fmla="*/ 91 w 93"/>
                  <a:gd name="T99" fmla="*/ 45 h 92"/>
                  <a:gd name="T100" fmla="*/ 92 w 93"/>
                  <a:gd name="T101" fmla="*/ 58 h 92"/>
                  <a:gd name="T102" fmla="*/ 92 w 93"/>
                  <a:gd name="T103" fmla="*/ 6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" h="92">
                    <a:moveTo>
                      <a:pt x="92" y="64"/>
                    </a:moveTo>
                    <a:cubicBezTo>
                      <a:pt x="93" y="66"/>
                      <a:pt x="93" y="68"/>
                      <a:pt x="92" y="70"/>
                    </a:cubicBezTo>
                    <a:cubicBezTo>
                      <a:pt x="91" y="74"/>
                      <a:pt x="88" y="77"/>
                      <a:pt x="85" y="79"/>
                    </a:cubicBezTo>
                    <a:cubicBezTo>
                      <a:pt x="83" y="81"/>
                      <a:pt x="81" y="82"/>
                      <a:pt x="79" y="84"/>
                    </a:cubicBezTo>
                    <a:cubicBezTo>
                      <a:pt x="78" y="86"/>
                      <a:pt x="77" y="87"/>
                      <a:pt x="76" y="88"/>
                    </a:cubicBezTo>
                    <a:cubicBezTo>
                      <a:pt x="74" y="89"/>
                      <a:pt x="72" y="90"/>
                      <a:pt x="71" y="90"/>
                    </a:cubicBezTo>
                    <a:cubicBezTo>
                      <a:pt x="69" y="90"/>
                      <a:pt x="67" y="91"/>
                      <a:pt x="65" y="91"/>
                    </a:cubicBezTo>
                    <a:cubicBezTo>
                      <a:pt x="63" y="90"/>
                      <a:pt x="62" y="90"/>
                      <a:pt x="61" y="90"/>
                    </a:cubicBezTo>
                    <a:cubicBezTo>
                      <a:pt x="60" y="90"/>
                      <a:pt x="59" y="90"/>
                      <a:pt x="58" y="90"/>
                    </a:cubicBezTo>
                    <a:cubicBezTo>
                      <a:pt x="51" y="90"/>
                      <a:pt x="51" y="90"/>
                      <a:pt x="51" y="90"/>
                    </a:cubicBezTo>
                    <a:cubicBezTo>
                      <a:pt x="46" y="90"/>
                      <a:pt x="42" y="92"/>
                      <a:pt x="37" y="91"/>
                    </a:cubicBezTo>
                    <a:cubicBezTo>
                      <a:pt x="36" y="91"/>
                      <a:pt x="35" y="91"/>
                      <a:pt x="34" y="90"/>
                    </a:cubicBezTo>
                    <a:cubicBezTo>
                      <a:pt x="33" y="90"/>
                      <a:pt x="32" y="89"/>
                      <a:pt x="31" y="89"/>
                    </a:cubicBezTo>
                    <a:cubicBezTo>
                      <a:pt x="29" y="88"/>
                      <a:pt x="27" y="87"/>
                      <a:pt x="24" y="87"/>
                    </a:cubicBezTo>
                    <a:cubicBezTo>
                      <a:pt x="22" y="87"/>
                      <a:pt x="19" y="87"/>
                      <a:pt x="17" y="87"/>
                    </a:cubicBezTo>
                    <a:cubicBezTo>
                      <a:pt x="15" y="87"/>
                      <a:pt x="13" y="88"/>
                      <a:pt x="11" y="87"/>
                    </a:cubicBezTo>
                    <a:cubicBezTo>
                      <a:pt x="9" y="86"/>
                      <a:pt x="6" y="86"/>
                      <a:pt x="4" y="85"/>
                    </a:cubicBezTo>
                    <a:cubicBezTo>
                      <a:pt x="3" y="84"/>
                      <a:pt x="2" y="83"/>
                      <a:pt x="1" y="81"/>
                    </a:cubicBezTo>
                    <a:cubicBezTo>
                      <a:pt x="0" y="79"/>
                      <a:pt x="0" y="77"/>
                      <a:pt x="0" y="75"/>
                    </a:cubicBezTo>
                    <a:cubicBezTo>
                      <a:pt x="0" y="73"/>
                      <a:pt x="1" y="71"/>
                      <a:pt x="2" y="69"/>
                    </a:cubicBezTo>
                    <a:cubicBezTo>
                      <a:pt x="2" y="66"/>
                      <a:pt x="4" y="65"/>
                      <a:pt x="4" y="62"/>
                    </a:cubicBezTo>
                    <a:cubicBezTo>
                      <a:pt x="4" y="60"/>
                      <a:pt x="3" y="58"/>
                      <a:pt x="2" y="56"/>
                    </a:cubicBezTo>
                    <a:cubicBezTo>
                      <a:pt x="2" y="55"/>
                      <a:pt x="2" y="54"/>
                      <a:pt x="1" y="53"/>
                    </a:cubicBezTo>
                    <a:cubicBezTo>
                      <a:pt x="1" y="52"/>
                      <a:pt x="1" y="51"/>
                      <a:pt x="1" y="50"/>
                    </a:cubicBezTo>
                    <a:cubicBezTo>
                      <a:pt x="1" y="49"/>
                      <a:pt x="2" y="48"/>
                      <a:pt x="2" y="47"/>
                    </a:cubicBezTo>
                    <a:cubicBezTo>
                      <a:pt x="2" y="46"/>
                      <a:pt x="1" y="45"/>
                      <a:pt x="1" y="44"/>
                    </a:cubicBezTo>
                    <a:cubicBezTo>
                      <a:pt x="2" y="41"/>
                      <a:pt x="2" y="39"/>
                      <a:pt x="4" y="37"/>
                    </a:cubicBezTo>
                    <a:cubicBezTo>
                      <a:pt x="5" y="36"/>
                      <a:pt x="7" y="35"/>
                      <a:pt x="8" y="33"/>
                    </a:cubicBezTo>
                    <a:cubicBezTo>
                      <a:pt x="9" y="33"/>
                      <a:pt x="10" y="32"/>
                      <a:pt x="11" y="31"/>
                    </a:cubicBezTo>
                    <a:cubicBezTo>
                      <a:pt x="12" y="30"/>
                      <a:pt x="12" y="29"/>
                      <a:pt x="12" y="27"/>
                    </a:cubicBezTo>
                    <a:cubicBezTo>
                      <a:pt x="12" y="26"/>
                      <a:pt x="13" y="26"/>
                      <a:pt x="13" y="25"/>
                    </a:cubicBezTo>
                    <a:cubicBezTo>
                      <a:pt x="14" y="24"/>
                      <a:pt x="14" y="23"/>
                      <a:pt x="15" y="23"/>
                    </a:cubicBezTo>
                    <a:cubicBezTo>
                      <a:pt x="15" y="21"/>
                      <a:pt x="15" y="20"/>
                      <a:pt x="15" y="19"/>
                    </a:cubicBezTo>
                    <a:cubicBezTo>
                      <a:pt x="15" y="18"/>
                      <a:pt x="16" y="17"/>
                      <a:pt x="16" y="17"/>
                    </a:cubicBezTo>
                    <a:cubicBezTo>
                      <a:pt x="17" y="15"/>
                      <a:pt x="18" y="13"/>
                      <a:pt x="20" y="12"/>
                    </a:cubicBezTo>
                    <a:cubicBezTo>
                      <a:pt x="21" y="12"/>
                      <a:pt x="22" y="11"/>
                      <a:pt x="23" y="10"/>
                    </a:cubicBezTo>
                    <a:cubicBezTo>
                      <a:pt x="23" y="10"/>
                      <a:pt x="24" y="9"/>
                      <a:pt x="25" y="8"/>
                    </a:cubicBezTo>
                    <a:cubicBezTo>
                      <a:pt x="25" y="7"/>
                      <a:pt x="26" y="6"/>
                      <a:pt x="27" y="5"/>
                    </a:cubicBezTo>
                    <a:cubicBezTo>
                      <a:pt x="27" y="5"/>
                      <a:pt x="28" y="4"/>
                      <a:pt x="28" y="3"/>
                    </a:cubicBezTo>
                    <a:cubicBezTo>
                      <a:pt x="30" y="2"/>
                      <a:pt x="32" y="2"/>
                      <a:pt x="34" y="1"/>
                    </a:cubicBezTo>
                    <a:cubicBezTo>
                      <a:pt x="35" y="1"/>
                      <a:pt x="37" y="1"/>
                      <a:pt x="38" y="0"/>
                    </a:cubicBezTo>
                    <a:cubicBezTo>
                      <a:pt x="38" y="0"/>
                      <a:pt x="43" y="0"/>
                      <a:pt x="45" y="1"/>
                    </a:cubicBezTo>
                    <a:cubicBezTo>
                      <a:pt x="47" y="2"/>
                      <a:pt x="48" y="3"/>
                      <a:pt x="49" y="4"/>
                    </a:cubicBezTo>
                    <a:cubicBezTo>
                      <a:pt x="51" y="6"/>
                      <a:pt x="53" y="7"/>
                      <a:pt x="55" y="8"/>
                    </a:cubicBezTo>
                    <a:cubicBezTo>
                      <a:pt x="57" y="8"/>
                      <a:pt x="59" y="9"/>
                      <a:pt x="60" y="10"/>
                    </a:cubicBezTo>
                    <a:cubicBezTo>
                      <a:pt x="64" y="12"/>
                      <a:pt x="66" y="15"/>
                      <a:pt x="68" y="18"/>
                    </a:cubicBezTo>
                    <a:cubicBezTo>
                      <a:pt x="71" y="22"/>
                      <a:pt x="74" y="25"/>
                      <a:pt x="78" y="27"/>
                    </a:cubicBezTo>
                    <a:cubicBezTo>
                      <a:pt x="81" y="29"/>
                      <a:pt x="85" y="31"/>
                      <a:pt x="87" y="34"/>
                    </a:cubicBezTo>
                    <a:cubicBezTo>
                      <a:pt x="88" y="36"/>
                      <a:pt x="89" y="37"/>
                      <a:pt x="89" y="39"/>
                    </a:cubicBezTo>
                    <a:cubicBezTo>
                      <a:pt x="90" y="41"/>
                      <a:pt x="91" y="43"/>
                      <a:pt x="91" y="45"/>
                    </a:cubicBezTo>
                    <a:cubicBezTo>
                      <a:pt x="92" y="49"/>
                      <a:pt x="92" y="54"/>
                      <a:pt x="92" y="58"/>
                    </a:cubicBezTo>
                    <a:cubicBezTo>
                      <a:pt x="91" y="60"/>
                      <a:pt x="91" y="62"/>
                      <a:pt x="92" y="6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0" name="Freeform 587">
                <a:extLst>
                  <a:ext uri="{FF2B5EF4-FFF2-40B4-BE49-F238E27FC236}">
                    <a16:creationId xmlns:a16="http://schemas.microsoft.com/office/drawing/2014/main" id="{6AEF8EDF-7DEF-414A-8724-A52550E0C7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005" y="2132865"/>
                <a:ext cx="2040952" cy="2014672"/>
              </a:xfrm>
              <a:custGeom>
                <a:avLst/>
                <a:gdLst>
                  <a:gd name="T0" fmla="*/ 92 w 93"/>
                  <a:gd name="T1" fmla="*/ 64 h 92"/>
                  <a:gd name="T2" fmla="*/ 92 w 93"/>
                  <a:gd name="T3" fmla="*/ 70 h 92"/>
                  <a:gd name="T4" fmla="*/ 85 w 93"/>
                  <a:gd name="T5" fmla="*/ 79 h 92"/>
                  <a:gd name="T6" fmla="*/ 79 w 93"/>
                  <a:gd name="T7" fmla="*/ 84 h 92"/>
                  <a:gd name="T8" fmla="*/ 76 w 93"/>
                  <a:gd name="T9" fmla="*/ 88 h 92"/>
                  <a:gd name="T10" fmla="*/ 71 w 93"/>
                  <a:gd name="T11" fmla="*/ 90 h 92"/>
                  <a:gd name="T12" fmla="*/ 65 w 93"/>
                  <a:gd name="T13" fmla="*/ 91 h 92"/>
                  <a:gd name="T14" fmla="*/ 61 w 93"/>
                  <a:gd name="T15" fmla="*/ 90 h 92"/>
                  <a:gd name="T16" fmla="*/ 58 w 93"/>
                  <a:gd name="T17" fmla="*/ 90 h 92"/>
                  <a:gd name="T18" fmla="*/ 51 w 93"/>
                  <a:gd name="T19" fmla="*/ 90 h 92"/>
                  <a:gd name="T20" fmla="*/ 37 w 93"/>
                  <a:gd name="T21" fmla="*/ 91 h 92"/>
                  <a:gd name="T22" fmla="*/ 34 w 93"/>
                  <a:gd name="T23" fmla="*/ 90 h 92"/>
                  <a:gd name="T24" fmla="*/ 31 w 93"/>
                  <a:gd name="T25" fmla="*/ 89 h 92"/>
                  <a:gd name="T26" fmla="*/ 24 w 93"/>
                  <a:gd name="T27" fmla="*/ 87 h 92"/>
                  <a:gd name="T28" fmla="*/ 17 w 93"/>
                  <a:gd name="T29" fmla="*/ 87 h 92"/>
                  <a:gd name="T30" fmla="*/ 11 w 93"/>
                  <a:gd name="T31" fmla="*/ 87 h 92"/>
                  <a:gd name="T32" fmla="*/ 4 w 93"/>
                  <a:gd name="T33" fmla="*/ 85 h 92"/>
                  <a:gd name="T34" fmla="*/ 1 w 93"/>
                  <a:gd name="T35" fmla="*/ 81 h 92"/>
                  <a:gd name="T36" fmla="*/ 0 w 93"/>
                  <a:gd name="T37" fmla="*/ 75 h 92"/>
                  <a:gd name="T38" fmla="*/ 2 w 93"/>
                  <a:gd name="T39" fmla="*/ 69 h 92"/>
                  <a:gd name="T40" fmla="*/ 4 w 93"/>
                  <a:gd name="T41" fmla="*/ 62 h 92"/>
                  <a:gd name="T42" fmla="*/ 2 w 93"/>
                  <a:gd name="T43" fmla="*/ 56 h 92"/>
                  <a:gd name="T44" fmla="*/ 1 w 93"/>
                  <a:gd name="T45" fmla="*/ 53 h 92"/>
                  <a:gd name="T46" fmla="*/ 1 w 93"/>
                  <a:gd name="T47" fmla="*/ 50 h 92"/>
                  <a:gd name="T48" fmla="*/ 2 w 93"/>
                  <a:gd name="T49" fmla="*/ 47 h 92"/>
                  <a:gd name="T50" fmla="*/ 1 w 93"/>
                  <a:gd name="T51" fmla="*/ 44 h 92"/>
                  <a:gd name="T52" fmla="*/ 4 w 93"/>
                  <a:gd name="T53" fmla="*/ 37 h 92"/>
                  <a:gd name="T54" fmla="*/ 8 w 93"/>
                  <a:gd name="T55" fmla="*/ 33 h 92"/>
                  <a:gd name="T56" fmla="*/ 11 w 93"/>
                  <a:gd name="T57" fmla="*/ 31 h 92"/>
                  <a:gd name="T58" fmla="*/ 12 w 93"/>
                  <a:gd name="T59" fmla="*/ 27 h 92"/>
                  <a:gd name="T60" fmla="*/ 13 w 93"/>
                  <a:gd name="T61" fmla="*/ 25 h 92"/>
                  <a:gd name="T62" fmla="*/ 15 w 93"/>
                  <a:gd name="T63" fmla="*/ 23 h 92"/>
                  <a:gd name="T64" fmla="*/ 15 w 93"/>
                  <a:gd name="T65" fmla="*/ 19 h 92"/>
                  <a:gd name="T66" fmla="*/ 16 w 93"/>
                  <a:gd name="T67" fmla="*/ 17 h 92"/>
                  <a:gd name="T68" fmla="*/ 20 w 93"/>
                  <a:gd name="T69" fmla="*/ 12 h 92"/>
                  <a:gd name="T70" fmla="*/ 23 w 93"/>
                  <a:gd name="T71" fmla="*/ 10 h 92"/>
                  <a:gd name="T72" fmla="*/ 25 w 93"/>
                  <a:gd name="T73" fmla="*/ 8 h 92"/>
                  <a:gd name="T74" fmla="*/ 27 w 93"/>
                  <a:gd name="T75" fmla="*/ 5 h 92"/>
                  <a:gd name="T76" fmla="*/ 28 w 93"/>
                  <a:gd name="T77" fmla="*/ 3 h 92"/>
                  <a:gd name="T78" fmla="*/ 34 w 93"/>
                  <a:gd name="T79" fmla="*/ 1 h 92"/>
                  <a:gd name="T80" fmla="*/ 38 w 93"/>
                  <a:gd name="T81" fmla="*/ 0 h 92"/>
                  <a:gd name="T82" fmla="*/ 45 w 93"/>
                  <a:gd name="T83" fmla="*/ 1 h 92"/>
                  <a:gd name="T84" fmla="*/ 49 w 93"/>
                  <a:gd name="T85" fmla="*/ 4 h 92"/>
                  <a:gd name="T86" fmla="*/ 55 w 93"/>
                  <a:gd name="T87" fmla="*/ 8 h 92"/>
                  <a:gd name="T88" fmla="*/ 60 w 93"/>
                  <a:gd name="T89" fmla="*/ 10 h 92"/>
                  <a:gd name="T90" fmla="*/ 68 w 93"/>
                  <a:gd name="T91" fmla="*/ 18 h 92"/>
                  <a:gd name="T92" fmla="*/ 78 w 93"/>
                  <a:gd name="T93" fmla="*/ 27 h 92"/>
                  <a:gd name="T94" fmla="*/ 87 w 93"/>
                  <a:gd name="T95" fmla="*/ 34 h 92"/>
                  <a:gd name="T96" fmla="*/ 89 w 93"/>
                  <a:gd name="T97" fmla="*/ 39 h 92"/>
                  <a:gd name="T98" fmla="*/ 91 w 93"/>
                  <a:gd name="T99" fmla="*/ 45 h 92"/>
                  <a:gd name="T100" fmla="*/ 92 w 93"/>
                  <a:gd name="T101" fmla="*/ 58 h 92"/>
                  <a:gd name="T102" fmla="*/ 92 w 93"/>
                  <a:gd name="T103" fmla="*/ 6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3" h="92">
                    <a:moveTo>
                      <a:pt x="92" y="64"/>
                    </a:moveTo>
                    <a:cubicBezTo>
                      <a:pt x="93" y="66"/>
                      <a:pt x="93" y="68"/>
                      <a:pt x="92" y="70"/>
                    </a:cubicBezTo>
                    <a:cubicBezTo>
                      <a:pt x="91" y="74"/>
                      <a:pt x="88" y="77"/>
                      <a:pt x="85" y="79"/>
                    </a:cubicBezTo>
                    <a:cubicBezTo>
                      <a:pt x="83" y="81"/>
                      <a:pt x="81" y="82"/>
                      <a:pt x="79" y="84"/>
                    </a:cubicBezTo>
                    <a:cubicBezTo>
                      <a:pt x="78" y="86"/>
                      <a:pt x="77" y="87"/>
                      <a:pt x="76" y="88"/>
                    </a:cubicBezTo>
                    <a:cubicBezTo>
                      <a:pt x="74" y="89"/>
                      <a:pt x="72" y="90"/>
                      <a:pt x="71" y="90"/>
                    </a:cubicBezTo>
                    <a:cubicBezTo>
                      <a:pt x="69" y="90"/>
                      <a:pt x="67" y="91"/>
                      <a:pt x="65" y="91"/>
                    </a:cubicBezTo>
                    <a:cubicBezTo>
                      <a:pt x="63" y="90"/>
                      <a:pt x="62" y="90"/>
                      <a:pt x="61" y="90"/>
                    </a:cubicBezTo>
                    <a:cubicBezTo>
                      <a:pt x="60" y="90"/>
                      <a:pt x="59" y="90"/>
                      <a:pt x="58" y="90"/>
                    </a:cubicBezTo>
                    <a:cubicBezTo>
                      <a:pt x="51" y="90"/>
                      <a:pt x="51" y="90"/>
                      <a:pt x="51" y="90"/>
                    </a:cubicBezTo>
                    <a:cubicBezTo>
                      <a:pt x="46" y="90"/>
                      <a:pt x="42" y="92"/>
                      <a:pt x="37" y="91"/>
                    </a:cubicBezTo>
                    <a:cubicBezTo>
                      <a:pt x="36" y="91"/>
                      <a:pt x="35" y="91"/>
                      <a:pt x="34" y="90"/>
                    </a:cubicBezTo>
                    <a:cubicBezTo>
                      <a:pt x="33" y="90"/>
                      <a:pt x="32" y="89"/>
                      <a:pt x="31" y="89"/>
                    </a:cubicBezTo>
                    <a:cubicBezTo>
                      <a:pt x="29" y="88"/>
                      <a:pt x="27" y="87"/>
                      <a:pt x="24" y="87"/>
                    </a:cubicBezTo>
                    <a:cubicBezTo>
                      <a:pt x="22" y="87"/>
                      <a:pt x="19" y="87"/>
                      <a:pt x="17" y="87"/>
                    </a:cubicBezTo>
                    <a:cubicBezTo>
                      <a:pt x="15" y="87"/>
                      <a:pt x="13" y="88"/>
                      <a:pt x="11" y="87"/>
                    </a:cubicBezTo>
                    <a:cubicBezTo>
                      <a:pt x="9" y="86"/>
                      <a:pt x="6" y="86"/>
                      <a:pt x="4" y="85"/>
                    </a:cubicBezTo>
                    <a:cubicBezTo>
                      <a:pt x="3" y="84"/>
                      <a:pt x="2" y="83"/>
                      <a:pt x="1" y="81"/>
                    </a:cubicBezTo>
                    <a:cubicBezTo>
                      <a:pt x="0" y="79"/>
                      <a:pt x="0" y="77"/>
                      <a:pt x="0" y="75"/>
                    </a:cubicBezTo>
                    <a:cubicBezTo>
                      <a:pt x="0" y="73"/>
                      <a:pt x="1" y="71"/>
                      <a:pt x="2" y="69"/>
                    </a:cubicBezTo>
                    <a:cubicBezTo>
                      <a:pt x="2" y="66"/>
                      <a:pt x="4" y="65"/>
                      <a:pt x="4" y="62"/>
                    </a:cubicBezTo>
                    <a:cubicBezTo>
                      <a:pt x="4" y="60"/>
                      <a:pt x="3" y="58"/>
                      <a:pt x="2" y="56"/>
                    </a:cubicBezTo>
                    <a:cubicBezTo>
                      <a:pt x="2" y="55"/>
                      <a:pt x="2" y="54"/>
                      <a:pt x="1" y="53"/>
                    </a:cubicBezTo>
                    <a:cubicBezTo>
                      <a:pt x="1" y="52"/>
                      <a:pt x="1" y="51"/>
                      <a:pt x="1" y="50"/>
                    </a:cubicBezTo>
                    <a:cubicBezTo>
                      <a:pt x="1" y="49"/>
                      <a:pt x="2" y="48"/>
                      <a:pt x="2" y="47"/>
                    </a:cubicBezTo>
                    <a:cubicBezTo>
                      <a:pt x="2" y="46"/>
                      <a:pt x="1" y="45"/>
                      <a:pt x="1" y="44"/>
                    </a:cubicBezTo>
                    <a:cubicBezTo>
                      <a:pt x="2" y="41"/>
                      <a:pt x="2" y="39"/>
                      <a:pt x="4" y="37"/>
                    </a:cubicBezTo>
                    <a:cubicBezTo>
                      <a:pt x="5" y="36"/>
                      <a:pt x="7" y="35"/>
                      <a:pt x="8" y="33"/>
                    </a:cubicBezTo>
                    <a:cubicBezTo>
                      <a:pt x="9" y="33"/>
                      <a:pt x="10" y="32"/>
                      <a:pt x="11" y="31"/>
                    </a:cubicBezTo>
                    <a:cubicBezTo>
                      <a:pt x="12" y="30"/>
                      <a:pt x="12" y="29"/>
                      <a:pt x="12" y="27"/>
                    </a:cubicBezTo>
                    <a:cubicBezTo>
                      <a:pt x="12" y="26"/>
                      <a:pt x="13" y="26"/>
                      <a:pt x="13" y="25"/>
                    </a:cubicBezTo>
                    <a:cubicBezTo>
                      <a:pt x="14" y="24"/>
                      <a:pt x="14" y="23"/>
                      <a:pt x="15" y="23"/>
                    </a:cubicBezTo>
                    <a:cubicBezTo>
                      <a:pt x="15" y="21"/>
                      <a:pt x="15" y="20"/>
                      <a:pt x="15" y="19"/>
                    </a:cubicBezTo>
                    <a:cubicBezTo>
                      <a:pt x="15" y="18"/>
                      <a:pt x="16" y="17"/>
                      <a:pt x="16" y="17"/>
                    </a:cubicBezTo>
                    <a:cubicBezTo>
                      <a:pt x="17" y="15"/>
                      <a:pt x="18" y="13"/>
                      <a:pt x="20" y="12"/>
                    </a:cubicBezTo>
                    <a:cubicBezTo>
                      <a:pt x="21" y="12"/>
                      <a:pt x="22" y="11"/>
                      <a:pt x="23" y="10"/>
                    </a:cubicBezTo>
                    <a:cubicBezTo>
                      <a:pt x="23" y="10"/>
                      <a:pt x="24" y="9"/>
                      <a:pt x="25" y="8"/>
                    </a:cubicBezTo>
                    <a:cubicBezTo>
                      <a:pt x="25" y="7"/>
                      <a:pt x="26" y="6"/>
                      <a:pt x="27" y="5"/>
                    </a:cubicBezTo>
                    <a:cubicBezTo>
                      <a:pt x="27" y="5"/>
                      <a:pt x="28" y="4"/>
                      <a:pt x="28" y="3"/>
                    </a:cubicBezTo>
                    <a:cubicBezTo>
                      <a:pt x="30" y="2"/>
                      <a:pt x="32" y="2"/>
                      <a:pt x="34" y="1"/>
                    </a:cubicBezTo>
                    <a:cubicBezTo>
                      <a:pt x="35" y="1"/>
                      <a:pt x="37" y="1"/>
                      <a:pt x="38" y="0"/>
                    </a:cubicBezTo>
                    <a:cubicBezTo>
                      <a:pt x="38" y="0"/>
                      <a:pt x="43" y="0"/>
                      <a:pt x="45" y="1"/>
                    </a:cubicBezTo>
                    <a:cubicBezTo>
                      <a:pt x="47" y="2"/>
                      <a:pt x="48" y="3"/>
                      <a:pt x="49" y="4"/>
                    </a:cubicBezTo>
                    <a:cubicBezTo>
                      <a:pt x="51" y="6"/>
                      <a:pt x="53" y="7"/>
                      <a:pt x="55" y="8"/>
                    </a:cubicBezTo>
                    <a:cubicBezTo>
                      <a:pt x="57" y="8"/>
                      <a:pt x="59" y="9"/>
                      <a:pt x="60" y="10"/>
                    </a:cubicBezTo>
                    <a:cubicBezTo>
                      <a:pt x="64" y="12"/>
                      <a:pt x="66" y="15"/>
                      <a:pt x="68" y="18"/>
                    </a:cubicBezTo>
                    <a:cubicBezTo>
                      <a:pt x="71" y="22"/>
                      <a:pt x="74" y="25"/>
                      <a:pt x="78" y="27"/>
                    </a:cubicBezTo>
                    <a:cubicBezTo>
                      <a:pt x="81" y="29"/>
                      <a:pt x="85" y="31"/>
                      <a:pt x="87" y="34"/>
                    </a:cubicBezTo>
                    <a:cubicBezTo>
                      <a:pt x="88" y="36"/>
                      <a:pt x="89" y="37"/>
                      <a:pt x="89" y="39"/>
                    </a:cubicBezTo>
                    <a:cubicBezTo>
                      <a:pt x="90" y="41"/>
                      <a:pt x="91" y="43"/>
                      <a:pt x="91" y="45"/>
                    </a:cubicBezTo>
                    <a:cubicBezTo>
                      <a:pt x="92" y="49"/>
                      <a:pt x="92" y="54"/>
                      <a:pt x="92" y="58"/>
                    </a:cubicBezTo>
                    <a:cubicBezTo>
                      <a:pt x="91" y="60"/>
                      <a:pt x="91" y="62"/>
                      <a:pt x="92" y="6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1" name="Freeform 588">
                <a:extLst>
                  <a:ext uri="{FF2B5EF4-FFF2-40B4-BE49-F238E27FC236}">
                    <a16:creationId xmlns:a16="http://schemas.microsoft.com/office/drawing/2014/main" id="{8374F91C-3C57-4785-8B15-173DFB8D7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712" y="3490570"/>
                <a:ext cx="437972" cy="2084748"/>
              </a:xfrm>
              <a:custGeom>
                <a:avLst/>
                <a:gdLst>
                  <a:gd name="T0" fmla="*/ 0 w 50"/>
                  <a:gd name="T1" fmla="*/ 148 h 238"/>
                  <a:gd name="T2" fmla="*/ 50 w 50"/>
                  <a:gd name="T3" fmla="*/ 238 h 238"/>
                  <a:gd name="T4" fmla="*/ 50 w 50"/>
                  <a:gd name="T5" fmla="*/ 88 h 238"/>
                  <a:gd name="T6" fmla="*/ 0 w 50"/>
                  <a:gd name="T7" fmla="*/ 0 h 238"/>
                  <a:gd name="T8" fmla="*/ 0 w 50"/>
                  <a:gd name="T9" fmla="*/ 14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238">
                    <a:moveTo>
                      <a:pt x="0" y="148"/>
                    </a:moveTo>
                    <a:lnTo>
                      <a:pt x="50" y="238"/>
                    </a:lnTo>
                    <a:lnTo>
                      <a:pt x="50" y="88"/>
                    </a:lnTo>
                    <a:lnTo>
                      <a:pt x="0" y="0"/>
                    </a:lnTo>
                    <a:lnTo>
                      <a:pt x="0" y="148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2" name="Freeform 589">
                <a:extLst>
                  <a:ext uri="{FF2B5EF4-FFF2-40B4-BE49-F238E27FC236}">
                    <a16:creationId xmlns:a16="http://schemas.microsoft.com/office/drawing/2014/main" id="{F3AFC737-BBE1-4B0D-9620-8ED6E3C91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712" y="3035084"/>
                <a:ext cx="1296397" cy="1226322"/>
              </a:xfrm>
              <a:custGeom>
                <a:avLst/>
                <a:gdLst>
                  <a:gd name="T0" fmla="*/ 85 w 148"/>
                  <a:gd name="T1" fmla="*/ 0 h 140"/>
                  <a:gd name="T2" fmla="*/ 148 w 148"/>
                  <a:gd name="T3" fmla="*/ 80 h 140"/>
                  <a:gd name="T4" fmla="*/ 50 w 148"/>
                  <a:gd name="T5" fmla="*/ 140 h 140"/>
                  <a:gd name="T6" fmla="*/ 0 w 148"/>
                  <a:gd name="T7" fmla="*/ 52 h 140"/>
                  <a:gd name="T8" fmla="*/ 85 w 148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140">
                    <a:moveTo>
                      <a:pt x="85" y="0"/>
                    </a:moveTo>
                    <a:lnTo>
                      <a:pt x="148" y="80"/>
                    </a:lnTo>
                    <a:lnTo>
                      <a:pt x="50" y="140"/>
                    </a:lnTo>
                    <a:lnTo>
                      <a:pt x="0" y="52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3" name="Freeform 590">
                <a:extLst>
                  <a:ext uri="{FF2B5EF4-FFF2-40B4-BE49-F238E27FC236}">
                    <a16:creationId xmlns:a16="http://schemas.microsoft.com/office/drawing/2014/main" id="{4A2BBCC6-3A58-46B0-BAC8-EF1045F61A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267" y="3035090"/>
                <a:ext cx="1410272" cy="1226322"/>
              </a:xfrm>
              <a:custGeom>
                <a:avLst/>
                <a:gdLst>
                  <a:gd name="T0" fmla="*/ 0 w 161"/>
                  <a:gd name="T1" fmla="*/ 0 h 140"/>
                  <a:gd name="T2" fmla="*/ 63 w 161"/>
                  <a:gd name="T3" fmla="*/ 80 h 140"/>
                  <a:gd name="T4" fmla="*/ 161 w 161"/>
                  <a:gd name="T5" fmla="*/ 140 h 140"/>
                  <a:gd name="T6" fmla="*/ 68 w 161"/>
                  <a:gd name="T7" fmla="*/ 37 h 140"/>
                  <a:gd name="T8" fmla="*/ 0 w 161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1" h="140">
                    <a:moveTo>
                      <a:pt x="0" y="0"/>
                    </a:moveTo>
                    <a:lnTo>
                      <a:pt x="63" y="80"/>
                    </a:lnTo>
                    <a:lnTo>
                      <a:pt x="161" y="140"/>
                    </a:lnTo>
                    <a:lnTo>
                      <a:pt x="68" y="3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4" name="Freeform 591">
                <a:extLst>
                  <a:ext uri="{FF2B5EF4-FFF2-40B4-BE49-F238E27FC236}">
                    <a16:creationId xmlns:a16="http://schemas.microsoft.com/office/drawing/2014/main" id="{093764E3-F413-4240-B520-83BEBF26F0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17684" y="3735845"/>
                <a:ext cx="1716850" cy="1839483"/>
              </a:xfrm>
              <a:custGeom>
                <a:avLst/>
                <a:gdLst>
                  <a:gd name="T0" fmla="*/ 98 w 196"/>
                  <a:gd name="T1" fmla="*/ 0 h 210"/>
                  <a:gd name="T2" fmla="*/ 0 w 196"/>
                  <a:gd name="T3" fmla="*/ 60 h 210"/>
                  <a:gd name="T4" fmla="*/ 0 w 196"/>
                  <a:gd name="T5" fmla="*/ 210 h 210"/>
                  <a:gd name="T6" fmla="*/ 113 w 196"/>
                  <a:gd name="T7" fmla="*/ 210 h 210"/>
                  <a:gd name="T8" fmla="*/ 113 w 196"/>
                  <a:gd name="T9" fmla="*/ 137 h 210"/>
                  <a:gd name="T10" fmla="*/ 171 w 196"/>
                  <a:gd name="T11" fmla="*/ 137 h 210"/>
                  <a:gd name="T12" fmla="*/ 171 w 196"/>
                  <a:gd name="T13" fmla="*/ 210 h 210"/>
                  <a:gd name="T14" fmla="*/ 196 w 196"/>
                  <a:gd name="T15" fmla="*/ 210 h 210"/>
                  <a:gd name="T16" fmla="*/ 196 w 196"/>
                  <a:gd name="T17" fmla="*/ 60 h 210"/>
                  <a:gd name="T18" fmla="*/ 98 w 196"/>
                  <a:gd name="T19" fmla="*/ 0 h 210"/>
                  <a:gd name="T20" fmla="*/ 95 w 196"/>
                  <a:gd name="T21" fmla="*/ 180 h 210"/>
                  <a:gd name="T22" fmla="*/ 38 w 196"/>
                  <a:gd name="T23" fmla="*/ 180 h 210"/>
                  <a:gd name="T24" fmla="*/ 38 w 196"/>
                  <a:gd name="T25" fmla="*/ 137 h 210"/>
                  <a:gd name="T26" fmla="*/ 95 w 196"/>
                  <a:gd name="T27" fmla="*/ 137 h 210"/>
                  <a:gd name="T28" fmla="*/ 95 w 196"/>
                  <a:gd name="T29" fmla="*/ 180 h 210"/>
                  <a:gd name="T30" fmla="*/ 95 w 196"/>
                  <a:gd name="T31" fmla="*/ 105 h 210"/>
                  <a:gd name="T32" fmla="*/ 38 w 196"/>
                  <a:gd name="T33" fmla="*/ 105 h 210"/>
                  <a:gd name="T34" fmla="*/ 38 w 196"/>
                  <a:gd name="T35" fmla="*/ 62 h 210"/>
                  <a:gd name="T36" fmla="*/ 95 w 196"/>
                  <a:gd name="T37" fmla="*/ 62 h 210"/>
                  <a:gd name="T38" fmla="*/ 95 w 196"/>
                  <a:gd name="T39" fmla="*/ 105 h 210"/>
                  <a:gd name="T40" fmla="*/ 171 w 196"/>
                  <a:gd name="T41" fmla="*/ 105 h 210"/>
                  <a:gd name="T42" fmla="*/ 113 w 196"/>
                  <a:gd name="T43" fmla="*/ 105 h 210"/>
                  <a:gd name="T44" fmla="*/ 113 w 196"/>
                  <a:gd name="T45" fmla="*/ 62 h 210"/>
                  <a:gd name="T46" fmla="*/ 171 w 196"/>
                  <a:gd name="T47" fmla="*/ 62 h 210"/>
                  <a:gd name="T48" fmla="*/ 171 w 196"/>
                  <a:gd name="T49" fmla="*/ 1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6" h="210">
                    <a:moveTo>
                      <a:pt x="98" y="0"/>
                    </a:moveTo>
                    <a:lnTo>
                      <a:pt x="0" y="60"/>
                    </a:lnTo>
                    <a:lnTo>
                      <a:pt x="0" y="210"/>
                    </a:lnTo>
                    <a:lnTo>
                      <a:pt x="113" y="210"/>
                    </a:lnTo>
                    <a:lnTo>
                      <a:pt x="113" y="137"/>
                    </a:lnTo>
                    <a:lnTo>
                      <a:pt x="171" y="137"/>
                    </a:lnTo>
                    <a:lnTo>
                      <a:pt x="171" y="210"/>
                    </a:lnTo>
                    <a:lnTo>
                      <a:pt x="196" y="210"/>
                    </a:lnTo>
                    <a:lnTo>
                      <a:pt x="196" y="60"/>
                    </a:lnTo>
                    <a:lnTo>
                      <a:pt x="98" y="0"/>
                    </a:lnTo>
                    <a:close/>
                    <a:moveTo>
                      <a:pt x="95" y="180"/>
                    </a:moveTo>
                    <a:lnTo>
                      <a:pt x="38" y="180"/>
                    </a:lnTo>
                    <a:lnTo>
                      <a:pt x="38" y="137"/>
                    </a:lnTo>
                    <a:lnTo>
                      <a:pt x="95" y="137"/>
                    </a:lnTo>
                    <a:lnTo>
                      <a:pt x="95" y="180"/>
                    </a:lnTo>
                    <a:close/>
                    <a:moveTo>
                      <a:pt x="95" y="105"/>
                    </a:moveTo>
                    <a:lnTo>
                      <a:pt x="38" y="105"/>
                    </a:lnTo>
                    <a:lnTo>
                      <a:pt x="38" y="62"/>
                    </a:lnTo>
                    <a:lnTo>
                      <a:pt x="95" y="62"/>
                    </a:lnTo>
                    <a:lnTo>
                      <a:pt x="95" y="105"/>
                    </a:lnTo>
                    <a:close/>
                    <a:moveTo>
                      <a:pt x="171" y="105"/>
                    </a:moveTo>
                    <a:lnTo>
                      <a:pt x="113" y="105"/>
                    </a:lnTo>
                    <a:lnTo>
                      <a:pt x="113" y="62"/>
                    </a:lnTo>
                    <a:lnTo>
                      <a:pt x="171" y="62"/>
                    </a:lnTo>
                    <a:lnTo>
                      <a:pt x="171" y="10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5" name="Freeform 592">
                <a:extLst>
                  <a:ext uri="{FF2B5EF4-FFF2-40B4-BE49-F238E27FC236}">
                    <a16:creationId xmlns:a16="http://schemas.microsoft.com/office/drawing/2014/main" id="{EE2EACAA-761C-48E3-BA24-21B9A87DD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5667" y="3534381"/>
                <a:ext cx="455491" cy="2084748"/>
              </a:xfrm>
              <a:custGeom>
                <a:avLst/>
                <a:gdLst>
                  <a:gd name="T0" fmla="*/ 0 w 52"/>
                  <a:gd name="T1" fmla="*/ 148 h 238"/>
                  <a:gd name="T2" fmla="*/ 52 w 52"/>
                  <a:gd name="T3" fmla="*/ 238 h 238"/>
                  <a:gd name="T4" fmla="*/ 52 w 52"/>
                  <a:gd name="T5" fmla="*/ 88 h 238"/>
                  <a:gd name="T6" fmla="*/ 0 w 52"/>
                  <a:gd name="T7" fmla="*/ 0 h 238"/>
                  <a:gd name="T8" fmla="*/ 0 w 52"/>
                  <a:gd name="T9" fmla="*/ 14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238">
                    <a:moveTo>
                      <a:pt x="0" y="148"/>
                    </a:moveTo>
                    <a:lnTo>
                      <a:pt x="52" y="238"/>
                    </a:lnTo>
                    <a:lnTo>
                      <a:pt x="52" y="88"/>
                    </a:lnTo>
                    <a:lnTo>
                      <a:pt x="0" y="0"/>
                    </a:lnTo>
                    <a:lnTo>
                      <a:pt x="0" y="148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6" name="Freeform 593">
                <a:extLst>
                  <a:ext uri="{FF2B5EF4-FFF2-40B4-BE49-F238E27FC236}">
                    <a16:creationId xmlns:a16="http://schemas.microsoft.com/office/drawing/2014/main" id="{4033BB99-1AB4-4E7A-962C-87F39ACE4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5661" y="3078890"/>
                <a:ext cx="1313916" cy="1226322"/>
              </a:xfrm>
              <a:custGeom>
                <a:avLst/>
                <a:gdLst>
                  <a:gd name="T0" fmla="*/ 85 w 150"/>
                  <a:gd name="T1" fmla="*/ 0 h 140"/>
                  <a:gd name="T2" fmla="*/ 150 w 150"/>
                  <a:gd name="T3" fmla="*/ 80 h 140"/>
                  <a:gd name="T4" fmla="*/ 52 w 150"/>
                  <a:gd name="T5" fmla="*/ 140 h 140"/>
                  <a:gd name="T6" fmla="*/ 0 w 150"/>
                  <a:gd name="T7" fmla="*/ 52 h 140"/>
                  <a:gd name="T8" fmla="*/ 85 w 150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140">
                    <a:moveTo>
                      <a:pt x="85" y="0"/>
                    </a:moveTo>
                    <a:lnTo>
                      <a:pt x="150" y="80"/>
                    </a:lnTo>
                    <a:lnTo>
                      <a:pt x="52" y="140"/>
                    </a:lnTo>
                    <a:lnTo>
                      <a:pt x="0" y="52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7" name="Freeform 594">
                <a:extLst>
                  <a:ext uri="{FF2B5EF4-FFF2-40B4-BE49-F238E27FC236}">
                    <a16:creationId xmlns:a16="http://schemas.microsoft.com/office/drawing/2014/main" id="{A9A15598-469F-4D9E-9A48-68AE28912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0222" y="3078890"/>
                <a:ext cx="1427791" cy="1226322"/>
              </a:xfrm>
              <a:custGeom>
                <a:avLst/>
                <a:gdLst>
                  <a:gd name="T0" fmla="*/ 0 w 163"/>
                  <a:gd name="T1" fmla="*/ 0 h 140"/>
                  <a:gd name="T2" fmla="*/ 65 w 163"/>
                  <a:gd name="T3" fmla="*/ 80 h 140"/>
                  <a:gd name="T4" fmla="*/ 163 w 163"/>
                  <a:gd name="T5" fmla="*/ 140 h 140"/>
                  <a:gd name="T6" fmla="*/ 70 w 163"/>
                  <a:gd name="T7" fmla="*/ 37 h 140"/>
                  <a:gd name="T8" fmla="*/ 0 w 163"/>
                  <a:gd name="T9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3" h="140">
                    <a:moveTo>
                      <a:pt x="0" y="0"/>
                    </a:moveTo>
                    <a:lnTo>
                      <a:pt x="65" y="80"/>
                    </a:lnTo>
                    <a:lnTo>
                      <a:pt x="163" y="140"/>
                    </a:lnTo>
                    <a:lnTo>
                      <a:pt x="70" y="3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38" name="Freeform 595">
                <a:extLst>
                  <a:ext uri="{FF2B5EF4-FFF2-40B4-BE49-F238E27FC236}">
                    <a16:creationId xmlns:a16="http://schemas.microsoft.com/office/drawing/2014/main" id="{99B49000-04D3-4014-A992-D999C0920F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1157" y="3779651"/>
                <a:ext cx="1716850" cy="1839483"/>
              </a:xfrm>
              <a:custGeom>
                <a:avLst/>
                <a:gdLst>
                  <a:gd name="T0" fmla="*/ 98 w 196"/>
                  <a:gd name="T1" fmla="*/ 0 h 210"/>
                  <a:gd name="T2" fmla="*/ 0 w 196"/>
                  <a:gd name="T3" fmla="*/ 60 h 210"/>
                  <a:gd name="T4" fmla="*/ 0 w 196"/>
                  <a:gd name="T5" fmla="*/ 210 h 210"/>
                  <a:gd name="T6" fmla="*/ 110 w 196"/>
                  <a:gd name="T7" fmla="*/ 210 h 210"/>
                  <a:gd name="T8" fmla="*/ 110 w 196"/>
                  <a:gd name="T9" fmla="*/ 135 h 210"/>
                  <a:gd name="T10" fmla="*/ 168 w 196"/>
                  <a:gd name="T11" fmla="*/ 135 h 210"/>
                  <a:gd name="T12" fmla="*/ 168 w 196"/>
                  <a:gd name="T13" fmla="*/ 210 h 210"/>
                  <a:gd name="T14" fmla="*/ 196 w 196"/>
                  <a:gd name="T15" fmla="*/ 210 h 210"/>
                  <a:gd name="T16" fmla="*/ 196 w 196"/>
                  <a:gd name="T17" fmla="*/ 60 h 210"/>
                  <a:gd name="T18" fmla="*/ 98 w 196"/>
                  <a:gd name="T19" fmla="*/ 0 h 210"/>
                  <a:gd name="T20" fmla="*/ 95 w 196"/>
                  <a:gd name="T21" fmla="*/ 177 h 210"/>
                  <a:gd name="T22" fmla="*/ 38 w 196"/>
                  <a:gd name="T23" fmla="*/ 177 h 210"/>
                  <a:gd name="T24" fmla="*/ 38 w 196"/>
                  <a:gd name="T25" fmla="*/ 135 h 210"/>
                  <a:gd name="T26" fmla="*/ 95 w 196"/>
                  <a:gd name="T27" fmla="*/ 135 h 210"/>
                  <a:gd name="T28" fmla="*/ 95 w 196"/>
                  <a:gd name="T29" fmla="*/ 177 h 210"/>
                  <a:gd name="T30" fmla="*/ 95 w 196"/>
                  <a:gd name="T31" fmla="*/ 105 h 210"/>
                  <a:gd name="T32" fmla="*/ 38 w 196"/>
                  <a:gd name="T33" fmla="*/ 105 h 210"/>
                  <a:gd name="T34" fmla="*/ 38 w 196"/>
                  <a:gd name="T35" fmla="*/ 62 h 210"/>
                  <a:gd name="T36" fmla="*/ 95 w 196"/>
                  <a:gd name="T37" fmla="*/ 62 h 210"/>
                  <a:gd name="T38" fmla="*/ 95 w 196"/>
                  <a:gd name="T39" fmla="*/ 105 h 210"/>
                  <a:gd name="T40" fmla="*/ 168 w 196"/>
                  <a:gd name="T41" fmla="*/ 105 h 210"/>
                  <a:gd name="T42" fmla="*/ 110 w 196"/>
                  <a:gd name="T43" fmla="*/ 105 h 210"/>
                  <a:gd name="T44" fmla="*/ 110 w 196"/>
                  <a:gd name="T45" fmla="*/ 62 h 210"/>
                  <a:gd name="T46" fmla="*/ 168 w 196"/>
                  <a:gd name="T47" fmla="*/ 62 h 210"/>
                  <a:gd name="T48" fmla="*/ 168 w 196"/>
                  <a:gd name="T49" fmla="*/ 1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6" h="210">
                    <a:moveTo>
                      <a:pt x="98" y="0"/>
                    </a:moveTo>
                    <a:lnTo>
                      <a:pt x="0" y="60"/>
                    </a:lnTo>
                    <a:lnTo>
                      <a:pt x="0" y="210"/>
                    </a:lnTo>
                    <a:lnTo>
                      <a:pt x="110" y="210"/>
                    </a:lnTo>
                    <a:lnTo>
                      <a:pt x="110" y="135"/>
                    </a:lnTo>
                    <a:lnTo>
                      <a:pt x="168" y="135"/>
                    </a:lnTo>
                    <a:lnTo>
                      <a:pt x="168" y="210"/>
                    </a:lnTo>
                    <a:lnTo>
                      <a:pt x="196" y="210"/>
                    </a:lnTo>
                    <a:lnTo>
                      <a:pt x="196" y="60"/>
                    </a:lnTo>
                    <a:lnTo>
                      <a:pt x="98" y="0"/>
                    </a:lnTo>
                    <a:close/>
                    <a:moveTo>
                      <a:pt x="95" y="177"/>
                    </a:moveTo>
                    <a:lnTo>
                      <a:pt x="38" y="177"/>
                    </a:lnTo>
                    <a:lnTo>
                      <a:pt x="38" y="135"/>
                    </a:lnTo>
                    <a:lnTo>
                      <a:pt x="95" y="135"/>
                    </a:lnTo>
                    <a:lnTo>
                      <a:pt x="95" y="177"/>
                    </a:lnTo>
                    <a:close/>
                    <a:moveTo>
                      <a:pt x="95" y="105"/>
                    </a:moveTo>
                    <a:lnTo>
                      <a:pt x="38" y="105"/>
                    </a:lnTo>
                    <a:lnTo>
                      <a:pt x="38" y="62"/>
                    </a:lnTo>
                    <a:lnTo>
                      <a:pt x="95" y="62"/>
                    </a:lnTo>
                    <a:lnTo>
                      <a:pt x="95" y="105"/>
                    </a:lnTo>
                    <a:close/>
                    <a:moveTo>
                      <a:pt x="168" y="105"/>
                    </a:moveTo>
                    <a:lnTo>
                      <a:pt x="110" y="105"/>
                    </a:lnTo>
                    <a:lnTo>
                      <a:pt x="110" y="62"/>
                    </a:lnTo>
                    <a:lnTo>
                      <a:pt x="168" y="62"/>
                    </a:lnTo>
                    <a:lnTo>
                      <a:pt x="168" y="10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  <p:grpSp>
          <p:nvGrpSpPr>
            <p:cNvPr id="667" name="Gruppieren 5">
              <a:extLst>
                <a:ext uri="{FF2B5EF4-FFF2-40B4-BE49-F238E27FC236}">
                  <a16:creationId xmlns:a16="http://schemas.microsoft.com/office/drawing/2014/main" id="{262F129E-5687-481F-9289-2B14792EBD84}"/>
                </a:ext>
              </a:extLst>
            </p:cNvPr>
            <p:cNvGrpSpPr/>
            <p:nvPr/>
          </p:nvGrpSpPr>
          <p:grpSpPr>
            <a:xfrm>
              <a:off x="7501863" y="2078667"/>
              <a:ext cx="576763" cy="339731"/>
              <a:chOff x="2809876" y="5070475"/>
              <a:chExt cx="623888" cy="428625"/>
            </a:xfrm>
            <a:solidFill>
              <a:schemeClr val="accent1"/>
            </a:solidFill>
          </p:grpSpPr>
          <p:sp>
            <p:nvSpPr>
              <p:cNvPr id="669" name="Freeform 628">
                <a:extLst>
                  <a:ext uri="{FF2B5EF4-FFF2-40B4-BE49-F238E27FC236}">
                    <a16:creationId xmlns:a16="http://schemas.microsoft.com/office/drawing/2014/main" id="{8230AB47-419C-4586-88BC-971BF584B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876" y="5070475"/>
                <a:ext cx="19050" cy="404813"/>
              </a:xfrm>
              <a:custGeom>
                <a:avLst/>
                <a:gdLst>
                  <a:gd name="T0" fmla="*/ 0 w 5"/>
                  <a:gd name="T1" fmla="*/ 95 h 102"/>
                  <a:gd name="T2" fmla="*/ 5 w 5"/>
                  <a:gd name="T3" fmla="*/ 102 h 102"/>
                  <a:gd name="T4" fmla="*/ 5 w 5"/>
                  <a:gd name="T5" fmla="*/ 9 h 102"/>
                  <a:gd name="T6" fmla="*/ 0 w 5"/>
                  <a:gd name="T7" fmla="*/ 5 h 102"/>
                  <a:gd name="T8" fmla="*/ 0 w 5"/>
                  <a:gd name="T9" fmla="*/ 9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02">
                    <a:moveTo>
                      <a:pt x="0" y="95"/>
                    </a:moveTo>
                    <a:cubicBezTo>
                      <a:pt x="5" y="102"/>
                      <a:pt x="5" y="102"/>
                      <a:pt x="5" y="102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0"/>
                      <a:pt x="0" y="0"/>
                      <a:pt x="0" y="5"/>
                    </a:cubicBezTo>
                    <a:lnTo>
                      <a:pt x="0" y="9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0" name="Freeform 629">
                <a:extLst>
                  <a:ext uri="{FF2B5EF4-FFF2-40B4-BE49-F238E27FC236}">
                    <a16:creationId xmlns:a16="http://schemas.microsoft.com/office/drawing/2014/main" id="{5C3A2F8A-6605-4B45-BE9D-DC2F1BEA4B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17813" y="5070475"/>
                <a:ext cx="134938" cy="401638"/>
              </a:xfrm>
              <a:custGeom>
                <a:avLst/>
                <a:gdLst>
                  <a:gd name="T0" fmla="*/ 30 w 34"/>
                  <a:gd name="T1" fmla="*/ 0 h 101"/>
                  <a:gd name="T2" fmla="*/ 30 w 34"/>
                  <a:gd name="T3" fmla="*/ 0 h 101"/>
                  <a:gd name="T4" fmla="*/ 0 w 34"/>
                  <a:gd name="T5" fmla="*/ 0 h 101"/>
                  <a:gd name="T6" fmla="*/ 3 w 34"/>
                  <a:gd name="T7" fmla="*/ 8 h 101"/>
                  <a:gd name="T8" fmla="*/ 3 w 34"/>
                  <a:gd name="T9" fmla="*/ 101 h 101"/>
                  <a:gd name="T10" fmla="*/ 34 w 34"/>
                  <a:gd name="T11" fmla="*/ 101 h 101"/>
                  <a:gd name="T12" fmla="*/ 34 w 34"/>
                  <a:gd name="T13" fmla="*/ 4 h 101"/>
                  <a:gd name="T14" fmla="*/ 30 w 34"/>
                  <a:gd name="T15" fmla="*/ 0 h 101"/>
                  <a:gd name="T16" fmla="*/ 29 w 34"/>
                  <a:gd name="T17" fmla="*/ 34 h 101"/>
                  <a:gd name="T18" fmla="*/ 7 w 34"/>
                  <a:gd name="T19" fmla="*/ 34 h 101"/>
                  <a:gd name="T20" fmla="*/ 7 w 34"/>
                  <a:gd name="T21" fmla="*/ 11 h 101"/>
                  <a:gd name="T22" fmla="*/ 29 w 34"/>
                  <a:gd name="T23" fmla="*/ 11 h 101"/>
                  <a:gd name="T24" fmla="*/ 29 w 34"/>
                  <a:gd name="T25" fmla="*/ 34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101">
                    <a:moveTo>
                      <a:pt x="30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101"/>
                      <a:pt x="3" y="101"/>
                      <a:pt x="3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1"/>
                      <a:pt x="31" y="0"/>
                      <a:pt x="30" y="0"/>
                    </a:cubicBezTo>
                    <a:close/>
                    <a:moveTo>
                      <a:pt x="29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34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1" name="Freeform 630">
                <a:extLst>
                  <a:ext uri="{FF2B5EF4-FFF2-40B4-BE49-F238E27FC236}">
                    <a16:creationId xmlns:a16="http://schemas.microsoft.com/office/drawing/2014/main" id="{3FEED3BF-AE29-4A6C-9D95-EC555AD905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65438" y="5289550"/>
                <a:ext cx="71438" cy="185738"/>
              </a:xfrm>
              <a:custGeom>
                <a:avLst/>
                <a:gdLst>
                  <a:gd name="T0" fmla="*/ 13 w 18"/>
                  <a:gd name="T1" fmla="*/ 4 h 47"/>
                  <a:gd name="T2" fmla="*/ 13 w 18"/>
                  <a:gd name="T3" fmla="*/ 4 h 47"/>
                  <a:gd name="T4" fmla="*/ 13 w 18"/>
                  <a:gd name="T5" fmla="*/ 1 h 47"/>
                  <a:gd name="T6" fmla="*/ 12 w 18"/>
                  <a:gd name="T7" fmla="*/ 0 h 47"/>
                  <a:gd name="T8" fmla="*/ 11 w 18"/>
                  <a:gd name="T9" fmla="*/ 1 h 47"/>
                  <a:gd name="T10" fmla="*/ 11 w 18"/>
                  <a:gd name="T11" fmla="*/ 4 h 47"/>
                  <a:gd name="T12" fmla="*/ 7 w 18"/>
                  <a:gd name="T13" fmla="*/ 4 h 47"/>
                  <a:gd name="T14" fmla="*/ 7 w 18"/>
                  <a:gd name="T15" fmla="*/ 1 h 47"/>
                  <a:gd name="T16" fmla="*/ 6 w 18"/>
                  <a:gd name="T17" fmla="*/ 0 h 47"/>
                  <a:gd name="T18" fmla="*/ 5 w 18"/>
                  <a:gd name="T19" fmla="*/ 1 h 47"/>
                  <a:gd name="T20" fmla="*/ 5 w 18"/>
                  <a:gd name="T21" fmla="*/ 4 h 47"/>
                  <a:gd name="T22" fmla="*/ 4 w 18"/>
                  <a:gd name="T23" fmla="*/ 4 h 47"/>
                  <a:gd name="T24" fmla="*/ 0 w 18"/>
                  <a:gd name="T25" fmla="*/ 9 h 47"/>
                  <a:gd name="T26" fmla="*/ 0 w 18"/>
                  <a:gd name="T27" fmla="*/ 11 h 47"/>
                  <a:gd name="T28" fmla="*/ 4 w 18"/>
                  <a:gd name="T29" fmla="*/ 15 h 47"/>
                  <a:gd name="T30" fmla="*/ 8 w 18"/>
                  <a:gd name="T31" fmla="*/ 15 h 47"/>
                  <a:gd name="T32" fmla="*/ 7 w 18"/>
                  <a:gd name="T33" fmla="*/ 31 h 47"/>
                  <a:gd name="T34" fmla="*/ 3 w 18"/>
                  <a:gd name="T35" fmla="*/ 47 h 47"/>
                  <a:gd name="T36" fmla="*/ 5 w 18"/>
                  <a:gd name="T37" fmla="*/ 46 h 47"/>
                  <a:gd name="T38" fmla="*/ 8 w 18"/>
                  <a:gd name="T39" fmla="*/ 33 h 47"/>
                  <a:gd name="T40" fmla="*/ 10 w 18"/>
                  <a:gd name="T41" fmla="*/ 15 h 47"/>
                  <a:gd name="T42" fmla="*/ 13 w 18"/>
                  <a:gd name="T43" fmla="*/ 15 h 47"/>
                  <a:gd name="T44" fmla="*/ 18 w 18"/>
                  <a:gd name="T45" fmla="*/ 11 h 47"/>
                  <a:gd name="T46" fmla="*/ 18 w 18"/>
                  <a:gd name="T47" fmla="*/ 9 h 47"/>
                  <a:gd name="T48" fmla="*/ 13 w 18"/>
                  <a:gd name="T49" fmla="*/ 4 h 47"/>
                  <a:gd name="T50" fmla="*/ 15 w 18"/>
                  <a:gd name="T51" fmla="*/ 11 h 47"/>
                  <a:gd name="T52" fmla="*/ 13 w 18"/>
                  <a:gd name="T53" fmla="*/ 13 h 47"/>
                  <a:gd name="T54" fmla="*/ 4 w 18"/>
                  <a:gd name="T55" fmla="*/ 13 h 47"/>
                  <a:gd name="T56" fmla="*/ 2 w 18"/>
                  <a:gd name="T57" fmla="*/ 11 h 47"/>
                  <a:gd name="T58" fmla="*/ 2 w 18"/>
                  <a:gd name="T59" fmla="*/ 9 h 47"/>
                  <a:gd name="T60" fmla="*/ 4 w 18"/>
                  <a:gd name="T61" fmla="*/ 7 h 47"/>
                  <a:gd name="T62" fmla="*/ 13 w 18"/>
                  <a:gd name="T63" fmla="*/ 7 h 47"/>
                  <a:gd name="T64" fmla="*/ 15 w 18"/>
                  <a:gd name="T65" fmla="*/ 9 h 47"/>
                  <a:gd name="T66" fmla="*/ 15 w 18"/>
                  <a:gd name="T67" fmla="*/ 1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" h="47">
                    <a:moveTo>
                      <a:pt x="13" y="4"/>
                    </a:moveTo>
                    <a:cubicBezTo>
                      <a:pt x="13" y="4"/>
                      <a:pt x="13" y="4"/>
                      <a:pt x="13" y="4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0"/>
                      <a:pt x="12" y="0"/>
                      <a:pt x="12" y="0"/>
                    </a:cubicBezTo>
                    <a:cubicBezTo>
                      <a:pt x="11" y="0"/>
                      <a:pt x="11" y="0"/>
                      <a:pt x="11" y="1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1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4"/>
                      <a:pt x="0" y="6"/>
                      <a:pt x="0" y="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4"/>
                      <a:pt x="1" y="15"/>
                      <a:pt x="4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20"/>
                      <a:pt x="10" y="29"/>
                      <a:pt x="7" y="31"/>
                    </a:cubicBezTo>
                    <a:cubicBezTo>
                      <a:pt x="0" y="34"/>
                      <a:pt x="3" y="46"/>
                      <a:pt x="3" y="47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3"/>
                      <a:pt x="4" y="35"/>
                      <a:pt x="8" y="33"/>
                    </a:cubicBezTo>
                    <a:cubicBezTo>
                      <a:pt x="13" y="31"/>
                      <a:pt x="11" y="20"/>
                      <a:pt x="10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6" y="15"/>
                      <a:pt x="18" y="14"/>
                      <a:pt x="18" y="11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8" y="6"/>
                      <a:pt x="16" y="4"/>
                      <a:pt x="13" y="4"/>
                    </a:cubicBezTo>
                    <a:close/>
                    <a:moveTo>
                      <a:pt x="15" y="11"/>
                    </a:moveTo>
                    <a:cubicBezTo>
                      <a:pt x="15" y="12"/>
                      <a:pt x="15" y="13"/>
                      <a:pt x="13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3"/>
                      <a:pt x="2" y="12"/>
                      <a:pt x="2" y="11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8"/>
                      <a:pt x="3" y="7"/>
                      <a:pt x="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8"/>
                      <a:pt x="15" y="9"/>
                    </a:cubicBezTo>
                    <a:lnTo>
                      <a:pt x="15" y="11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2" name="Freeform 631">
                <a:extLst>
                  <a:ext uri="{FF2B5EF4-FFF2-40B4-BE49-F238E27FC236}">
                    <a16:creationId xmlns:a16="http://schemas.microsoft.com/office/drawing/2014/main" id="{9D0591B6-BF7E-4089-8594-10C83E26D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2751" y="5146675"/>
                <a:ext cx="233363" cy="177800"/>
              </a:xfrm>
              <a:custGeom>
                <a:avLst/>
                <a:gdLst>
                  <a:gd name="T0" fmla="*/ 39 w 59"/>
                  <a:gd name="T1" fmla="*/ 44 h 45"/>
                  <a:gd name="T2" fmla="*/ 59 w 59"/>
                  <a:gd name="T3" fmla="*/ 36 h 45"/>
                  <a:gd name="T4" fmla="*/ 59 w 59"/>
                  <a:gd name="T5" fmla="*/ 35 h 45"/>
                  <a:gd name="T6" fmla="*/ 34 w 59"/>
                  <a:gd name="T7" fmla="*/ 41 h 45"/>
                  <a:gd name="T8" fmla="*/ 30 w 59"/>
                  <a:gd name="T9" fmla="*/ 32 h 45"/>
                  <a:gd name="T10" fmla="*/ 0 w 59"/>
                  <a:gd name="T11" fmla="*/ 0 h 45"/>
                  <a:gd name="T12" fmla="*/ 0 w 59"/>
                  <a:gd name="T13" fmla="*/ 2 h 45"/>
                  <a:gd name="T14" fmla="*/ 28 w 59"/>
                  <a:gd name="T15" fmla="*/ 32 h 45"/>
                  <a:gd name="T16" fmla="*/ 33 w 59"/>
                  <a:gd name="T17" fmla="*/ 42 h 45"/>
                  <a:gd name="T18" fmla="*/ 39 w 59"/>
                  <a:gd name="T19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" h="45">
                    <a:moveTo>
                      <a:pt x="39" y="44"/>
                    </a:moveTo>
                    <a:cubicBezTo>
                      <a:pt x="48" y="44"/>
                      <a:pt x="59" y="37"/>
                      <a:pt x="59" y="36"/>
                    </a:cubicBezTo>
                    <a:cubicBezTo>
                      <a:pt x="59" y="35"/>
                      <a:pt x="59" y="35"/>
                      <a:pt x="59" y="35"/>
                    </a:cubicBezTo>
                    <a:cubicBezTo>
                      <a:pt x="58" y="35"/>
                      <a:pt x="42" y="45"/>
                      <a:pt x="34" y="41"/>
                    </a:cubicBezTo>
                    <a:cubicBezTo>
                      <a:pt x="32" y="40"/>
                      <a:pt x="30" y="37"/>
                      <a:pt x="30" y="32"/>
                    </a:cubicBezTo>
                    <a:cubicBezTo>
                      <a:pt x="28" y="4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27" y="5"/>
                      <a:pt x="28" y="32"/>
                    </a:cubicBezTo>
                    <a:cubicBezTo>
                      <a:pt x="29" y="37"/>
                      <a:pt x="30" y="41"/>
                      <a:pt x="33" y="42"/>
                    </a:cubicBezTo>
                    <a:cubicBezTo>
                      <a:pt x="35" y="43"/>
                      <a:pt x="37" y="44"/>
                      <a:pt x="39" y="44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3" name="Freeform 632">
                <a:extLst>
                  <a:ext uri="{FF2B5EF4-FFF2-40B4-BE49-F238E27FC236}">
                    <a16:creationId xmlns:a16="http://schemas.microsoft.com/office/drawing/2014/main" id="{BEC74B3E-2D83-4803-A641-66F8EF2F7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326" y="5376863"/>
                <a:ext cx="50800" cy="111125"/>
              </a:xfrm>
              <a:custGeom>
                <a:avLst/>
                <a:gdLst>
                  <a:gd name="T0" fmla="*/ 13 w 13"/>
                  <a:gd name="T1" fmla="*/ 19 h 28"/>
                  <a:gd name="T2" fmla="*/ 10 w 13"/>
                  <a:gd name="T3" fmla="*/ 28 h 28"/>
                  <a:gd name="T4" fmla="*/ 4 w 13"/>
                  <a:gd name="T5" fmla="*/ 28 h 28"/>
                  <a:gd name="T6" fmla="*/ 0 w 13"/>
                  <a:gd name="T7" fmla="*/ 14 h 28"/>
                  <a:gd name="T8" fmla="*/ 1 w 13"/>
                  <a:gd name="T9" fmla="*/ 1 h 28"/>
                  <a:gd name="T10" fmla="*/ 3 w 13"/>
                  <a:gd name="T11" fmla="*/ 1 h 28"/>
                  <a:gd name="T12" fmla="*/ 13 w 13"/>
                  <a:gd name="T13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8">
                    <a:moveTo>
                      <a:pt x="13" y="19"/>
                    </a:moveTo>
                    <a:cubicBezTo>
                      <a:pt x="13" y="21"/>
                      <a:pt x="12" y="26"/>
                      <a:pt x="10" y="28"/>
                    </a:cubicBezTo>
                    <a:cubicBezTo>
                      <a:pt x="10" y="28"/>
                      <a:pt x="4" y="28"/>
                      <a:pt x="4" y="28"/>
                    </a:cubicBezTo>
                    <a:cubicBezTo>
                      <a:pt x="4" y="28"/>
                      <a:pt x="0" y="21"/>
                      <a:pt x="0" y="14"/>
                    </a:cubicBezTo>
                    <a:cubicBezTo>
                      <a:pt x="0" y="9"/>
                      <a:pt x="1" y="1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6" y="0"/>
                      <a:pt x="13" y="19"/>
                      <a:pt x="13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4" name="Freeform 633">
                <a:extLst>
                  <a:ext uri="{FF2B5EF4-FFF2-40B4-BE49-F238E27FC236}">
                    <a16:creationId xmlns:a16="http://schemas.microsoft.com/office/drawing/2014/main" id="{314AF32E-2E70-442B-A8B9-856716FCB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326" y="5376863"/>
                <a:ext cx="50800" cy="111125"/>
              </a:xfrm>
              <a:custGeom>
                <a:avLst/>
                <a:gdLst>
                  <a:gd name="T0" fmla="*/ 13 w 13"/>
                  <a:gd name="T1" fmla="*/ 19 h 28"/>
                  <a:gd name="T2" fmla="*/ 10 w 13"/>
                  <a:gd name="T3" fmla="*/ 28 h 28"/>
                  <a:gd name="T4" fmla="*/ 4 w 13"/>
                  <a:gd name="T5" fmla="*/ 28 h 28"/>
                  <a:gd name="T6" fmla="*/ 0 w 13"/>
                  <a:gd name="T7" fmla="*/ 14 h 28"/>
                  <a:gd name="T8" fmla="*/ 1 w 13"/>
                  <a:gd name="T9" fmla="*/ 1 h 28"/>
                  <a:gd name="T10" fmla="*/ 3 w 13"/>
                  <a:gd name="T11" fmla="*/ 1 h 28"/>
                  <a:gd name="T12" fmla="*/ 13 w 13"/>
                  <a:gd name="T13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8">
                    <a:moveTo>
                      <a:pt x="13" y="19"/>
                    </a:moveTo>
                    <a:cubicBezTo>
                      <a:pt x="13" y="21"/>
                      <a:pt x="12" y="26"/>
                      <a:pt x="10" y="28"/>
                    </a:cubicBezTo>
                    <a:cubicBezTo>
                      <a:pt x="10" y="28"/>
                      <a:pt x="4" y="28"/>
                      <a:pt x="4" y="28"/>
                    </a:cubicBezTo>
                    <a:cubicBezTo>
                      <a:pt x="4" y="28"/>
                      <a:pt x="0" y="21"/>
                      <a:pt x="0" y="14"/>
                    </a:cubicBezTo>
                    <a:cubicBezTo>
                      <a:pt x="0" y="9"/>
                      <a:pt x="1" y="1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6" y="0"/>
                      <a:pt x="13" y="19"/>
                      <a:pt x="13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5" name="Freeform 634">
                <a:extLst>
                  <a:ext uri="{FF2B5EF4-FFF2-40B4-BE49-F238E27FC236}">
                    <a16:creationId xmlns:a16="http://schemas.microsoft.com/office/drawing/2014/main" id="{179A7C1F-02F9-41EF-8943-0CB068134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451" y="5380038"/>
                <a:ext cx="50800" cy="111125"/>
              </a:xfrm>
              <a:custGeom>
                <a:avLst/>
                <a:gdLst>
                  <a:gd name="T0" fmla="*/ 13 w 13"/>
                  <a:gd name="T1" fmla="*/ 13 h 28"/>
                  <a:gd name="T2" fmla="*/ 8 w 13"/>
                  <a:gd name="T3" fmla="*/ 27 h 28"/>
                  <a:gd name="T4" fmla="*/ 1 w 13"/>
                  <a:gd name="T5" fmla="*/ 14 h 28"/>
                  <a:gd name="T6" fmla="*/ 6 w 13"/>
                  <a:gd name="T7" fmla="*/ 0 h 28"/>
                  <a:gd name="T8" fmla="*/ 13 w 13"/>
                  <a:gd name="T9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8">
                    <a:moveTo>
                      <a:pt x="13" y="13"/>
                    </a:moveTo>
                    <a:cubicBezTo>
                      <a:pt x="13" y="21"/>
                      <a:pt x="11" y="27"/>
                      <a:pt x="8" y="27"/>
                    </a:cubicBezTo>
                    <a:cubicBezTo>
                      <a:pt x="5" y="28"/>
                      <a:pt x="2" y="22"/>
                      <a:pt x="1" y="14"/>
                    </a:cubicBezTo>
                    <a:cubicBezTo>
                      <a:pt x="0" y="7"/>
                      <a:pt x="3" y="1"/>
                      <a:pt x="6" y="0"/>
                    </a:cubicBezTo>
                    <a:cubicBezTo>
                      <a:pt x="9" y="0"/>
                      <a:pt x="12" y="6"/>
                      <a:pt x="13" y="1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6" name="Freeform 635">
                <a:extLst>
                  <a:ext uri="{FF2B5EF4-FFF2-40B4-BE49-F238E27FC236}">
                    <a16:creationId xmlns:a16="http://schemas.microsoft.com/office/drawing/2014/main" id="{BA1B9953-6B71-42C3-8D94-80516E0425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451" y="5380038"/>
                <a:ext cx="50800" cy="111125"/>
              </a:xfrm>
              <a:custGeom>
                <a:avLst/>
                <a:gdLst>
                  <a:gd name="T0" fmla="*/ 13 w 13"/>
                  <a:gd name="T1" fmla="*/ 13 h 28"/>
                  <a:gd name="T2" fmla="*/ 8 w 13"/>
                  <a:gd name="T3" fmla="*/ 27 h 28"/>
                  <a:gd name="T4" fmla="*/ 1 w 13"/>
                  <a:gd name="T5" fmla="*/ 14 h 28"/>
                  <a:gd name="T6" fmla="*/ 6 w 13"/>
                  <a:gd name="T7" fmla="*/ 0 h 28"/>
                  <a:gd name="T8" fmla="*/ 13 w 13"/>
                  <a:gd name="T9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8">
                    <a:moveTo>
                      <a:pt x="13" y="13"/>
                    </a:moveTo>
                    <a:cubicBezTo>
                      <a:pt x="13" y="21"/>
                      <a:pt x="11" y="27"/>
                      <a:pt x="8" y="27"/>
                    </a:cubicBezTo>
                    <a:cubicBezTo>
                      <a:pt x="5" y="28"/>
                      <a:pt x="2" y="22"/>
                      <a:pt x="1" y="14"/>
                    </a:cubicBezTo>
                    <a:cubicBezTo>
                      <a:pt x="0" y="7"/>
                      <a:pt x="3" y="1"/>
                      <a:pt x="6" y="0"/>
                    </a:cubicBezTo>
                    <a:cubicBezTo>
                      <a:pt x="9" y="0"/>
                      <a:pt x="12" y="6"/>
                      <a:pt x="13" y="1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7" name="Freeform 636">
                <a:extLst>
                  <a:ext uri="{FF2B5EF4-FFF2-40B4-BE49-F238E27FC236}">
                    <a16:creationId xmlns:a16="http://schemas.microsoft.com/office/drawing/2014/main" id="{04592097-610E-420E-9B86-AAE406623E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376" y="5364163"/>
                <a:ext cx="52388" cy="115888"/>
              </a:xfrm>
              <a:custGeom>
                <a:avLst/>
                <a:gdLst>
                  <a:gd name="T0" fmla="*/ 8 w 13"/>
                  <a:gd name="T1" fmla="*/ 28 h 29"/>
                  <a:gd name="T2" fmla="*/ 6 w 13"/>
                  <a:gd name="T3" fmla="*/ 3 h 29"/>
                  <a:gd name="T4" fmla="*/ 4 w 13"/>
                  <a:gd name="T5" fmla="*/ 4 h 29"/>
                  <a:gd name="T6" fmla="*/ 1 w 13"/>
                  <a:gd name="T7" fmla="*/ 28 h 29"/>
                  <a:gd name="T8" fmla="*/ 1 w 13"/>
                  <a:gd name="T9" fmla="*/ 29 h 29"/>
                  <a:gd name="T10" fmla="*/ 7 w 13"/>
                  <a:gd name="T11" fmla="*/ 28 h 29"/>
                  <a:gd name="T12" fmla="*/ 8 w 13"/>
                  <a:gd name="T13" fmla="*/ 28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9">
                    <a:moveTo>
                      <a:pt x="8" y="28"/>
                    </a:moveTo>
                    <a:cubicBezTo>
                      <a:pt x="8" y="28"/>
                      <a:pt x="13" y="13"/>
                      <a:pt x="6" y="3"/>
                    </a:cubicBezTo>
                    <a:cubicBezTo>
                      <a:pt x="6" y="3"/>
                      <a:pt x="5" y="0"/>
                      <a:pt x="4" y="4"/>
                    </a:cubicBezTo>
                    <a:cubicBezTo>
                      <a:pt x="4" y="4"/>
                      <a:pt x="7" y="9"/>
                      <a:pt x="1" y="28"/>
                    </a:cubicBezTo>
                    <a:cubicBezTo>
                      <a:pt x="1" y="28"/>
                      <a:pt x="0" y="29"/>
                      <a:pt x="1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8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8" name="Freeform 637">
                <a:extLst>
                  <a:ext uri="{FF2B5EF4-FFF2-40B4-BE49-F238E27FC236}">
                    <a16:creationId xmlns:a16="http://schemas.microsoft.com/office/drawing/2014/main" id="{4F8F5C49-AB4E-4C21-BB64-345A68264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376" y="5364163"/>
                <a:ext cx="52388" cy="115888"/>
              </a:xfrm>
              <a:custGeom>
                <a:avLst/>
                <a:gdLst>
                  <a:gd name="T0" fmla="*/ 8 w 13"/>
                  <a:gd name="T1" fmla="*/ 28 h 29"/>
                  <a:gd name="T2" fmla="*/ 6 w 13"/>
                  <a:gd name="T3" fmla="*/ 3 h 29"/>
                  <a:gd name="T4" fmla="*/ 4 w 13"/>
                  <a:gd name="T5" fmla="*/ 4 h 29"/>
                  <a:gd name="T6" fmla="*/ 1 w 13"/>
                  <a:gd name="T7" fmla="*/ 28 h 29"/>
                  <a:gd name="T8" fmla="*/ 1 w 13"/>
                  <a:gd name="T9" fmla="*/ 29 h 29"/>
                  <a:gd name="T10" fmla="*/ 7 w 13"/>
                  <a:gd name="T11" fmla="*/ 28 h 29"/>
                  <a:gd name="T12" fmla="*/ 8 w 13"/>
                  <a:gd name="T13" fmla="*/ 28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9">
                    <a:moveTo>
                      <a:pt x="8" y="28"/>
                    </a:moveTo>
                    <a:cubicBezTo>
                      <a:pt x="8" y="28"/>
                      <a:pt x="13" y="13"/>
                      <a:pt x="6" y="3"/>
                    </a:cubicBezTo>
                    <a:cubicBezTo>
                      <a:pt x="6" y="3"/>
                      <a:pt x="5" y="0"/>
                      <a:pt x="4" y="4"/>
                    </a:cubicBezTo>
                    <a:cubicBezTo>
                      <a:pt x="4" y="4"/>
                      <a:pt x="7" y="9"/>
                      <a:pt x="1" y="28"/>
                    </a:cubicBezTo>
                    <a:cubicBezTo>
                      <a:pt x="1" y="28"/>
                      <a:pt x="0" y="29"/>
                      <a:pt x="1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8" y="28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79" name="Freeform 638">
                <a:extLst>
                  <a:ext uri="{FF2B5EF4-FFF2-40B4-BE49-F238E27FC236}">
                    <a16:creationId xmlns:a16="http://schemas.microsoft.com/office/drawing/2014/main" id="{A12B9B34-582E-46FD-8CF3-0CEFD47B1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18113"/>
                <a:ext cx="330200" cy="261938"/>
              </a:xfrm>
              <a:custGeom>
                <a:avLst/>
                <a:gdLst>
                  <a:gd name="T0" fmla="*/ 76 w 83"/>
                  <a:gd name="T1" fmla="*/ 27 h 66"/>
                  <a:gd name="T2" fmla="*/ 83 w 83"/>
                  <a:gd name="T3" fmla="*/ 39 h 66"/>
                  <a:gd name="T4" fmla="*/ 81 w 83"/>
                  <a:gd name="T5" fmla="*/ 55 h 66"/>
                  <a:gd name="T6" fmla="*/ 79 w 83"/>
                  <a:gd name="T7" fmla="*/ 61 h 66"/>
                  <a:gd name="T8" fmla="*/ 33 w 83"/>
                  <a:gd name="T9" fmla="*/ 65 h 66"/>
                  <a:gd name="T10" fmla="*/ 24 w 83"/>
                  <a:gd name="T11" fmla="*/ 44 h 66"/>
                  <a:gd name="T12" fmla="*/ 19 w 83"/>
                  <a:gd name="T13" fmla="*/ 60 h 66"/>
                  <a:gd name="T14" fmla="*/ 7 w 83"/>
                  <a:gd name="T15" fmla="*/ 54 h 66"/>
                  <a:gd name="T16" fmla="*/ 1 w 83"/>
                  <a:gd name="T17" fmla="*/ 36 h 66"/>
                  <a:gd name="T18" fmla="*/ 3 w 83"/>
                  <a:gd name="T19" fmla="*/ 21 h 66"/>
                  <a:gd name="T20" fmla="*/ 11 w 83"/>
                  <a:gd name="T21" fmla="*/ 5 h 66"/>
                  <a:gd name="T22" fmla="*/ 17 w 83"/>
                  <a:gd name="T23" fmla="*/ 4 h 66"/>
                  <a:gd name="T24" fmla="*/ 52 w 83"/>
                  <a:gd name="T25" fmla="*/ 3 h 66"/>
                  <a:gd name="T26" fmla="*/ 62 w 83"/>
                  <a:gd name="T27" fmla="*/ 8 h 66"/>
                  <a:gd name="T28" fmla="*/ 76 w 83"/>
                  <a:gd name="T29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66">
                    <a:moveTo>
                      <a:pt x="76" y="27"/>
                    </a:moveTo>
                    <a:cubicBezTo>
                      <a:pt x="76" y="27"/>
                      <a:pt x="81" y="29"/>
                      <a:pt x="83" y="39"/>
                    </a:cubicBezTo>
                    <a:cubicBezTo>
                      <a:pt x="83" y="39"/>
                      <a:pt x="83" y="45"/>
                      <a:pt x="81" y="55"/>
                    </a:cubicBezTo>
                    <a:cubicBezTo>
                      <a:pt x="81" y="57"/>
                      <a:pt x="79" y="61"/>
                      <a:pt x="79" y="61"/>
                    </a:cubicBezTo>
                    <a:cubicBezTo>
                      <a:pt x="79" y="61"/>
                      <a:pt x="52" y="66"/>
                      <a:pt x="33" y="65"/>
                    </a:cubicBezTo>
                    <a:cubicBezTo>
                      <a:pt x="33" y="65"/>
                      <a:pt x="30" y="46"/>
                      <a:pt x="24" y="44"/>
                    </a:cubicBezTo>
                    <a:cubicBezTo>
                      <a:pt x="18" y="42"/>
                      <a:pt x="19" y="56"/>
                      <a:pt x="19" y="60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7" y="54"/>
                      <a:pt x="3" y="37"/>
                      <a:pt x="1" y="36"/>
                    </a:cubicBezTo>
                    <a:cubicBezTo>
                      <a:pt x="1" y="36"/>
                      <a:pt x="0" y="25"/>
                      <a:pt x="3" y="21"/>
                    </a:cubicBezTo>
                    <a:cubicBezTo>
                      <a:pt x="3" y="21"/>
                      <a:pt x="7" y="6"/>
                      <a:pt x="11" y="5"/>
                    </a:cubicBezTo>
                    <a:cubicBezTo>
                      <a:pt x="15" y="3"/>
                      <a:pt x="17" y="4"/>
                      <a:pt x="17" y="4"/>
                    </a:cubicBezTo>
                    <a:cubicBezTo>
                      <a:pt x="17" y="4"/>
                      <a:pt x="27" y="0"/>
                      <a:pt x="52" y="3"/>
                    </a:cubicBezTo>
                    <a:cubicBezTo>
                      <a:pt x="52" y="3"/>
                      <a:pt x="58" y="3"/>
                      <a:pt x="62" y="8"/>
                    </a:cubicBezTo>
                    <a:cubicBezTo>
                      <a:pt x="62" y="8"/>
                      <a:pt x="74" y="21"/>
                      <a:pt x="76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0" name="Freeform 639">
                <a:extLst>
                  <a:ext uri="{FF2B5EF4-FFF2-40B4-BE49-F238E27FC236}">
                    <a16:creationId xmlns:a16="http://schemas.microsoft.com/office/drawing/2014/main" id="{DEC55FDB-AD7D-4FBB-BA23-9FE632C278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18113"/>
                <a:ext cx="330200" cy="261938"/>
              </a:xfrm>
              <a:custGeom>
                <a:avLst/>
                <a:gdLst>
                  <a:gd name="T0" fmla="*/ 76 w 83"/>
                  <a:gd name="T1" fmla="*/ 27 h 66"/>
                  <a:gd name="T2" fmla="*/ 83 w 83"/>
                  <a:gd name="T3" fmla="*/ 39 h 66"/>
                  <a:gd name="T4" fmla="*/ 81 w 83"/>
                  <a:gd name="T5" fmla="*/ 55 h 66"/>
                  <a:gd name="T6" fmla="*/ 79 w 83"/>
                  <a:gd name="T7" fmla="*/ 61 h 66"/>
                  <a:gd name="T8" fmla="*/ 33 w 83"/>
                  <a:gd name="T9" fmla="*/ 65 h 66"/>
                  <a:gd name="T10" fmla="*/ 24 w 83"/>
                  <a:gd name="T11" fmla="*/ 44 h 66"/>
                  <a:gd name="T12" fmla="*/ 19 w 83"/>
                  <a:gd name="T13" fmla="*/ 60 h 66"/>
                  <a:gd name="T14" fmla="*/ 7 w 83"/>
                  <a:gd name="T15" fmla="*/ 54 h 66"/>
                  <a:gd name="T16" fmla="*/ 1 w 83"/>
                  <a:gd name="T17" fmla="*/ 36 h 66"/>
                  <a:gd name="T18" fmla="*/ 3 w 83"/>
                  <a:gd name="T19" fmla="*/ 21 h 66"/>
                  <a:gd name="T20" fmla="*/ 11 w 83"/>
                  <a:gd name="T21" fmla="*/ 5 h 66"/>
                  <a:gd name="T22" fmla="*/ 17 w 83"/>
                  <a:gd name="T23" fmla="*/ 4 h 66"/>
                  <a:gd name="T24" fmla="*/ 52 w 83"/>
                  <a:gd name="T25" fmla="*/ 3 h 66"/>
                  <a:gd name="T26" fmla="*/ 62 w 83"/>
                  <a:gd name="T27" fmla="*/ 8 h 66"/>
                  <a:gd name="T28" fmla="*/ 76 w 83"/>
                  <a:gd name="T29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66">
                    <a:moveTo>
                      <a:pt x="76" y="27"/>
                    </a:moveTo>
                    <a:cubicBezTo>
                      <a:pt x="76" y="27"/>
                      <a:pt x="81" y="29"/>
                      <a:pt x="83" y="39"/>
                    </a:cubicBezTo>
                    <a:cubicBezTo>
                      <a:pt x="83" y="39"/>
                      <a:pt x="83" y="45"/>
                      <a:pt x="81" y="55"/>
                    </a:cubicBezTo>
                    <a:cubicBezTo>
                      <a:pt x="81" y="57"/>
                      <a:pt x="79" y="61"/>
                      <a:pt x="79" y="61"/>
                    </a:cubicBezTo>
                    <a:cubicBezTo>
                      <a:pt x="79" y="61"/>
                      <a:pt x="52" y="66"/>
                      <a:pt x="33" y="65"/>
                    </a:cubicBezTo>
                    <a:cubicBezTo>
                      <a:pt x="33" y="65"/>
                      <a:pt x="30" y="46"/>
                      <a:pt x="24" y="44"/>
                    </a:cubicBezTo>
                    <a:cubicBezTo>
                      <a:pt x="18" y="42"/>
                      <a:pt x="19" y="56"/>
                      <a:pt x="19" y="60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7" y="54"/>
                      <a:pt x="3" y="37"/>
                      <a:pt x="1" y="36"/>
                    </a:cubicBezTo>
                    <a:cubicBezTo>
                      <a:pt x="1" y="36"/>
                      <a:pt x="0" y="25"/>
                      <a:pt x="3" y="21"/>
                    </a:cubicBezTo>
                    <a:cubicBezTo>
                      <a:pt x="3" y="21"/>
                      <a:pt x="7" y="6"/>
                      <a:pt x="11" y="5"/>
                    </a:cubicBezTo>
                    <a:cubicBezTo>
                      <a:pt x="15" y="3"/>
                      <a:pt x="17" y="4"/>
                      <a:pt x="17" y="4"/>
                    </a:cubicBezTo>
                    <a:cubicBezTo>
                      <a:pt x="17" y="4"/>
                      <a:pt x="27" y="0"/>
                      <a:pt x="52" y="3"/>
                    </a:cubicBezTo>
                    <a:cubicBezTo>
                      <a:pt x="52" y="3"/>
                      <a:pt x="58" y="3"/>
                      <a:pt x="62" y="8"/>
                    </a:cubicBezTo>
                    <a:cubicBezTo>
                      <a:pt x="62" y="8"/>
                      <a:pt x="74" y="21"/>
                      <a:pt x="76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1" name="Freeform 640">
                <a:extLst>
                  <a:ext uri="{FF2B5EF4-FFF2-40B4-BE49-F238E27FC236}">
                    <a16:creationId xmlns:a16="http://schemas.microsoft.com/office/drawing/2014/main" id="{84D18D38-0959-4664-A762-771FAF00F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237163"/>
                <a:ext cx="215900" cy="107950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2" name="Freeform 641">
                <a:extLst>
                  <a:ext uri="{FF2B5EF4-FFF2-40B4-BE49-F238E27FC236}">
                    <a16:creationId xmlns:a16="http://schemas.microsoft.com/office/drawing/2014/main" id="{FAA8DA1C-181F-4FA2-B0C1-D5147E675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237163"/>
                <a:ext cx="215900" cy="107950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3" name="Freeform 642">
                <a:extLst>
                  <a:ext uri="{FF2B5EF4-FFF2-40B4-BE49-F238E27FC236}">
                    <a16:creationId xmlns:a16="http://schemas.microsoft.com/office/drawing/2014/main" id="{83843C2A-17AA-4D8A-A6F6-999E6BCD3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237163"/>
                <a:ext cx="215900" cy="107950"/>
              </a:xfrm>
              <a:custGeom>
                <a:avLst/>
                <a:gdLst>
                  <a:gd name="T0" fmla="*/ 37 w 54"/>
                  <a:gd name="T1" fmla="*/ 1 h 27"/>
                  <a:gd name="T2" fmla="*/ 52 w 54"/>
                  <a:gd name="T3" fmla="*/ 23 h 27"/>
                  <a:gd name="T4" fmla="*/ 4 w 54"/>
                  <a:gd name="T5" fmla="*/ 23 h 27"/>
                  <a:gd name="T6" fmla="*/ 0 w 54"/>
                  <a:gd name="T7" fmla="*/ 2 h 27"/>
                  <a:gd name="T8" fmla="*/ 37 w 54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7">
                    <a:moveTo>
                      <a:pt x="37" y="1"/>
                    </a:moveTo>
                    <a:cubicBezTo>
                      <a:pt x="37" y="1"/>
                      <a:pt x="54" y="21"/>
                      <a:pt x="52" y="23"/>
                    </a:cubicBezTo>
                    <a:cubicBezTo>
                      <a:pt x="50" y="25"/>
                      <a:pt x="20" y="27"/>
                      <a:pt x="4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26" y="0"/>
                      <a:pt x="37" y="1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4" name="Freeform 643">
                <a:extLst>
                  <a:ext uri="{FF2B5EF4-FFF2-40B4-BE49-F238E27FC236}">
                    <a16:creationId xmlns:a16="http://schemas.microsoft.com/office/drawing/2014/main" id="{3449FC27-FD7C-4974-A097-A5E0526B15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241925"/>
                <a:ext cx="63500" cy="79375"/>
              </a:xfrm>
              <a:custGeom>
                <a:avLst/>
                <a:gdLst>
                  <a:gd name="T0" fmla="*/ 16 w 16"/>
                  <a:gd name="T1" fmla="*/ 20 h 20"/>
                  <a:gd name="T2" fmla="*/ 13 w 16"/>
                  <a:gd name="T3" fmla="*/ 5 h 20"/>
                  <a:gd name="T4" fmla="*/ 8 w 16"/>
                  <a:gd name="T5" fmla="*/ 0 h 20"/>
                  <a:gd name="T6" fmla="*/ 0 w 16"/>
                  <a:gd name="T7" fmla="*/ 13 h 20"/>
                  <a:gd name="T8" fmla="*/ 16 w 16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6" y="20"/>
                    </a:move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0"/>
                      <a:pt x="8" y="0"/>
                    </a:cubicBezTo>
                    <a:cubicBezTo>
                      <a:pt x="8" y="0"/>
                      <a:pt x="5" y="0"/>
                      <a:pt x="0" y="13"/>
                    </a:cubicBezTo>
                    <a:cubicBezTo>
                      <a:pt x="16" y="20"/>
                      <a:pt x="16" y="20"/>
                      <a:pt x="16" y="2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5" name="Freeform 644">
                <a:extLst>
                  <a:ext uri="{FF2B5EF4-FFF2-40B4-BE49-F238E27FC236}">
                    <a16:creationId xmlns:a16="http://schemas.microsoft.com/office/drawing/2014/main" id="{2B8C1E78-C602-4541-A071-F42360181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241925"/>
                <a:ext cx="63500" cy="79375"/>
              </a:xfrm>
              <a:custGeom>
                <a:avLst/>
                <a:gdLst>
                  <a:gd name="T0" fmla="*/ 16 w 16"/>
                  <a:gd name="T1" fmla="*/ 20 h 20"/>
                  <a:gd name="T2" fmla="*/ 13 w 16"/>
                  <a:gd name="T3" fmla="*/ 5 h 20"/>
                  <a:gd name="T4" fmla="*/ 8 w 16"/>
                  <a:gd name="T5" fmla="*/ 0 h 20"/>
                  <a:gd name="T6" fmla="*/ 0 w 16"/>
                  <a:gd name="T7" fmla="*/ 13 h 20"/>
                  <a:gd name="T8" fmla="*/ 16 w 16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6" y="20"/>
                    </a:move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0"/>
                      <a:pt x="8" y="0"/>
                    </a:cubicBezTo>
                    <a:cubicBezTo>
                      <a:pt x="8" y="0"/>
                      <a:pt x="5" y="0"/>
                      <a:pt x="0" y="13"/>
                    </a:cubicBezTo>
                    <a:cubicBezTo>
                      <a:pt x="16" y="20"/>
                      <a:pt x="16" y="20"/>
                      <a:pt x="16" y="20"/>
                    </a:cubicBez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6" name="Freeform 645">
                <a:extLst>
                  <a:ext uri="{FF2B5EF4-FFF2-40B4-BE49-F238E27FC236}">
                    <a16:creationId xmlns:a16="http://schemas.microsoft.com/office/drawing/2014/main" id="{D5847674-6FA3-42E8-A24D-057997BA6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6426" y="5321300"/>
                <a:ext cx="7938" cy="138113"/>
              </a:xfrm>
              <a:custGeom>
                <a:avLst/>
                <a:gdLst>
                  <a:gd name="T0" fmla="*/ 1 w 2"/>
                  <a:gd name="T1" fmla="*/ 35 h 35"/>
                  <a:gd name="T2" fmla="*/ 0 w 2"/>
                  <a:gd name="T3" fmla="*/ 10 h 35"/>
                  <a:gd name="T4" fmla="*/ 2 w 2"/>
                  <a:gd name="T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5">
                    <a:moveTo>
                      <a:pt x="1" y="35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4"/>
                      <a:pt x="2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7" name="Freeform 646">
                <a:extLst>
                  <a:ext uri="{FF2B5EF4-FFF2-40B4-BE49-F238E27FC236}">
                    <a16:creationId xmlns:a16="http://schemas.microsoft.com/office/drawing/2014/main" id="{B93CF838-8B10-42F2-BC79-9B240BE0D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6426" y="5321300"/>
                <a:ext cx="7938" cy="138113"/>
              </a:xfrm>
              <a:custGeom>
                <a:avLst/>
                <a:gdLst>
                  <a:gd name="T0" fmla="*/ 1 w 2"/>
                  <a:gd name="T1" fmla="*/ 35 h 35"/>
                  <a:gd name="T2" fmla="*/ 0 w 2"/>
                  <a:gd name="T3" fmla="*/ 10 h 35"/>
                  <a:gd name="T4" fmla="*/ 2 w 2"/>
                  <a:gd name="T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5">
                    <a:moveTo>
                      <a:pt x="1" y="35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4"/>
                      <a:pt x="2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8" name="Freeform 647">
                <a:extLst>
                  <a:ext uri="{FF2B5EF4-FFF2-40B4-BE49-F238E27FC236}">
                    <a16:creationId xmlns:a16="http://schemas.microsoft.com/office/drawing/2014/main" id="{CA0E7454-902D-4976-B7BD-4F888E7790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92725"/>
                <a:ext cx="31750" cy="127000"/>
              </a:xfrm>
              <a:custGeom>
                <a:avLst/>
                <a:gdLst>
                  <a:gd name="T0" fmla="*/ 6 w 8"/>
                  <a:gd name="T1" fmla="*/ 0 h 32"/>
                  <a:gd name="T2" fmla="*/ 8 w 8"/>
                  <a:gd name="T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" h="32">
                    <a:moveTo>
                      <a:pt x="6" y="0"/>
                    </a:moveTo>
                    <a:cubicBezTo>
                      <a:pt x="6" y="0"/>
                      <a:pt x="0" y="9"/>
                      <a:pt x="8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89" name="Freeform 648">
                <a:extLst>
                  <a:ext uri="{FF2B5EF4-FFF2-40B4-BE49-F238E27FC236}">
                    <a16:creationId xmlns:a16="http://schemas.microsoft.com/office/drawing/2014/main" id="{E16416B8-3038-4568-904F-27321DB394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292725"/>
                <a:ext cx="31750" cy="127000"/>
              </a:xfrm>
              <a:custGeom>
                <a:avLst/>
                <a:gdLst>
                  <a:gd name="T0" fmla="*/ 6 w 8"/>
                  <a:gd name="T1" fmla="*/ 0 h 32"/>
                  <a:gd name="T2" fmla="*/ 8 w 8"/>
                  <a:gd name="T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" h="32">
                    <a:moveTo>
                      <a:pt x="6" y="0"/>
                    </a:moveTo>
                    <a:cubicBezTo>
                      <a:pt x="6" y="0"/>
                      <a:pt x="0" y="9"/>
                      <a:pt x="8" y="3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0" name="Freeform 649">
                <a:extLst>
                  <a:ext uri="{FF2B5EF4-FFF2-40B4-BE49-F238E27FC236}">
                    <a16:creationId xmlns:a16="http://schemas.microsoft.com/office/drawing/2014/main" id="{57406EEB-94B6-41F3-BD8D-081270154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251" y="5376863"/>
                <a:ext cx="39688" cy="87313"/>
              </a:xfrm>
              <a:custGeom>
                <a:avLst/>
                <a:gdLst>
                  <a:gd name="T0" fmla="*/ 2 w 10"/>
                  <a:gd name="T1" fmla="*/ 20 h 22"/>
                  <a:gd name="T2" fmla="*/ 6 w 10"/>
                  <a:gd name="T3" fmla="*/ 22 h 22"/>
                  <a:gd name="T4" fmla="*/ 10 w 10"/>
                  <a:gd name="T5" fmla="*/ 7 h 22"/>
                  <a:gd name="T6" fmla="*/ 2 w 10"/>
                  <a:gd name="T7" fmla="*/ 6 h 22"/>
                  <a:gd name="T8" fmla="*/ 2 w 10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2">
                    <a:moveTo>
                      <a:pt x="2" y="20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5" y="0"/>
                      <a:pt x="2" y="6"/>
                    </a:cubicBezTo>
                    <a:cubicBezTo>
                      <a:pt x="0" y="12"/>
                      <a:pt x="2" y="20"/>
                      <a:pt x="2" y="2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1" name="Freeform 650">
                <a:extLst>
                  <a:ext uri="{FF2B5EF4-FFF2-40B4-BE49-F238E27FC236}">
                    <a16:creationId xmlns:a16="http://schemas.microsoft.com/office/drawing/2014/main" id="{C749016F-43BF-4E82-98A0-983695F60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251" y="5376863"/>
                <a:ext cx="39688" cy="87313"/>
              </a:xfrm>
              <a:custGeom>
                <a:avLst/>
                <a:gdLst>
                  <a:gd name="T0" fmla="*/ 2 w 10"/>
                  <a:gd name="T1" fmla="*/ 20 h 22"/>
                  <a:gd name="T2" fmla="*/ 6 w 10"/>
                  <a:gd name="T3" fmla="*/ 22 h 22"/>
                  <a:gd name="T4" fmla="*/ 10 w 10"/>
                  <a:gd name="T5" fmla="*/ 7 h 22"/>
                  <a:gd name="T6" fmla="*/ 2 w 10"/>
                  <a:gd name="T7" fmla="*/ 6 h 22"/>
                  <a:gd name="T8" fmla="*/ 2 w 10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2">
                    <a:moveTo>
                      <a:pt x="2" y="20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5" y="0"/>
                      <a:pt x="2" y="6"/>
                    </a:cubicBezTo>
                    <a:cubicBezTo>
                      <a:pt x="0" y="12"/>
                      <a:pt x="2" y="20"/>
                      <a:pt x="2" y="2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2" name="Freeform 651">
                <a:extLst>
                  <a:ext uri="{FF2B5EF4-FFF2-40B4-BE49-F238E27FC236}">
                    <a16:creationId xmlns:a16="http://schemas.microsoft.com/office/drawing/2014/main" id="{700F081B-0C03-44B1-9218-531260FF5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403850"/>
                <a:ext cx="47625" cy="95250"/>
              </a:xfrm>
              <a:custGeom>
                <a:avLst/>
                <a:gdLst>
                  <a:gd name="T0" fmla="*/ 11 w 12"/>
                  <a:gd name="T1" fmla="*/ 16 h 24"/>
                  <a:gd name="T2" fmla="*/ 9 w 12"/>
                  <a:gd name="T3" fmla="*/ 24 h 24"/>
                  <a:gd name="T4" fmla="*/ 4 w 12"/>
                  <a:gd name="T5" fmla="*/ 24 h 24"/>
                  <a:gd name="T6" fmla="*/ 0 w 12"/>
                  <a:gd name="T7" fmla="*/ 11 h 24"/>
                  <a:gd name="T8" fmla="*/ 1 w 12"/>
                  <a:gd name="T9" fmla="*/ 0 h 24"/>
                  <a:gd name="T10" fmla="*/ 3 w 12"/>
                  <a:gd name="T11" fmla="*/ 0 h 24"/>
                  <a:gd name="T12" fmla="*/ 11 w 12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11" y="16"/>
                    </a:moveTo>
                    <a:cubicBezTo>
                      <a:pt x="12" y="17"/>
                      <a:pt x="11" y="22"/>
                      <a:pt x="9" y="24"/>
                    </a:cubicBezTo>
                    <a:cubicBezTo>
                      <a:pt x="9" y="24"/>
                      <a:pt x="4" y="24"/>
                      <a:pt x="4" y="24"/>
                    </a:cubicBezTo>
                    <a:cubicBezTo>
                      <a:pt x="4" y="24"/>
                      <a:pt x="1" y="17"/>
                      <a:pt x="0" y="11"/>
                    </a:cubicBezTo>
                    <a:cubicBezTo>
                      <a:pt x="0" y="7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6" y="0"/>
                      <a:pt x="11" y="16"/>
                      <a:pt x="11" y="1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3" name="Freeform 652">
                <a:extLst>
                  <a:ext uri="{FF2B5EF4-FFF2-40B4-BE49-F238E27FC236}">
                    <a16:creationId xmlns:a16="http://schemas.microsoft.com/office/drawing/2014/main" id="{EF4C71F1-CD3C-42D2-AC5B-62785F9BC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301" y="5403850"/>
                <a:ext cx="47625" cy="95250"/>
              </a:xfrm>
              <a:custGeom>
                <a:avLst/>
                <a:gdLst>
                  <a:gd name="T0" fmla="*/ 11 w 12"/>
                  <a:gd name="T1" fmla="*/ 16 h 24"/>
                  <a:gd name="T2" fmla="*/ 9 w 12"/>
                  <a:gd name="T3" fmla="*/ 24 h 24"/>
                  <a:gd name="T4" fmla="*/ 4 w 12"/>
                  <a:gd name="T5" fmla="*/ 24 h 24"/>
                  <a:gd name="T6" fmla="*/ 0 w 12"/>
                  <a:gd name="T7" fmla="*/ 11 h 24"/>
                  <a:gd name="T8" fmla="*/ 1 w 12"/>
                  <a:gd name="T9" fmla="*/ 0 h 24"/>
                  <a:gd name="T10" fmla="*/ 3 w 12"/>
                  <a:gd name="T11" fmla="*/ 0 h 24"/>
                  <a:gd name="T12" fmla="*/ 11 w 12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11" y="16"/>
                    </a:moveTo>
                    <a:cubicBezTo>
                      <a:pt x="12" y="17"/>
                      <a:pt x="11" y="22"/>
                      <a:pt x="9" y="24"/>
                    </a:cubicBezTo>
                    <a:cubicBezTo>
                      <a:pt x="9" y="24"/>
                      <a:pt x="4" y="24"/>
                      <a:pt x="4" y="24"/>
                    </a:cubicBezTo>
                    <a:cubicBezTo>
                      <a:pt x="4" y="24"/>
                      <a:pt x="1" y="17"/>
                      <a:pt x="0" y="11"/>
                    </a:cubicBezTo>
                    <a:cubicBezTo>
                      <a:pt x="0" y="7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6" y="0"/>
                      <a:pt x="11" y="16"/>
                      <a:pt x="11" y="1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4" name="Freeform 653">
                <a:extLst>
                  <a:ext uri="{FF2B5EF4-FFF2-40B4-BE49-F238E27FC236}">
                    <a16:creationId xmlns:a16="http://schemas.microsoft.com/office/drawing/2014/main" id="{33EFB101-3292-4F82-AC30-43A25D21D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188" y="5403850"/>
                <a:ext cx="42863" cy="95250"/>
              </a:xfrm>
              <a:custGeom>
                <a:avLst/>
                <a:gdLst>
                  <a:gd name="T0" fmla="*/ 11 w 11"/>
                  <a:gd name="T1" fmla="*/ 12 h 24"/>
                  <a:gd name="T2" fmla="*/ 7 w 11"/>
                  <a:gd name="T3" fmla="*/ 24 h 24"/>
                  <a:gd name="T4" fmla="*/ 1 w 11"/>
                  <a:gd name="T5" fmla="*/ 12 h 24"/>
                  <a:gd name="T6" fmla="*/ 5 w 11"/>
                  <a:gd name="T7" fmla="*/ 0 h 24"/>
                  <a:gd name="T8" fmla="*/ 11 w 11"/>
                  <a:gd name="T9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4">
                    <a:moveTo>
                      <a:pt x="11" y="12"/>
                    </a:moveTo>
                    <a:cubicBezTo>
                      <a:pt x="11" y="18"/>
                      <a:pt x="10" y="24"/>
                      <a:pt x="7" y="24"/>
                    </a:cubicBezTo>
                    <a:cubicBezTo>
                      <a:pt x="4" y="24"/>
                      <a:pt x="1" y="19"/>
                      <a:pt x="1" y="12"/>
                    </a:cubicBezTo>
                    <a:cubicBezTo>
                      <a:pt x="0" y="6"/>
                      <a:pt x="2" y="0"/>
                      <a:pt x="5" y="0"/>
                    </a:cubicBezTo>
                    <a:cubicBezTo>
                      <a:pt x="8" y="0"/>
                      <a:pt x="10" y="5"/>
                      <a:pt x="11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5" name="Freeform 654">
                <a:extLst>
                  <a:ext uri="{FF2B5EF4-FFF2-40B4-BE49-F238E27FC236}">
                    <a16:creationId xmlns:a16="http://schemas.microsoft.com/office/drawing/2014/main" id="{E6DA2327-041B-4A6F-B5FE-E86C0CEEC9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188" y="5403850"/>
                <a:ext cx="42863" cy="95250"/>
              </a:xfrm>
              <a:custGeom>
                <a:avLst/>
                <a:gdLst>
                  <a:gd name="T0" fmla="*/ 11 w 11"/>
                  <a:gd name="T1" fmla="*/ 12 h 24"/>
                  <a:gd name="T2" fmla="*/ 7 w 11"/>
                  <a:gd name="T3" fmla="*/ 24 h 24"/>
                  <a:gd name="T4" fmla="*/ 1 w 11"/>
                  <a:gd name="T5" fmla="*/ 12 h 24"/>
                  <a:gd name="T6" fmla="*/ 5 w 11"/>
                  <a:gd name="T7" fmla="*/ 0 h 24"/>
                  <a:gd name="T8" fmla="*/ 11 w 11"/>
                  <a:gd name="T9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4">
                    <a:moveTo>
                      <a:pt x="11" y="12"/>
                    </a:moveTo>
                    <a:cubicBezTo>
                      <a:pt x="11" y="18"/>
                      <a:pt x="10" y="24"/>
                      <a:pt x="7" y="24"/>
                    </a:cubicBezTo>
                    <a:cubicBezTo>
                      <a:pt x="4" y="24"/>
                      <a:pt x="1" y="19"/>
                      <a:pt x="1" y="12"/>
                    </a:cubicBezTo>
                    <a:cubicBezTo>
                      <a:pt x="0" y="6"/>
                      <a:pt x="2" y="0"/>
                      <a:pt x="5" y="0"/>
                    </a:cubicBezTo>
                    <a:cubicBezTo>
                      <a:pt x="8" y="0"/>
                      <a:pt x="10" y="5"/>
                      <a:pt x="11" y="12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6" name="Freeform 655">
                <a:extLst>
                  <a:ext uri="{FF2B5EF4-FFF2-40B4-BE49-F238E27FC236}">
                    <a16:creationId xmlns:a16="http://schemas.microsoft.com/office/drawing/2014/main" id="{7FC90A69-595C-4427-B21D-7AC3D42031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54363" y="5416550"/>
                <a:ext cx="31750" cy="74613"/>
              </a:xfrm>
              <a:custGeom>
                <a:avLst/>
                <a:gdLst>
                  <a:gd name="T0" fmla="*/ 5 w 8"/>
                  <a:gd name="T1" fmla="*/ 17 h 19"/>
                  <a:gd name="T2" fmla="*/ 5 w 8"/>
                  <a:gd name="T3" fmla="*/ 17 h 19"/>
                  <a:gd name="T4" fmla="*/ 4 w 8"/>
                  <a:gd name="T5" fmla="*/ 17 h 19"/>
                  <a:gd name="T6" fmla="*/ 2 w 8"/>
                  <a:gd name="T7" fmla="*/ 14 h 19"/>
                  <a:gd name="T8" fmla="*/ 4 w 8"/>
                  <a:gd name="T9" fmla="*/ 11 h 19"/>
                  <a:gd name="T10" fmla="*/ 5 w 8"/>
                  <a:gd name="T11" fmla="*/ 17 h 19"/>
                  <a:gd name="T12" fmla="*/ 5 w 8"/>
                  <a:gd name="T13" fmla="*/ 17 h 19"/>
                  <a:gd name="T14" fmla="*/ 7 w 8"/>
                  <a:gd name="T15" fmla="*/ 13 h 19"/>
                  <a:gd name="T16" fmla="*/ 5 w 8"/>
                  <a:gd name="T17" fmla="*/ 17 h 19"/>
                  <a:gd name="T18" fmla="*/ 5 w 8"/>
                  <a:gd name="T19" fmla="*/ 11 h 19"/>
                  <a:gd name="T20" fmla="*/ 7 w 8"/>
                  <a:gd name="T21" fmla="*/ 11 h 19"/>
                  <a:gd name="T22" fmla="*/ 7 w 8"/>
                  <a:gd name="T23" fmla="*/ 13 h 19"/>
                  <a:gd name="T24" fmla="*/ 2 w 8"/>
                  <a:gd name="T25" fmla="*/ 13 h 19"/>
                  <a:gd name="T26" fmla="*/ 2 w 8"/>
                  <a:gd name="T27" fmla="*/ 12 h 19"/>
                  <a:gd name="T28" fmla="*/ 1 w 8"/>
                  <a:gd name="T29" fmla="*/ 6 h 19"/>
                  <a:gd name="T30" fmla="*/ 2 w 8"/>
                  <a:gd name="T31" fmla="*/ 5 h 19"/>
                  <a:gd name="T32" fmla="*/ 4 w 8"/>
                  <a:gd name="T33" fmla="*/ 10 h 19"/>
                  <a:gd name="T34" fmla="*/ 2 w 8"/>
                  <a:gd name="T35" fmla="*/ 13 h 19"/>
                  <a:gd name="T36" fmla="*/ 7 w 8"/>
                  <a:gd name="T37" fmla="*/ 7 h 19"/>
                  <a:gd name="T38" fmla="*/ 7 w 8"/>
                  <a:gd name="T39" fmla="*/ 10 h 19"/>
                  <a:gd name="T40" fmla="*/ 5 w 8"/>
                  <a:gd name="T41" fmla="*/ 9 h 19"/>
                  <a:gd name="T42" fmla="*/ 5 w 8"/>
                  <a:gd name="T43" fmla="*/ 2 h 19"/>
                  <a:gd name="T44" fmla="*/ 7 w 8"/>
                  <a:gd name="T45" fmla="*/ 7 h 19"/>
                  <a:gd name="T46" fmla="*/ 4 w 8"/>
                  <a:gd name="T47" fmla="*/ 8 h 19"/>
                  <a:gd name="T48" fmla="*/ 2 w 8"/>
                  <a:gd name="T49" fmla="*/ 4 h 19"/>
                  <a:gd name="T50" fmla="*/ 4 w 8"/>
                  <a:gd name="T51" fmla="*/ 2 h 19"/>
                  <a:gd name="T52" fmla="*/ 5 w 8"/>
                  <a:gd name="T53" fmla="*/ 2 h 19"/>
                  <a:gd name="T54" fmla="*/ 4 w 8"/>
                  <a:gd name="T55" fmla="*/ 8 h 19"/>
                  <a:gd name="T56" fmla="*/ 5 w 8"/>
                  <a:gd name="T57" fmla="*/ 1 h 19"/>
                  <a:gd name="T58" fmla="*/ 4 w 8"/>
                  <a:gd name="T59" fmla="*/ 0 h 19"/>
                  <a:gd name="T60" fmla="*/ 4 w 8"/>
                  <a:gd name="T61" fmla="*/ 0 h 19"/>
                  <a:gd name="T62" fmla="*/ 1 w 8"/>
                  <a:gd name="T63" fmla="*/ 5 h 19"/>
                  <a:gd name="T64" fmla="*/ 3 w 8"/>
                  <a:gd name="T65" fmla="*/ 18 h 19"/>
                  <a:gd name="T66" fmla="*/ 5 w 8"/>
                  <a:gd name="T67" fmla="*/ 19 h 19"/>
                  <a:gd name="T68" fmla="*/ 8 w 8"/>
                  <a:gd name="T69" fmla="*/ 14 h 19"/>
                  <a:gd name="T70" fmla="*/ 5 w 8"/>
                  <a:gd name="T71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" h="19">
                    <a:moveTo>
                      <a:pt x="5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6"/>
                      <a:pt x="2" y="15"/>
                      <a:pt x="2" y="14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moveTo>
                      <a:pt x="7" y="13"/>
                    </a:moveTo>
                    <a:cubicBezTo>
                      <a:pt x="7" y="15"/>
                      <a:pt x="6" y="17"/>
                      <a:pt x="5" y="17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2"/>
                      <a:pt x="7" y="12"/>
                      <a:pt x="7" y="13"/>
                    </a:cubicBezTo>
                    <a:moveTo>
                      <a:pt x="2" y="13"/>
                    </a:moveTo>
                    <a:cubicBezTo>
                      <a:pt x="2" y="13"/>
                      <a:pt x="2" y="13"/>
                      <a:pt x="2" y="12"/>
                    </a:cubicBezTo>
                    <a:cubicBezTo>
                      <a:pt x="1" y="10"/>
                      <a:pt x="1" y="8"/>
                      <a:pt x="1" y="6"/>
                    </a:cubicBezTo>
                    <a:cubicBezTo>
                      <a:pt x="2" y="6"/>
                      <a:pt x="2" y="5"/>
                      <a:pt x="2" y="5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2" y="13"/>
                    </a:lnTo>
                    <a:close/>
                    <a:moveTo>
                      <a:pt x="7" y="7"/>
                    </a:moveTo>
                    <a:cubicBezTo>
                      <a:pt x="7" y="8"/>
                      <a:pt x="7" y="9"/>
                      <a:pt x="7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6" y="5"/>
                      <a:pt x="7" y="7"/>
                    </a:cubicBezTo>
                    <a:moveTo>
                      <a:pt x="4" y="8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2"/>
                      <a:pt x="3" y="2"/>
                      <a:pt x="4" y="2"/>
                    </a:cubicBezTo>
                    <a:cubicBezTo>
                      <a:pt x="4" y="1"/>
                      <a:pt x="5" y="2"/>
                      <a:pt x="5" y="2"/>
                    </a:cubicBezTo>
                    <a:lnTo>
                      <a:pt x="4" y="8"/>
                    </a:lnTo>
                    <a:close/>
                    <a:moveTo>
                      <a:pt x="5" y="1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2"/>
                      <a:pt x="1" y="5"/>
                    </a:cubicBezTo>
                    <a:cubicBezTo>
                      <a:pt x="0" y="10"/>
                      <a:pt x="1" y="16"/>
                      <a:pt x="3" y="18"/>
                    </a:cubicBezTo>
                    <a:cubicBezTo>
                      <a:pt x="4" y="19"/>
                      <a:pt x="4" y="19"/>
                      <a:pt x="5" y="19"/>
                    </a:cubicBezTo>
                    <a:cubicBezTo>
                      <a:pt x="6" y="19"/>
                      <a:pt x="7" y="17"/>
                      <a:pt x="8" y="14"/>
                    </a:cubicBezTo>
                    <a:cubicBezTo>
                      <a:pt x="8" y="9"/>
                      <a:pt x="7" y="3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7" name="Freeform 656">
                <a:extLst>
                  <a:ext uri="{FF2B5EF4-FFF2-40B4-BE49-F238E27FC236}">
                    <a16:creationId xmlns:a16="http://schemas.microsoft.com/office/drawing/2014/main" id="{12CEFDFE-4B37-45FA-834B-034A5CE5BD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54363" y="5416550"/>
                <a:ext cx="31750" cy="74613"/>
              </a:xfrm>
              <a:custGeom>
                <a:avLst/>
                <a:gdLst>
                  <a:gd name="T0" fmla="*/ 5 w 8"/>
                  <a:gd name="T1" fmla="*/ 17 h 19"/>
                  <a:gd name="T2" fmla="*/ 5 w 8"/>
                  <a:gd name="T3" fmla="*/ 17 h 19"/>
                  <a:gd name="T4" fmla="*/ 4 w 8"/>
                  <a:gd name="T5" fmla="*/ 17 h 19"/>
                  <a:gd name="T6" fmla="*/ 2 w 8"/>
                  <a:gd name="T7" fmla="*/ 14 h 19"/>
                  <a:gd name="T8" fmla="*/ 4 w 8"/>
                  <a:gd name="T9" fmla="*/ 11 h 19"/>
                  <a:gd name="T10" fmla="*/ 5 w 8"/>
                  <a:gd name="T11" fmla="*/ 17 h 19"/>
                  <a:gd name="T12" fmla="*/ 5 w 8"/>
                  <a:gd name="T13" fmla="*/ 17 h 19"/>
                  <a:gd name="T14" fmla="*/ 7 w 8"/>
                  <a:gd name="T15" fmla="*/ 13 h 19"/>
                  <a:gd name="T16" fmla="*/ 5 w 8"/>
                  <a:gd name="T17" fmla="*/ 17 h 19"/>
                  <a:gd name="T18" fmla="*/ 5 w 8"/>
                  <a:gd name="T19" fmla="*/ 11 h 19"/>
                  <a:gd name="T20" fmla="*/ 7 w 8"/>
                  <a:gd name="T21" fmla="*/ 11 h 19"/>
                  <a:gd name="T22" fmla="*/ 7 w 8"/>
                  <a:gd name="T23" fmla="*/ 13 h 19"/>
                  <a:gd name="T24" fmla="*/ 2 w 8"/>
                  <a:gd name="T25" fmla="*/ 13 h 19"/>
                  <a:gd name="T26" fmla="*/ 2 w 8"/>
                  <a:gd name="T27" fmla="*/ 12 h 19"/>
                  <a:gd name="T28" fmla="*/ 1 w 8"/>
                  <a:gd name="T29" fmla="*/ 6 h 19"/>
                  <a:gd name="T30" fmla="*/ 2 w 8"/>
                  <a:gd name="T31" fmla="*/ 5 h 19"/>
                  <a:gd name="T32" fmla="*/ 4 w 8"/>
                  <a:gd name="T33" fmla="*/ 10 h 19"/>
                  <a:gd name="T34" fmla="*/ 2 w 8"/>
                  <a:gd name="T35" fmla="*/ 13 h 19"/>
                  <a:gd name="T36" fmla="*/ 7 w 8"/>
                  <a:gd name="T37" fmla="*/ 7 h 19"/>
                  <a:gd name="T38" fmla="*/ 7 w 8"/>
                  <a:gd name="T39" fmla="*/ 10 h 19"/>
                  <a:gd name="T40" fmla="*/ 5 w 8"/>
                  <a:gd name="T41" fmla="*/ 9 h 19"/>
                  <a:gd name="T42" fmla="*/ 5 w 8"/>
                  <a:gd name="T43" fmla="*/ 2 h 19"/>
                  <a:gd name="T44" fmla="*/ 7 w 8"/>
                  <a:gd name="T45" fmla="*/ 7 h 19"/>
                  <a:gd name="T46" fmla="*/ 4 w 8"/>
                  <a:gd name="T47" fmla="*/ 8 h 19"/>
                  <a:gd name="T48" fmla="*/ 2 w 8"/>
                  <a:gd name="T49" fmla="*/ 4 h 19"/>
                  <a:gd name="T50" fmla="*/ 4 w 8"/>
                  <a:gd name="T51" fmla="*/ 2 h 19"/>
                  <a:gd name="T52" fmla="*/ 5 w 8"/>
                  <a:gd name="T53" fmla="*/ 2 h 19"/>
                  <a:gd name="T54" fmla="*/ 4 w 8"/>
                  <a:gd name="T55" fmla="*/ 8 h 19"/>
                  <a:gd name="T56" fmla="*/ 5 w 8"/>
                  <a:gd name="T57" fmla="*/ 1 h 19"/>
                  <a:gd name="T58" fmla="*/ 4 w 8"/>
                  <a:gd name="T59" fmla="*/ 0 h 19"/>
                  <a:gd name="T60" fmla="*/ 4 w 8"/>
                  <a:gd name="T61" fmla="*/ 0 h 19"/>
                  <a:gd name="T62" fmla="*/ 1 w 8"/>
                  <a:gd name="T63" fmla="*/ 5 h 19"/>
                  <a:gd name="T64" fmla="*/ 3 w 8"/>
                  <a:gd name="T65" fmla="*/ 18 h 19"/>
                  <a:gd name="T66" fmla="*/ 5 w 8"/>
                  <a:gd name="T67" fmla="*/ 19 h 19"/>
                  <a:gd name="T68" fmla="*/ 8 w 8"/>
                  <a:gd name="T69" fmla="*/ 14 h 19"/>
                  <a:gd name="T70" fmla="*/ 5 w 8"/>
                  <a:gd name="T71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" h="19">
                    <a:moveTo>
                      <a:pt x="5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6"/>
                      <a:pt x="2" y="15"/>
                      <a:pt x="2" y="14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moveTo>
                      <a:pt x="7" y="13"/>
                    </a:moveTo>
                    <a:cubicBezTo>
                      <a:pt x="7" y="15"/>
                      <a:pt x="6" y="17"/>
                      <a:pt x="5" y="17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2"/>
                      <a:pt x="7" y="12"/>
                      <a:pt x="7" y="13"/>
                    </a:cubicBezTo>
                    <a:moveTo>
                      <a:pt x="2" y="13"/>
                    </a:moveTo>
                    <a:cubicBezTo>
                      <a:pt x="2" y="13"/>
                      <a:pt x="2" y="13"/>
                      <a:pt x="2" y="12"/>
                    </a:cubicBezTo>
                    <a:cubicBezTo>
                      <a:pt x="1" y="10"/>
                      <a:pt x="1" y="8"/>
                      <a:pt x="1" y="6"/>
                    </a:cubicBezTo>
                    <a:cubicBezTo>
                      <a:pt x="2" y="6"/>
                      <a:pt x="2" y="5"/>
                      <a:pt x="2" y="5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2" y="13"/>
                    </a:lnTo>
                    <a:close/>
                    <a:moveTo>
                      <a:pt x="7" y="7"/>
                    </a:moveTo>
                    <a:cubicBezTo>
                      <a:pt x="7" y="8"/>
                      <a:pt x="7" y="9"/>
                      <a:pt x="7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6" y="5"/>
                      <a:pt x="7" y="7"/>
                    </a:cubicBezTo>
                    <a:moveTo>
                      <a:pt x="4" y="8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2"/>
                      <a:pt x="3" y="2"/>
                      <a:pt x="4" y="2"/>
                    </a:cubicBezTo>
                    <a:cubicBezTo>
                      <a:pt x="4" y="1"/>
                      <a:pt x="5" y="2"/>
                      <a:pt x="5" y="2"/>
                    </a:cubicBezTo>
                    <a:lnTo>
                      <a:pt x="4" y="8"/>
                    </a:lnTo>
                    <a:close/>
                    <a:moveTo>
                      <a:pt x="5" y="1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2"/>
                      <a:pt x="1" y="5"/>
                    </a:cubicBezTo>
                    <a:cubicBezTo>
                      <a:pt x="0" y="10"/>
                      <a:pt x="1" y="16"/>
                      <a:pt x="3" y="18"/>
                    </a:cubicBezTo>
                    <a:cubicBezTo>
                      <a:pt x="4" y="19"/>
                      <a:pt x="4" y="19"/>
                      <a:pt x="5" y="19"/>
                    </a:cubicBezTo>
                    <a:cubicBezTo>
                      <a:pt x="6" y="19"/>
                      <a:pt x="7" y="17"/>
                      <a:pt x="8" y="14"/>
                    </a:cubicBezTo>
                    <a:cubicBezTo>
                      <a:pt x="8" y="9"/>
                      <a:pt x="7" y="3"/>
                      <a:pt x="5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8" name="Freeform 657">
                <a:extLst>
                  <a:ext uri="{FF2B5EF4-FFF2-40B4-BE49-F238E27FC236}">
                    <a16:creationId xmlns:a16="http://schemas.microsoft.com/office/drawing/2014/main" id="{22FBFF50-E632-441B-8090-33915994B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488" y="5372100"/>
                <a:ext cx="87313" cy="111125"/>
              </a:xfrm>
              <a:custGeom>
                <a:avLst/>
                <a:gdLst>
                  <a:gd name="T0" fmla="*/ 21 w 22"/>
                  <a:gd name="T1" fmla="*/ 27 h 28"/>
                  <a:gd name="T2" fmla="*/ 15 w 22"/>
                  <a:gd name="T3" fmla="*/ 5 h 28"/>
                  <a:gd name="T4" fmla="*/ 3 w 22"/>
                  <a:gd name="T5" fmla="*/ 6 h 28"/>
                  <a:gd name="T6" fmla="*/ 3 w 22"/>
                  <a:gd name="T7" fmla="*/ 21 h 28"/>
                  <a:gd name="T8" fmla="*/ 4 w 22"/>
                  <a:gd name="T9" fmla="*/ 22 h 28"/>
                  <a:gd name="T10" fmla="*/ 7 w 22"/>
                  <a:gd name="T11" fmla="*/ 7 h 28"/>
                  <a:gd name="T12" fmla="*/ 13 w 22"/>
                  <a:gd name="T13" fmla="*/ 23 h 28"/>
                  <a:gd name="T14" fmla="*/ 14 w 22"/>
                  <a:gd name="T15" fmla="*/ 28 h 28"/>
                  <a:gd name="T16" fmla="*/ 21 w 22"/>
                  <a:gd name="T17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28">
                    <a:moveTo>
                      <a:pt x="21" y="27"/>
                    </a:moveTo>
                    <a:cubicBezTo>
                      <a:pt x="21" y="27"/>
                      <a:pt x="21" y="10"/>
                      <a:pt x="15" y="5"/>
                    </a:cubicBezTo>
                    <a:cubicBezTo>
                      <a:pt x="9" y="0"/>
                      <a:pt x="5" y="1"/>
                      <a:pt x="3" y="6"/>
                    </a:cubicBezTo>
                    <a:cubicBezTo>
                      <a:pt x="0" y="10"/>
                      <a:pt x="3" y="21"/>
                      <a:pt x="3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1" y="3"/>
                      <a:pt x="7" y="7"/>
                    </a:cubicBezTo>
                    <a:cubicBezTo>
                      <a:pt x="11" y="9"/>
                      <a:pt x="13" y="23"/>
                      <a:pt x="13" y="23"/>
                    </a:cubicBezTo>
                    <a:cubicBezTo>
                      <a:pt x="13" y="23"/>
                      <a:pt x="14" y="28"/>
                      <a:pt x="14" y="28"/>
                    </a:cubicBezTo>
                    <a:cubicBezTo>
                      <a:pt x="17" y="28"/>
                      <a:pt x="22" y="28"/>
                      <a:pt x="21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699" name="Freeform 658">
                <a:extLst>
                  <a:ext uri="{FF2B5EF4-FFF2-40B4-BE49-F238E27FC236}">
                    <a16:creationId xmlns:a16="http://schemas.microsoft.com/office/drawing/2014/main" id="{76CAC3A7-C8D8-426C-9C66-68E5C9730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488" y="5372100"/>
                <a:ext cx="87313" cy="111125"/>
              </a:xfrm>
              <a:custGeom>
                <a:avLst/>
                <a:gdLst>
                  <a:gd name="T0" fmla="*/ 21 w 22"/>
                  <a:gd name="T1" fmla="*/ 27 h 28"/>
                  <a:gd name="T2" fmla="*/ 15 w 22"/>
                  <a:gd name="T3" fmla="*/ 5 h 28"/>
                  <a:gd name="T4" fmla="*/ 3 w 22"/>
                  <a:gd name="T5" fmla="*/ 6 h 28"/>
                  <a:gd name="T6" fmla="*/ 3 w 22"/>
                  <a:gd name="T7" fmla="*/ 21 h 28"/>
                  <a:gd name="T8" fmla="*/ 4 w 22"/>
                  <a:gd name="T9" fmla="*/ 22 h 28"/>
                  <a:gd name="T10" fmla="*/ 7 w 22"/>
                  <a:gd name="T11" fmla="*/ 7 h 28"/>
                  <a:gd name="T12" fmla="*/ 13 w 22"/>
                  <a:gd name="T13" fmla="*/ 23 h 28"/>
                  <a:gd name="T14" fmla="*/ 14 w 22"/>
                  <a:gd name="T15" fmla="*/ 28 h 28"/>
                  <a:gd name="T16" fmla="*/ 21 w 22"/>
                  <a:gd name="T17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28">
                    <a:moveTo>
                      <a:pt x="21" y="27"/>
                    </a:moveTo>
                    <a:cubicBezTo>
                      <a:pt x="21" y="27"/>
                      <a:pt x="21" y="10"/>
                      <a:pt x="15" y="5"/>
                    </a:cubicBezTo>
                    <a:cubicBezTo>
                      <a:pt x="9" y="0"/>
                      <a:pt x="5" y="1"/>
                      <a:pt x="3" y="6"/>
                    </a:cubicBezTo>
                    <a:cubicBezTo>
                      <a:pt x="0" y="10"/>
                      <a:pt x="3" y="21"/>
                      <a:pt x="3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1" y="3"/>
                      <a:pt x="7" y="7"/>
                    </a:cubicBezTo>
                    <a:cubicBezTo>
                      <a:pt x="11" y="9"/>
                      <a:pt x="13" y="23"/>
                      <a:pt x="13" y="23"/>
                    </a:cubicBezTo>
                    <a:cubicBezTo>
                      <a:pt x="13" y="23"/>
                      <a:pt x="14" y="28"/>
                      <a:pt x="14" y="28"/>
                    </a:cubicBezTo>
                    <a:cubicBezTo>
                      <a:pt x="17" y="28"/>
                      <a:pt x="22" y="28"/>
                      <a:pt x="21" y="2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0" name="Freeform 659">
                <a:extLst>
                  <a:ext uri="{FF2B5EF4-FFF2-40B4-BE49-F238E27FC236}">
                    <a16:creationId xmlns:a16="http://schemas.microsoft.com/office/drawing/2014/main" id="{092783B5-8EFB-4668-8D5F-F41BB4DEB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26988" cy="84138"/>
              </a:xfrm>
              <a:custGeom>
                <a:avLst/>
                <a:gdLst>
                  <a:gd name="T0" fmla="*/ 4 w 7"/>
                  <a:gd name="T1" fmla="*/ 19 h 21"/>
                  <a:gd name="T2" fmla="*/ 5 w 7"/>
                  <a:gd name="T3" fmla="*/ 21 h 21"/>
                  <a:gd name="T4" fmla="*/ 7 w 7"/>
                  <a:gd name="T5" fmla="*/ 8 h 21"/>
                  <a:gd name="T6" fmla="*/ 1 w 7"/>
                  <a:gd name="T7" fmla="*/ 6 h 21"/>
                  <a:gd name="T8" fmla="*/ 4 w 7"/>
                  <a:gd name="T9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1">
                    <a:moveTo>
                      <a:pt x="4" y="19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2" y="0"/>
                      <a:pt x="1" y="6"/>
                    </a:cubicBezTo>
                    <a:cubicBezTo>
                      <a:pt x="0" y="13"/>
                      <a:pt x="4" y="19"/>
                      <a:pt x="4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1" name="Freeform 660">
                <a:extLst>
                  <a:ext uri="{FF2B5EF4-FFF2-40B4-BE49-F238E27FC236}">
                    <a16:creationId xmlns:a16="http://schemas.microsoft.com/office/drawing/2014/main" id="{74AFE7E9-C194-4285-99F6-1F2A37722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26988" cy="84138"/>
              </a:xfrm>
              <a:custGeom>
                <a:avLst/>
                <a:gdLst>
                  <a:gd name="T0" fmla="*/ 4 w 7"/>
                  <a:gd name="T1" fmla="*/ 19 h 21"/>
                  <a:gd name="T2" fmla="*/ 5 w 7"/>
                  <a:gd name="T3" fmla="*/ 21 h 21"/>
                  <a:gd name="T4" fmla="*/ 7 w 7"/>
                  <a:gd name="T5" fmla="*/ 8 h 21"/>
                  <a:gd name="T6" fmla="*/ 1 w 7"/>
                  <a:gd name="T7" fmla="*/ 6 h 21"/>
                  <a:gd name="T8" fmla="*/ 4 w 7"/>
                  <a:gd name="T9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1">
                    <a:moveTo>
                      <a:pt x="4" y="19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2" y="0"/>
                      <a:pt x="1" y="6"/>
                    </a:cubicBezTo>
                    <a:cubicBezTo>
                      <a:pt x="0" y="13"/>
                      <a:pt x="4" y="19"/>
                      <a:pt x="4" y="19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2" name="Freeform 661">
                <a:extLst>
                  <a:ext uri="{FF2B5EF4-FFF2-40B4-BE49-F238E27FC236}">
                    <a16:creationId xmlns:a16="http://schemas.microsoft.com/office/drawing/2014/main" id="{10A5C72E-853C-49FC-AAC3-CEF610187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372100"/>
                <a:ext cx="39688" cy="84138"/>
              </a:xfrm>
              <a:custGeom>
                <a:avLst/>
                <a:gdLst>
                  <a:gd name="T0" fmla="*/ 10 w 10"/>
                  <a:gd name="T1" fmla="*/ 14 h 21"/>
                  <a:gd name="T2" fmla="*/ 8 w 10"/>
                  <a:gd name="T3" fmla="*/ 21 h 21"/>
                  <a:gd name="T4" fmla="*/ 3 w 10"/>
                  <a:gd name="T5" fmla="*/ 21 h 21"/>
                  <a:gd name="T6" fmla="*/ 0 w 10"/>
                  <a:gd name="T7" fmla="*/ 10 h 21"/>
                  <a:gd name="T8" fmla="*/ 1 w 10"/>
                  <a:gd name="T9" fmla="*/ 0 h 21"/>
                  <a:gd name="T10" fmla="*/ 3 w 10"/>
                  <a:gd name="T11" fmla="*/ 0 h 21"/>
                  <a:gd name="T12" fmla="*/ 7 w 10"/>
                  <a:gd name="T13" fmla="*/ 10 h 21"/>
                  <a:gd name="T14" fmla="*/ 10 w 10"/>
                  <a:gd name="T15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1">
                    <a:moveTo>
                      <a:pt x="10" y="14"/>
                    </a:moveTo>
                    <a:cubicBezTo>
                      <a:pt x="10" y="15"/>
                      <a:pt x="9" y="19"/>
                      <a:pt x="8" y="21"/>
                    </a:cubicBezTo>
                    <a:cubicBezTo>
                      <a:pt x="7" y="21"/>
                      <a:pt x="3" y="21"/>
                      <a:pt x="3" y="21"/>
                    </a:cubicBezTo>
                    <a:cubicBezTo>
                      <a:pt x="3" y="21"/>
                      <a:pt x="0" y="15"/>
                      <a:pt x="0" y="10"/>
                    </a:cubicBezTo>
                    <a:cubicBezTo>
                      <a:pt x="0" y="6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7"/>
                      <a:pt x="7" y="10"/>
                    </a:cubicBezTo>
                    <a:cubicBezTo>
                      <a:pt x="8" y="14"/>
                      <a:pt x="10" y="14"/>
                      <a:pt x="10" y="1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3" name="Freeform 662">
                <a:extLst>
                  <a:ext uri="{FF2B5EF4-FFF2-40B4-BE49-F238E27FC236}">
                    <a16:creationId xmlns:a16="http://schemas.microsoft.com/office/drawing/2014/main" id="{07A1EC63-59B5-4A90-ACED-1DF019EB5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988" y="5372100"/>
                <a:ext cx="39688" cy="84138"/>
              </a:xfrm>
              <a:custGeom>
                <a:avLst/>
                <a:gdLst>
                  <a:gd name="T0" fmla="*/ 10 w 10"/>
                  <a:gd name="T1" fmla="*/ 14 h 21"/>
                  <a:gd name="T2" fmla="*/ 8 w 10"/>
                  <a:gd name="T3" fmla="*/ 21 h 21"/>
                  <a:gd name="T4" fmla="*/ 3 w 10"/>
                  <a:gd name="T5" fmla="*/ 21 h 21"/>
                  <a:gd name="T6" fmla="*/ 0 w 10"/>
                  <a:gd name="T7" fmla="*/ 10 h 21"/>
                  <a:gd name="T8" fmla="*/ 1 w 10"/>
                  <a:gd name="T9" fmla="*/ 0 h 21"/>
                  <a:gd name="T10" fmla="*/ 3 w 10"/>
                  <a:gd name="T11" fmla="*/ 0 h 21"/>
                  <a:gd name="T12" fmla="*/ 7 w 10"/>
                  <a:gd name="T13" fmla="*/ 10 h 21"/>
                  <a:gd name="T14" fmla="*/ 10 w 10"/>
                  <a:gd name="T15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1">
                    <a:moveTo>
                      <a:pt x="10" y="14"/>
                    </a:moveTo>
                    <a:cubicBezTo>
                      <a:pt x="10" y="15"/>
                      <a:pt x="9" y="19"/>
                      <a:pt x="8" y="21"/>
                    </a:cubicBezTo>
                    <a:cubicBezTo>
                      <a:pt x="7" y="21"/>
                      <a:pt x="3" y="21"/>
                      <a:pt x="3" y="21"/>
                    </a:cubicBezTo>
                    <a:cubicBezTo>
                      <a:pt x="3" y="21"/>
                      <a:pt x="0" y="15"/>
                      <a:pt x="0" y="10"/>
                    </a:cubicBezTo>
                    <a:cubicBezTo>
                      <a:pt x="0" y="6"/>
                      <a:pt x="1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7"/>
                      <a:pt x="7" y="10"/>
                    </a:cubicBezTo>
                    <a:cubicBezTo>
                      <a:pt x="8" y="14"/>
                      <a:pt x="10" y="14"/>
                      <a:pt x="10" y="1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4" name="Freeform 663">
                <a:extLst>
                  <a:ext uri="{FF2B5EF4-FFF2-40B4-BE49-F238E27FC236}">
                    <a16:creationId xmlns:a16="http://schemas.microsoft.com/office/drawing/2014/main" id="{18447F8B-DA42-441B-991F-9A27DCEFC4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72100"/>
                <a:ext cx="39688" cy="84138"/>
              </a:xfrm>
              <a:custGeom>
                <a:avLst/>
                <a:gdLst>
                  <a:gd name="T0" fmla="*/ 10 w 10"/>
                  <a:gd name="T1" fmla="*/ 10 h 21"/>
                  <a:gd name="T2" fmla="*/ 6 w 10"/>
                  <a:gd name="T3" fmla="*/ 21 h 21"/>
                  <a:gd name="T4" fmla="*/ 1 w 10"/>
                  <a:gd name="T5" fmla="*/ 11 h 21"/>
                  <a:gd name="T6" fmla="*/ 4 w 10"/>
                  <a:gd name="T7" fmla="*/ 0 h 21"/>
                  <a:gd name="T8" fmla="*/ 10 w 10"/>
                  <a:gd name="T9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1">
                    <a:moveTo>
                      <a:pt x="10" y="10"/>
                    </a:moveTo>
                    <a:cubicBezTo>
                      <a:pt x="10" y="16"/>
                      <a:pt x="8" y="21"/>
                      <a:pt x="6" y="21"/>
                    </a:cubicBezTo>
                    <a:cubicBezTo>
                      <a:pt x="4" y="21"/>
                      <a:pt x="1" y="17"/>
                      <a:pt x="1" y="11"/>
                    </a:cubicBezTo>
                    <a:cubicBezTo>
                      <a:pt x="0" y="5"/>
                      <a:pt x="2" y="0"/>
                      <a:pt x="4" y="0"/>
                    </a:cubicBezTo>
                    <a:cubicBezTo>
                      <a:pt x="7" y="0"/>
                      <a:pt x="9" y="5"/>
                      <a:pt x="10" y="1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5" name="Freeform 664">
                <a:extLst>
                  <a:ext uri="{FF2B5EF4-FFF2-40B4-BE49-F238E27FC236}">
                    <a16:creationId xmlns:a16="http://schemas.microsoft.com/office/drawing/2014/main" id="{56F88A82-E217-426C-A675-AFEC25CA6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72100"/>
                <a:ext cx="39688" cy="84138"/>
              </a:xfrm>
              <a:custGeom>
                <a:avLst/>
                <a:gdLst>
                  <a:gd name="T0" fmla="*/ 10 w 10"/>
                  <a:gd name="T1" fmla="*/ 10 h 21"/>
                  <a:gd name="T2" fmla="*/ 6 w 10"/>
                  <a:gd name="T3" fmla="*/ 21 h 21"/>
                  <a:gd name="T4" fmla="*/ 1 w 10"/>
                  <a:gd name="T5" fmla="*/ 11 h 21"/>
                  <a:gd name="T6" fmla="*/ 4 w 10"/>
                  <a:gd name="T7" fmla="*/ 0 h 21"/>
                  <a:gd name="T8" fmla="*/ 10 w 10"/>
                  <a:gd name="T9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1">
                    <a:moveTo>
                      <a:pt x="10" y="10"/>
                    </a:moveTo>
                    <a:cubicBezTo>
                      <a:pt x="10" y="16"/>
                      <a:pt x="8" y="21"/>
                      <a:pt x="6" y="21"/>
                    </a:cubicBezTo>
                    <a:cubicBezTo>
                      <a:pt x="4" y="21"/>
                      <a:pt x="1" y="17"/>
                      <a:pt x="1" y="11"/>
                    </a:cubicBezTo>
                    <a:cubicBezTo>
                      <a:pt x="0" y="5"/>
                      <a:pt x="2" y="0"/>
                      <a:pt x="4" y="0"/>
                    </a:cubicBezTo>
                    <a:cubicBezTo>
                      <a:pt x="7" y="0"/>
                      <a:pt x="9" y="5"/>
                      <a:pt x="10" y="1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6" name="Freeform 665">
                <a:extLst>
                  <a:ext uri="{FF2B5EF4-FFF2-40B4-BE49-F238E27FC236}">
                    <a16:creationId xmlns:a16="http://schemas.microsoft.com/office/drawing/2014/main" id="{7B516D04-C556-450C-A88B-F3370ACFB6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7051" y="5384800"/>
                <a:ext cx="28575" cy="63500"/>
              </a:xfrm>
              <a:custGeom>
                <a:avLst/>
                <a:gdLst>
                  <a:gd name="T0" fmla="*/ 4 w 7"/>
                  <a:gd name="T1" fmla="*/ 15 h 16"/>
                  <a:gd name="T2" fmla="*/ 4 w 7"/>
                  <a:gd name="T3" fmla="*/ 15 h 16"/>
                  <a:gd name="T4" fmla="*/ 3 w 7"/>
                  <a:gd name="T5" fmla="*/ 14 h 16"/>
                  <a:gd name="T6" fmla="*/ 2 w 7"/>
                  <a:gd name="T7" fmla="*/ 12 h 16"/>
                  <a:gd name="T8" fmla="*/ 3 w 7"/>
                  <a:gd name="T9" fmla="*/ 10 h 16"/>
                  <a:gd name="T10" fmla="*/ 4 w 7"/>
                  <a:gd name="T11" fmla="*/ 15 h 16"/>
                  <a:gd name="T12" fmla="*/ 4 w 7"/>
                  <a:gd name="T13" fmla="*/ 15 h 16"/>
                  <a:gd name="T14" fmla="*/ 6 w 7"/>
                  <a:gd name="T15" fmla="*/ 11 h 16"/>
                  <a:gd name="T16" fmla="*/ 5 w 7"/>
                  <a:gd name="T17" fmla="*/ 15 h 16"/>
                  <a:gd name="T18" fmla="*/ 4 w 7"/>
                  <a:gd name="T19" fmla="*/ 9 h 16"/>
                  <a:gd name="T20" fmla="*/ 6 w 7"/>
                  <a:gd name="T21" fmla="*/ 9 h 16"/>
                  <a:gd name="T22" fmla="*/ 6 w 7"/>
                  <a:gd name="T23" fmla="*/ 11 h 16"/>
                  <a:gd name="T24" fmla="*/ 2 w 7"/>
                  <a:gd name="T25" fmla="*/ 11 h 16"/>
                  <a:gd name="T26" fmla="*/ 1 w 7"/>
                  <a:gd name="T27" fmla="*/ 10 h 16"/>
                  <a:gd name="T28" fmla="*/ 1 w 7"/>
                  <a:gd name="T29" fmla="*/ 5 h 16"/>
                  <a:gd name="T30" fmla="*/ 1 w 7"/>
                  <a:gd name="T31" fmla="*/ 4 h 16"/>
                  <a:gd name="T32" fmla="*/ 3 w 7"/>
                  <a:gd name="T33" fmla="*/ 8 h 16"/>
                  <a:gd name="T34" fmla="*/ 2 w 7"/>
                  <a:gd name="T35" fmla="*/ 11 h 16"/>
                  <a:gd name="T36" fmla="*/ 6 w 7"/>
                  <a:gd name="T37" fmla="*/ 6 h 16"/>
                  <a:gd name="T38" fmla="*/ 6 w 7"/>
                  <a:gd name="T39" fmla="*/ 9 h 16"/>
                  <a:gd name="T40" fmla="*/ 4 w 7"/>
                  <a:gd name="T41" fmla="*/ 7 h 16"/>
                  <a:gd name="T42" fmla="*/ 4 w 7"/>
                  <a:gd name="T43" fmla="*/ 2 h 16"/>
                  <a:gd name="T44" fmla="*/ 6 w 7"/>
                  <a:gd name="T45" fmla="*/ 6 h 16"/>
                  <a:gd name="T46" fmla="*/ 3 w 7"/>
                  <a:gd name="T47" fmla="*/ 7 h 16"/>
                  <a:gd name="T48" fmla="*/ 2 w 7"/>
                  <a:gd name="T49" fmla="*/ 3 h 16"/>
                  <a:gd name="T50" fmla="*/ 3 w 7"/>
                  <a:gd name="T51" fmla="*/ 1 h 16"/>
                  <a:gd name="T52" fmla="*/ 4 w 7"/>
                  <a:gd name="T53" fmla="*/ 1 h 16"/>
                  <a:gd name="T54" fmla="*/ 3 w 7"/>
                  <a:gd name="T55" fmla="*/ 7 h 16"/>
                  <a:gd name="T56" fmla="*/ 4 w 7"/>
                  <a:gd name="T57" fmla="*/ 0 h 16"/>
                  <a:gd name="T58" fmla="*/ 3 w 7"/>
                  <a:gd name="T59" fmla="*/ 0 h 16"/>
                  <a:gd name="T60" fmla="*/ 3 w 7"/>
                  <a:gd name="T61" fmla="*/ 0 h 16"/>
                  <a:gd name="T62" fmla="*/ 1 w 7"/>
                  <a:gd name="T63" fmla="*/ 4 h 16"/>
                  <a:gd name="T64" fmla="*/ 3 w 7"/>
                  <a:gd name="T65" fmla="*/ 16 h 16"/>
                  <a:gd name="T66" fmla="*/ 4 w 7"/>
                  <a:gd name="T67" fmla="*/ 16 h 16"/>
                  <a:gd name="T68" fmla="*/ 7 w 7"/>
                  <a:gd name="T69" fmla="*/ 12 h 16"/>
                  <a:gd name="T70" fmla="*/ 4 w 7"/>
                  <a:gd name="T7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" h="16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3" y="15"/>
                      <a:pt x="3" y="14"/>
                    </a:cubicBezTo>
                    <a:cubicBezTo>
                      <a:pt x="2" y="14"/>
                      <a:pt x="2" y="13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moveTo>
                      <a:pt x="6" y="11"/>
                    </a:moveTo>
                    <a:cubicBezTo>
                      <a:pt x="6" y="13"/>
                      <a:pt x="5" y="14"/>
                      <a:pt x="5" y="15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1"/>
                    </a:cubicBezTo>
                    <a:moveTo>
                      <a:pt x="2" y="11"/>
                    </a:moveTo>
                    <a:cubicBezTo>
                      <a:pt x="2" y="11"/>
                      <a:pt x="1" y="11"/>
                      <a:pt x="1" y="10"/>
                    </a:cubicBezTo>
                    <a:cubicBezTo>
                      <a:pt x="1" y="9"/>
                      <a:pt x="1" y="7"/>
                      <a:pt x="1" y="5"/>
                    </a:cubicBezTo>
                    <a:cubicBezTo>
                      <a:pt x="1" y="5"/>
                      <a:pt x="1" y="4"/>
                      <a:pt x="1" y="4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2" y="11"/>
                    </a:lnTo>
                    <a:close/>
                    <a:moveTo>
                      <a:pt x="6" y="6"/>
                    </a:moveTo>
                    <a:cubicBezTo>
                      <a:pt x="6" y="7"/>
                      <a:pt x="6" y="8"/>
                      <a:pt x="6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6" y="4"/>
                      <a:pt x="6" y="6"/>
                    </a:cubicBezTo>
                    <a:moveTo>
                      <a:pt x="3" y="7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1"/>
                      <a:pt x="3" y="1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3" y="7"/>
                    </a:lnTo>
                    <a:close/>
                    <a:moveTo>
                      <a:pt x="4" y="0"/>
                    </a:move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1" y="4"/>
                    </a:cubicBezTo>
                    <a:cubicBezTo>
                      <a:pt x="0" y="9"/>
                      <a:pt x="1" y="14"/>
                      <a:pt x="3" y="16"/>
                    </a:cubicBezTo>
                    <a:cubicBezTo>
                      <a:pt x="3" y="16"/>
                      <a:pt x="4" y="16"/>
                      <a:pt x="4" y="16"/>
                    </a:cubicBezTo>
                    <a:cubicBezTo>
                      <a:pt x="5" y="16"/>
                      <a:pt x="6" y="15"/>
                      <a:pt x="7" y="12"/>
                    </a:cubicBezTo>
                    <a:cubicBezTo>
                      <a:pt x="7" y="7"/>
                      <a:pt x="6" y="2"/>
                      <a:pt x="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7" name="Freeform 666">
                <a:extLst>
                  <a:ext uri="{FF2B5EF4-FFF2-40B4-BE49-F238E27FC236}">
                    <a16:creationId xmlns:a16="http://schemas.microsoft.com/office/drawing/2014/main" id="{60876CB2-C3DB-4D9A-9D3E-77DB14C672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7051" y="5384800"/>
                <a:ext cx="28575" cy="63500"/>
              </a:xfrm>
              <a:custGeom>
                <a:avLst/>
                <a:gdLst>
                  <a:gd name="T0" fmla="*/ 4 w 7"/>
                  <a:gd name="T1" fmla="*/ 15 h 16"/>
                  <a:gd name="T2" fmla="*/ 4 w 7"/>
                  <a:gd name="T3" fmla="*/ 15 h 16"/>
                  <a:gd name="T4" fmla="*/ 3 w 7"/>
                  <a:gd name="T5" fmla="*/ 14 h 16"/>
                  <a:gd name="T6" fmla="*/ 2 w 7"/>
                  <a:gd name="T7" fmla="*/ 12 h 16"/>
                  <a:gd name="T8" fmla="*/ 3 w 7"/>
                  <a:gd name="T9" fmla="*/ 10 h 16"/>
                  <a:gd name="T10" fmla="*/ 4 w 7"/>
                  <a:gd name="T11" fmla="*/ 15 h 16"/>
                  <a:gd name="T12" fmla="*/ 4 w 7"/>
                  <a:gd name="T13" fmla="*/ 15 h 16"/>
                  <a:gd name="T14" fmla="*/ 6 w 7"/>
                  <a:gd name="T15" fmla="*/ 11 h 16"/>
                  <a:gd name="T16" fmla="*/ 5 w 7"/>
                  <a:gd name="T17" fmla="*/ 15 h 16"/>
                  <a:gd name="T18" fmla="*/ 4 w 7"/>
                  <a:gd name="T19" fmla="*/ 9 h 16"/>
                  <a:gd name="T20" fmla="*/ 6 w 7"/>
                  <a:gd name="T21" fmla="*/ 9 h 16"/>
                  <a:gd name="T22" fmla="*/ 6 w 7"/>
                  <a:gd name="T23" fmla="*/ 11 h 16"/>
                  <a:gd name="T24" fmla="*/ 2 w 7"/>
                  <a:gd name="T25" fmla="*/ 11 h 16"/>
                  <a:gd name="T26" fmla="*/ 1 w 7"/>
                  <a:gd name="T27" fmla="*/ 10 h 16"/>
                  <a:gd name="T28" fmla="*/ 1 w 7"/>
                  <a:gd name="T29" fmla="*/ 5 h 16"/>
                  <a:gd name="T30" fmla="*/ 1 w 7"/>
                  <a:gd name="T31" fmla="*/ 4 h 16"/>
                  <a:gd name="T32" fmla="*/ 3 w 7"/>
                  <a:gd name="T33" fmla="*/ 8 h 16"/>
                  <a:gd name="T34" fmla="*/ 2 w 7"/>
                  <a:gd name="T35" fmla="*/ 11 h 16"/>
                  <a:gd name="T36" fmla="*/ 6 w 7"/>
                  <a:gd name="T37" fmla="*/ 6 h 16"/>
                  <a:gd name="T38" fmla="*/ 6 w 7"/>
                  <a:gd name="T39" fmla="*/ 9 h 16"/>
                  <a:gd name="T40" fmla="*/ 4 w 7"/>
                  <a:gd name="T41" fmla="*/ 7 h 16"/>
                  <a:gd name="T42" fmla="*/ 4 w 7"/>
                  <a:gd name="T43" fmla="*/ 2 h 16"/>
                  <a:gd name="T44" fmla="*/ 6 w 7"/>
                  <a:gd name="T45" fmla="*/ 6 h 16"/>
                  <a:gd name="T46" fmla="*/ 3 w 7"/>
                  <a:gd name="T47" fmla="*/ 7 h 16"/>
                  <a:gd name="T48" fmla="*/ 2 w 7"/>
                  <a:gd name="T49" fmla="*/ 3 h 16"/>
                  <a:gd name="T50" fmla="*/ 3 w 7"/>
                  <a:gd name="T51" fmla="*/ 1 h 16"/>
                  <a:gd name="T52" fmla="*/ 4 w 7"/>
                  <a:gd name="T53" fmla="*/ 1 h 16"/>
                  <a:gd name="T54" fmla="*/ 3 w 7"/>
                  <a:gd name="T55" fmla="*/ 7 h 16"/>
                  <a:gd name="T56" fmla="*/ 4 w 7"/>
                  <a:gd name="T57" fmla="*/ 0 h 16"/>
                  <a:gd name="T58" fmla="*/ 3 w 7"/>
                  <a:gd name="T59" fmla="*/ 0 h 16"/>
                  <a:gd name="T60" fmla="*/ 3 w 7"/>
                  <a:gd name="T61" fmla="*/ 0 h 16"/>
                  <a:gd name="T62" fmla="*/ 1 w 7"/>
                  <a:gd name="T63" fmla="*/ 4 h 16"/>
                  <a:gd name="T64" fmla="*/ 3 w 7"/>
                  <a:gd name="T65" fmla="*/ 16 h 16"/>
                  <a:gd name="T66" fmla="*/ 4 w 7"/>
                  <a:gd name="T67" fmla="*/ 16 h 16"/>
                  <a:gd name="T68" fmla="*/ 7 w 7"/>
                  <a:gd name="T69" fmla="*/ 12 h 16"/>
                  <a:gd name="T70" fmla="*/ 4 w 7"/>
                  <a:gd name="T7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" h="16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3" y="15"/>
                      <a:pt x="3" y="14"/>
                    </a:cubicBezTo>
                    <a:cubicBezTo>
                      <a:pt x="2" y="14"/>
                      <a:pt x="2" y="13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moveTo>
                      <a:pt x="6" y="11"/>
                    </a:moveTo>
                    <a:cubicBezTo>
                      <a:pt x="6" y="13"/>
                      <a:pt x="5" y="14"/>
                      <a:pt x="5" y="15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1"/>
                    </a:cubicBezTo>
                    <a:moveTo>
                      <a:pt x="2" y="11"/>
                    </a:moveTo>
                    <a:cubicBezTo>
                      <a:pt x="2" y="11"/>
                      <a:pt x="1" y="11"/>
                      <a:pt x="1" y="10"/>
                    </a:cubicBezTo>
                    <a:cubicBezTo>
                      <a:pt x="1" y="9"/>
                      <a:pt x="1" y="7"/>
                      <a:pt x="1" y="5"/>
                    </a:cubicBezTo>
                    <a:cubicBezTo>
                      <a:pt x="1" y="5"/>
                      <a:pt x="1" y="4"/>
                      <a:pt x="1" y="4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2" y="11"/>
                    </a:lnTo>
                    <a:close/>
                    <a:moveTo>
                      <a:pt x="6" y="6"/>
                    </a:moveTo>
                    <a:cubicBezTo>
                      <a:pt x="6" y="7"/>
                      <a:pt x="6" y="8"/>
                      <a:pt x="6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6" y="4"/>
                      <a:pt x="6" y="6"/>
                    </a:cubicBezTo>
                    <a:moveTo>
                      <a:pt x="3" y="7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1"/>
                      <a:pt x="3" y="1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3" y="7"/>
                    </a:lnTo>
                    <a:close/>
                    <a:moveTo>
                      <a:pt x="4" y="0"/>
                    </a:move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1" y="4"/>
                    </a:cubicBezTo>
                    <a:cubicBezTo>
                      <a:pt x="0" y="9"/>
                      <a:pt x="1" y="14"/>
                      <a:pt x="3" y="16"/>
                    </a:cubicBezTo>
                    <a:cubicBezTo>
                      <a:pt x="3" y="16"/>
                      <a:pt x="4" y="16"/>
                      <a:pt x="4" y="16"/>
                    </a:cubicBezTo>
                    <a:cubicBezTo>
                      <a:pt x="5" y="16"/>
                      <a:pt x="6" y="15"/>
                      <a:pt x="7" y="12"/>
                    </a:cubicBezTo>
                    <a:cubicBezTo>
                      <a:pt x="7" y="7"/>
                      <a:pt x="6" y="2"/>
                      <a:pt x="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8" name="Freeform 667">
                <a:extLst>
                  <a:ext uri="{FF2B5EF4-FFF2-40B4-BE49-F238E27FC236}">
                    <a16:creationId xmlns:a16="http://schemas.microsoft.com/office/drawing/2014/main" id="{452B2962-9307-447B-9A08-13EA7F39AC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47625" cy="95250"/>
              </a:xfrm>
              <a:custGeom>
                <a:avLst/>
                <a:gdLst>
                  <a:gd name="T0" fmla="*/ 12 w 12"/>
                  <a:gd name="T1" fmla="*/ 24 h 24"/>
                  <a:gd name="T2" fmla="*/ 7 w 12"/>
                  <a:gd name="T3" fmla="*/ 4 h 24"/>
                  <a:gd name="T4" fmla="*/ 2 w 12"/>
                  <a:gd name="T5" fmla="*/ 2 h 24"/>
                  <a:gd name="T6" fmla="*/ 1 w 12"/>
                  <a:gd name="T7" fmla="*/ 13 h 24"/>
                  <a:gd name="T8" fmla="*/ 3 w 12"/>
                  <a:gd name="T9" fmla="*/ 6 h 24"/>
                  <a:gd name="T10" fmla="*/ 8 w 12"/>
                  <a:gd name="T11" fmla="*/ 22 h 24"/>
                  <a:gd name="T12" fmla="*/ 10 w 12"/>
                  <a:gd name="T13" fmla="*/ 24 h 24"/>
                  <a:gd name="T14" fmla="*/ 12 w 12"/>
                  <a:gd name="T1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24">
                    <a:moveTo>
                      <a:pt x="12" y="24"/>
                    </a:moveTo>
                    <a:cubicBezTo>
                      <a:pt x="12" y="24"/>
                      <a:pt x="10" y="7"/>
                      <a:pt x="7" y="4"/>
                    </a:cubicBezTo>
                    <a:cubicBezTo>
                      <a:pt x="4" y="0"/>
                      <a:pt x="3" y="2"/>
                      <a:pt x="2" y="2"/>
                    </a:cubicBezTo>
                    <a:cubicBezTo>
                      <a:pt x="1" y="3"/>
                      <a:pt x="0" y="9"/>
                      <a:pt x="1" y="13"/>
                    </a:cubicBezTo>
                    <a:cubicBezTo>
                      <a:pt x="1" y="13"/>
                      <a:pt x="0" y="4"/>
                      <a:pt x="3" y="6"/>
                    </a:cubicBezTo>
                    <a:cubicBezTo>
                      <a:pt x="6" y="7"/>
                      <a:pt x="8" y="22"/>
                      <a:pt x="8" y="22"/>
                    </a:cubicBezTo>
                    <a:cubicBezTo>
                      <a:pt x="8" y="22"/>
                      <a:pt x="8" y="23"/>
                      <a:pt x="10" y="24"/>
                    </a:cubicBezTo>
                    <a:cubicBezTo>
                      <a:pt x="11" y="24"/>
                      <a:pt x="11" y="24"/>
                      <a:pt x="12" y="2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09" name="Freeform 668">
                <a:extLst>
                  <a:ext uri="{FF2B5EF4-FFF2-40B4-BE49-F238E27FC236}">
                    <a16:creationId xmlns:a16="http://schemas.microsoft.com/office/drawing/2014/main" id="{A946B1CB-F192-45B0-9D21-D359CC704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876" y="5340350"/>
                <a:ext cx="47625" cy="95250"/>
              </a:xfrm>
              <a:custGeom>
                <a:avLst/>
                <a:gdLst>
                  <a:gd name="T0" fmla="*/ 12 w 12"/>
                  <a:gd name="T1" fmla="*/ 24 h 24"/>
                  <a:gd name="T2" fmla="*/ 7 w 12"/>
                  <a:gd name="T3" fmla="*/ 4 h 24"/>
                  <a:gd name="T4" fmla="*/ 2 w 12"/>
                  <a:gd name="T5" fmla="*/ 2 h 24"/>
                  <a:gd name="T6" fmla="*/ 1 w 12"/>
                  <a:gd name="T7" fmla="*/ 13 h 24"/>
                  <a:gd name="T8" fmla="*/ 3 w 12"/>
                  <a:gd name="T9" fmla="*/ 6 h 24"/>
                  <a:gd name="T10" fmla="*/ 8 w 12"/>
                  <a:gd name="T11" fmla="*/ 22 h 24"/>
                  <a:gd name="T12" fmla="*/ 10 w 12"/>
                  <a:gd name="T13" fmla="*/ 24 h 24"/>
                  <a:gd name="T14" fmla="*/ 12 w 12"/>
                  <a:gd name="T1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24">
                    <a:moveTo>
                      <a:pt x="12" y="24"/>
                    </a:moveTo>
                    <a:cubicBezTo>
                      <a:pt x="12" y="24"/>
                      <a:pt x="10" y="7"/>
                      <a:pt x="7" y="4"/>
                    </a:cubicBezTo>
                    <a:cubicBezTo>
                      <a:pt x="4" y="0"/>
                      <a:pt x="3" y="2"/>
                      <a:pt x="2" y="2"/>
                    </a:cubicBezTo>
                    <a:cubicBezTo>
                      <a:pt x="1" y="3"/>
                      <a:pt x="0" y="9"/>
                      <a:pt x="1" y="13"/>
                    </a:cubicBezTo>
                    <a:cubicBezTo>
                      <a:pt x="1" y="13"/>
                      <a:pt x="0" y="4"/>
                      <a:pt x="3" y="6"/>
                    </a:cubicBezTo>
                    <a:cubicBezTo>
                      <a:pt x="6" y="7"/>
                      <a:pt x="8" y="22"/>
                      <a:pt x="8" y="22"/>
                    </a:cubicBezTo>
                    <a:cubicBezTo>
                      <a:pt x="8" y="22"/>
                      <a:pt x="8" y="23"/>
                      <a:pt x="10" y="24"/>
                    </a:cubicBezTo>
                    <a:cubicBezTo>
                      <a:pt x="11" y="24"/>
                      <a:pt x="11" y="24"/>
                      <a:pt x="12" y="24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0" name="Freeform 669">
                <a:extLst>
                  <a:ext uri="{FF2B5EF4-FFF2-40B4-BE49-F238E27FC236}">
                    <a16:creationId xmlns:a16="http://schemas.microsoft.com/office/drawing/2014/main" id="{2A511511-9F22-4D69-BCD3-44D3DEDE2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419725"/>
                <a:ext cx="52388" cy="36513"/>
              </a:xfrm>
              <a:custGeom>
                <a:avLst/>
                <a:gdLst>
                  <a:gd name="T0" fmla="*/ 33 w 33"/>
                  <a:gd name="T1" fmla="*/ 13 h 23"/>
                  <a:gd name="T2" fmla="*/ 33 w 33"/>
                  <a:gd name="T3" fmla="*/ 23 h 23"/>
                  <a:gd name="T4" fmla="*/ 0 w 33"/>
                  <a:gd name="T5" fmla="*/ 8 h 23"/>
                  <a:gd name="T6" fmla="*/ 0 w 33"/>
                  <a:gd name="T7" fmla="*/ 0 h 23"/>
                  <a:gd name="T8" fmla="*/ 33 w 33"/>
                  <a:gd name="T9" fmla="*/ 1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3">
                    <a:moveTo>
                      <a:pt x="33" y="13"/>
                    </a:moveTo>
                    <a:lnTo>
                      <a:pt x="33" y="23"/>
                    </a:lnTo>
                    <a:lnTo>
                      <a:pt x="0" y="8"/>
                    </a:lnTo>
                    <a:lnTo>
                      <a:pt x="0" y="0"/>
                    </a:lnTo>
                    <a:lnTo>
                      <a:pt x="33" y="1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1" name="Freeform 670">
                <a:extLst>
                  <a:ext uri="{FF2B5EF4-FFF2-40B4-BE49-F238E27FC236}">
                    <a16:creationId xmlns:a16="http://schemas.microsoft.com/office/drawing/2014/main" id="{CF939684-D3E5-4D98-8F4C-EFD9925B09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300663"/>
                <a:ext cx="23813" cy="15875"/>
              </a:xfrm>
              <a:custGeom>
                <a:avLst/>
                <a:gdLst>
                  <a:gd name="T0" fmla="*/ 6 w 6"/>
                  <a:gd name="T1" fmla="*/ 3 h 4"/>
                  <a:gd name="T2" fmla="*/ 6 w 6"/>
                  <a:gd name="T3" fmla="*/ 4 h 4"/>
                  <a:gd name="T4" fmla="*/ 1 w 6"/>
                  <a:gd name="T5" fmla="*/ 1 h 4"/>
                  <a:gd name="T6" fmla="*/ 0 w 6"/>
                  <a:gd name="T7" fmla="*/ 1 h 4"/>
                  <a:gd name="T8" fmla="*/ 1 w 6"/>
                  <a:gd name="T9" fmla="*/ 0 h 4"/>
                  <a:gd name="T10" fmla="*/ 5 w 6"/>
                  <a:gd name="T11" fmla="*/ 3 h 4"/>
                  <a:gd name="T12" fmla="*/ 6 w 6"/>
                  <a:gd name="T1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3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3"/>
                      <a:pt x="6" y="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2" name="Freeform 671">
                <a:extLst>
                  <a:ext uri="{FF2B5EF4-FFF2-40B4-BE49-F238E27FC236}">
                    <a16:creationId xmlns:a16="http://schemas.microsoft.com/office/drawing/2014/main" id="{B7C16FC9-D2D1-4C0E-BDAF-066F93CDC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801" y="5300663"/>
                <a:ext cx="23813" cy="15875"/>
              </a:xfrm>
              <a:custGeom>
                <a:avLst/>
                <a:gdLst>
                  <a:gd name="T0" fmla="*/ 6 w 6"/>
                  <a:gd name="T1" fmla="*/ 3 h 4"/>
                  <a:gd name="T2" fmla="*/ 6 w 6"/>
                  <a:gd name="T3" fmla="*/ 4 h 4"/>
                  <a:gd name="T4" fmla="*/ 1 w 6"/>
                  <a:gd name="T5" fmla="*/ 1 h 4"/>
                  <a:gd name="T6" fmla="*/ 0 w 6"/>
                  <a:gd name="T7" fmla="*/ 1 h 4"/>
                  <a:gd name="T8" fmla="*/ 1 w 6"/>
                  <a:gd name="T9" fmla="*/ 0 h 4"/>
                  <a:gd name="T10" fmla="*/ 5 w 6"/>
                  <a:gd name="T11" fmla="*/ 3 h 4"/>
                  <a:gd name="T12" fmla="*/ 6 w 6"/>
                  <a:gd name="T1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6" y="3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3"/>
                      <a:pt x="6" y="3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3" name="Freeform 672">
                <a:extLst>
                  <a:ext uri="{FF2B5EF4-FFF2-40B4-BE49-F238E27FC236}">
                    <a16:creationId xmlns:a16="http://schemas.microsoft.com/office/drawing/2014/main" id="{D574035F-3E2F-424A-9585-CABFF9E4E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013" y="5424488"/>
                <a:ext cx="82550" cy="23813"/>
              </a:xfrm>
              <a:custGeom>
                <a:avLst/>
                <a:gdLst>
                  <a:gd name="T0" fmla="*/ 52 w 52"/>
                  <a:gd name="T1" fmla="*/ 0 h 15"/>
                  <a:gd name="T2" fmla="*/ 52 w 52"/>
                  <a:gd name="T3" fmla="*/ 12 h 15"/>
                  <a:gd name="T4" fmla="*/ 0 w 52"/>
                  <a:gd name="T5" fmla="*/ 15 h 15"/>
                  <a:gd name="T6" fmla="*/ 0 w 52"/>
                  <a:gd name="T7" fmla="*/ 2 h 15"/>
                  <a:gd name="T8" fmla="*/ 52 w 52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15">
                    <a:moveTo>
                      <a:pt x="52" y="0"/>
                    </a:moveTo>
                    <a:lnTo>
                      <a:pt x="52" y="12"/>
                    </a:lnTo>
                    <a:lnTo>
                      <a:pt x="0" y="15"/>
                    </a:lnTo>
                    <a:lnTo>
                      <a:pt x="0" y="2"/>
                    </a:lnTo>
                    <a:lnTo>
                      <a:pt x="52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4" name="Freeform 673">
                <a:extLst>
                  <a:ext uri="{FF2B5EF4-FFF2-40B4-BE49-F238E27FC236}">
                    <a16:creationId xmlns:a16="http://schemas.microsoft.com/office/drawing/2014/main" id="{6D3CCFC9-9B44-4CCC-AF47-F07B82470E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0563" y="5387975"/>
                <a:ext cx="155575" cy="31750"/>
              </a:xfrm>
              <a:custGeom>
                <a:avLst/>
                <a:gdLst>
                  <a:gd name="T0" fmla="*/ 39 w 39"/>
                  <a:gd name="T1" fmla="*/ 1 h 8"/>
                  <a:gd name="T2" fmla="*/ 33 w 39"/>
                  <a:gd name="T3" fmla="*/ 6 h 8"/>
                  <a:gd name="T4" fmla="*/ 7 w 39"/>
                  <a:gd name="T5" fmla="*/ 7 h 8"/>
                  <a:gd name="T6" fmla="*/ 1 w 39"/>
                  <a:gd name="T7" fmla="*/ 3 h 8"/>
                  <a:gd name="T8" fmla="*/ 3 w 39"/>
                  <a:gd name="T9" fmla="*/ 2 h 8"/>
                  <a:gd name="T10" fmla="*/ 37 w 39"/>
                  <a:gd name="T11" fmla="*/ 0 h 8"/>
                  <a:gd name="T12" fmla="*/ 39 w 3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8">
                    <a:moveTo>
                      <a:pt x="39" y="1"/>
                    </a:moveTo>
                    <a:cubicBezTo>
                      <a:pt x="39" y="1"/>
                      <a:pt x="39" y="5"/>
                      <a:pt x="33" y="6"/>
                    </a:cubicBezTo>
                    <a:cubicBezTo>
                      <a:pt x="33" y="6"/>
                      <a:pt x="15" y="8"/>
                      <a:pt x="7" y="7"/>
                    </a:cubicBezTo>
                    <a:cubicBezTo>
                      <a:pt x="7" y="7"/>
                      <a:pt x="2" y="6"/>
                      <a:pt x="1" y="3"/>
                    </a:cubicBezTo>
                    <a:cubicBezTo>
                      <a:pt x="1" y="3"/>
                      <a:pt x="0" y="2"/>
                      <a:pt x="3" y="2"/>
                    </a:cubicBezTo>
                    <a:cubicBezTo>
                      <a:pt x="3" y="2"/>
                      <a:pt x="30" y="1"/>
                      <a:pt x="37" y="0"/>
                    </a:cubicBezTo>
                    <a:cubicBezTo>
                      <a:pt x="37" y="0"/>
                      <a:pt x="38" y="0"/>
                      <a:pt x="39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5" name="Freeform 674">
                <a:extLst>
                  <a:ext uri="{FF2B5EF4-FFF2-40B4-BE49-F238E27FC236}">
                    <a16:creationId xmlns:a16="http://schemas.microsoft.com/office/drawing/2014/main" id="{099F9E3B-6837-43A6-A480-AA02E9B67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0563" y="5387975"/>
                <a:ext cx="155575" cy="31750"/>
              </a:xfrm>
              <a:custGeom>
                <a:avLst/>
                <a:gdLst>
                  <a:gd name="T0" fmla="*/ 39 w 39"/>
                  <a:gd name="T1" fmla="*/ 1 h 8"/>
                  <a:gd name="T2" fmla="*/ 33 w 39"/>
                  <a:gd name="T3" fmla="*/ 6 h 8"/>
                  <a:gd name="T4" fmla="*/ 7 w 39"/>
                  <a:gd name="T5" fmla="*/ 7 h 8"/>
                  <a:gd name="T6" fmla="*/ 1 w 39"/>
                  <a:gd name="T7" fmla="*/ 3 h 8"/>
                  <a:gd name="T8" fmla="*/ 3 w 39"/>
                  <a:gd name="T9" fmla="*/ 2 h 8"/>
                  <a:gd name="T10" fmla="*/ 37 w 39"/>
                  <a:gd name="T11" fmla="*/ 0 h 8"/>
                  <a:gd name="T12" fmla="*/ 39 w 39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8">
                    <a:moveTo>
                      <a:pt x="39" y="1"/>
                    </a:moveTo>
                    <a:cubicBezTo>
                      <a:pt x="39" y="1"/>
                      <a:pt x="39" y="5"/>
                      <a:pt x="33" y="6"/>
                    </a:cubicBezTo>
                    <a:cubicBezTo>
                      <a:pt x="33" y="6"/>
                      <a:pt x="15" y="8"/>
                      <a:pt x="7" y="7"/>
                    </a:cubicBezTo>
                    <a:cubicBezTo>
                      <a:pt x="7" y="7"/>
                      <a:pt x="2" y="6"/>
                      <a:pt x="1" y="3"/>
                    </a:cubicBezTo>
                    <a:cubicBezTo>
                      <a:pt x="1" y="3"/>
                      <a:pt x="0" y="2"/>
                      <a:pt x="3" y="2"/>
                    </a:cubicBezTo>
                    <a:cubicBezTo>
                      <a:pt x="3" y="2"/>
                      <a:pt x="30" y="1"/>
                      <a:pt x="37" y="0"/>
                    </a:cubicBezTo>
                    <a:cubicBezTo>
                      <a:pt x="37" y="0"/>
                      <a:pt x="38" y="0"/>
                      <a:pt x="39" y="1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6" name="Freeform 675">
                <a:extLst>
                  <a:ext uri="{FF2B5EF4-FFF2-40B4-BE49-F238E27FC236}">
                    <a16:creationId xmlns:a16="http://schemas.microsoft.com/office/drawing/2014/main" id="{CE37DD5E-C9A7-40F0-8FE3-B3E70C704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1676" y="5392738"/>
                <a:ext cx="139700" cy="7938"/>
              </a:xfrm>
              <a:custGeom>
                <a:avLst/>
                <a:gdLst>
                  <a:gd name="T0" fmla="*/ 34 w 35"/>
                  <a:gd name="T1" fmla="*/ 0 h 2"/>
                  <a:gd name="T2" fmla="*/ 0 w 35"/>
                  <a:gd name="T3" fmla="*/ 1 h 2"/>
                  <a:gd name="T4" fmla="*/ 2 w 35"/>
                  <a:gd name="T5" fmla="*/ 2 h 2"/>
                  <a:gd name="T6" fmla="*/ 33 w 35"/>
                  <a:gd name="T7" fmla="*/ 1 h 2"/>
                  <a:gd name="T8" fmla="*/ 34 w 35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">
                    <a:moveTo>
                      <a:pt x="34" y="0"/>
                    </a:moveTo>
                    <a:cubicBezTo>
                      <a:pt x="34" y="0"/>
                      <a:pt x="8" y="2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8" y="2"/>
                      <a:pt x="24" y="2"/>
                      <a:pt x="33" y="1"/>
                    </a:cubicBezTo>
                    <a:cubicBezTo>
                      <a:pt x="33" y="1"/>
                      <a:pt x="35" y="0"/>
                      <a:pt x="3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7" name="Freeform 676">
                <a:extLst>
                  <a:ext uri="{FF2B5EF4-FFF2-40B4-BE49-F238E27FC236}">
                    <a16:creationId xmlns:a16="http://schemas.microsoft.com/office/drawing/2014/main" id="{A3504511-B299-43E1-8A82-AE2F0D4AAD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1676" y="5392738"/>
                <a:ext cx="139700" cy="7938"/>
              </a:xfrm>
              <a:custGeom>
                <a:avLst/>
                <a:gdLst>
                  <a:gd name="T0" fmla="*/ 34 w 35"/>
                  <a:gd name="T1" fmla="*/ 0 h 2"/>
                  <a:gd name="T2" fmla="*/ 0 w 35"/>
                  <a:gd name="T3" fmla="*/ 1 h 2"/>
                  <a:gd name="T4" fmla="*/ 2 w 35"/>
                  <a:gd name="T5" fmla="*/ 2 h 2"/>
                  <a:gd name="T6" fmla="*/ 33 w 35"/>
                  <a:gd name="T7" fmla="*/ 1 h 2"/>
                  <a:gd name="T8" fmla="*/ 34 w 35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">
                    <a:moveTo>
                      <a:pt x="34" y="0"/>
                    </a:moveTo>
                    <a:cubicBezTo>
                      <a:pt x="34" y="0"/>
                      <a:pt x="8" y="2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8" y="2"/>
                      <a:pt x="24" y="2"/>
                      <a:pt x="33" y="1"/>
                    </a:cubicBezTo>
                    <a:cubicBezTo>
                      <a:pt x="33" y="1"/>
                      <a:pt x="35" y="0"/>
                      <a:pt x="34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8" name="Freeform 677">
                <a:extLst>
                  <a:ext uri="{FF2B5EF4-FFF2-40B4-BE49-F238E27FC236}">
                    <a16:creationId xmlns:a16="http://schemas.microsoft.com/office/drawing/2014/main" id="{E4B8C855-FA5A-4D74-BA19-4A325F6D5B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7551" y="5400675"/>
                <a:ext cx="115888" cy="7938"/>
              </a:xfrm>
              <a:custGeom>
                <a:avLst/>
                <a:gdLst>
                  <a:gd name="T0" fmla="*/ 28 w 29"/>
                  <a:gd name="T1" fmla="*/ 0 h 2"/>
                  <a:gd name="T2" fmla="*/ 0 w 29"/>
                  <a:gd name="T3" fmla="*/ 1 h 2"/>
                  <a:gd name="T4" fmla="*/ 2 w 29"/>
                  <a:gd name="T5" fmla="*/ 2 h 2"/>
                  <a:gd name="T6" fmla="*/ 27 w 29"/>
                  <a:gd name="T7" fmla="*/ 1 h 2"/>
                  <a:gd name="T8" fmla="*/ 28 w 29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">
                    <a:moveTo>
                      <a:pt x="28" y="0"/>
                    </a:moveTo>
                    <a:cubicBezTo>
                      <a:pt x="28" y="0"/>
                      <a:pt x="7" y="1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7" y="2"/>
                      <a:pt x="19" y="2"/>
                      <a:pt x="27" y="1"/>
                    </a:cubicBezTo>
                    <a:cubicBezTo>
                      <a:pt x="27" y="1"/>
                      <a:pt x="29" y="0"/>
                      <a:pt x="28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19" name="Freeform 678">
                <a:extLst>
                  <a:ext uri="{FF2B5EF4-FFF2-40B4-BE49-F238E27FC236}">
                    <a16:creationId xmlns:a16="http://schemas.microsoft.com/office/drawing/2014/main" id="{A915411A-93E5-4B66-9FEE-968A9A5BF8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7551" y="5400675"/>
                <a:ext cx="115888" cy="7938"/>
              </a:xfrm>
              <a:custGeom>
                <a:avLst/>
                <a:gdLst>
                  <a:gd name="T0" fmla="*/ 28 w 29"/>
                  <a:gd name="T1" fmla="*/ 0 h 2"/>
                  <a:gd name="T2" fmla="*/ 0 w 29"/>
                  <a:gd name="T3" fmla="*/ 1 h 2"/>
                  <a:gd name="T4" fmla="*/ 2 w 29"/>
                  <a:gd name="T5" fmla="*/ 2 h 2"/>
                  <a:gd name="T6" fmla="*/ 27 w 29"/>
                  <a:gd name="T7" fmla="*/ 1 h 2"/>
                  <a:gd name="T8" fmla="*/ 28 w 29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">
                    <a:moveTo>
                      <a:pt x="28" y="0"/>
                    </a:moveTo>
                    <a:cubicBezTo>
                      <a:pt x="28" y="0"/>
                      <a:pt x="7" y="1"/>
                      <a:pt x="0" y="1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7" y="2"/>
                      <a:pt x="19" y="2"/>
                      <a:pt x="27" y="1"/>
                    </a:cubicBezTo>
                    <a:cubicBezTo>
                      <a:pt x="27" y="1"/>
                      <a:pt x="29" y="0"/>
                      <a:pt x="28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0" name="Freeform 679">
                <a:extLst>
                  <a:ext uri="{FF2B5EF4-FFF2-40B4-BE49-F238E27FC236}">
                    <a16:creationId xmlns:a16="http://schemas.microsoft.com/office/drawing/2014/main" id="{0FF3F1A1-0E09-419A-9E27-1F43B051F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013" y="5408613"/>
                <a:ext cx="87313" cy="3175"/>
              </a:xfrm>
              <a:custGeom>
                <a:avLst/>
                <a:gdLst>
                  <a:gd name="T0" fmla="*/ 21 w 22"/>
                  <a:gd name="T1" fmla="*/ 0 h 1"/>
                  <a:gd name="T2" fmla="*/ 0 w 22"/>
                  <a:gd name="T3" fmla="*/ 1 h 1"/>
                  <a:gd name="T4" fmla="*/ 1 w 22"/>
                  <a:gd name="T5" fmla="*/ 1 h 1"/>
                  <a:gd name="T6" fmla="*/ 20 w 22"/>
                  <a:gd name="T7" fmla="*/ 0 h 1"/>
                  <a:gd name="T8" fmla="*/ 21 w 2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">
                    <a:moveTo>
                      <a:pt x="21" y="0"/>
                    </a:moveTo>
                    <a:cubicBezTo>
                      <a:pt x="21" y="0"/>
                      <a:pt x="5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5" y="1"/>
                      <a:pt x="15" y="1"/>
                      <a:pt x="20" y="0"/>
                    </a:cubicBezTo>
                    <a:cubicBezTo>
                      <a:pt x="20" y="0"/>
                      <a:pt x="22" y="0"/>
                      <a:pt x="21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1" name="Freeform 680">
                <a:extLst>
                  <a:ext uri="{FF2B5EF4-FFF2-40B4-BE49-F238E27FC236}">
                    <a16:creationId xmlns:a16="http://schemas.microsoft.com/office/drawing/2014/main" id="{ADE704C5-2766-4B6A-BF0A-0E2F8D739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013" y="5408613"/>
                <a:ext cx="87313" cy="3175"/>
              </a:xfrm>
              <a:custGeom>
                <a:avLst/>
                <a:gdLst>
                  <a:gd name="T0" fmla="*/ 21 w 22"/>
                  <a:gd name="T1" fmla="*/ 0 h 1"/>
                  <a:gd name="T2" fmla="*/ 0 w 22"/>
                  <a:gd name="T3" fmla="*/ 1 h 1"/>
                  <a:gd name="T4" fmla="*/ 1 w 22"/>
                  <a:gd name="T5" fmla="*/ 1 h 1"/>
                  <a:gd name="T6" fmla="*/ 20 w 22"/>
                  <a:gd name="T7" fmla="*/ 0 h 1"/>
                  <a:gd name="T8" fmla="*/ 21 w 2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">
                    <a:moveTo>
                      <a:pt x="21" y="0"/>
                    </a:moveTo>
                    <a:cubicBezTo>
                      <a:pt x="21" y="0"/>
                      <a:pt x="5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5" y="1"/>
                      <a:pt x="15" y="1"/>
                      <a:pt x="20" y="0"/>
                    </a:cubicBezTo>
                    <a:cubicBezTo>
                      <a:pt x="20" y="0"/>
                      <a:pt x="22" y="0"/>
                      <a:pt x="21" y="0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2" name="Freeform 681">
                <a:extLst>
                  <a:ext uri="{FF2B5EF4-FFF2-40B4-BE49-F238E27FC236}">
                    <a16:creationId xmlns:a16="http://schemas.microsoft.com/office/drawing/2014/main" id="{18EF2E07-5E7F-4D1A-9A43-8BF4F48CD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563" y="5329238"/>
                <a:ext cx="47625" cy="55563"/>
              </a:xfrm>
              <a:custGeom>
                <a:avLst/>
                <a:gdLst>
                  <a:gd name="T0" fmla="*/ 4 w 12"/>
                  <a:gd name="T1" fmla="*/ 7 h 14"/>
                  <a:gd name="T2" fmla="*/ 9 w 12"/>
                  <a:gd name="T3" fmla="*/ 3 h 14"/>
                  <a:gd name="T4" fmla="*/ 9 w 12"/>
                  <a:gd name="T5" fmla="*/ 10 h 14"/>
                  <a:gd name="T6" fmla="*/ 1 w 12"/>
                  <a:gd name="T7" fmla="*/ 11 h 14"/>
                  <a:gd name="T8" fmla="*/ 3 w 12"/>
                  <a:gd name="T9" fmla="*/ 7 h 14"/>
                  <a:gd name="T10" fmla="*/ 4 w 12"/>
                  <a:gd name="T11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4">
                    <a:moveTo>
                      <a:pt x="4" y="7"/>
                    </a:moveTo>
                    <a:cubicBezTo>
                      <a:pt x="4" y="7"/>
                      <a:pt x="6" y="0"/>
                      <a:pt x="9" y="3"/>
                    </a:cubicBezTo>
                    <a:cubicBezTo>
                      <a:pt x="9" y="3"/>
                      <a:pt x="12" y="9"/>
                      <a:pt x="9" y="10"/>
                    </a:cubicBezTo>
                    <a:cubicBezTo>
                      <a:pt x="9" y="10"/>
                      <a:pt x="2" y="14"/>
                      <a:pt x="1" y="11"/>
                    </a:cubicBezTo>
                    <a:cubicBezTo>
                      <a:pt x="1" y="11"/>
                      <a:pt x="0" y="8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3" name="Freeform 682">
                <a:extLst>
                  <a:ext uri="{FF2B5EF4-FFF2-40B4-BE49-F238E27FC236}">
                    <a16:creationId xmlns:a16="http://schemas.microsoft.com/office/drawing/2014/main" id="{F147DD15-C437-4E6B-8807-FA6B621B63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563" y="5329238"/>
                <a:ext cx="47625" cy="55563"/>
              </a:xfrm>
              <a:custGeom>
                <a:avLst/>
                <a:gdLst>
                  <a:gd name="T0" fmla="*/ 4 w 12"/>
                  <a:gd name="T1" fmla="*/ 7 h 14"/>
                  <a:gd name="T2" fmla="*/ 9 w 12"/>
                  <a:gd name="T3" fmla="*/ 3 h 14"/>
                  <a:gd name="T4" fmla="*/ 9 w 12"/>
                  <a:gd name="T5" fmla="*/ 10 h 14"/>
                  <a:gd name="T6" fmla="*/ 1 w 12"/>
                  <a:gd name="T7" fmla="*/ 11 h 14"/>
                  <a:gd name="T8" fmla="*/ 3 w 12"/>
                  <a:gd name="T9" fmla="*/ 7 h 14"/>
                  <a:gd name="T10" fmla="*/ 4 w 12"/>
                  <a:gd name="T11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4">
                    <a:moveTo>
                      <a:pt x="4" y="7"/>
                    </a:moveTo>
                    <a:cubicBezTo>
                      <a:pt x="4" y="7"/>
                      <a:pt x="6" y="0"/>
                      <a:pt x="9" y="3"/>
                    </a:cubicBezTo>
                    <a:cubicBezTo>
                      <a:pt x="9" y="3"/>
                      <a:pt x="12" y="9"/>
                      <a:pt x="9" y="10"/>
                    </a:cubicBezTo>
                    <a:cubicBezTo>
                      <a:pt x="9" y="10"/>
                      <a:pt x="2" y="14"/>
                      <a:pt x="1" y="11"/>
                    </a:cubicBezTo>
                    <a:cubicBezTo>
                      <a:pt x="1" y="11"/>
                      <a:pt x="0" y="8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4" name="Freeform 683">
                <a:extLst>
                  <a:ext uri="{FF2B5EF4-FFF2-40B4-BE49-F238E27FC236}">
                    <a16:creationId xmlns:a16="http://schemas.microsoft.com/office/drawing/2014/main" id="{B95365C9-F296-4152-ACE1-84C5A8A81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938" y="5337175"/>
                <a:ext cx="74613" cy="47625"/>
              </a:xfrm>
              <a:custGeom>
                <a:avLst/>
                <a:gdLst>
                  <a:gd name="T0" fmla="*/ 11 w 19"/>
                  <a:gd name="T1" fmla="*/ 6 h 12"/>
                  <a:gd name="T2" fmla="*/ 0 w 19"/>
                  <a:gd name="T3" fmla="*/ 4 h 12"/>
                  <a:gd name="T4" fmla="*/ 4 w 19"/>
                  <a:gd name="T5" fmla="*/ 10 h 12"/>
                  <a:gd name="T6" fmla="*/ 17 w 19"/>
                  <a:gd name="T7" fmla="*/ 12 h 12"/>
                  <a:gd name="T8" fmla="*/ 17 w 19"/>
                  <a:gd name="T9" fmla="*/ 9 h 12"/>
                  <a:gd name="T10" fmla="*/ 14 w 19"/>
                  <a:gd name="T11" fmla="*/ 7 h 12"/>
                  <a:gd name="T12" fmla="*/ 11 w 19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2">
                    <a:moveTo>
                      <a:pt x="11" y="6"/>
                    </a:moveTo>
                    <a:cubicBezTo>
                      <a:pt x="11" y="6"/>
                      <a:pt x="0" y="0"/>
                      <a:pt x="0" y="4"/>
                    </a:cubicBezTo>
                    <a:cubicBezTo>
                      <a:pt x="0" y="4"/>
                      <a:pt x="1" y="9"/>
                      <a:pt x="4" y="10"/>
                    </a:cubicBezTo>
                    <a:cubicBezTo>
                      <a:pt x="8" y="11"/>
                      <a:pt x="11" y="12"/>
                      <a:pt x="17" y="12"/>
                    </a:cubicBezTo>
                    <a:cubicBezTo>
                      <a:pt x="17" y="12"/>
                      <a:pt x="19" y="11"/>
                      <a:pt x="17" y="9"/>
                    </a:cubicBezTo>
                    <a:cubicBezTo>
                      <a:pt x="17" y="9"/>
                      <a:pt x="17" y="8"/>
                      <a:pt x="14" y="7"/>
                    </a:cubicBezTo>
                    <a:cubicBezTo>
                      <a:pt x="12" y="7"/>
                      <a:pt x="11" y="6"/>
                      <a:pt x="11" y="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5" name="Freeform 684">
                <a:extLst>
                  <a:ext uri="{FF2B5EF4-FFF2-40B4-BE49-F238E27FC236}">
                    <a16:creationId xmlns:a16="http://schemas.microsoft.com/office/drawing/2014/main" id="{2EAD2E0F-0157-4E03-B1B3-6A0CBBD629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938" y="5337175"/>
                <a:ext cx="74613" cy="47625"/>
              </a:xfrm>
              <a:custGeom>
                <a:avLst/>
                <a:gdLst>
                  <a:gd name="T0" fmla="*/ 11 w 19"/>
                  <a:gd name="T1" fmla="*/ 6 h 12"/>
                  <a:gd name="T2" fmla="*/ 0 w 19"/>
                  <a:gd name="T3" fmla="*/ 4 h 12"/>
                  <a:gd name="T4" fmla="*/ 4 w 19"/>
                  <a:gd name="T5" fmla="*/ 10 h 12"/>
                  <a:gd name="T6" fmla="*/ 17 w 19"/>
                  <a:gd name="T7" fmla="*/ 12 h 12"/>
                  <a:gd name="T8" fmla="*/ 17 w 19"/>
                  <a:gd name="T9" fmla="*/ 9 h 12"/>
                  <a:gd name="T10" fmla="*/ 14 w 19"/>
                  <a:gd name="T11" fmla="*/ 7 h 12"/>
                  <a:gd name="T12" fmla="*/ 11 w 19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2">
                    <a:moveTo>
                      <a:pt x="11" y="6"/>
                    </a:moveTo>
                    <a:cubicBezTo>
                      <a:pt x="11" y="6"/>
                      <a:pt x="0" y="0"/>
                      <a:pt x="0" y="4"/>
                    </a:cubicBezTo>
                    <a:cubicBezTo>
                      <a:pt x="0" y="4"/>
                      <a:pt x="1" y="9"/>
                      <a:pt x="4" y="10"/>
                    </a:cubicBezTo>
                    <a:cubicBezTo>
                      <a:pt x="8" y="11"/>
                      <a:pt x="11" y="12"/>
                      <a:pt x="17" y="12"/>
                    </a:cubicBezTo>
                    <a:cubicBezTo>
                      <a:pt x="17" y="12"/>
                      <a:pt x="19" y="11"/>
                      <a:pt x="17" y="9"/>
                    </a:cubicBezTo>
                    <a:cubicBezTo>
                      <a:pt x="17" y="9"/>
                      <a:pt x="17" y="8"/>
                      <a:pt x="14" y="7"/>
                    </a:cubicBezTo>
                    <a:cubicBezTo>
                      <a:pt x="12" y="7"/>
                      <a:pt x="11" y="6"/>
                      <a:pt x="11" y="6"/>
                    </a:cubicBezTo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26" name="Freeform 685">
                <a:extLst>
                  <a:ext uri="{FF2B5EF4-FFF2-40B4-BE49-F238E27FC236}">
                    <a16:creationId xmlns:a16="http://schemas.microsoft.com/office/drawing/2014/main" id="{16D0EDD0-F9FC-4A6A-8889-E84BCA585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626" y="5451475"/>
                <a:ext cx="182563" cy="28575"/>
              </a:xfrm>
              <a:custGeom>
                <a:avLst/>
                <a:gdLst>
                  <a:gd name="T0" fmla="*/ 115 w 115"/>
                  <a:gd name="T1" fmla="*/ 0 h 18"/>
                  <a:gd name="T2" fmla="*/ 108 w 115"/>
                  <a:gd name="T3" fmla="*/ 3 h 18"/>
                  <a:gd name="T4" fmla="*/ 0 w 115"/>
                  <a:gd name="T5" fmla="*/ 8 h 18"/>
                  <a:gd name="T6" fmla="*/ 0 w 115"/>
                  <a:gd name="T7" fmla="*/ 18 h 18"/>
                  <a:gd name="T8" fmla="*/ 108 w 115"/>
                  <a:gd name="T9" fmla="*/ 15 h 18"/>
                  <a:gd name="T10" fmla="*/ 115 w 115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5" h="18">
                    <a:moveTo>
                      <a:pt x="115" y="0"/>
                    </a:moveTo>
                    <a:lnTo>
                      <a:pt x="108" y="3"/>
                    </a:lnTo>
                    <a:lnTo>
                      <a:pt x="0" y="8"/>
                    </a:lnTo>
                    <a:lnTo>
                      <a:pt x="0" y="18"/>
                    </a:lnTo>
                    <a:lnTo>
                      <a:pt x="108" y="15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  <p:cxnSp>
          <p:nvCxnSpPr>
            <p:cNvPr id="668" name="Straight Arrow Connector 667">
              <a:extLst>
                <a:ext uri="{FF2B5EF4-FFF2-40B4-BE49-F238E27FC236}">
                  <a16:creationId xmlns:a16="http://schemas.microsoft.com/office/drawing/2014/main" id="{F752CE90-C118-427A-A67E-4A00067B31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4815" y="2560029"/>
              <a:ext cx="551252" cy="545387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3" name="Group 742">
            <a:extLst>
              <a:ext uri="{FF2B5EF4-FFF2-40B4-BE49-F238E27FC236}">
                <a16:creationId xmlns:a16="http://schemas.microsoft.com/office/drawing/2014/main" id="{F44DD2D5-2240-4726-B7F8-000BF098E73A}"/>
              </a:ext>
            </a:extLst>
          </p:cNvPr>
          <p:cNvGrpSpPr/>
          <p:nvPr/>
        </p:nvGrpSpPr>
        <p:grpSpPr>
          <a:xfrm>
            <a:off x="4777095" y="5291937"/>
            <a:ext cx="1824605" cy="599883"/>
            <a:chOff x="4336772" y="3244062"/>
            <a:chExt cx="1824605" cy="599883"/>
          </a:xfrm>
        </p:grpSpPr>
        <p:sp>
          <p:nvSpPr>
            <p:cNvPr id="744" name="TextBox 743">
              <a:extLst>
                <a:ext uri="{FF2B5EF4-FFF2-40B4-BE49-F238E27FC236}">
                  <a16:creationId xmlns:a16="http://schemas.microsoft.com/office/drawing/2014/main" id="{B1E3A1B1-66FC-40B6-BDAE-84E8C46C0FE5}"/>
                </a:ext>
              </a:extLst>
            </p:cNvPr>
            <p:cNvSpPr txBox="1"/>
            <p:nvPr/>
          </p:nvSpPr>
          <p:spPr>
            <a:xfrm>
              <a:off x="4336772" y="3517702"/>
              <a:ext cx="1824605" cy="326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1600" dirty="0"/>
                <a:t>Storage</a:t>
              </a:r>
            </a:p>
          </p:txBody>
        </p:sp>
        <p:grpSp>
          <p:nvGrpSpPr>
            <p:cNvPr id="745" name="Gruppieren 48">
              <a:extLst>
                <a:ext uri="{FF2B5EF4-FFF2-40B4-BE49-F238E27FC236}">
                  <a16:creationId xmlns:a16="http://schemas.microsoft.com/office/drawing/2014/main" id="{20CE7890-D802-4DF2-9D62-018E5582B7B1}"/>
                </a:ext>
              </a:extLst>
            </p:cNvPr>
            <p:cNvGrpSpPr/>
            <p:nvPr/>
          </p:nvGrpSpPr>
          <p:grpSpPr>
            <a:xfrm>
              <a:off x="4353044" y="3244062"/>
              <a:ext cx="770328" cy="230845"/>
              <a:chOff x="1619672" y="3068960"/>
              <a:chExt cx="5184576" cy="1778249"/>
            </a:xfrm>
            <a:solidFill>
              <a:schemeClr val="accent1"/>
            </a:solidFill>
          </p:grpSpPr>
          <p:sp>
            <p:nvSpPr>
              <p:cNvPr id="747" name="Rectangle 67">
                <a:extLst>
                  <a:ext uri="{FF2B5EF4-FFF2-40B4-BE49-F238E27FC236}">
                    <a16:creationId xmlns:a16="http://schemas.microsoft.com/office/drawing/2014/main" id="{16364827-F49A-4D8D-AE38-270FB7670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1479" y="3424612"/>
                <a:ext cx="2236641" cy="1066950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48" name="Freeform 68">
                <a:extLst>
                  <a:ext uri="{FF2B5EF4-FFF2-40B4-BE49-F238E27FC236}">
                    <a16:creationId xmlns:a16="http://schemas.microsoft.com/office/drawing/2014/main" id="{4865BBC7-18C1-4D12-98CC-6052EF037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860" y="3132187"/>
                <a:ext cx="276619" cy="1359371"/>
              </a:xfrm>
              <a:custGeom>
                <a:avLst/>
                <a:gdLst>
                  <a:gd name="T0" fmla="*/ 35 w 35"/>
                  <a:gd name="T1" fmla="*/ 172 h 172"/>
                  <a:gd name="T2" fmla="*/ 0 w 35"/>
                  <a:gd name="T3" fmla="*/ 127 h 172"/>
                  <a:gd name="T4" fmla="*/ 0 w 35"/>
                  <a:gd name="T5" fmla="*/ 0 h 172"/>
                  <a:gd name="T6" fmla="*/ 35 w 35"/>
                  <a:gd name="T7" fmla="*/ 37 h 172"/>
                  <a:gd name="T8" fmla="*/ 35 w 35"/>
                  <a:gd name="T9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72">
                    <a:moveTo>
                      <a:pt x="35" y="172"/>
                    </a:moveTo>
                    <a:lnTo>
                      <a:pt x="0" y="127"/>
                    </a:lnTo>
                    <a:lnTo>
                      <a:pt x="0" y="0"/>
                    </a:lnTo>
                    <a:lnTo>
                      <a:pt x="35" y="37"/>
                    </a:lnTo>
                    <a:lnTo>
                      <a:pt x="35" y="172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49" name="Freeform 69">
                <a:extLst>
                  <a:ext uri="{FF2B5EF4-FFF2-40B4-BE49-F238E27FC236}">
                    <a16:creationId xmlns:a16="http://schemas.microsoft.com/office/drawing/2014/main" id="{BE291591-BE7A-49F2-BFA3-9025D716C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860" y="3132187"/>
                <a:ext cx="2513255" cy="292425"/>
              </a:xfrm>
              <a:custGeom>
                <a:avLst/>
                <a:gdLst>
                  <a:gd name="T0" fmla="*/ 318 w 318"/>
                  <a:gd name="T1" fmla="*/ 37 h 37"/>
                  <a:gd name="T2" fmla="*/ 283 w 318"/>
                  <a:gd name="T3" fmla="*/ 0 h 37"/>
                  <a:gd name="T4" fmla="*/ 0 w 318"/>
                  <a:gd name="T5" fmla="*/ 0 h 37"/>
                  <a:gd name="T6" fmla="*/ 35 w 318"/>
                  <a:gd name="T7" fmla="*/ 37 h 37"/>
                  <a:gd name="T8" fmla="*/ 318 w 318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37">
                    <a:moveTo>
                      <a:pt x="318" y="37"/>
                    </a:moveTo>
                    <a:lnTo>
                      <a:pt x="283" y="0"/>
                    </a:lnTo>
                    <a:lnTo>
                      <a:pt x="0" y="0"/>
                    </a:lnTo>
                    <a:lnTo>
                      <a:pt x="35" y="37"/>
                    </a:lnTo>
                    <a:lnTo>
                      <a:pt x="318" y="3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0" name="Freeform 70">
                <a:extLst>
                  <a:ext uri="{FF2B5EF4-FFF2-40B4-BE49-F238E27FC236}">
                    <a16:creationId xmlns:a16="http://schemas.microsoft.com/office/drawing/2014/main" id="{6154E804-8FFB-46AC-B497-E854294C5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0512" y="3092672"/>
                <a:ext cx="276619" cy="213392"/>
              </a:xfrm>
              <a:custGeom>
                <a:avLst/>
                <a:gdLst>
                  <a:gd name="T0" fmla="*/ 0 w 14"/>
                  <a:gd name="T1" fmla="*/ 0 h 11"/>
                  <a:gd name="T2" fmla="*/ 0 w 14"/>
                  <a:gd name="T3" fmla="*/ 10 h 11"/>
                  <a:gd name="T4" fmla="*/ 0 w 14"/>
                  <a:gd name="T5" fmla="*/ 10 h 11"/>
                  <a:gd name="T6" fmla="*/ 7 w 14"/>
                  <a:gd name="T7" fmla="*/ 11 h 11"/>
                  <a:gd name="T8" fmla="*/ 14 w 14"/>
                  <a:gd name="T9" fmla="*/ 10 h 11"/>
                  <a:gd name="T10" fmla="*/ 14 w 14"/>
                  <a:gd name="T11" fmla="*/ 10 h 11"/>
                  <a:gd name="T12" fmla="*/ 14 w 14"/>
                  <a:gd name="T13" fmla="*/ 0 h 11"/>
                  <a:gd name="T14" fmla="*/ 0 w 14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3" y="11"/>
                      <a:pt x="7" y="11"/>
                    </a:cubicBezTo>
                    <a:cubicBezTo>
                      <a:pt x="10" y="11"/>
                      <a:pt x="13" y="11"/>
                      <a:pt x="14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1" name="Oval 71">
                <a:extLst>
                  <a:ext uri="{FF2B5EF4-FFF2-40B4-BE49-F238E27FC236}">
                    <a16:creationId xmlns:a16="http://schemas.microsoft.com/office/drawing/2014/main" id="{03685F3A-C85E-43BB-858E-1BCCCB61AC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0512" y="3068960"/>
                <a:ext cx="276619" cy="39519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2" name="Freeform 72">
                <a:extLst>
                  <a:ext uri="{FF2B5EF4-FFF2-40B4-BE49-F238E27FC236}">
                    <a16:creationId xmlns:a16="http://schemas.microsoft.com/office/drawing/2014/main" id="{43B4C9BE-8D37-4EC5-A279-79E2FF657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6817" y="3108479"/>
                <a:ext cx="300326" cy="221293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0 w 15"/>
                  <a:gd name="T5" fmla="*/ 10 h 11"/>
                  <a:gd name="T6" fmla="*/ 7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4" y="11"/>
                      <a:pt x="7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3" name="Oval 73">
                <a:extLst>
                  <a:ext uri="{FF2B5EF4-FFF2-40B4-BE49-F238E27FC236}">
                    <a16:creationId xmlns:a16="http://schemas.microsoft.com/office/drawing/2014/main" id="{456E14F8-99C5-47DD-854A-134F80241C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6817" y="3068960"/>
                <a:ext cx="300326" cy="63227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4" name="Rectangle 76">
                <a:extLst>
                  <a:ext uri="{FF2B5EF4-FFF2-40B4-BE49-F238E27FC236}">
                    <a16:creationId xmlns:a16="http://schemas.microsoft.com/office/drawing/2014/main" id="{49390041-D42B-465C-B5FE-DDB0F296B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9998" y="3424612"/>
                <a:ext cx="2212929" cy="1066950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5" name="Freeform 77">
                <a:extLst>
                  <a:ext uri="{FF2B5EF4-FFF2-40B4-BE49-F238E27FC236}">
                    <a16:creationId xmlns:a16="http://schemas.microsoft.com/office/drawing/2014/main" id="{43FE1A3A-56C3-4308-9C69-F69A78C13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3132187"/>
                <a:ext cx="300326" cy="1359371"/>
              </a:xfrm>
              <a:custGeom>
                <a:avLst/>
                <a:gdLst>
                  <a:gd name="T0" fmla="*/ 38 w 38"/>
                  <a:gd name="T1" fmla="*/ 172 h 172"/>
                  <a:gd name="T2" fmla="*/ 0 w 38"/>
                  <a:gd name="T3" fmla="*/ 127 h 172"/>
                  <a:gd name="T4" fmla="*/ 0 w 38"/>
                  <a:gd name="T5" fmla="*/ 0 h 172"/>
                  <a:gd name="T6" fmla="*/ 38 w 38"/>
                  <a:gd name="T7" fmla="*/ 37 h 172"/>
                  <a:gd name="T8" fmla="*/ 38 w 38"/>
                  <a:gd name="T9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72">
                    <a:moveTo>
                      <a:pt x="38" y="172"/>
                    </a:moveTo>
                    <a:lnTo>
                      <a:pt x="0" y="127"/>
                    </a:lnTo>
                    <a:lnTo>
                      <a:pt x="0" y="0"/>
                    </a:lnTo>
                    <a:lnTo>
                      <a:pt x="38" y="37"/>
                    </a:lnTo>
                    <a:lnTo>
                      <a:pt x="38" y="172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6" name="Freeform 78">
                <a:extLst>
                  <a:ext uri="{FF2B5EF4-FFF2-40B4-BE49-F238E27FC236}">
                    <a16:creationId xmlns:a16="http://schemas.microsoft.com/office/drawing/2014/main" id="{44C1A389-015F-42BD-9152-71B64C7AE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672" y="3132187"/>
                <a:ext cx="2513255" cy="292425"/>
              </a:xfrm>
              <a:custGeom>
                <a:avLst/>
                <a:gdLst>
                  <a:gd name="T0" fmla="*/ 318 w 318"/>
                  <a:gd name="T1" fmla="*/ 37 h 37"/>
                  <a:gd name="T2" fmla="*/ 286 w 318"/>
                  <a:gd name="T3" fmla="*/ 0 h 37"/>
                  <a:gd name="T4" fmla="*/ 0 w 318"/>
                  <a:gd name="T5" fmla="*/ 0 h 37"/>
                  <a:gd name="T6" fmla="*/ 38 w 318"/>
                  <a:gd name="T7" fmla="*/ 37 h 37"/>
                  <a:gd name="T8" fmla="*/ 318 w 318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37">
                    <a:moveTo>
                      <a:pt x="318" y="37"/>
                    </a:moveTo>
                    <a:lnTo>
                      <a:pt x="286" y="0"/>
                    </a:lnTo>
                    <a:lnTo>
                      <a:pt x="0" y="0"/>
                    </a:lnTo>
                    <a:lnTo>
                      <a:pt x="38" y="37"/>
                    </a:lnTo>
                    <a:lnTo>
                      <a:pt x="318" y="3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7" name="Freeform 79">
                <a:extLst>
                  <a:ext uri="{FF2B5EF4-FFF2-40B4-BE49-F238E27FC236}">
                    <a16:creationId xmlns:a16="http://schemas.microsoft.com/office/drawing/2014/main" id="{B61A0309-0895-4052-A979-318977354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5324" y="3092672"/>
                <a:ext cx="300326" cy="213392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0 w 15"/>
                  <a:gd name="T5" fmla="*/ 10 h 11"/>
                  <a:gd name="T6" fmla="*/ 7 w 15"/>
                  <a:gd name="T7" fmla="*/ 11 h 11"/>
                  <a:gd name="T8" fmla="*/ 14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4" y="11"/>
                      <a:pt x="7" y="11"/>
                    </a:cubicBezTo>
                    <a:cubicBezTo>
                      <a:pt x="11" y="11"/>
                      <a:pt x="14" y="11"/>
                      <a:pt x="14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8" name="Oval 80">
                <a:extLst>
                  <a:ext uri="{FF2B5EF4-FFF2-40B4-BE49-F238E27FC236}">
                    <a16:creationId xmlns:a16="http://schemas.microsoft.com/office/drawing/2014/main" id="{662A6B56-EFD4-4B69-A094-A1D0410325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5324" y="3068960"/>
                <a:ext cx="300326" cy="39519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59" name="Freeform 81">
                <a:extLst>
                  <a:ext uri="{FF2B5EF4-FFF2-40B4-BE49-F238E27FC236}">
                    <a16:creationId xmlns:a16="http://schemas.microsoft.com/office/drawing/2014/main" id="{D74999A6-B19F-472C-B527-4E432BCA8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628" y="3108479"/>
                <a:ext cx="300326" cy="221293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1 w 15"/>
                  <a:gd name="T5" fmla="*/ 10 h 11"/>
                  <a:gd name="T6" fmla="*/ 8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1"/>
                      <a:pt x="4" y="11"/>
                      <a:pt x="8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0" name="Oval 82">
                <a:extLst>
                  <a:ext uri="{FF2B5EF4-FFF2-40B4-BE49-F238E27FC236}">
                    <a16:creationId xmlns:a16="http://schemas.microsoft.com/office/drawing/2014/main" id="{4116DDAC-D5AB-49EA-91F5-0668C366B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628" y="3068960"/>
                <a:ext cx="300326" cy="63227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1" name="Rectangle 85">
                <a:extLst>
                  <a:ext uri="{FF2B5EF4-FFF2-40B4-BE49-F238E27FC236}">
                    <a16:creationId xmlns:a16="http://schemas.microsoft.com/office/drawing/2014/main" id="{9B698D10-D0A6-457E-B3A0-71DD13114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1319" y="3780259"/>
                <a:ext cx="2212929" cy="1066950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2" name="Freeform 86">
                <a:extLst>
                  <a:ext uri="{FF2B5EF4-FFF2-40B4-BE49-F238E27FC236}">
                    <a16:creationId xmlns:a16="http://schemas.microsoft.com/office/drawing/2014/main" id="{E510EB17-FFA5-48E8-A0E0-67856B3C4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0993" y="3503645"/>
                <a:ext cx="300326" cy="1343564"/>
              </a:xfrm>
              <a:custGeom>
                <a:avLst/>
                <a:gdLst>
                  <a:gd name="T0" fmla="*/ 38 w 38"/>
                  <a:gd name="T1" fmla="*/ 170 h 170"/>
                  <a:gd name="T2" fmla="*/ 0 w 38"/>
                  <a:gd name="T3" fmla="*/ 128 h 170"/>
                  <a:gd name="T4" fmla="*/ 0 w 38"/>
                  <a:gd name="T5" fmla="*/ 0 h 170"/>
                  <a:gd name="T6" fmla="*/ 38 w 38"/>
                  <a:gd name="T7" fmla="*/ 35 h 170"/>
                  <a:gd name="T8" fmla="*/ 38 w 38"/>
                  <a:gd name="T9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70">
                    <a:moveTo>
                      <a:pt x="38" y="170"/>
                    </a:moveTo>
                    <a:lnTo>
                      <a:pt x="0" y="128"/>
                    </a:lnTo>
                    <a:lnTo>
                      <a:pt x="0" y="0"/>
                    </a:lnTo>
                    <a:lnTo>
                      <a:pt x="38" y="35"/>
                    </a:lnTo>
                    <a:lnTo>
                      <a:pt x="38" y="17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3" name="Freeform 87">
                <a:extLst>
                  <a:ext uri="{FF2B5EF4-FFF2-40B4-BE49-F238E27FC236}">
                    <a16:creationId xmlns:a16="http://schemas.microsoft.com/office/drawing/2014/main" id="{39889CD1-6B8F-492C-BC95-B291FF8E4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0993" y="3503645"/>
                <a:ext cx="2513255" cy="276619"/>
              </a:xfrm>
              <a:custGeom>
                <a:avLst/>
                <a:gdLst>
                  <a:gd name="T0" fmla="*/ 318 w 318"/>
                  <a:gd name="T1" fmla="*/ 35 h 35"/>
                  <a:gd name="T2" fmla="*/ 286 w 318"/>
                  <a:gd name="T3" fmla="*/ 0 h 35"/>
                  <a:gd name="T4" fmla="*/ 0 w 318"/>
                  <a:gd name="T5" fmla="*/ 0 h 35"/>
                  <a:gd name="T6" fmla="*/ 38 w 318"/>
                  <a:gd name="T7" fmla="*/ 35 h 35"/>
                  <a:gd name="T8" fmla="*/ 318 w 318"/>
                  <a:gd name="T9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35">
                    <a:moveTo>
                      <a:pt x="318" y="35"/>
                    </a:moveTo>
                    <a:lnTo>
                      <a:pt x="286" y="0"/>
                    </a:lnTo>
                    <a:lnTo>
                      <a:pt x="0" y="0"/>
                    </a:lnTo>
                    <a:lnTo>
                      <a:pt x="38" y="35"/>
                    </a:lnTo>
                    <a:lnTo>
                      <a:pt x="318" y="3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4" name="Freeform 88">
                <a:extLst>
                  <a:ext uri="{FF2B5EF4-FFF2-40B4-BE49-F238E27FC236}">
                    <a16:creationId xmlns:a16="http://schemas.microsoft.com/office/drawing/2014/main" id="{F4F02971-392C-4F31-AD3F-9FD559A6DD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6645" y="3464126"/>
                <a:ext cx="300326" cy="221293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0 w 15"/>
                  <a:gd name="T5" fmla="*/ 10 h 11"/>
                  <a:gd name="T6" fmla="*/ 7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4" y="11"/>
                      <a:pt x="7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5" name="Oval 89">
                <a:extLst>
                  <a:ext uri="{FF2B5EF4-FFF2-40B4-BE49-F238E27FC236}">
                    <a16:creationId xmlns:a16="http://schemas.microsoft.com/office/drawing/2014/main" id="{8B24BA9A-F6D4-4B78-82DD-C138B0E17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6645" y="3424612"/>
                <a:ext cx="300326" cy="63227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6" name="Freeform 90">
                <a:extLst>
                  <a:ext uri="{FF2B5EF4-FFF2-40B4-BE49-F238E27FC236}">
                    <a16:creationId xmlns:a16="http://schemas.microsoft.com/office/drawing/2014/main" id="{3C4DBF2E-B23A-48EF-A5F3-A65488499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6662" y="3464126"/>
                <a:ext cx="276619" cy="237100"/>
              </a:xfrm>
              <a:custGeom>
                <a:avLst/>
                <a:gdLst>
                  <a:gd name="T0" fmla="*/ 0 w 14"/>
                  <a:gd name="T1" fmla="*/ 0 h 12"/>
                  <a:gd name="T2" fmla="*/ 0 w 14"/>
                  <a:gd name="T3" fmla="*/ 11 h 12"/>
                  <a:gd name="T4" fmla="*/ 0 w 14"/>
                  <a:gd name="T5" fmla="*/ 11 h 12"/>
                  <a:gd name="T6" fmla="*/ 7 w 14"/>
                  <a:gd name="T7" fmla="*/ 12 h 12"/>
                  <a:gd name="T8" fmla="*/ 14 w 14"/>
                  <a:gd name="T9" fmla="*/ 11 h 12"/>
                  <a:gd name="T10" fmla="*/ 14 w 14"/>
                  <a:gd name="T11" fmla="*/ 11 h 12"/>
                  <a:gd name="T12" fmla="*/ 14 w 14"/>
                  <a:gd name="T13" fmla="*/ 0 h 12"/>
                  <a:gd name="T14" fmla="*/ 0 w 14"/>
                  <a:gd name="T1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12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3" y="12"/>
                      <a:pt x="7" y="12"/>
                    </a:cubicBezTo>
                    <a:cubicBezTo>
                      <a:pt x="11" y="12"/>
                      <a:pt x="14" y="11"/>
                      <a:pt x="14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7" name="Oval 91">
                <a:extLst>
                  <a:ext uri="{FF2B5EF4-FFF2-40B4-BE49-F238E27FC236}">
                    <a16:creationId xmlns:a16="http://schemas.microsoft.com/office/drawing/2014/main" id="{B0174365-8CDE-48FE-9815-B6A71C9EE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6662" y="3448319"/>
                <a:ext cx="276619" cy="39519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8" name="Rectangle 94">
                <a:extLst>
                  <a:ext uri="{FF2B5EF4-FFF2-40B4-BE49-F238E27FC236}">
                    <a16:creationId xmlns:a16="http://schemas.microsoft.com/office/drawing/2014/main" id="{3F72A2C8-1318-4E04-85FB-C1EEE7E081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6131" y="3780259"/>
                <a:ext cx="2236641" cy="1066950"/>
              </a:xfrm>
              <a:prstGeom prst="rect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69" name="Freeform 95">
                <a:extLst>
                  <a:ext uri="{FF2B5EF4-FFF2-40B4-BE49-F238E27FC236}">
                    <a16:creationId xmlns:a16="http://schemas.microsoft.com/office/drawing/2014/main" id="{99C95401-D9F2-426F-9D58-4001CF442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517" y="3487838"/>
                <a:ext cx="276619" cy="1359371"/>
              </a:xfrm>
              <a:custGeom>
                <a:avLst/>
                <a:gdLst>
                  <a:gd name="T0" fmla="*/ 35 w 35"/>
                  <a:gd name="T1" fmla="*/ 172 h 172"/>
                  <a:gd name="T2" fmla="*/ 0 w 35"/>
                  <a:gd name="T3" fmla="*/ 127 h 172"/>
                  <a:gd name="T4" fmla="*/ 0 w 35"/>
                  <a:gd name="T5" fmla="*/ 0 h 172"/>
                  <a:gd name="T6" fmla="*/ 35 w 35"/>
                  <a:gd name="T7" fmla="*/ 37 h 172"/>
                  <a:gd name="T8" fmla="*/ 35 w 35"/>
                  <a:gd name="T9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72">
                    <a:moveTo>
                      <a:pt x="35" y="172"/>
                    </a:moveTo>
                    <a:lnTo>
                      <a:pt x="0" y="127"/>
                    </a:lnTo>
                    <a:lnTo>
                      <a:pt x="0" y="0"/>
                    </a:lnTo>
                    <a:lnTo>
                      <a:pt x="35" y="37"/>
                    </a:lnTo>
                    <a:lnTo>
                      <a:pt x="35" y="172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0" name="Freeform 96">
                <a:extLst>
                  <a:ext uri="{FF2B5EF4-FFF2-40B4-BE49-F238E27FC236}">
                    <a16:creationId xmlns:a16="http://schemas.microsoft.com/office/drawing/2014/main" id="{2ED05111-5546-44AD-9EB4-3D96CDFAE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517" y="3487838"/>
                <a:ext cx="2513255" cy="292425"/>
              </a:xfrm>
              <a:custGeom>
                <a:avLst/>
                <a:gdLst>
                  <a:gd name="T0" fmla="*/ 318 w 318"/>
                  <a:gd name="T1" fmla="*/ 37 h 37"/>
                  <a:gd name="T2" fmla="*/ 283 w 318"/>
                  <a:gd name="T3" fmla="*/ 0 h 37"/>
                  <a:gd name="T4" fmla="*/ 0 w 318"/>
                  <a:gd name="T5" fmla="*/ 0 h 37"/>
                  <a:gd name="T6" fmla="*/ 35 w 318"/>
                  <a:gd name="T7" fmla="*/ 37 h 37"/>
                  <a:gd name="T8" fmla="*/ 318 w 318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37">
                    <a:moveTo>
                      <a:pt x="318" y="37"/>
                    </a:moveTo>
                    <a:lnTo>
                      <a:pt x="283" y="0"/>
                    </a:lnTo>
                    <a:lnTo>
                      <a:pt x="0" y="0"/>
                    </a:lnTo>
                    <a:lnTo>
                      <a:pt x="35" y="37"/>
                    </a:lnTo>
                    <a:lnTo>
                      <a:pt x="318" y="3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1" name="Freeform 97">
                <a:extLst>
                  <a:ext uri="{FF2B5EF4-FFF2-40B4-BE49-F238E27FC236}">
                    <a16:creationId xmlns:a16="http://schemas.microsoft.com/office/drawing/2014/main" id="{60D075BB-C4E9-4898-B108-45437DC0F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9357" y="3448319"/>
                <a:ext cx="292425" cy="213392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1 w 15"/>
                  <a:gd name="T5" fmla="*/ 10 h 11"/>
                  <a:gd name="T6" fmla="*/ 8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1"/>
                      <a:pt x="4" y="11"/>
                      <a:pt x="8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2" name="Oval 98">
                <a:extLst>
                  <a:ext uri="{FF2B5EF4-FFF2-40B4-BE49-F238E27FC236}">
                    <a16:creationId xmlns:a16="http://schemas.microsoft.com/office/drawing/2014/main" id="{976C04A1-85F0-4661-8B31-6E8852BD89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9357" y="3424612"/>
                <a:ext cx="292425" cy="39519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3" name="Freeform 99">
                <a:extLst>
                  <a:ext uri="{FF2B5EF4-FFF2-40B4-BE49-F238E27FC236}">
                    <a16:creationId xmlns:a16="http://schemas.microsoft.com/office/drawing/2014/main" id="{AD40BE23-23F0-48AF-AC2F-FB8A15199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1473" y="3464126"/>
                <a:ext cx="292425" cy="221293"/>
              </a:xfrm>
              <a:custGeom>
                <a:avLst/>
                <a:gdLst>
                  <a:gd name="T0" fmla="*/ 0 w 15"/>
                  <a:gd name="T1" fmla="*/ 0 h 11"/>
                  <a:gd name="T2" fmla="*/ 0 w 15"/>
                  <a:gd name="T3" fmla="*/ 10 h 11"/>
                  <a:gd name="T4" fmla="*/ 0 w 15"/>
                  <a:gd name="T5" fmla="*/ 10 h 11"/>
                  <a:gd name="T6" fmla="*/ 7 w 15"/>
                  <a:gd name="T7" fmla="*/ 11 h 11"/>
                  <a:gd name="T8" fmla="*/ 15 w 15"/>
                  <a:gd name="T9" fmla="*/ 10 h 11"/>
                  <a:gd name="T10" fmla="*/ 15 w 15"/>
                  <a:gd name="T11" fmla="*/ 10 h 11"/>
                  <a:gd name="T12" fmla="*/ 15 w 15"/>
                  <a:gd name="T13" fmla="*/ 0 h 11"/>
                  <a:gd name="T14" fmla="*/ 0 w 15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4" y="11"/>
                      <a:pt x="7" y="11"/>
                    </a:cubicBezTo>
                    <a:cubicBezTo>
                      <a:pt x="11" y="11"/>
                      <a:pt x="14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4" name="Oval 100">
                <a:extLst>
                  <a:ext uri="{FF2B5EF4-FFF2-40B4-BE49-F238E27FC236}">
                    <a16:creationId xmlns:a16="http://schemas.microsoft.com/office/drawing/2014/main" id="{18641C4C-DBBC-48D1-8B19-36A3D0622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473" y="3424612"/>
                <a:ext cx="292425" cy="63227"/>
              </a:xfrm>
              <a:prstGeom prst="ellipse">
                <a:avLst/>
              </a:pr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5" name="Freeform 101">
                <a:extLst>
                  <a:ext uri="{FF2B5EF4-FFF2-40B4-BE49-F238E27FC236}">
                    <a16:creationId xmlns:a16="http://schemas.microsoft.com/office/drawing/2014/main" id="{6C85AEC4-990D-4C77-B5DB-E702ABEE6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8390" y="3487838"/>
                <a:ext cx="134359" cy="134359"/>
              </a:xfrm>
              <a:custGeom>
                <a:avLst/>
                <a:gdLst>
                  <a:gd name="T0" fmla="*/ 10 w 17"/>
                  <a:gd name="T1" fmla="*/ 17 h 17"/>
                  <a:gd name="T2" fmla="*/ 10 w 17"/>
                  <a:gd name="T3" fmla="*/ 10 h 17"/>
                  <a:gd name="T4" fmla="*/ 17 w 17"/>
                  <a:gd name="T5" fmla="*/ 10 h 17"/>
                  <a:gd name="T6" fmla="*/ 17 w 17"/>
                  <a:gd name="T7" fmla="*/ 7 h 17"/>
                  <a:gd name="T8" fmla="*/ 10 w 17"/>
                  <a:gd name="T9" fmla="*/ 7 h 17"/>
                  <a:gd name="T10" fmla="*/ 10 w 17"/>
                  <a:gd name="T11" fmla="*/ 0 h 17"/>
                  <a:gd name="T12" fmla="*/ 7 w 17"/>
                  <a:gd name="T13" fmla="*/ 0 h 17"/>
                  <a:gd name="T14" fmla="*/ 7 w 17"/>
                  <a:gd name="T15" fmla="*/ 7 h 17"/>
                  <a:gd name="T16" fmla="*/ 0 w 17"/>
                  <a:gd name="T17" fmla="*/ 7 h 17"/>
                  <a:gd name="T18" fmla="*/ 0 w 17"/>
                  <a:gd name="T19" fmla="*/ 10 h 17"/>
                  <a:gd name="T20" fmla="*/ 7 w 17"/>
                  <a:gd name="T21" fmla="*/ 10 h 17"/>
                  <a:gd name="T22" fmla="*/ 7 w 17"/>
                  <a:gd name="T23" fmla="*/ 17 h 17"/>
                  <a:gd name="T24" fmla="*/ 10 w 17"/>
                  <a:gd name="T25" fmla="*/ 17 h 17"/>
                  <a:gd name="T26" fmla="*/ 10 w 17"/>
                  <a:gd name="T2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10" y="17"/>
                    </a:moveTo>
                    <a:lnTo>
                      <a:pt x="10" y="10"/>
                    </a:lnTo>
                    <a:lnTo>
                      <a:pt x="17" y="10"/>
                    </a:lnTo>
                    <a:lnTo>
                      <a:pt x="17" y="7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7" y="10"/>
                    </a:lnTo>
                    <a:lnTo>
                      <a:pt x="7" y="17"/>
                    </a:lnTo>
                    <a:lnTo>
                      <a:pt x="10" y="17"/>
                    </a:lnTo>
                    <a:lnTo>
                      <a:pt x="10" y="1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6" name="Freeform 102">
                <a:extLst>
                  <a:ext uri="{FF2B5EF4-FFF2-40B4-BE49-F238E27FC236}">
                    <a16:creationId xmlns:a16="http://schemas.microsoft.com/office/drawing/2014/main" id="{F2679B8D-04E4-4C9E-9189-C42CE80170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6071" y="3569696"/>
                <a:ext cx="63227" cy="23712"/>
              </a:xfrm>
              <a:custGeom>
                <a:avLst/>
                <a:gdLst>
                  <a:gd name="T0" fmla="*/ 0 w 8"/>
                  <a:gd name="T1" fmla="*/ 3 h 3"/>
                  <a:gd name="T2" fmla="*/ 8 w 8"/>
                  <a:gd name="T3" fmla="*/ 3 h 3"/>
                  <a:gd name="T4" fmla="*/ 8 w 8"/>
                  <a:gd name="T5" fmla="*/ 0 h 3"/>
                  <a:gd name="T6" fmla="*/ 0 w 8"/>
                  <a:gd name="T7" fmla="*/ 0 h 3"/>
                  <a:gd name="T8" fmla="*/ 0 w 8"/>
                  <a:gd name="T9" fmla="*/ 3 h 3"/>
                  <a:gd name="T10" fmla="*/ 0 w 8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0" y="3"/>
                    </a:moveTo>
                    <a:lnTo>
                      <a:pt x="8" y="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7" name="Freeform 101">
                <a:extLst>
                  <a:ext uri="{FF2B5EF4-FFF2-40B4-BE49-F238E27FC236}">
                    <a16:creationId xmlns:a16="http://schemas.microsoft.com/office/drawing/2014/main" id="{8087BA06-6059-4CA3-879F-1E5C740E6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667" y="3130517"/>
                <a:ext cx="134359" cy="134359"/>
              </a:xfrm>
              <a:custGeom>
                <a:avLst/>
                <a:gdLst>
                  <a:gd name="T0" fmla="*/ 10 w 17"/>
                  <a:gd name="T1" fmla="*/ 17 h 17"/>
                  <a:gd name="T2" fmla="*/ 10 w 17"/>
                  <a:gd name="T3" fmla="*/ 10 h 17"/>
                  <a:gd name="T4" fmla="*/ 17 w 17"/>
                  <a:gd name="T5" fmla="*/ 10 h 17"/>
                  <a:gd name="T6" fmla="*/ 17 w 17"/>
                  <a:gd name="T7" fmla="*/ 7 h 17"/>
                  <a:gd name="T8" fmla="*/ 10 w 17"/>
                  <a:gd name="T9" fmla="*/ 7 h 17"/>
                  <a:gd name="T10" fmla="*/ 10 w 17"/>
                  <a:gd name="T11" fmla="*/ 0 h 17"/>
                  <a:gd name="T12" fmla="*/ 7 w 17"/>
                  <a:gd name="T13" fmla="*/ 0 h 17"/>
                  <a:gd name="T14" fmla="*/ 7 w 17"/>
                  <a:gd name="T15" fmla="*/ 7 h 17"/>
                  <a:gd name="T16" fmla="*/ 0 w 17"/>
                  <a:gd name="T17" fmla="*/ 7 h 17"/>
                  <a:gd name="T18" fmla="*/ 0 w 17"/>
                  <a:gd name="T19" fmla="*/ 10 h 17"/>
                  <a:gd name="T20" fmla="*/ 7 w 17"/>
                  <a:gd name="T21" fmla="*/ 10 h 17"/>
                  <a:gd name="T22" fmla="*/ 7 w 17"/>
                  <a:gd name="T23" fmla="*/ 17 h 17"/>
                  <a:gd name="T24" fmla="*/ 10 w 17"/>
                  <a:gd name="T25" fmla="*/ 17 h 17"/>
                  <a:gd name="T26" fmla="*/ 10 w 17"/>
                  <a:gd name="T2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10" y="17"/>
                    </a:moveTo>
                    <a:lnTo>
                      <a:pt x="10" y="10"/>
                    </a:lnTo>
                    <a:lnTo>
                      <a:pt x="17" y="10"/>
                    </a:lnTo>
                    <a:lnTo>
                      <a:pt x="17" y="7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7" y="10"/>
                    </a:lnTo>
                    <a:lnTo>
                      <a:pt x="7" y="17"/>
                    </a:lnTo>
                    <a:lnTo>
                      <a:pt x="10" y="17"/>
                    </a:lnTo>
                    <a:lnTo>
                      <a:pt x="10" y="1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8" name="Freeform 101">
                <a:extLst>
                  <a:ext uri="{FF2B5EF4-FFF2-40B4-BE49-F238E27FC236}">
                    <a16:creationId xmlns:a16="http://schemas.microsoft.com/office/drawing/2014/main" id="{680365DF-0D7C-44D7-9B73-79D1B8E10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3579" y="3520163"/>
                <a:ext cx="134359" cy="134359"/>
              </a:xfrm>
              <a:custGeom>
                <a:avLst/>
                <a:gdLst>
                  <a:gd name="T0" fmla="*/ 10 w 17"/>
                  <a:gd name="T1" fmla="*/ 17 h 17"/>
                  <a:gd name="T2" fmla="*/ 10 w 17"/>
                  <a:gd name="T3" fmla="*/ 10 h 17"/>
                  <a:gd name="T4" fmla="*/ 17 w 17"/>
                  <a:gd name="T5" fmla="*/ 10 h 17"/>
                  <a:gd name="T6" fmla="*/ 17 w 17"/>
                  <a:gd name="T7" fmla="*/ 7 h 17"/>
                  <a:gd name="T8" fmla="*/ 10 w 17"/>
                  <a:gd name="T9" fmla="*/ 7 h 17"/>
                  <a:gd name="T10" fmla="*/ 10 w 17"/>
                  <a:gd name="T11" fmla="*/ 0 h 17"/>
                  <a:gd name="T12" fmla="*/ 7 w 17"/>
                  <a:gd name="T13" fmla="*/ 0 h 17"/>
                  <a:gd name="T14" fmla="*/ 7 w 17"/>
                  <a:gd name="T15" fmla="*/ 7 h 17"/>
                  <a:gd name="T16" fmla="*/ 0 w 17"/>
                  <a:gd name="T17" fmla="*/ 7 h 17"/>
                  <a:gd name="T18" fmla="*/ 0 w 17"/>
                  <a:gd name="T19" fmla="*/ 10 h 17"/>
                  <a:gd name="T20" fmla="*/ 7 w 17"/>
                  <a:gd name="T21" fmla="*/ 10 h 17"/>
                  <a:gd name="T22" fmla="*/ 7 w 17"/>
                  <a:gd name="T23" fmla="*/ 17 h 17"/>
                  <a:gd name="T24" fmla="*/ 10 w 17"/>
                  <a:gd name="T25" fmla="*/ 17 h 17"/>
                  <a:gd name="T26" fmla="*/ 10 w 17"/>
                  <a:gd name="T2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10" y="17"/>
                    </a:moveTo>
                    <a:lnTo>
                      <a:pt x="10" y="10"/>
                    </a:lnTo>
                    <a:lnTo>
                      <a:pt x="17" y="10"/>
                    </a:lnTo>
                    <a:lnTo>
                      <a:pt x="17" y="7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7" y="10"/>
                    </a:lnTo>
                    <a:lnTo>
                      <a:pt x="7" y="17"/>
                    </a:lnTo>
                    <a:lnTo>
                      <a:pt x="10" y="17"/>
                    </a:lnTo>
                    <a:lnTo>
                      <a:pt x="10" y="1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79" name="Freeform 101">
                <a:extLst>
                  <a:ext uri="{FF2B5EF4-FFF2-40B4-BE49-F238E27FC236}">
                    <a16:creationId xmlns:a16="http://schemas.microsoft.com/office/drawing/2014/main" id="{4B2A10D3-413A-4E83-BF7F-A6CF2A9C3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7443" y="3136139"/>
                <a:ext cx="134359" cy="134359"/>
              </a:xfrm>
              <a:custGeom>
                <a:avLst/>
                <a:gdLst>
                  <a:gd name="T0" fmla="*/ 10 w 17"/>
                  <a:gd name="T1" fmla="*/ 17 h 17"/>
                  <a:gd name="T2" fmla="*/ 10 w 17"/>
                  <a:gd name="T3" fmla="*/ 10 h 17"/>
                  <a:gd name="T4" fmla="*/ 17 w 17"/>
                  <a:gd name="T5" fmla="*/ 10 h 17"/>
                  <a:gd name="T6" fmla="*/ 17 w 17"/>
                  <a:gd name="T7" fmla="*/ 7 h 17"/>
                  <a:gd name="T8" fmla="*/ 10 w 17"/>
                  <a:gd name="T9" fmla="*/ 7 h 17"/>
                  <a:gd name="T10" fmla="*/ 10 w 17"/>
                  <a:gd name="T11" fmla="*/ 0 h 17"/>
                  <a:gd name="T12" fmla="*/ 7 w 17"/>
                  <a:gd name="T13" fmla="*/ 0 h 17"/>
                  <a:gd name="T14" fmla="*/ 7 w 17"/>
                  <a:gd name="T15" fmla="*/ 7 h 17"/>
                  <a:gd name="T16" fmla="*/ 0 w 17"/>
                  <a:gd name="T17" fmla="*/ 7 h 17"/>
                  <a:gd name="T18" fmla="*/ 0 w 17"/>
                  <a:gd name="T19" fmla="*/ 10 h 17"/>
                  <a:gd name="T20" fmla="*/ 7 w 17"/>
                  <a:gd name="T21" fmla="*/ 10 h 17"/>
                  <a:gd name="T22" fmla="*/ 7 w 17"/>
                  <a:gd name="T23" fmla="*/ 17 h 17"/>
                  <a:gd name="T24" fmla="*/ 10 w 17"/>
                  <a:gd name="T25" fmla="*/ 17 h 17"/>
                  <a:gd name="T26" fmla="*/ 10 w 17"/>
                  <a:gd name="T2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17">
                    <a:moveTo>
                      <a:pt x="10" y="17"/>
                    </a:moveTo>
                    <a:lnTo>
                      <a:pt x="10" y="10"/>
                    </a:lnTo>
                    <a:lnTo>
                      <a:pt x="17" y="10"/>
                    </a:lnTo>
                    <a:lnTo>
                      <a:pt x="17" y="7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7" y="10"/>
                    </a:lnTo>
                    <a:lnTo>
                      <a:pt x="7" y="17"/>
                    </a:lnTo>
                    <a:lnTo>
                      <a:pt x="10" y="17"/>
                    </a:lnTo>
                    <a:lnTo>
                      <a:pt x="10" y="1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80" name="Freeform 102">
                <a:extLst>
                  <a:ext uri="{FF2B5EF4-FFF2-40B4-BE49-F238E27FC236}">
                    <a16:creationId xmlns:a16="http://schemas.microsoft.com/office/drawing/2014/main" id="{9C4E5A10-4C7E-450F-AE3F-C7B6D66FD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230" y="3219123"/>
                <a:ext cx="63227" cy="23712"/>
              </a:xfrm>
              <a:custGeom>
                <a:avLst/>
                <a:gdLst>
                  <a:gd name="T0" fmla="*/ 0 w 8"/>
                  <a:gd name="T1" fmla="*/ 3 h 3"/>
                  <a:gd name="T2" fmla="*/ 8 w 8"/>
                  <a:gd name="T3" fmla="*/ 3 h 3"/>
                  <a:gd name="T4" fmla="*/ 8 w 8"/>
                  <a:gd name="T5" fmla="*/ 0 h 3"/>
                  <a:gd name="T6" fmla="*/ 0 w 8"/>
                  <a:gd name="T7" fmla="*/ 0 h 3"/>
                  <a:gd name="T8" fmla="*/ 0 w 8"/>
                  <a:gd name="T9" fmla="*/ 3 h 3"/>
                  <a:gd name="T10" fmla="*/ 0 w 8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0" y="3"/>
                    </a:moveTo>
                    <a:lnTo>
                      <a:pt x="8" y="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81" name="Freeform 102">
                <a:extLst>
                  <a:ext uri="{FF2B5EF4-FFF2-40B4-BE49-F238E27FC236}">
                    <a16:creationId xmlns:a16="http://schemas.microsoft.com/office/drawing/2014/main" id="{16918B08-AF3E-4614-B8D6-F0BBB94EB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3357" y="3586871"/>
                <a:ext cx="63227" cy="23712"/>
              </a:xfrm>
              <a:custGeom>
                <a:avLst/>
                <a:gdLst>
                  <a:gd name="T0" fmla="*/ 0 w 8"/>
                  <a:gd name="T1" fmla="*/ 3 h 3"/>
                  <a:gd name="T2" fmla="*/ 8 w 8"/>
                  <a:gd name="T3" fmla="*/ 3 h 3"/>
                  <a:gd name="T4" fmla="*/ 8 w 8"/>
                  <a:gd name="T5" fmla="*/ 0 h 3"/>
                  <a:gd name="T6" fmla="*/ 0 w 8"/>
                  <a:gd name="T7" fmla="*/ 0 h 3"/>
                  <a:gd name="T8" fmla="*/ 0 w 8"/>
                  <a:gd name="T9" fmla="*/ 3 h 3"/>
                  <a:gd name="T10" fmla="*/ 0 w 8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0" y="3"/>
                    </a:moveTo>
                    <a:lnTo>
                      <a:pt x="8" y="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sp>
            <p:nvSpPr>
              <p:cNvPr id="782" name="Freeform 102">
                <a:extLst>
                  <a:ext uri="{FF2B5EF4-FFF2-40B4-BE49-F238E27FC236}">
                    <a16:creationId xmlns:a16="http://schemas.microsoft.com/office/drawing/2014/main" id="{6DEC0AA5-2FD9-4A7F-A8ED-5FDED18037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3266" y="3211220"/>
                <a:ext cx="63227" cy="23712"/>
              </a:xfrm>
              <a:custGeom>
                <a:avLst/>
                <a:gdLst>
                  <a:gd name="T0" fmla="*/ 0 w 8"/>
                  <a:gd name="T1" fmla="*/ 3 h 3"/>
                  <a:gd name="T2" fmla="*/ 8 w 8"/>
                  <a:gd name="T3" fmla="*/ 3 h 3"/>
                  <a:gd name="T4" fmla="*/ 8 w 8"/>
                  <a:gd name="T5" fmla="*/ 0 h 3"/>
                  <a:gd name="T6" fmla="*/ 0 w 8"/>
                  <a:gd name="T7" fmla="*/ 0 h 3"/>
                  <a:gd name="T8" fmla="*/ 0 w 8"/>
                  <a:gd name="T9" fmla="*/ 3 h 3"/>
                  <a:gd name="T10" fmla="*/ 0 w 8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0" y="3"/>
                    </a:moveTo>
                    <a:lnTo>
                      <a:pt x="8" y="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</p:grpSp>
        <p:cxnSp>
          <p:nvCxnSpPr>
            <p:cNvPr id="746" name="Straight Arrow Connector 745">
              <a:extLst>
                <a:ext uri="{FF2B5EF4-FFF2-40B4-BE49-F238E27FC236}">
                  <a16:creationId xmlns:a16="http://schemas.microsoft.com/office/drawing/2014/main" id="{028AAF50-0A9D-4162-A822-B3DEC443DA64}"/>
                </a:ext>
              </a:extLst>
            </p:cNvPr>
            <p:cNvCxnSpPr>
              <a:cxnSpLocks/>
            </p:cNvCxnSpPr>
            <p:nvPr/>
          </p:nvCxnSpPr>
          <p:spPr>
            <a:xfrm>
              <a:off x="5249215" y="3305162"/>
              <a:ext cx="699605" cy="3903"/>
            </a:xfrm>
            <a:prstGeom prst="straightConnector1">
              <a:avLst/>
            </a:prstGeom>
            <a:ln w="1270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3" name="TextBox 782">
            <a:extLst>
              <a:ext uri="{FF2B5EF4-FFF2-40B4-BE49-F238E27FC236}">
                <a16:creationId xmlns:a16="http://schemas.microsoft.com/office/drawing/2014/main" id="{FC9CD77A-C62C-4011-8EF8-3007BF73D87A}"/>
              </a:ext>
            </a:extLst>
          </p:cNvPr>
          <p:cNvSpPr txBox="1"/>
          <p:nvPr/>
        </p:nvSpPr>
        <p:spPr>
          <a:xfrm>
            <a:off x="8266606" y="5422413"/>
            <a:ext cx="1323494" cy="311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500" dirty="0"/>
              <a:t>Conversion</a:t>
            </a:r>
            <a:r>
              <a:rPr lang="en-US" sz="1200" dirty="0"/>
              <a:t> </a:t>
            </a:r>
          </a:p>
        </p:txBody>
      </p:sp>
      <p:grpSp>
        <p:nvGrpSpPr>
          <p:cNvPr id="784" name="Group 783">
            <a:extLst>
              <a:ext uri="{FF2B5EF4-FFF2-40B4-BE49-F238E27FC236}">
                <a16:creationId xmlns:a16="http://schemas.microsoft.com/office/drawing/2014/main" id="{FD75B326-3EFA-4A1D-9AA8-84BAEF2548BE}"/>
              </a:ext>
            </a:extLst>
          </p:cNvPr>
          <p:cNvGrpSpPr/>
          <p:nvPr/>
        </p:nvGrpSpPr>
        <p:grpSpPr>
          <a:xfrm>
            <a:off x="8577541" y="4869997"/>
            <a:ext cx="645882" cy="567926"/>
            <a:chOff x="2856572" y="1268760"/>
            <a:chExt cx="4416422" cy="4829178"/>
          </a:xfrm>
        </p:grpSpPr>
        <p:sp>
          <p:nvSpPr>
            <p:cNvPr id="785" name="Freeform 10">
              <a:extLst>
                <a:ext uri="{FF2B5EF4-FFF2-40B4-BE49-F238E27FC236}">
                  <a16:creationId xmlns:a16="http://schemas.microsoft.com/office/drawing/2014/main" id="{4523C282-738C-4AC4-B986-23455428A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121" y="3545236"/>
              <a:ext cx="1088627" cy="763588"/>
            </a:xfrm>
            <a:custGeom>
              <a:avLst/>
              <a:gdLst>
                <a:gd name="T0" fmla="*/ 0 w 633"/>
                <a:gd name="T1" fmla="*/ 36 h 481"/>
                <a:gd name="T2" fmla="*/ 608 w 633"/>
                <a:gd name="T3" fmla="*/ 481 h 481"/>
                <a:gd name="T4" fmla="*/ 633 w 633"/>
                <a:gd name="T5" fmla="*/ 445 h 481"/>
                <a:gd name="T6" fmla="*/ 28 w 633"/>
                <a:gd name="T7" fmla="*/ 0 h 481"/>
                <a:gd name="T8" fmla="*/ 0 w 633"/>
                <a:gd name="T9" fmla="*/ 36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3" h="481">
                  <a:moveTo>
                    <a:pt x="0" y="36"/>
                  </a:moveTo>
                  <a:lnTo>
                    <a:pt x="608" y="481"/>
                  </a:lnTo>
                  <a:lnTo>
                    <a:pt x="633" y="445"/>
                  </a:lnTo>
                  <a:lnTo>
                    <a:pt x="28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400"/>
            </a:p>
          </p:txBody>
        </p:sp>
        <p:grpSp>
          <p:nvGrpSpPr>
            <p:cNvPr id="786" name="Group 785">
              <a:extLst>
                <a:ext uri="{FF2B5EF4-FFF2-40B4-BE49-F238E27FC236}">
                  <a16:creationId xmlns:a16="http://schemas.microsoft.com/office/drawing/2014/main" id="{8B7B1348-4DF3-4E5B-87B3-1D37330A29D1}"/>
                </a:ext>
              </a:extLst>
            </p:cNvPr>
            <p:cNvGrpSpPr/>
            <p:nvPr/>
          </p:nvGrpSpPr>
          <p:grpSpPr>
            <a:xfrm>
              <a:off x="2856572" y="1268760"/>
              <a:ext cx="4416422" cy="4829178"/>
              <a:chOff x="2856572" y="1268760"/>
              <a:chExt cx="4416422" cy="4829178"/>
            </a:xfrm>
          </p:grpSpPr>
          <p:sp>
            <p:nvSpPr>
              <p:cNvPr id="787" name="Freeform 13">
                <a:extLst>
                  <a:ext uri="{FF2B5EF4-FFF2-40B4-BE49-F238E27FC236}">
                    <a16:creationId xmlns:a16="http://schemas.microsoft.com/office/drawing/2014/main" id="{76184FE8-E2DD-4C01-845E-37C3C9BB7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5140" y="4608862"/>
                <a:ext cx="1123023" cy="787400"/>
              </a:xfrm>
              <a:custGeom>
                <a:avLst/>
                <a:gdLst>
                  <a:gd name="T0" fmla="*/ 0 w 653"/>
                  <a:gd name="T1" fmla="*/ 34 h 496"/>
                  <a:gd name="T2" fmla="*/ 627 w 653"/>
                  <a:gd name="T3" fmla="*/ 496 h 496"/>
                  <a:gd name="T4" fmla="*/ 653 w 653"/>
                  <a:gd name="T5" fmla="*/ 459 h 496"/>
                  <a:gd name="T6" fmla="*/ 25 w 653"/>
                  <a:gd name="T7" fmla="*/ 0 h 496"/>
                  <a:gd name="T8" fmla="*/ 0 w 653"/>
                  <a:gd name="T9" fmla="*/ 34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3" h="496">
                    <a:moveTo>
                      <a:pt x="0" y="34"/>
                    </a:moveTo>
                    <a:lnTo>
                      <a:pt x="627" y="496"/>
                    </a:lnTo>
                    <a:lnTo>
                      <a:pt x="653" y="459"/>
                    </a:lnTo>
                    <a:lnTo>
                      <a:pt x="25" y="0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400"/>
              </a:p>
            </p:txBody>
          </p:sp>
          <p:grpSp>
            <p:nvGrpSpPr>
              <p:cNvPr id="788" name="Group 787">
                <a:extLst>
                  <a:ext uri="{FF2B5EF4-FFF2-40B4-BE49-F238E27FC236}">
                    <a16:creationId xmlns:a16="http://schemas.microsoft.com/office/drawing/2014/main" id="{DA105EA9-71AA-4C9F-B55F-54523C866158}"/>
                  </a:ext>
                </a:extLst>
              </p:cNvPr>
              <p:cNvGrpSpPr/>
              <p:nvPr/>
            </p:nvGrpSpPr>
            <p:grpSpPr>
              <a:xfrm>
                <a:off x="2856572" y="1268760"/>
                <a:ext cx="4416422" cy="4829178"/>
                <a:chOff x="2856572" y="1268760"/>
                <a:chExt cx="4416422" cy="4829178"/>
              </a:xfrm>
            </p:grpSpPr>
            <p:sp>
              <p:nvSpPr>
                <p:cNvPr id="789" name="Freeform 12">
                  <a:extLst>
                    <a:ext uri="{FF2B5EF4-FFF2-40B4-BE49-F238E27FC236}">
                      <a16:creationId xmlns:a16="http://schemas.microsoft.com/office/drawing/2014/main" id="{059DD1E8-EE07-4318-BCE0-9D6CF7C94E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11767" y="3754787"/>
                  <a:ext cx="1102386" cy="769938"/>
                </a:xfrm>
                <a:custGeom>
                  <a:avLst/>
                  <a:gdLst>
                    <a:gd name="T0" fmla="*/ 0 w 641"/>
                    <a:gd name="T1" fmla="*/ 34 h 485"/>
                    <a:gd name="T2" fmla="*/ 616 w 641"/>
                    <a:gd name="T3" fmla="*/ 485 h 485"/>
                    <a:gd name="T4" fmla="*/ 641 w 641"/>
                    <a:gd name="T5" fmla="*/ 451 h 485"/>
                    <a:gd name="T6" fmla="*/ 25 w 641"/>
                    <a:gd name="T7" fmla="*/ 0 h 485"/>
                    <a:gd name="T8" fmla="*/ 0 w 641"/>
                    <a:gd name="T9" fmla="*/ 34 h 4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1" h="485">
                      <a:moveTo>
                        <a:pt x="0" y="34"/>
                      </a:moveTo>
                      <a:lnTo>
                        <a:pt x="616" y="485"/>
                      </a:lnTo>
                      <a:lnTo>
                        <a:pt x="641" y="451"/>
                      </a:lnTo>
                      <a:lnTo>
                        <a:pt x="25" y="0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790" name="Freeform 15">
                  <a:extLst>
                    <a:ext uri="{FF2B5EF4-FFF2-40B4-BE49-F238E27FC236}">
                      <a16:creationId xmlns:a16="http://schemas.microsoft.com/office/drawing/2014/main" id="{EB3B8458-9125-4650-8753-637DC0A713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0639" y="3388074"/>
                  <a:ext cx="1104106" cy="773113"/>
                </a:xfrm>
                <a:custGeom>
                  <a:avLst/>
                  <a:gdLst>
                    <a:gd name="T0" fmla="*/ 0 w 642"/>
                    <a:gd name="T1" fmla="*/ 37 h 487"/>
                    <a:gd name="T2" fmla="*/ 616 w 642"/>
                    <a:gd name="T3" fmla="*/ 487 h 487"/>
                    <a:gd name="T4" fmla="*/ 642 w 642"/>
                    <a:gd name="T5" fmla="*/ 451 h 487"/>
                    <a:gd name="T6" fmla="*/ 26 w 642"/>
                    <a:gd name="T7" fmla="*/ 0 h 487"/>
                    <a:gd name="T8" fmla="*/ 0 w 642"/>
                    <a:gd name="T9" fmla="*/ 37 h 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2" h="487">
                      <a:moveTo>
                        <a:pt x="0" y="37"/>
                      </a:moveTo>
                      <a:lnTo>
                        <a:pt x="616" y="487"/>
                      </a:lnTo>
                      <a:lnTo>
                        <a:pt x="642" y="451"/>
                      </a:lnTo>
                      <a:lnTo>
                        <a:pt x="26" y="0"/>
                      </a:lnTo>
                      <a:lnTo>
                        <a:pt x="0" y="3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sp>
              <p:nvSpPr>
                <p:cNvPr id="791" name="Freeform 21">
                  <a:extLst>
                    <a:ext uri="{FF2B5EF4-FFF2-40B4-BE49-F238E27FC236}">
                      <a16:creationId xmlns:a16="http://schemas.microsoft.com/office/drawing/2014/main" id="{5091F1B1-DEB7-4D4D-9C3E-CA66A814B7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9357" y="3818287"/>
                  <a:ext cx="1623482" cy="1644651"/>
                </a:xfrm>
                <a:custGeom>
                  <a:avLst/>
                  <a:gdLst>
                    <a:gd name="T0" fmla="*/ 332 w 334"/>
                    <a:gd name="T1" fmla="*/ 44 h 368"/>
                    <a:gd name="T2" fmla="*/ 295 w 334"/>
                    <a:gd name="T3" fmla="*/ 24 h 368"/>
                    <a:gd name="T4" fmla="*/ 145 w 334"/>
                    <a:gd name="T5" fmla="*/ 24 h 368"/>
                    <a:gd name="T6" fmla="*/ 39 w 334"/>
                    <a:gd name="T7" fmla="*/ 130 h 368"/>
                    <a:gd name="T8" fmla="*/ 108 w 334"/>
                    <a:gd name="T9" fmla="*/ 365 h 368"/>
                    <a:gd name="T10" fmla="*/ 105 w 334"/>
                    <a:gd name="T11" fmla="*/ 368 h 368"/>
                    <a:gd name="T12" fmla="*/ 36 w 334"/>
                    <a:gd name="T13" fmla="*/ 128 h 368"/>
                    <a:gd name="T14" fmla="*/ 144 w 334"/>
                    <a:gd name="T15" fmla="*/ 20 h 368"/>
                    <a:gd name="T16" fmla="*/ 297 w 334"/>
                    <a:gd name="T17" fmla="*/ 20 h 368"/>
                    <a:gd name="T18" fmla="*/ 334 w 334"/>
                    <a:gd name="T19" fmla="*/ 41 h 368"/>
                    <a:gd name="T20" fmla="*/ 332 w 334"/>
                    <a:gd name="T21" fmla="*/ 44 h 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34" h="368">
                      <a:moveTo>
                        <a:pt x="332" y="44"/>
                      </a:moveTo>
                      <a:cubicBezTo>
                        <a:pt x="321" y="36"/>
                        <a:pt x="308" y="30"/>
                        <a:pt x="295" y="24"/>
                      </a:cubicBezTo>
                      <a:cubicBezTo>
                        <a:pt x="247" y="4"/>
                        <a:pt x="194" y="4"/>
                        <a:pt x="145" y="24"/>
                      </a:cubicBezTo>
                      <a:cubicBezTo>
                        <a:pt x="97" y="44"/>
                        <a:pt x="59" y="81"/>
                        <a:pt x="39" y="130"/>
                      </a:cubicBezTo>
                      <a:cubicBezTo>
                        <a:pt x="4" y="214"/>
                        <a:pt x="33" y="313"/>
                        <a:pt x="108" y="365"/>
                      </a:cubicBezTo>
                      <a:cubicBezTo>
                        <a:pt x="105" y="368"/>
                        <a:pt x="105" y="368"/>
                        <a:pt x="105" y="368"/>
                      </a:cubicBezTo>
                      <a:cubicBezTo>
                        <a:pt x="29" y="315"/>
                        <a:pt x="0" y="214"/>
                        <a:pt x="36" y="128"/>
                      </a:cubicBezTo>
                      <a:cubicBezTo>
                        <a:pt x="56" y="79"/>
                        <a:pt x="95" y="40"/>
                        <a:pt x="144" y="20"/>
                      </a:cubicBezTo>
                      <a:cubicBezTo>
                        <a:pt x="193" y="0"/>
                        <a:pt x="247" y="0"/>
                        <a:pt x="297" y="20"/>
                      </a:cubicBezTo>
                      <a:cubicBezTo>
                        <a:pt x="310" y="26"/>
                        <a:pt x="323" y="33"/>
                        <a:pt x="334" y="41"/>
                      </a:cubicBezTo>
                      <a:lnTo>
                        <a:pt x="332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400"/>
                </a:p>
              </p:txBody>
            </p:sp>
            <p:grpSp>
              <p:nvGrpSpPr>
                <p:cNvPr id="792" name="Group 791">
                  <a:extLst>
                    <a:ext uri="{FF2B5EF4-FFF2-40B4-BE49-F238E27FC236}">
                      <a16:creationId xmlns:a16="http://schemas.microsoft.com/office/drawing/2014/main" id="{59A38810-68CF-4925-A88E-2BDBADB99B56}"/>
                    </a:ext>
                  </a:extLst>
                </p:cNvPr>
                <p:cNvGrpSpPr/>
                <p:nvPr/>
              </p:nvGrpSpPr>
              <p:grpSpPr>
                <a:xfrm>
                  <a:off x="2856572" y="1268760"/>
                  <a:ext cx="4416422" cy="4829178"/>
                  <a:chOff x="2856572" y="1268760"/>
                  <a:chExt cx="4416422" cy="4829178"/>
                </a:xfrm>
              </p:grpSpPr>
              <p:sp>
                <p:nvSpPr>
                  <p:cNvPr id="793" name="Freeform 9">
                    <a:extLst>
                      <a:ext uri="{FF2B5EF4-FFF2-40B4-BE49-F238E27FC236}">
                        <a16:creationId xmlns:a16="http://schemas.microsoft.com/office/drawing/2014/main" id="{650AF5C6-325C-4281-9F87-BC4C759D21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75354" y="4045299"/>
                    <a:ext cx="1621763" cy="1646239"/>
                  </a:xfrm>
                  <a:custGeom>
                    <a:avLst/>
                    <a:gdLst>
                      <a:gd name="T0" fmla="*/ 332 w 334"/>
                      <a:gd name="T1" fmla="*/ 44 h 368"/>
                      <a:gd name="T2" fmla="*/ 295 w 334"/>
                      <a:gd name="T3" fmla="*/ 24 h 368"/>
                      <a:gd name="T4" fmla="*/ 146 w 334"/>
                      <a:gd name="T5" fmla="*/ 24 h 368"/>
                      <a:gd name="T6" fmla="*/ 39 w 334"/>
                      <a:gd name="T7" fmla="*/ 130 h 368"/>
                      <a:gd name="T8" fmla="*/ 108 w 334"/>
                      <a:gd name="T9" fmla="*/ 365 h 368"/>
                      <a:gd name="T10" fmla="*/ 106 w 334"/>
                      <a:gd name="T11" fmla="*/ 368 h 368"/>
                      <a:gd name="T12" fmla="*/ 36 w 334"/>
                      <a:gd name="T13" fmla="*/ 128 h 368"/>
                      <a:gd name="T14" fmla="*/ 144 w 334"/>
                      <a:gd name="T15" fmla="*/ 20 h 368"/>
                      <a:gd name="T16" fmla="*/ 297 w 334"/>
                      <a:gd name="T17" fmla="*/ 20 h 368"/>
                      <a:gd name="T18" fmla="*/ 334 w 334"/>
                      <a:gd name="T19" fmla="*/ 41 h 3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334" h="368">
                        <a:moveTo>
                          <a:pt x="332" y="44"/>
                        </a:moveTo>
                        <a:cubicBezTo>
                          <a:pt x="321" y="36"/>
                          <a:pt x="308" y="30"/>
                          <a:pt x="295" y="24"/>
                        </a:cubicBezTo>
                        <a:cubicBezTo>
                          <a:pt x="247" y="4"/>
                          <a:pt x="194" y="4"/>
                          <a:pt x="146" y="24"/>
                        </a:cubicBezTo>
                        <a:cubicBezTo>
                          <a:pt x="97" y="44"/>
                          <a:pt x="60" y="81"/>
                          <a:pt x="39" y="130"/>
                        </a:cubicBezTo>
                        <a:cubicBezTo>
                          <a:pt x="4" y="214"/>
                          <a:pt x="33" y="313"/>
                          <a:pt x="108" y="365"/>
                        </a:cubicBezTo>
                        <a:cubicBezTo>
                          <a:pt x="106" y="368"/>
                          <a:pt x="106" y="368"/>
                          <a:pt x="106" y="368"/>
                        </a:cubicBezTo>
                        <a:cubicBezTo>
                          <a:pt x="29" y="315"/>
                          <a:pt x="0" y="214"/>
                          <a:pt x="36" y="128"/>
                        </a:cubicBezTo>
                        <a:cubicBezTo>
                          <a:pt x="56" y="79"/>
                          <a:pt x="95" y="41"/>
                          <a:pt x="144" y="20"/>
                        </a:cubicBezTo>
                        <a:cubicBezTo>
                          <a:pt x="193" y="0"/>
                          <a:pt x="248" y="0"/>
                          <a:pt x="297" y="20"/>
                        </a:cubicBezTo>
                        <a:cubicBezTo>
                          <a:pt x="310" y="26"/>
                          <a:pt x="323" y="33"/>
                          <a:pt x="334" y="41"/>
                        </a:cubicBez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 sz="1400"/>
                  </a:p>
                </p:txBody>
              </p:sp>
              <p:sp>
                <p:nvSpPr>
                  <p:cNvPr id="794" name="Freeform 22">
                    <a:extLst>
                      <a:ext uri="{FF2B5EF4-FFF2-40B4-BE49-F238E27FC236}">
                        <a16:creationId xmlns:a16="http://schemas.microsoft.com/office/drawing/2014/main" id="{874896C7-5F97-48C4-A0FD-4F297B910B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69231" y="3848449"/>
                    <a:ext cx="1626922" cy="1651001"/>
                  </a:xfrm>
                  <a:custGeom>
                    <a:avLst/>
                    <a:gdLst>
                      <a:gd name="T0" fmla="*/ 333 w 335"/>
                      <a:gd name="T1" fmla="*/ 45 h 369"/>
                      <a:gd name="T2" fmla="*/ 296 w 335"/>
                      <a:gd name="T3" fmla="*/ 24 h 369"/>
                      <a:gd name="T4" fmla="*/ 146 w 335"/>
                      <a:gd name="T5" fmla="*/ 24 h 369"/>
                      <a:gd name="T6" fmla="*/ 40 w 335"/>
                      <a:gd name="T7" fmla="*/ 130 h 369"/>
                      <a:gd name="T8" fmla="*/ 108 w 335"/>
                      <a:gd name="T9" fmla="*/ 365 h 369"/>
                      <a:gd name="T10" fmla="*/ 106 w 335"/>
                      <a:gd name="T11" fmla="*/ 369 h 369"/>
                      <a:gd name="T12" fmla="*/ 36 w 335"/>
                      <a:gd name="T13" fmla="*/ 128 h 369"/>
                      <a:gd name="T14" fmla="*/ 144 w 335"/>
                      <a:gd name="T15" fmla="*/ 20 h 369"/>
                      <a:gd name="T16" fmla="*/ 297 w 335"/>
                      <a:gd name="T17" fmla="*/ 21 h 369"/>
                      <a:gd name="T18" fmla="*/ 335 w 335"/>
                      <a:gd name="T19" fmla="*/ 41 h 369"/>
                      <a:gd name="T20" fmla="*/ 333 w 335"/>
                      <a:gd name="T21" fmla="*/ 45 h 3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35" h="369">
                        <a:moveTo>
                          <a:pt x="333" y="45"/>
                        </a:moveTo>
                        <a:cubicBezTo>
                          <a:pt x="321" y="37"/>
                          <a:pt x="309" y="30"/>
                          <a:pt x="296" y="24"/>
                        </a:cubicBezTo>
                        <a:cubicBezTo>
                          <a:pt x="247" y="4"/>
                          <a:pt x="194" y="4"/>
                          <a:pt x="146" y="24"/>
                        </a:cubicBezTo>
                        <a:cubicBezTo>
                          <a:pt x="98" y="44"/>
                          <a:pt x="60" y="82"/>
                          <a:pt x="40" y="130"/>
                        </a:cubicBezTo>
                        <a:cubicBezTo>
                          <a:pt x="5" y="214"/>
                          <a:pt x="33" y="313"/>
                          <a:pt x="108" y="365"/>
                        </a:cubicBezTo>
                        <a:cubicBezTo>
                          <a:pt x="106" y="369"/>
                          <a:pt x="106" y="369"/>
                          <a:pt x="106" y="369"/>
                        </a:cubicBezTo>
                        <a:cubicBezTo>
                          <a:pt x="30" y="315"/>
                          <a:pt x="0" y="214"/>
                          <a:pt x="36" y="128"/>
                        </a:cubicBezTo>
                        <a:cubicBezTo>
                          <a:pt x="57" y="79"/>
                          <a:pt x="95" y="41"/>
                          <a:pt x="144" y="20"/>
                        </a:cubicBezTo>
                        <a:cubicBezTo>
                          <a:pt x="194" y="0"/>
                          <a:pt x="248" y="0"/>
                          <a:pt x="297" y="21"/>
                        </a:cubicBezTo>
                        <a:cubicBezTo>
                          <a:pt x="310" y="26"/>
                          <a:pt x="323" y="33"/>
                          <a:pt x="335" y="41"/>
                        </a:cubicBezTo>
                        <a:lnTo>
                          <a:pt x="333" y="45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 sz="1400"/>
                  </a:p>
                </p:txBody>
              </p:sp>
              <p:grpSp>
                <p:nvGrpSpPr>
                  <p:cNvPr id="795" name="Group 794">
                    <a:extLst>
                      <a:ext uri="{FF2B5EF4-FFF2-40B4-BE49-F238E27FC236}">
                        <a16:creationId xmlns:a16="http://schemas.microsoft.com/office/drawing/2014/main" id="{0D4FFCF4-0FD6-4778-B611-569EB2E05D06}"/>
                      </a:ext>
                    </a:extLst>
                  </p:cNvPr>
                  <p:cNvGrpSpPr/>
                  <p:nvPr/>
                </p:nvGrpSpPr>
                <p:grpSpPr>
                  <a:xfrm>
                    <a:off x="2856572" y="1268760"/>
                    <a:ext cx="4416422" cy="4829178"/>
                    <a:chOff x="2856572" y="1268760"/>
                    <a:chExt cx="4416422" cy="4829178"/>
                  </a:xfrm>
                </p:grpSpPr>
                <p:sp>
                  <p:nvSpPr>
                    <p:cNvPr id="796" name="Freeform 5">
                      <a:extLst>
                        <a:ext uri="{FF2B5EF4-FFF2-40B4-BE49-F238E27FC236}">
                          <a16:creationId xmlns:a16="http://schemas.microsoft.com/office/drawing/2014/main" id="{FAB7DB60-FC23-4CA2-AAA7-6A8C078B71AA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856572" y="1268760"/>
                      <a:ext cx="1147100" cy="4154490"/>
                    </a:xfrm>
                    <a:custGeom>
                      <a:avLst/>
                      <a:gdLst>
                        <a:gd name="T0" fmla="*/ 235 w 236"/>
                        <a:gd name="T1" fmla="*/ 86 h 929"/>
                        <a:gd name="T2" fmla="*/ 0 w 236"/>
                        <a:gd name="T3" fmla="*/ 102 h 929"/>
                        <a:gd name="T4" fmla="*/ 0 w 236"/>
                        <a:gd name="T5" fmla="*/ 873 h 929"/>
                        <a:gd name="T6" fmla="*/ 236 w 236"/>
                        <a:gd name="T7" fmla="*/ 873 h 929"/>
                        <a:gd name="T8" fmla="*/ 235 w 236"/>
                        <a:gd name="T9" fmla="*/ 86 h 929"/>
                        <a:gd name="T10" fmla="*/ 101 w 236"/>
                        <a:gd name="T11" fmla="*/ 292 h 929"/>
                        <a:gd name="T12" fmla="*/ 101 w 236"/>
                        <a:gd name="T13" fmla="*/ 292 h 929"/>
                        <a:gd name="T14" fmla="*/ 65 w 236"/>
                        <a:gd name="T15" fmla="*/ 252 h 929"/>
                        <a:gd name="T16" fmla="*/ 102 w 236"/>
                        <a:gd name="T17" fmla="*/ 211 h 929"/>
                        <a:gd name="T18" fmla="*/ 137 w 236"/>
                        <a:gd name="T19" fmla="*/ 251 h 929"/>
                        <a:gd name="T20" fmla="*/ 101 w 236"/>
                        <a:gd name="T21" fmla="*/ 292 h 929"/>
                        <a:gd name="T22" fmla="*/ 175 w 236"/>
                        <a:gd name="T23" fmla="*/ 307 h 929"/>
                        <a:gd name="T24" fmla="*/ 144 w 236"/>
                        <a:gd name="T25" fmla="*/ 307 h 929"/>
                        <a:gd name="T26" fmla="*/ 144 w 236"/>
                        <a:gd name="T27" fmla="*/ 303 h 929"/>
                        <a:gd name="T28" fmla="*/ 149 w 236"/>
                        <a:gd name="T29" fmla="*/ 298 h 929"/>
                        <a:gd name="T30" fmla="*/ 167 w 236"/>
                        <a:gd name="T31" fmla="*/ 273 h 929"/>
                        <a:gd name="T32" fmla="*/ 158 w 236"/>
                        <a:gd name="T33" fmla="*/ 264 h 929"/>
                        <a:gd name="T34" fmla="*/ 147 w 236"/>
                        <a:gd name="T35" fmla="*/ 268 h 929"/>
                        <a:gd name="T36" fmla="*/ 145 w 236"/>
                        <a:gd name="T37" fmla="*/ 263 h 929"/>
                        <a:gd name="T38" fmla="*/ 159 w 236"/>
                        <a:gd name="T39" fmla="*/ 258 h 929"/>
                        <a:gd name="T40" fmla="*/ 174 w 236"/>
                        <a:gd name="T41" fmla="*/ 272 h 929"/>
                        <a:gd name="T42" fmla="*/ 157 w 236"/>
                        <a:gd name="T43" fmla="*/ 298 h 929"/>
                        <a:gd name="T44" fmla="*/ 153 w 236"/>
                        <a:gd name="T45" fmla="*/ 302 h 929"/>
                        <a:gd name="T46" fmla="*/ 153 w 236"/>
                        <a:gd name="T47" fmla="*/ 302 h 929"/>
                        <a:gd name="T48" fmla="*/ 175 w 236"/>
                        <a:gd name="T49" fmla="*/ 302 h 929"/>
                        <a:gd name="T50" fmla="*/ 175 w 236"/>
                        <a:gd name="T51" fmla="*/ 307 h 9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</a:cxnLst>
                      <a:rect l="0" t="0" r="r" b="b"/>
                      <a:pathLst>
                        <a:path w="236" h="929">
                          <a:moveTo>
                            <a:pt x="235" y="86"/>
                          </a:moveTo>
                          <a:cubicBezTo>
                            <a:pt x="232" y="0"/>
                            <a:pt x="0" y="0"/>
                            <a:pt x="0" y="102"/>
                          </a:cubicBezTo>
                          <a:cubicBezTo>
                            <a:pt x="0" y="873"/>
                            <a:pt x="0" y="873"/>
                            <a:pt x="0" y="873"/>
                          </a:cubicBezTo>
                          <a:cubicBezTo>
                            <a:pt x="49" y="929"/>
                            <a:pt x="229" y="913"/>
                            <a:pt x="236" y="873"/>
                          </a:cubicBezTo>
                          <a:lnTo>
                            <a:pt x="235" y="86"/>
                          </a:lnTo>
                          <a:close/>
                          <a:moveTo>
                            <a:pt x="101" y="292"/>
                          </a:moveTo>
                          <a:cubicBezTo>
                            <a:pt x="101" y="292"/>
                            <a:pt x="101" y="292"/>
                            <a:pt x="101" y="292"/>
                          </a:cubicBezTo>
                          <a:cubicBezTo>
                            <a:pt x="80" y="292"/>
                            <a:pt x="65" y="276"/>
                            <a:pt x="65" y="252"/>
                          </a:cubicBezTo>
                          <a:cubicBezTo>
                            <a:pt x="65" y="227"/>
                            <a:pt x="81" y="211"/>
                            <a:pt x="102" y="211"/>
                          </a:cubicBezTo>
                          <a:cubicBezTo>
                            <a:pt x="123" y="211"/>
                            <a:pt x="137" y="228"/>
                            <a:pt x="137" y="251"/>
                          </a:cubicBezTo>
                          <a:cubicBezTo>
                            <a:pt x="137" y="278"/>
                            <a:pt x="121" y="292"/>
                            <a:pt x="101" y="292"/>
                          </a:cubicBezTo>
                          <a:close/>
                          <a:moveTo>
                            <a:pt x="175" y="307"/>
                          </a:moveTo>
                          <a:cubicBezTo>
                            <a:pt x="144" y="307"/>
                            <a:pt x="144" y="307"/>
                            <a:pt x="144" y="307"/>
                          </a:cubicBezTo>
                          <a:cubicBezTo>
                            <a:pt x="144" y="303"/>
                            <a:pt x="144" y="303"/>
                            <a:pt x="144" y="303"/>
                          </a:cubicBezTo>
                          <a:cubicBezTo>
                            <a:pt x="149" y="298"/>
                            <a:pt x="149" y="298"/>
                            <a:pt x="149" y="298"/>
                          </a:cubicBezTo>
                          <a:cubicBezTo>
                            <a:pt x="162" y="287"/>
                            <a:pt x="167" y="280"/>
                            <a:pt x="167" y="273"/>
                          </a:cubicBezTo>
                          <a:cubicBezTo>
                            <a:pt x="167" y="268"/>
                            <a:pt x="165" y="264"/>
                            <a:pt x="158" y="264"/>
                          </a:cubicBezTo>
                          <a:cubicBezTo>
                            <a:pt x="153" y="264"/>
                            <a:pt x="150" y="266"/>
                            <a:pt x="147" y="268"/>
                          </a:cubicBezTo>
                          <a:cubicBezTo>
                            <a:pt x="145" y="263"/>
                            <a:pt x="145" y="263"/>
                            <a:pt x="145" y="263"/>
                          </a:cubicBezTo>
                          <a:cubicBezTo>
                            <a:pt x="149" y="260"/>
                            <a:pt x="153" y="258"/>
                            <a:pt x="159" y="258"/>
                          </a:cubicBezTo>
                          <a:cubicBezTo>
                            <a:pt x="169" y="258"/>
                            <a:pt x="174" y="265"/>
                            <a:pt x="174" y="272"/>
                          </a:cubicBezTo>
                          <a:cubicBezTo>
                            <a:pt x="174" y="281"/>
                            <a:pt x="167" y="288"/>
                            <a:pt x="157" y="298"/>
                          </a:cubicBezTo>
                          <a:cubicBezTo>
                            <a:pt x="153" y="302"/>
                            <a:pt x="153" y="302"/>
                            <a:pt x="153" y="302"/>
                          </a:cubicBezTo>
                          <a:cubicBezTo>
                            <a:pt x="153" y="302"/>
                            <a:pt x="153" y="302"/>
                            <a:pt x="153" y="302"/>
                          </a:cubicBezTo>
                          <a:cubicBezTo>
                            <a:pt x="175" y="302"/>
                            <a:pt x="175" y="302"/>
                            <a:pt x="175" y="302"/>
                          </a:cubicBezTo>
                          <a:lnTo>
                            <a:pt x="175" y="307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7463" cap="flat">
                      <a:solidFill>
                        <a:srgbClr val="FFFFFF"/>
                      </a:solidFill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797" name="Freeform 6">
                      <a:extLst>
                        <a:ext uri="{FF2B5EF4-FFF2-40B4-BE49-F238E27FC236}">
                          <a16:creationId xmlns:a16="http://schemas.microsoft.com/office/drawing/2014/main" id="{3868CDB4-4F28-4E07-A288-2D5DC142401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24607" y="2248248"/>
                      <a:ext cx="244210" cy="290513"/>
                    </a:xfrm>
                    <a:custGeom>
                      <a:avLst/>
                      <a:gdLst>
                        <a:gd name="T0" fmla="*/ 25 w 50"/>
                        <a:gd name="T1" fmla="*/ 0 h 65"/>
                        <a:gd name="T2" fmla="*/ 0 w 50"/>
                        <a:gd name="T3" fmla="*/ 33 h 65"/>
                        <a:gd name="T4" fmla="*/ 25 w 50"/>
                        <a:gd name="T5" fmla="*/ 65 h 65"/>
                        <a:gd name="T6" fmla="*/ 25 w 50"/>
                        <a:gd name="T7" fmla="*/ 65 h 65"/>
                        <a:gd name="T8" fmla="*/ 50 w 50"/>
                        <a:gd name="T9" fmla="*/ 32 h 65"/>
                        <a:gd name="T10" fmla="*/ 25 w 50"/>
                        <a:gd name="T11" fmla="*/ 0 h 6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50" h="65">
                          <a:moveTo>
                            <a:pt x="25" y="0"/>
                          </a:moveTo>
                          <a:cubicBezTo>
                            <a:pt x="8" y="0"/>
                            <a:pt x="0" y="16"/>
                            <a:pt x="0" y="33"/>
                          </a:cubicBezTo>
                          <a:cubicBezTo>
                            <a:pt x="0" y="50"/>
                            <a:pt x="9" y="65"/>
                            <a:pt x="25" y="65"/>
                          </a:cubicBezTo>
                          <a:cubicBezTo>
                            <a:pt x="25" y="65"/>
                            <a:pt x="25" y="65"/>
                            <a:pt x="25" y="65"/>
                          </a:cubicBezTo>
                          <a:cubicBezTo>
                            <a:pt x="41" y="65"/>
                            <a:pt x="50" y="50"/>
                            <a:pt x="50" y="32"/>
                          </a:cubicBezTo>
                          <a:cubicBezTo>
                            <a:pt x="50" y="17"/>
                            <a:pt x="42" y="0"/>
                            <a:pt x="25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7463" cap="flat">
                      <a:solidFill>
                        <a:srgbClr val="FFFFFF"/>
                      </a:solidFill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798" name="Freeform 7">
                      <a:extLst>
                        <a:ext uri="{FF2B5EF4-FFF2-40B4-BE49-F238E27FC236}">
                          <a16:creationId xmlns:a16="http://schemas.microsoft.com/office/drawing/2014/main" id="{05804754-6B47-4E82-9AD7-A66001B5771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3740544" y="1886298"/>
                      <a:ext cx="1147100" cy="4152903"/>
                    </a:xfrm>
                    <a:custGeom>
                      <a:avLst/>
                      <a:gdLst>
                        <a:gd name="T0" fmla="*/ 235 w 236"/>
                        <a:gd name="T1" fmla="*/ 86 h 929"/>
                        <a:gd name="T2" fmla="*/ 0 w 236"/>
                        <a:gd name="T3" fmla="*/ 102 h 929"/>
                        <a:gd name="T4" fmla="*/ 0 w 236"/>
                        <a:gd name="T5" fmla="*/ 872 h 929"/>
                        <a:gd name="T6" fmla="*/ 236 w 236"/>
                        <a:gd name="T7" fmla="*/ 872 h 929"/>
                        <a:gd name="T8" fmla="*/ 235 w 236"/>
                        <a:gd name="T9" fmla="*/ 86 h 929"/>
                        <a:gd name="T10" fmla="*/ 129 w 236"/>
                        <a:gd name="T11" fmla="*/ 296 h 929"/>
                        <a:gd name="T12" fmla="*/ 119 w 236"/>
                        <a:gd name="T13" fmla="*/ 296 h 929"/>
                        <a:gd name="T14" fmla="*/ 119 w 236"/>
                        <a:gd name="T15" fmla="*/ 260 h 929"/>
                        <a:gd name="T16" fmla="*/ 82 w 236"/>
                        <a:gd name="T17" fmla="*/ 260 h 929"/>
                        <a:gd name="T18" fmla="*/ 82 w 236"/>
                        <a:gd name="T19" fmla="*/ 296 h 929"/>
                        <a:gd name="T20" fmla="*/ 72 w 236"/>
                        <a:gd name="T21" fmla="*/ 296 h 929"/>
                        <a:gd name="T22" fmla="*/ 72 w 236"/>
                        <a:gd name="T23" fmla="*/ 219 h 929"/>
                        <a:gd name="T24" fmla="*/ 82 w 236"/>
                        <a:gd name="T25" fmla="*/ 219 h 929"/>
                        <a:gd name="T26" fmla="*/ 82 w 236"/>
                        <a:gd name="T27" fmla="*/ 251 h 929"/>
                        <a:gd name="T28" fmla="*/ 119 w 236"/>
                        <a:gd name="T29" fmla="*/ 251 h 929"/>
                        <a:gd name="T30" fmla="*/ 119 w 236"/>
                        <a:gd name="T31" fmla="*/ 219 h 929"/>
                        <a:gd name="T32" fmla="*/ 129 w 236"/>
                        <a:gd name="T33" fmla="*/ 219 h 929"/>
                        <a:gd name="T34" fmla="*/ 129 w 236"/>
                        <a:gd name="T35" fmla="*/ 296 h 929"/>
                        <a:gd name="T36" fmla="*/ 175 w 236"/>
                        <a:gd name="T37" fmla="*/ 307 h 929"/>
                        <a:gd name="T38" fmla="*/ 144 w 236"/>
                        <a:gd name="T39" fmla="*/ 307 h 929"/>
                        <a:gd name="T40" fmla="*/ 144 w 236"/>
                        <a:gd name="T41" fmla="*/ 303 h 929"/>
                        <a:gd name="T42" fmla="*/ 149 w 236"/>
                        <a:gd name="T43" fmla="*/ 298 h 929"/>
                        <a:gd name="T44" fmla="*/ 167 w 236"/>
                        <a:gd name="T45" fmla="*/ 273 h 929"/>
                        <a:gd name="T46" fmla="*/ 158 w 236"/>
                        <a:gd name="T47" fmla="*/ 263 h 929"/>
                        <a:gd name="T48" fmla="*/ 147 w 236"/>
                        <a:gd name="T49" fmla="*/ 268 h 929"/>
                        <a:gd name="T50" fmla="*/ 145 w 236"/>
                        <a:gd name="T51" fmla="*/ 263 h 929"/>
                        <a:gd name="T52" fmla="*/ 159 w 236"/>
                        <a:gd name="T53" fmla="*/ 258 h 929"/>
                        <a:gd name="T54" fmla="*/ 174 w 236"/>
                        <a:gd name="T55" fmla="*/ 272 h 929"/>
                        <a:gd name="T56" fmla="*/ 157 w 236"/>
                        <a:gd name="T57" fmla="*/ 298 h 929"/>
                        <a:gd name="T58" fmla="*/ 153 w 236"/>
                        <a:gd name="T59" fmla="*/ 302 h 929"/>
                        <a:gd name="T60" fmla="*/ 153 w 236"/>
                        <a:gd name="T61" fmla="*/ 302 h 929"/>
                        <a:gd name="T62" fmla="*/ 175 w 236"/>
                        <a:gd name="T63" fmla="*/ 302 h 929"/>
                        <a:gd name="T64" fmla="*/ 175 w 236"/>
                        <a:gd name="T65" fmla="*/ 307 h 9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</a:cxnLst>
                      <a:rect l="0" t="0" r="r" b="b"/>
                      <a:pathLst>
                        <a:path w="236" h="929">
                          <a:moveTo>
                            <a:pt x="235" y="86"/>
                          </a:moveTo>
                          <a:cubicBezTo>
                            <a:pt x="231" y="0"/>
                            <a:pt x="0" y="0"/>
                            <a:pt x="0" y="102"/>
                          </a:cubicBezTo>
                          <a:cubicBezTo>
                            <a:pt x="0" y="872"/>
                            <a:pt x="0" y="872"/>
                            <a:pt x="0" y="872"/>
                          </a:cubicBezTo>
                          <a:cubicBezTo>
                            <a:pt x="49" y="929"/>
                            <a:pt x="229" y="913"/>
                            <a:pt x="236" y="872"/>
                          </a:cubicBezTo>
                          <a:lnTo>
                            <a:pt x="235" y="86"/>
                          </a:lnTo>
                          <a:close/>
                          <a:moveTo>
                            <a:pt x="129" y="296"/>
                          </a:moveTo>
                          <a:cubicBezTo>
                            <a:pt x="119" y="296"/>
                            <a:pt x="119" y="296"/>
                            <a:pt x="119" y="296"/>
                          </a:cubicBezTo>
                          <a:cubicBezTo>
                            <a:pt x="119" y="260"/>
                            <a:pt x="119" y="260"/>
                            <a:pt x="119" y="260"/>
                          </a:cubicBezTo>
                          <a:cubicBezTo>
                            <a:pt x="82" y="260"/>
                            <a:pt x="82" y="260"/>
                            <a:pt x="82" y="260"/>
                          </a:cubicBezTo>
                          <a:cubicBezTo>
                            <a:pt x="82" y="296"/>
                            <a:pt x="82" y="296"/>
                            <a:pt x="82" y="296"/>
                          </a:cubicBezTo>
                          <a:cubicBezTo>
                            <a:pt x="72" y="296"/>
                            <a:pt x="72" y="296"/>
                            <a:pt x="72" y="296"/>
                          </a:cubicBezTo>
                          <a:cubicBezTo>
                            <a:pt x="72" y="219"/>
                            <a:pt x="72" y="219"/>
                            <a:pt x="72" y="219"/>
                          </a:cubicBezTo>
                          <a:cubicBezTo>
                            <a:pt x="82" y="219"/>
                            <a:pt x="82" y="219"/>
                            <a:pt x="82" y="219"/>
                          </a:cubicBezTo>
                          <a:cubicBezTo>
                            <a:pt x="82" y="251"/>
                            <a:pt x="82" y="251"/>
                            <a:pt x="82" y="251"/>
                          </a:cubicBezTo>
                          <a:cubicBezTo>
                            <a:pt x="119" y="251"/>
                            <a:pt x="119" y="251"/>
                            <a:pt x="119" y="251"/>
                          </a:cubicBezTo>
                          <a:cubicBezTo>
                            <a:pt x="119" y="219"/>
                            <a:pt x="119" y="219"/>
                            <a:pt x="119" y="219"/>
                          </a:cubicBezTo>
                          <a:cubicBezTo>
                            <a:pt x="129" y="219"/>
                            <a:pt x="129" y="219"/>
                            <a:pt x="129" y="219"/>
                          </a:cubicBezTo>
                          <a:lnTo>
                            <a:pt x="129" y="296"/>
                          </a:lnTo>
                          <a:close/>
                          <a:moveTo>
                            <a:pt x="175" y="307"/>
                          </a:moveTo>
                          <a:cubicBezTo>
                            <a:pt x="144" y="307"/>
                            <a:pt x="144" y="307"/>
                            <a:pt x="144" y="307"/>
                          </a:cubicBezTo>
                          <a:cubicBezTo>
                            <a:pt x="144" y="303"/>
                            <a:pt x="144" y="303"/>
                            <a:pt x="144" y="303"/>
                          </a:cubicBezTo>
                          <a:cubicBezTo>
                            <a:pt x="149" y="298"/>
                            <a:pt x="149" y="298"/>
                            <a:pt x="149" y="298"/>
                          </a:cubicBezTo>
                          <a:cubicBezTo>
                            <a:pt x="162" y="286"/>
                            <a:pt x="167" y="280"/>
                            <a:pt x="167" y="273"/>
                          </a:cubicBezTo>
                          <a:cubicBezTo>
                            <a:pt x="167" y="268"/>
                            <a:pt x="165" y="263"/>
                            <a:pt x="158" y="263"/>
                          </a:cubicBezTo>
                          <a:cubicBezTo>
                            <a:pt x="153" y="263"/>
                            <a:pt x="150" y="266"/>
                            <a:pt x="147" y="268"/>
                          </a:cubicBezTo>
                          <a:cubicBezTo>
                            <a:pt x="145" y="263"/>
                            <a:pt x="145" y="263"/>
                            <a:pt x="145" y="263"/>
                          </a:cubicBezTo>
                          <a:cubicBezTo>
                            <a:pt x="149" y="260"/>
                            <a:pt x="153" y="258"/>
                            <a:pt x="159" y="258"/>
                          </a:cubicBezTo>
                          <a:cubicBezTo>
                            <a:pt x="169" y="258"/>
                            <a:pt x="174" y="265"/>
                            <a:pt x="174" y="272"/>
                          </a:cubicBezTo>
                          <a:cubicBezTo>
                            <a:pt x="174" y="281"/>
                            <a:pt x="167" y="288"/>
                            <a:pt x="157" y="298"/>
                          </a:cubicBezTo>
                          <a:cubicBezTo>
                            <a:pt x="153" y="302"/>
                            <a:pt x="153" y="302"/>
                            <a:pt x="153" y="302"/>
                          </a:cubicBezTo>
                          <a:cubicBezTo>
                            <a:pt x="153" y="302"/>
                            <a:pt x="153" y="302"/>
                            <a:pt x="153" y="302"/>
                          </a:cubicBezTo>
                          <a:cubicBezTo>
                            <a:pt x="175" y="302"/>
                            <a:pt x="175" y="302"/>
                            <a:pt x="175" y="302"/>
                          </a:cubicBezTo>
                          <a:lnTo>
                            <a:pt x="175" y="307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solidFill>
                        <a:srgbClr val="FFFFFF"/>
                      </a:solidFill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799" name="Freeform 8">
                      <a:extLst>
                        <a:ext uri="{FF2B5EF4-FFF2-40B4-BE49-F238E27FC236}">
                          <a16:creationId xmlns:a16="http://schemas.microsoft.com/office/drawing/2014/main" id="{820490F0-BE49-4E01-8356-EFE2188DC2F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876408" y="3205511"/>
                      <a:ext cx="2075787" cy="2025651"/>
                    </a:xfrm>
                    <a:custGeom>
                      <a:avLst/>
                      <a:gdLst>
                        <a:gd name="T0" fmla="*/ 311 w 427"/>
                        <a:gd name="T1" fmla="*/ 44 h 453"/>
                        <a:gd name="T2" fmla="*/ 359 w 427"/>
                        <a:gd name="T3" fmla="*/ 72 h 453"/>
                        <a:gd name="T4" fmla="*/ 427 w 427"/>
                        <a:gd name="T5" fmla="*/ 147 h 453"/>
                        <a:gd name="T6" fmla="*/ 376 w 427"/>
                        <a:gd name="T7" fmla="*/ 100 h 453"/>
                        <a:gd name="T8" fmla="*/ 82 w 427"/>
                        <a:gd name="T9" fmla="*/ 134 h 453"/>
                        <a:gd name="T10" fmla="*/ 151 w 427"/>
                        <a:gd name="T11" fmla="*/ 422 h 453"/>
                        <a:gd name="T12" fmla="*/ 214 w 427"/>
                        <a:gd name="T13" fmla="*/ 453 h 453"/>
                        <a:gd name="T14" fmla="*/ 162 w 427"/>
                        <a:gd name="T15" fmla="*/ 439 h 453"/>
                        <a:gd name="T16" fmla="*/ 124 w 427"/>
                        <a:gd name="T17" fmla="*/ 418 h 453"/>
                        <a:gd name="T18" fmla="*/ 124 w 427"/>
                        <a:gd name="T19" fmla="*/ 418 h 453"/>
                        <a:gd name="T20" fmla="*/ 102 w 427"/>
                        <a:gd name="T21" fmla="*/ 403 h 453"/>
                        <a:gd name="T22" fmla="*/ 102 w 427"/>
                        <a:gd name="T23" fmla="*/ 402 h 453"/>
                        <a:gd name="T24" fmla="*/ 37 w 427"/>
                        <a:gd name="T25" fmla="*/ 157 h 453"/>
                        <a:gd name="T26" fmla="*/ 311 w 427"/>
                        <a:gd name="T27" fmla="*/ 44 h 4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427" h="453">
                          <a:moveTo>
                            <a:pt x="311" y="44"/>
                          </a:moveTo>
                          <a:cubicBezTo>
                            <a:pt x="328" y="52"/>
                            <a:pt x="344" y="61"/>
                            <a:pt x="359" y="72"/>
                          </a:cubicBezTo>
                          <a:cubicBezTo>
                            <a:pt x="388" y="92"/>
                            <a:pt x="411" y="118"/>
                            <a:pt x="427" y="147"/>
                          </a:cubicBezTo>
                          <a:cubicBezTo>
                            <a:pt x="413" y="130"/>
                            <a:pt x="396" y="114"/>
                            <a:pt x="376" y="100"/>
                          </a:cubicBezTo>
                          <a:cubicBezTo>
                            <a:pt x="276" y="30"/>
                            <a:pt x="144" y="45"/>
                            <a:pt x="82" y="134"/>
                          </a:cubicBezTo>
                          <a:cubicBezTo>
                            <a:pt x="20" y="223"/>
                            <a:pt x="51" y="352"/>
                            <a:pt x="151" y="422"/>
                          </a:cubicBezTo>
                          <a:cubicBezTo>
                            <a:pt x="171" y="436"/>
                            <a:pt x="192" y="446"/>
                            <a:pt x="214" y="453"/>
                          </a:cubicBezTo>
                          <a:cubicBezTo>
                            <a:pt x="197" y="451"/>
                            <a:pt x="179" y="446"/>
                            <a:pt x="162" y="439"/>
                          </a:cubicBezTo>
                          <a:cubicBezTo>
                            <a:pt x="148" y="434"/>
                            <a:pt x="136" y="427"/>
                            <a:pt x="124" y="418"/>
                          </a:cubicBezTo>
                          <a:cubicBezTo>
                            <a:pt x="124" y="418"/>
                            <a:pt x="124" y="418"/>
                            <a:pt x="124" y="418"/>
                          </a:cubicBezTo>
                          <a:cubicBezTo>
                            <a:pt x="102" y="403"/>
                            <a:pt x="102" y="403"/>
                            <a:pt x="102" y="403"/>
                          </a:cubicBezTo>
                          <a:cubicBezTo>
                            <a:pt x="102" y="402"/>
                            <a:pt x="102" y="402"/>
                            <a:pt x="102" y="402"/>
                          </a:cubicBezTo>
                          <a:cubicBezTo>
                            <a:pt x="29" y="346"/>
                            <a:pt x="0" y="246"/>
                            <a:pt x="37" y="157"/>
                          </a:cubicBezTo>
                          <a:cubicBezTo>
                            <a:pt x="82" y="51"/>
                            <a:pt x="204" y="0"/>
                            <a:pt x="311" y="44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00" name="Freeform 11">
                      <a:extLst>
                        <a:ext uri="{FF2B5EF4-FFF2-40B4-BE49-F238E27FC236}">
                          <a16:creationId xmlns:a16="http://schemas.microsoft.com/office/drawing/2014/main" id="{71D419D4-4EC0-4E69-99E4-31478B519B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547126" y="3508724"/>
                      <a:ext cx="1107545" cy="777875"/>
                    </a:xfrm>
                    <a:custGeom>
                      <a:avLst/>
                      <a:gdLst>
                        <a:gd name="T0" fmla="*/ 0 w 644"/>
                        <a:gd name="T1" fmla="*/ 37 h 490"/>
                        <a:gd name="T2" fmla="*/ 616 w 644"/>
                        <a:gd name="T3" fmla="*/ 490 h 490"/>
                        <a:gd name="T4" fmla="*/ 644 w 644"/>
                        <a:gd name="T5" fmla="*/ 454 h 490"/>
                        <a:gd name="T6" fmla="*/ 25 w 644"/>
                        <a:gd name="T7" fmla="*/ 0 h 490"/>
                        <a:gd name="T8" fmla="*/ 0 w 644"/>
                        <a:gd name="T9" fmla="*/ 37 h 49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44" h="490">
                          <a:moveTo>
                            <a:pt x="0" y="37"/>
                          </a:moveTo>
                          <a:lnTo>
                            <a:pt x="616" y="490"/>
                          </a:lnTo>
                          <a:lnTo>
                            <a:pt x="644" y="454"/>
                          </a:lnTo>
                          <a:lnTo>
                            <a:pt x="25" y="0"/>
                          </a:lnTo>
                          <a:lnTo>
                            <a:pt x="0" y="37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01" name="Freeform 14">
                      <a:extLst>
                        <a:ext uri="{FF2B5EF4-FFF2-40B4-BE49-F238E27FC236}">
                          <a16:creationId xmlns:a16="http://schemas.microsoft.com/office/drawing/2014/main" id="{E1C20A5E-17BB-4931-A3E7-69B87ECCEA5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046667" y="4148487"/>
                      <a:ext cx="1117864" cy="787400"/>
                    </a:xfrm>
                    <a:custGeom>
                      <a:avLst/>
                      <a:gdLst>
                        <a:gd name="T0" fmla="*/ 0 w 650"/>
                        <a:gd name="T1" fmla="*/ 37 h 496"/>
                        <a:gd name="T2" fmla="*/ 624 w 650"/>
                        <a:gd name="T3" fmla="*/ 496 h 496"/>
                        <a:gd name="T4" fmla="*/ 650 w 650"/>
                        <a:gd name="T5" fmla="*/ 459 h 496"/>
                        <a:gd name="T6" fmla="*/ 25 w 650"/>
                        <a:gd name="T7" fmla="*/ 0 h 496"/>
                        <a:gd name="T8" fmla="*/ 0 w 650"/>
                        <a:gd name="T9" fmla="*/ 37 h 49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0" h="496">
                          <a:moveTo>
                            <a:pt x="0" y="37"/>
                          </a:moveTo>
                          <a:lnTo>
                            <a:pt x="624" y="496"/>
                          </a:lnTo>
                          <a:lnTo>
                            <a:pt x="650" y="459"/>
                          </a:lnTo>
                          <a:lnTo>
                            <a:pt x="25" y="0"/>
                          </a:lnTo>
                          <a:lnTo>
                            <a:pt x="0" y="37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02" name="Freeform 17">
                      <a:extLst>
                        <a:ext uri="{FF2B5EF4-FFF2-40B4-BE49-F238E27FC236}">
                          <a16:creationId xmlns:a16="http://schemas.microsoft.com/office/drawing/2014/main" id="{9568F418-FE2E-462D-B3EC-9E22472997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416422" y="3688112"/>
                      <a:ext cx="1626922" cy="1644651"/>
                    </a:xfrm>
                    <a:custGeom>
                      <a:avLst/>
                      <a:gdLst>
                        <a:gd name="T0" fmla="*/ 332 w 335"/>
                        <a:gd name="T1" fmla="*/ 44 h 368"/>
                        <a:gd name="T2" fmla="*/ 295 w 335"/>
                        <a:gd name="T3" fmla="*/ 24 h 368"/>
                        <a:gd name="T4" fmla="*/ 146 w 335"/>
                        <a:gd name="T5" fmla="*/ 24 h 368"/>
                        <a:gd name="T6" fmla="*/ 40 w 335"/>
                        <a:gd name="T7" fmla="*/ 129 h 368"/>
                        <a:gd name="T8" fmla="*/ 108 w 335"/>
                        <a:gd name="T9" fmla="*/ 365 h 368"/>
                        <a:gd name="T10" fmla="*/ 106 w 335"/>
                        <a:gd name="T11" fmla="*/ 368 h 368"/>
                        <a:gd name="T12" fmla="*/ 36 w 335"/>
                        <a:gd name="T13" fmla="*/ 128 h 368"/>
                        <a:gd name="T14" fmla="*/ 144 w 335"/>
                        <a:gd name="T15" fmla="*/ 20 h 368"/>
                        <a:gd name="T16" fmla="*/ 297 w 335"/>
                        <a:gd name="T17" fmla="*/ 20 h 368"/>
                        <a:gd name="T18" fmla="*/ 335 w 335"/>
                        <a:gd name="T19" fmla="*/ 41 h 368"/>
                        <a:gd name="T20" fmla="*/ 332 w 335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5" h="368">
                          <a:moveTo>
                            <a:pt x="332" y="44"/>
                          </a:moveTo>
                          <a:cubicBezTo>
                            <a:pt x="321" y="36"/>
                            <a:pt x="308" y="29"/>
                            <a:pt x="295" y="24"/>
                          </a:cubicBezTo>
                          <a:cubicBezTo>
                            <a:pt x="247" y="4"/>
                            <a:pt x="194" y="4"/>
                            <a:pt x="146" y="24"/>
                          </a:cubicBezTo>
                          <a:cubicBezTo>
                            <a:pt x="97" y="44"/>
                            <a:pt x="60" y="81"/>
                            <a:pt x="40" y="129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6" y="368"/>
                            <a:pt x="106" y="368"/>
                            <a:pt x="106" y="368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0"/>
                            <a:pt x="144" y="20"/>
                          </a:cubicBezTo>
                          <a:cubicBezTo>
                            <a:pt x="193" y="0"/>
                            <a:pt x="248" y="0"/>
                            <a:pt x="297" y="20"/>
                          </a:cubicBezTo>
                          <a:cubicBezTo>
                            <a:pt x="310" y="26"/>
                            <a:pt x="323" y="33"/>
                            <a:pt x="335" y="41"/>
                          </a:cubicBezTo>
                          <a:lnTo>
                            <a:pt x="332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03" name="Freeform 18">
                      <a:extLst>
                        <a:ext uri="{FF2B5EF4-FFF2-40B4-BE49-F238E27FC236}">
                          <a16:creationId xmlns:a16="http://schemas.microsoft.com/office/drawing/2014/main" id="{ECD7D035-B022-489D-AE7F-92D36E6AFA2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469735" y="3719862"/>
                      <a:ext cx="1621763" cy="1644651"/>
                    </a:xfrm>
                    <a:custGeom>
                      <a:avLst/>
                      <a:gdLst>
                        <a:gd name="T0" fmla="*/ 332 w 334"/>
                        <a:gd name="T1" fmla="*/ 45 h 368"/>
                        <a:gd name="T2" fmla="*/ 295 w 334"/>
                        <a:gd name="T3" fmla="*/ 24 h 368"/>
                        <a:gd name="T4" fmla="*/ 145 w 334"/>
                        <a:gd name="T5" fmla="*/ 24 h 368"/>
                        <a:gd name="T6" fmla="*/ 39 w 334"/>
                        <a:gd name="T7" fmla="*/ 130 h 368"/>
                        <a:gd name="T8" fmla="*/ 107 w 334"/>
                        <a:gd name="T9" fmla="*/ 365 h 368"/>
                        <a:gd name="T10" fmla="*/ 105 w 334"/>
                        <a:gd name="T11" fmla="*/ 368 h 368"/>
                        <a:gd name="T12" fmla="*/ 35 w 334"/>
                        <a:gd name="T13" fmla="*/ 128 h 368"/>
                        <a:gd name="T14" fmla="*/ 144 w 334"/>
                        <a:gd name="T15" fmla="*/ 20 h 368"/>
                        <a:gd name="T16" fmla="*/ 296 w 334"/>
                        <a:gd name="T17" fmla="*/ 21 h 368"/>
                        <a:gd name="T18" fmla="*/ 334 w 334"/>
                        <a:gd name="T19" fmla="*/ 41 h 368"/>
                        <a:gd name="T20" fmla="*/ 332 w 334"/>
                        <a:gd name="T21" fmla="*/ 45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8">
                          <a:moveTo>
                            <a:pt x="332" y="45"/>
                          </a:moveTo>
                          <a:cubicBezTo>
                            <a:pt x="320" y="36"/>
                            <a:pt x="308" y="30"/>
                            <a:pt x="295" y="24"/>
                          </a:cubicBezTo>
                          <a:cubicBezTo>
                            <a:pt x="247" y="4"/>
                            <a:pt x="193" y="4"/>
                            <a:pt x="145" y="24"/>
                          </a:cubicBezTo>
                          <a:cubicBezTo>
                            <a:pt x="97" y="44"/>
                            <a:pt x="59" y="81"/>
                            <a:pt x="39" y="130"/>
                          </a:cubicBezTo>
                          <a:cubicBezTo>
                            <a:pt x="4" y="214"/>
                            <a:pt x="33" y="313"/>
                            <a:pt x="107" y="365"/>
                          </a:cubicBezTo>
                          <a:cubicBezTo>
                            <a:pt x="105" y="368"/>
                            <a:pt x="105" y="368"/>
                            <a:pt x="105" y="368"/>
                          </a:cubicBezTo>
                          <a:cubicBezTo>
                            <a:pt x="29" y="315"/>
                            <a:pt x="0" y="214"/>
                            <a:pt x="35" y="128"/>
                          </a:cubicBezTo>
                          <a:cubicBezTo>
                            <a:pt x="56" y="79"/>
                            <a:pt x="94" y="41"/>
                            <a:pt x="144" y="20"/>
                          </a:cubicBezTo>
                          <a:cubicBezTo>
                            <a:pt x="193" y="0"/>
                            <a:pt x="247" y="0"/>
                            <a:pt x="296" y="21"/>
                          </a:cubicBezTo>
                          <a:cubicBezTo>
                            <a:pt x="310" y="26"/>
                            <a:pt x="322" y="33"/>
                            <a:pt x="334" y="41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04" name="Freeform 19">
                      <a:extLst>
                        <a:ext uri="{FF2B5EF4-FFF2-40B4-BE49-F238E27FC236}">
                          <a16:creationId xmlns:a16="http://schemas.microsoft.com/office/drawing/2014/main" id="{C1BC93FB-09E1-4894-BC27-32D2786B263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517889" y="3750024"/>
                      <a:ext cx="1623482" cy="1651001"/>
                    </a:xfrm>
                    <a:custGeom>
                      <a:avLst/>
                      <a:gdLst>
                        <a:gd name="T0" fmla="*/ 332 w 334"/>
                        <a:gd name="T1" fmla="*/ 45 h 369"/>
                        <a:gd name="T2" fmla="*/ 295 w 334"/>
                        <a:gd name="T3" fmla="*/ 25 h 369"/>
                        <a:gd name="T4" fmla="*/ 145 w 334"/>
                        <a:gd name="T5" fmla="*/ 24 h 369"/>
                        <a:gd name="T6" fmla="*/ 39 w 334"/>
                        <a:gd name="T7" fmla="*/ 130 h 369"/>
                        <a:gd name="T8" fmla="*/ 108 w 334"/>
                        <a:gd name="T9" fmla="*/ 365 h 369"/>
                        <a:gd name="T10" fmla="*/ 106 w 334"/>
                        <a:gd name="T11" fmla="*/ 369 h 369"/>
                        <a:gd name="T12" fmla="*/ 36 w 334"/>
                        <a:gd name="T13" fmla="*/ 128 h 369"/>
                        <a:gd name="T14" fmla="*/ 144 w 334"/>
                        <a:gd name="T15" fmla="*/ 21 h 369"/>
                        <a:gd name="T16" fmla="*/ 297 w 334"/>
                        <a:gd name="T17" fmla="*/ 21 h 369"/>
                        <a:gd name="T18" fmla="*/ 334 w 334"/>
                        <a:gd name="T19" fmla="*/ 42 h 369"/>
                        <a:gd name="T20" fmla="*/ 332 w 334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9">
                          <a:moveTo>
                            <a:pt x="332" y="45"/>
                          </a:moveTo>
                          <a:cubicBezTo>
                            <a:pt x="321" y="37"/>
                            <a:pt x="308" y="30"/>
                            <a:pt x="295" y="25"/>
                          </a:cubicBezTo>
                          <a:cubicBezTo>
                            <a:pt x="247" y="4"/>
                            <a:pt x="194" y="4"/>
                            <a:pt x="145" y="24"/>
                          </a:cubicBezTo>
                          <a:cubicBezTo>
                            <a:pt x="97" y="44"/>
                            <a:pt x="60" y="82"/>
                            <a:pt x="39" y="130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6" y="369"/>
                            <a:pt x="106" y="369"/>
                            <a:pt x="106" y="369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1"/>
                            <a:pt x="144" y="21"/>
                          </a:cubicBezTo>
                          <a:cubicBezTo>
                            <a:pt x="193" y="0"/>
                            <a:pt x="248" y="0"/>
                            <a:pt x="297" y="21"/>
                          </a:cubicBezTo>
                          <a:cubicBezTo>
                            <a:pt x="310" y="26"/>
                            <a:pt x="323" y="33"/>
                            <a:pt x="334" y="42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05" name="Freeform 20">
                      <a:extLst>
                        <a:ext uri="{FF2B5EF4-FFF2-40B4-BE49-F238E27FC236}">
                          <a16:creationId xmlns:a16="http://schemas.microsoft.com/office/drawing/2014/main" id="{2E960176-5EAA-4D6C-AF0F-DCF5DE8D01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566044" y="3786537"/>
                      <a:ext cx="1628642" cy="1644651"/>
                    </a:xfrm>
                    <a:custGeom>
                      <a:avLst/>
                      <a:gdLst>
                        <a:gd name="T0" fmla="*/ 333 w 335"/>
                        <a:gd name="T1" fmla="*/ 44 h 368"/>
                        <a:gd name="T2" fmla="*/ 296 w 335"/>
                        <a:gd name="T3" fmla="*/ 24 h 368"/>
                        <a:gd name="T4" fmla="*/ 146 w 335"/>
                        <a:gd name="T5" fmla="*/ 24 h 368"/>
                        <a:gd name="T6" fmla="*/ 40 w 335"/>
                        <a:gd name="T7" fmla="*/ 129 h 368"/>
                        <a:gd name="T8" fmla="*/ 108 w 335"/>
                        <a:gd name="T9" fmla="*/ 365 h 368"/>
                        <a:gd name="T10" fmla="*/ 106 w 335"/>
                        <a:gd name="T11" fmla="*/ 368 h 368"/>
                        <a:gd name="T12" fmla="*/ 36 w 335"/>
                        <a:gd name="T13" fmla="*/ 128 h 368"/>
                        <a:gd name="T14" fmla="*/ 144 w 335"/>
                        <a:gd name="T15" fmla="*/ 20 h 368"/>
                        <a:gd name="T16" fmla="*/ 297 w 335"/>
                        <a:gd name="T17" fmla="*/ 20 h 368"/>
                        <a:gd name="T18" fmla="*/ 335 w 335"/>
                        <a:gd name="T19" fmla="*/ 41 h 368"/>
                        <a:gd name="T20" fmla="*/ 333 w 335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5" h="368">
                          <a:moveTo>
                            <a:pt x="333" y="44"/>
                          </a:moveTo>
                          <a:cubicBezTo>
                            <a:pt x="321" y="36"/>
                            <a:pt x="309" y="29"/>
                            <a:pt x="296" y="24"/>
                          </a:cubicBezTo>
                          <a:cubicBezTo>
                            <a:pt x="247" y="4"/>
                            <a:pt x="194" y="4"/>
                            <a:pt x="146" y="24"/>
                          </a:cubicBezTo>
                          <a:cubicBezTo>
                            <a:pt x="98" y="43"/>
                            <a:pt x="60" y="81"/>
                            <a:pt x="40" y="129"/>
                          </a:cubicBezTo>
                          <a:cubicBezTo>
                            <a:pt x="5" y="214"/>
                            <a:pt x="34" y="313"/>
                            <a:pt x="108" y="365"/>
                          </a:cubicBezTo>
                          <a:cubicBezTo>
                            <a:pt x="106" y="368"/>
                            <a:pt x="106" y="368"/>
                            <a:pt x="106" y="368"/>
                          </a:cubicBezTo>
                          <a:cubicBezTo>
                            <a:pt x="30" y="315"/>
                            <a:pt x="0" y="214"/>
                            <a:pt x="36" y="128"/>
                          </a:cubicBezTo>
                          <a:cubicBezTo>
                            <a:pt x="57" y="78"/>
                            <a:pt x="95" y="40"/>
                            <a:pt x="144" y="20"/>
                          </a:cubicBezTo>
                          <a:cubicBezTo>
                            <a:pt x="194" y="0"/>
                            <a:pt x="248" y="0"/>
                            <a:pt x="297" y="20"/>
                          </a:cubicBezTo>
                          <a:cubicBezTo>
                            <a:pt x="310" y="26"/>
                            <a:pt x="323" y="33"/>
                            <a:pt x="335" y="41"/>
                          </a:cubicBezTo>
                          <a:lnTo>
                            <a:pt x="333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06" name="Freeform 23">
                      <a:extLst>
                        <a:ext uri="{FF2B5EF4-FFF2-40B4-BE49-F238E27FC236}">
                          <a16:creationId xmlns:a16="http://schemas.microsoft.com/office/drawing/2014/main" id="{DA181C90-7E93-4B8D-AC2D-81C354EAED4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722545" y="3880199"/>
                      <a:ext cx="1621763" cy="1649414"/>
                    </a:xfrm>
                    <a:custGeom>
                      <a:avLst/>
                      <a:gdLst>
                        <a:gd name="T0" fmla="*/ 332 w 334"/>
                        <a:gd name="T1" fmla="*/ 45 h 369"/>
                        <a:gd name="T2" fmla="*/ 295 w 334"/>
                        <a:gd name="T3" fmla="*/ 25 h 369"/>
                        <a:gd name="T4" fmla="*/ 145 w 334"/>
                        <a:gd name="T5" fmla="*/ 24 h 369"/>
                        <a:gd name="T6" fmla="*/ 39 w 334"/>
                        <a:gd name="T7" fmla="*/ 130 h 369"/>
                        <a:gd name="T8" fmla="*/ 108 w 334"/>
                        <a:gd name="T9" fmla="*/ 366 h 369"/>
                        <a:gd name="T10" fmla="*/ 105 w 334"/>
                        <a:gd name="T11" fmla="*/ 369 h 369"/>
                        <a:gd name="T12" fmla="*/ 36 w 334"/>
                        <a:gd name="T13" fmla="*/ 129 h 369"/>
                        <a:gd name="T14" fmla="*/ 144 w 334"/>
                        <a:gd name="T15" fmla="*/ 21 h 369"/>
                        <a:gd name="T16" fmla="*/ 297 w 334"/>
                        <a:gd name="T17" fmla="*/ 21 h 369"/>
                        <a:gd name="T18" fmla="*/ 334 w 334"/>
                        <a:gd name="T19" fmla="*/ 42 h 369"/>
                        <a:gd name="T20" fmla="*/ 332 w 334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9">
                          <a:moveTo>
                            <a:pt x="332" y="45"/>
                          </a:moveTo>
                          <a:cubicBezTo>
                            <a:pt x="320" y="37"/>
                            <a:pt x="308" y="30"/>
                            <a:pt x="295" y="25"/>
                          </a:cubicBezTo>
                          <a:cubicBezTo>
                            <a:pt x="247" y="5"/>
                            <a:pt x="194" y="5"/>
                            <a:pt x="145" y="24"/>
                          </a:cubicBezTo>
                          <a:cubicBezTo>
                            <a:pt x="97" y="44"/>
                            <a:pt x="59" y="82"/>
                            <a:pt x="39" y="130"/>
                          </a:cubicBezTo>
                          <a:cubicBezTo>
                            <a:pt x="4" y="214"/>
                            <a:pt x="33" y="313"/>
                            <a:pt x="108" y="366"/>
                          </a:cubicBezTo>
                          <a:cubicBezTo>
                            <a:pt x="105" y="369"/>
                            <a:pt x="105" y="369"/>
                            <a:pt x="105" y="369"/>
                          </a:cubicBezTo>
                          <a:cubicBezTo>
                            <a:pt x="29" y="316"/>
                            <a:pt x="0" y="215"/>
                            <a:pt x="36" y="129"/>
                          </a:cubicBezTo>
                          <a:cubicBezTo>
                            <a:pt x="56" y="79"/>
                            <a:pt x="94" y="41"/>
                            <a:pt x="144" y="21"/>
                          </a:cubicBezTo>
                          <a:cubicBezTo>
                            <a:pt x="193" y="0"/>
                            <a:pt x="247" y="1"/>
                            <a:pt x="297" y="21"/>
                          </a:cubicBezTo>
                          <a:cubicBezTo>
                            <a:pt x="310" y="27"/>
                            <a:pt x="323" y="34"/>
                            <a:pt x="334" y="42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07" name="Freeform 24">
                      <a:extLst>
                        <a:ext uri="{FF2B5EF4-FFF2-40B4-BE49-F238E27FC236}">
                          <a16:creationId xmlns:a16="http://schemas.microsoft.com/office/drawing/2014/main" id="{B90EC094-5692-446D-99C6-2D3738A8445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770699" y="3915124"/>
                      <a:ext cx="1626922" cy="1646239"/>
                    </a:xfrm>
                    <a:custGeom>
                      <a:avLst/>
                      <a:gdLst>
                        <a:gd name="T0" fmla="*/ 332 w 335"/>
                        <a:gd name="T1" fmla="*/ 44 h 368"/>
                        <a:gd name="T2" fmla="*/ 295 w 335"/>
                        <a:gd name="T3" fmla="*/ 24 h 368"/>
                        <a:gd name="T4" fmla="*/ 146 w 335"/>
                        <a:gd name="T5" fmla="*/ 24 h 368"/>
                        <a:gd name="T6" fmla="*/ 40 w 335"/>
                        <a:gd name="T7" fmla="*/ 129 h 368"/>
                        <a:gd name="T8" fmla="*/ 108 w 335"/>
                        <a:gd name="T9" fmla="*/ 365 h 368"/>
                        <a:gd name="T10" fmla="*/ 106 w 335"/>
                        <a:gd name="T11" fmla="*/ 368 h 368"/>
                        <a:gd name="T12" fmla="*/ 36 w 335"/>
                        <a:gd name="T13" fmla="*/ 128 h 368"/>
                        <a:gd name="T14" fmla="*/ 144 w 335"/>
                        <a:gd name="T15" fmla="*/ 20 h 368"/>
                        <a:gd name="T16" fmla="*/ 297 w 335"/>
                        <a:gd name="T17" fmla="*/ 20 h 368"/>
                        <a:gd name="T18" fmla="*/ 335 w 335"/>
                        <a:gd name="T19" fmla="*/ 41 h 368"/>
                        <a:gd name="T20" fmla="*/ 332 w 335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5" h="368">
                          <a:moveTo>
                            <a:pt x="332" y="44"/>
                          </a:moveTo>
                          <a:cubicBezTo>
                            <a:pt x="321" y="36"/>
                            <a:pt x="308" y="29"/>
                            <a:pt x="295" y="24"/>
                          </a:cubicBezTo>
                          <a:cubicBezTo>
                            <a:pt x="247" y="4"/>
                            <a:pt x="194" y="4"/>
                            <a:pt x="146" y="24"/>
                          </a:cubicBezTo>
                          <a:cubicBezTo>
                            <a:pt x="97" y="44"/>
                            <a:pt x="60" y="81"/>
                            <a:pt x="40" y="129"/>
                          </a:cubicBezTo>
                          <a:cubicBezTo>
                            <a:pt x="5" y="214"/>
                            <a:pt x="33" y="313"/>
                            <a:pt x="108" y="365"/>
                          </a:cubicBezTo>
                          <a:cubicBezTo>
                            <a:pt x="106" y="368"/>
                            <a:pt x="106" y="368"/>
                            <a:pt x="106" y="368"/>
                          </a:cubicBezTo>
                          <a:cubicBezTo>
                            <a:pt x="30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0"/>
                            <a:pt x="144" y="20"/>
                          </a:cubicBezTo>
                          <a:cubicBezTo>
                            <a:pt x="193" y="0"/>
                            <a:pt x="248" y="0"/>
                            <a:pt x="297" y="20"/>
                          </a:cubicBezTo>
                          <a:cubicBezTo>
                            <a:pt x="310" y="26"/>
                            <a:pt x="323" y="33"/>
                            <a:pt x="335" y="41"/>
                          </a:cubicBezTo>
                          <a:lnTo>
                            <a:pt x="332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08" name="Freeform 25">
                      <a:extLst>
                        <a:ext uri="{FF2B5EF4-FFF2-40B4-BE49-F238E27FC236}">
                          <a16:creationId xmlns:a16="http://schemas.microsoft.com/office/drawing/2014/main" id="{1B91F8DD-0B47-4469-A4D4-4424B78532A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824012" y="3946874"/>
                      <a:ext cx="1623482" cy="1646239"/>
                    </a:xfrm>
                    <a:custGeom>
                      <a:avLst/>
                      <a:gdLst>
                        <a:gd name="T0" fmla="*/ 332 w 334"/>
                        <a:gd name="T1" fmla="*/ 45 h 368"/>
                        <a:gd name="T2" fmla="*/ 295 w 334"/>
                        <a:gd name="T3" fmla="*/ 24 h 368"/>
                        <a:gd name="T4" fmla="*/ 145 w 334"/>
                        <a:gd name="T5" fmla="*/ 24 h 368"/>
                        <a:gd name="T6" fmla="*/ 39 w 334"/>
                        <a:gd name="T7" fmla="*/ 130 h 368"/>
                        <a:gd name="T8" fmla="*/ 108 w 334"/>
                        <a:gd name="T9" fmla="*/ 365 h 368"/>
                        <a:gd name="T10" fmla="*/ 105 w 334"/>
                        <a:gd name="T11" fmla="*/ 368 h 368"/>
                        <a:gd name="T12" fmla="*/ 35 w 334"/>
                        <a:gd name="T13" fmla="*/ 128 h 368"/>
                        <a:gd name="T14" fmla="*/ 144 w 334"/>
                        <a:gd name="T15" fmla="*/ 20 h 368"/>
                        <a:gd name="T16" fmla="*/ 296 w 334"/>
                        <a:gd name="T17" fmla="*/ 21 h 368"/>
                        <a:gd name="T18" fmla="*/ 334 w 334"/>
                        <a:gd name="T19" fmla="*/ 41 h 368"/>
                        <a:gd name="T20" fmla="*/ 332 w 334"/>
                        <a:gd name="T21" fmla="*/ 45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8">
                          <a:moveTo>
                            <a:pt x="332" y="45"/>
                          </a:moveTo>
                          <a:cubicBezTo>
                            <a:pt x="320" y="37"/>
                            <a:pt x="308" y="30"/>
                            <a:pt x="295" y="24"/>
                          </a:cubicBezTo>
                          <a:cubicBezTo>
                            <a:pt x="247" y="4"/>
                            <a:pt x="193" y="4"/>
                            <a:pt x="145" y="24"/>
                          </a:cubicBezTo>
                          <a:cubicBezTo>
                            <a:pt x="97" y="44"/>
                            <a:pt x="59" y="81"/>
                            <a:pt x="39" y="130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5" y="368"/>
                            <a:pt x="105" y="368"/>
                            <a:pt x="105" y="368"/>
                          </a:cubicBezTo>
                          <a:cubicBezTo>
                            <a:pt x="29" y="315"/>
                            <a:pt x="0" y="214"/>
                            <a:pt x="35" y="128"/>
                          </a:cubicBezTo>
                          <a:cubicBezTo>
                            <a:pt x="56" y="79"/>
                            <a:pt x="94" y="41"/>
                            <a:pt x="144" y="20"/>
                          </a:cubicBezTo>
                          <a:cubicBezTo>
                            <a:pt x="193" y="0"/>
                            <a:pt x="247" y="0"/>
                            <a:pt x="296" y="21"/>
                          </a:cubicBezTo>
                          <a:cubicBezTo>
                            <a:pt x="310" y="26"/>
                            <a:pt x="322" y="33"/>
                            <a:pt x="334" y="41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09" name="Freeform 26">
                      <a:extLst>
                        <a:ext uri="{FF2B5EF4-FFF2-40B4-BE49-F238E27FC236}">
                          <a16:creationId xmlns:a16="http://schemas.microsoft.com/office/drawing/2014/main" id="{E3906DC1-F042-4419-93CE-89753CD899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872166" y="3978624"/>
                      <a:ext cx="1628642" cy="1649414"/>
                    </a:xfrm>
                    <a:custGeom>
                      <a:avLst/>
                      <a:gdLst>
                        <a:gd name="T0" fmla="*/ 332 w 335"/>
                        <a:gd name="T1" fmla="*/ 45 h 369"/>
                        <a:gd name="T2" fmla="*/ 295 w 335"/>
                        <a:gd name="T3" fmla="*/ 25 h 369"/>
                        <a:gd name="T4" fmla="*/ 146 w 335"/>
                        <a:gd name="T5" fmla="*/ 24 h 369"/>
                        <a:gd name="T6" fmla="*/ 40 w 335"/>
                        <a:gd name="T7" fmla="*/ 130 h 369"/>
                        <a:gd name="T8" fmla="*/ 108 w 335"/>
                        <a:gd name="T9" fmla="*/ 365 h 369"/>
                        <a:gd name="T10" fmla="*/ 106 w 335"/>
                        <a:gd name="T11" fmla="*/ 369 h 369"/>
                        <a:gd name="T12" fmla="*/ 36 w 335"/>
                        <a:gd name="T13" fmla="*/ 128 h 369"/>
                        <a:gd name="T14" fmla="*/ 144 w 335"/>
                        <a:gd name="T15" fmla="*/ 21 h 369"/>
                        <a:gd name="T16" fmla="*/ 297 w 335"/>
                        <a:gd name="T17" fmla="*/ 21 h 369"/>
                        <a:gd name="T18" fmla="*/ 335 w 335"/>
                        <a:gd name="T19" fmla="*/ 42 h 369"/>
                        <a:gd name="T20" fmla="*/ 332 w 335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5" h="369">
                          <a:moveTo>
                            <a:pt x="332" y="45"/>
                          </a:moveTo>
                          <a:cubicBezTo>
                            <a:pt x="321" y="37"/>
                            <a:pt x="308" y="30"/>
                            <a:pt x="295" y="25"/>
                          </a:cubicBezTo>
                          <a:cubicBezTo>
                            <a:pt x="247" y="5"/>
                            <a:pt x="194" y="4"/>
                            <a:pt x="146" y="24"/>
                          </a:cubicBezTo>
                          <a:cubicBezTo>
                            <a:pt x="97" y="44"/>
                            <a:pt x="60" y="82"/>
                            <a:pt x="40" y="130"/>
                          </a:cubicBezTo>
                          <a:cubicBezTo>
                            <a:pt x="5" y="214"/>
                            <a:pt x="33" y="313"/>
                            <a:pt x="108" y="365"/>
                          </a:cubicBezTo>
                          <a:cubicBezTo>
                            <a:pt x="106" y="369"/>
                            <a:pt x="106" y="369"/>
                            <a:pt x="106" y="369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1"/>
                            <a:pt x="144" y="21"/>
                          </a:cubicBezTo>
                          <a:cubicBezTo>
                            <a:pt x="193" y="0"/>
                            <a:pt x="248" y="0"/>
                            <a:pt x="297" y="21"/>
                          </a:cubicBezTo>
                          <a:cubicBezTo>
                            <a:pt x="310" y="26"/>
                            <a:pt x="323" y="33"/>
                            <a:pt x="335" y="42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10" name="Freeform 27">
                      <a:extLst>
                        <a:ext uri="{FF2B5EF4-FFF2-40B4-BE49-F238E27FC236}">
                          <a16:creationId xmlns:a16="http://schemas.microsoft.com/office/drawing/2014/main" id="{E5DD9B0C-A502-4B25-8A88-DA7F1EE8B04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925480" y="4013549"/>
                      <a:ext cx="1623482" cy="1646239"/>
                    </a:xfrm>
                    <a:custGeom>
                      <a:avLst/>
                      <a:gdLst>
                        <a:gd name="T0" fmla="*/ 332 w 334"/>
                        <a:gd name="T1" fmla="*/ 44 h 368"/>
                        <a:gd name="T2" fmla="*/ 295 w 334"/>
                        <a:gd name="T3" fmla="*/ 24 h 368"/>
                        <a:gd name="T4" fmla="*/ 145 w 334"/>
                        <a:gd name="T5" fmla="*/ 24 h 368"/>
                        <a:gd name="T6" fmla="*/ 39 w 334"/>
                        <a:gd name="T7" fmla="*/ 129 h 368"/>
                        <a:gd name="T8" fmla="*/ 107 w 334"/>
                        <a:gd name="T9" fmla="*/ 365 h 368"/>
                        <a:gd name="T10" fmla="*/ 105 w 334"/>
                        <a:gd name="T11" fmla="*/ 368 h 368"/>
                        <a:gd name="T12" fmla="*/ 35 w 334"/>
                        <a:gd name="T13" fmla="*/ 128 h 368"/>
                        <a:gd name="T14" fmla="*/ 144 w 334"/>
                        <a:gd name="T15" fmla="*/ 20 h 368"/>
                        <a:gd name="T16" fmla="*/ 296 w 334"/>
                        <a:gd name="T17" fmla="*/ 20 h 368"/>
                        <a:gd name="T18" fmla="*/ 334 w 334"/>
                        <a:gd name="T19" fmla="*/ 41 h 368"/>
                        <a:gd name="T20" fmla="*/ 332 w 334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8">
                          <a:moveTo>
                            <a:pt x="332" y="44"/>
                          </a:moveTo>
                          <a:cubicBezTo>
                            <a:pt x="320" y="36"/>
                            <a:pt x="308" y="29"/>
                            <a:pt x="295" y="24"/>
                          </a:cubicBezTo>
                          <a:cubicBezTo>
                            <a:pt x="247" y="4"/>
                            <a:pt x="193" y="4"/>
                            <a:pt x="145" y="24"/>
                          </a:cubicBezTo>
                          <a:cubicBezTo>
                            <a:pt x="97" y="44"/>
                            <a:pt x="59" y="81"/>
                            <a:pt x="39" y="129"/>
                          </a:cubicBezTo>
                          <a:cubicBezTo>
                            <a:pt x="4" y="214"/>
                            <a:pt x="33" y="313"/>
                            <a:pt x="107" y="365"/>
                          </a:cubicBezTo>
                          <a:cubicBezTo>
                            <a:pt x="105" y="368"/>
                            <a:pt x="105" y="368"/>
                            <a:pt x="105" y="368"/>
                          </a:cubicBezTo>
                          <a:cubicBezTo>
                            <a:pt x="29" y="315"/>
                            <a:pt x="0" y="214"/>
                            <a:pt x="35" y="128"/>
                          </a:cubicBezTo>
                          <a:cubicBezTo>
                            <a:pt x="56" y="79"/>
                            <a:pt x="94" y="40"/>
                            <a:pt x="144" y="20"/>
                          </a:cubicBezTo>
                          <a:cubicBezTo>
                            <a:pt x="193" y="0"/>
                            <a:pt x="247" y="0"/>
                            <a:pt x="296" y="20"/>
                          </a:cubicBezTo>
                          <a:cubicBezTo>
                            <a:pt x="310" y="26"/>
                            <a:pt x="322" y="33"/>
                            <a:pt x="334" y="41"/>
                          </a:cubicBezTo>
                          <a:lnTo>
                            <a:pt x="332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11" name="Freeform 28">
                      <a:extLst>
                        <a:ext uri="{FF2B5EF4-FFF2-40B4-BE49-F238E27FC236}">
                          <a16:creationId xmlns:a16="http://schemas.microsoft.com/office/drawing/2014/main" id="{0A9556B2-F452-4AC1-988B-7F746B8F446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366548" y="3651599"/>
                      <a:ext cx="1623482" cy="1651001"/>
                    </a:xfrm>
                    <a:custGeom>
                      <a:avLst/>
                      <a:gdLst>
                        <a:gd name="T0" fmla="*/ 332 w 334"/>
                        <a:gd name="T1" fmla="*/ 45 h 369"/>
                        <a:gd name="T2" fmla="*/ 295 w 334"/>
                        <a:gd name="T3" fmla="*/ 25 h 369"/>
                        <a:gd name="T4" fmla="*/ 145 w 334"/>
                        <a:gd name="T5" fmla="*/ 24 h 369"/>
                        <a:gd name="T6" fmla="*/ 39 w 334"/>
                        <a:gd name="T7" fmla="*/ 130 h 369"/>
                        <a:gd name="T8" fmla="*/ 108 w 334"/>
                        <a:gd name="T9" fmla="*/ 366 h 369"/>
                        <a:gd name="T10" fmla="*/ 105 w 334"/>
                        <a:gd name="T11" fmla="*/ 369 h 369"/>
                        <a:gd name="T12" fmla="*/ 35 w 334"/>
                        <a:gd name="T13" fmla="*/ 129 h 369"/>
                        <a:gd name="T14" fmla="*/ 144 w 334"/>
                        <a:gd name="T15" fmla="*/ 21 h 369"/>
                        <a:gd name="T16" fmla="*/ 296 w 334"/>
                        <a:gd name="T17" fmla="*/ 21 h 369"/>
                        <a:gd name="T18" fmla="*/ 334 w 334"/>
                        <a:gd name="T19" fmla="*/ 42 h 369"/>
                        <a:gd name="T20" fmla="*/ 332 w 334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9">
                          <a:moveTo>
                            <a:pt x="332" y="45"/>
                          </a:moveTo>
                          <a:cubicBezTo>
                            <a:pt x="320" y="37"/>
                            <a:pt x="308" y="30"/>
                            <a:pt x="295" y="25"/>
                          </a:cubicBezTo>
                          <a:cubicBezTo>
                            <a:pt x="247" y="5"/>
                            <a:pt x="193" y="4"/>
                            <a:pt x="145" y="24"/>
                          </a:cubicBezTo>
                          <a:cubicBezTo>
                            <a:pt x="97" y="44"/>
                            <a:pt x="59" y="82"/>
                            <a:pt x="39" y="130"/>
                          </a:cubicBezTo>
                          <a:cubicBezTo>
                            <a:pt x="4" y="214"/>
                            <a:pt x="33" y="313"/>
                            <a:pt x="108" y="366"/>
                          </a:cubicBezTo>
                          <a:cubicBezTo>
                            <a:pt x="105" y="369"/>
                            <a:pt x="105" y="369"/>
                            <a:pt x="105" y="369"/>
                          </a:cubicBezTo>
                          <a:cubicBezTo>
                            <a:pt x="29" y="316"/>
                            <a:pt x="0" y="215"/>
                            <a:pt x="35" y="129"/>
                          </a:cubicBezTo>
                          <a:cubicBezTo>
                            <a:pt x="56" y="79"/>
                            <a:pt x="94" y="41"/>
                            <a:pt x="144" y="21"/>
                          </a:cubicBezTo>
                          <a:cubicBezTo>
                            <a:pt x="193" y="0"/>
                            <a:pt x="247" y="0"/>
                            <a:pt x="296" y="21"/>
                          </a:cubicBezTo>
                          <a:cubicBezTo>
                            <a:pt x="310" y="26"/>
                            <a:pt x="322" y="33"/>
                            <a:pt x="334" y="42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12" name="Freeform 29">
                      <a:extLst>
                        <a:ext uri="{FF2B5EF4-FFF2-40B4-BE49-F238E27FC236}">
                          <a16:creationId xmlns:a16="http://schemas.microsoft.com/office/drawing/2014/main" id="{3D9B09E4-5B8E-49E0-BF9F-E557B1B422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265080" y="3589686"/>
                      <a:ext cx="1623482" cy="1644651"/>
                    </a:xfrm>
                    <a:custGeom>
                      <a:avLst/>
                      <a:gdLst>
                        <a:gd name="T0" fmla="*/ 332 w 334"/>
                        <a:gd name="T1" fmla="*/ 44 h 368"/>
                        <a:gd name="T2" fmla="*/ 295 w 334"/>
                        <a:gd name="T3" fmla="*/ 24 h 368"/>
                        <a:gd name="T4" fmla="*/ 145 w 334"/>
                        <a:gd name="T5" fmla="*/ 24 h 368"/>
                        <a:gd name="T6" fmla="*/ 39 w 334"/>
                        <a:gd name="T7" fmla="*/ 129 h 368"/>
                        <a:gd name="T8" fmla="*/ 108 w 334"/>
                        <a:gd name="T9" fmla="*/ 365 h 368"/>
                        <a:gd name="T10" fmla="*/ 105 w 334"/>
                        <a:gd name="T11" fmla="*/ 368 h 368"/>
                        <a:gd name="T12" fmla="*/ 36 w 334"/>
                        <a:gd name="T13" fmla="*/ 128 h 368"/>
                        <a:gd name="T14" fmla="*/ 144 w 334"/>
                        <a:gd name="T15" fmla="*/ 20 h 368"/>
                        <a:gd name="T16" fmla="*/ 296 w 334"/>
                        <a:gd name="T17" fmla="*/ 20 h 368"/>
                        <a:gd name="T18" fmla="*/ 334 w 334"/>
                        <a:gd name="T19" fmla="*/ 41 h 368"/>
                        <a:gd name="T20" fmla="*/ 332 w 334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8">
                          <a:moveTo>
                            <a:pt x="332" y="44"/>
                          </a:moveTo>
                          <a:cubicBezTo>
                            <a:pt x="320" y="36"/>
                            <a:pt x="308" y="29"/>
                            <a:pt x="295" y="24"/>
                          </a:cubicBezTo>
                          <a:cubicBezTo>
                            <a:pt x="247" y="4"/>
                            <a:pt x="194" y="4"/>
                            <a:pt x="145" y="24"/>
                          </a:cubicBezTo>
                          <a:cubicBezTo>
                            <a:pt x="97" y="44"/>
                            <a:pt x="59" y="81"/>
                            <a:pt x="39" y="129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5" y="368"/>
                            <a:pt x="105" y="368"/>
                            <a:pt x="105" y="368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4" y="40"/>
                            <a:pt x="144" y="20"/>
                          </a:cubicBezTo>
                          <a:cubicBezTo>
                            <a:pt x="193" y="0"/>
                            <a:pt x="247" y="0"/>
                            <a:pt x="296" y="20"/>
                          </a:cubicBezTo>
                          <a:cubicBezTo>
                            <a:pt x="310" y="26"/>
                            <a:pt x="323" y="33"/>
                            <a:pt x="334" y="41"/>
                          </a:cubicBezTo>
                          <a:lnTo>
                            <a:pt x="332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13" name="Freeform 30">
                      <a:extLst>
                        <a:ext uri="{FF2B5EF4-FFF2-40B4-BE49-F238E27FC236}">
                          <a16:creationId xmlns:a16="http://schemas.microsoft.com/office/drawing/2014/main" id="{DCDD3F4A-079A-4921-9385-3332CD2D18D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313234" y="3621436"/>
                      <a:ext cx="1628642" cy="1649414"/>
                    </a:xfrm>
                    <a:custGeom>
                      <a:avLst/>
                      <a:gdLst>
                        <a:gd name="T0" fmla="*/ 332 w 335"/>
                        <a:gd name="T1" fmla="*/ 45 h 369"/>
                        <a:gd name="T2" fmla="*/ 295 w 335"/>
                        <a:gd name="T3" fmla="*/ 24 h 369"/>
                        <a:gd name="T4" fmla="*/ 146 w 335"/>
                        <a:gd name="T5" fmla="*/ 24 h 369"/>
                        <a:gd name="T6" fmla="*/ 40 w 335"/>
                        <a:gd name="T7" fmla="*/ 130 h 369"/>
                        <a:gd name="T8" fmla="*/ 108 w 335"/>
                        <a:gd name="T9" fmla="*/ 365 h 369"/>
                        <a:gd name="T10" fmla="*/ 106 w 335"/>
                        <a:gd name="T11" fmla="*/ 369 h 369"/>
                        <a:gd name="T12" fmla="*/ 36 w 335"/>
                        <a:gd name="T13" fmla="*/ 128 h 369"/>
                        <a:gd name="T14" fmla="*/ 144 w 335"/>
                        <a:gd name="T15" fmla="*/ 20 h 369"/>
                        <a:gd name="T16" fmla="*/ 297 w 335"/>
                        <a:gd name="T17" fmla="*/ 21 h 369"/>
                        <a:gd name="T18" fmla="*/ 335 w 335"/>
                        <a:gd name="T19" fmla="*/ 41 h 369"/>
                        <a:gd name="T20" fmla="*/ 332 w 335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5" h="369">
                          <a:moveTo>
                            <a:pt x="332" y="45"/>
                          </a:moveTo>
                          <a:cubicBezTo>
                            <a:pt x="321" y="37"/>
                            <a:pt x="308" y="30"/>
                            <a:pt x="295" y="24"/>
                          </a:cubicBezTo>
                          <a:cubicBezTo>
                            <a:pt x="247" y="4"/>
                            <a:pt x="194" y="4"/>
                            <a:pt x="146" y="24"/>
                          </a:cubicBezTo>
                          <a:cubicBezTo>
                            <a:pt x="97" y="44"/>
                            <a:pt x="60" y="82"/>
                            <a:pt x="40" y="130"/>
                          </a:cubicBezTo>
                          <a:cubicBezTo>
                            <a:pt x="5" y="214"/>
                            <a:pt x="33" y="313"/>
                            <a:pt x="108" y="365"/>
                          </a:cubicBezTo>
                          <a:cubicBezTo>
                            <a:pt x="106" y="369"/>
                            <a:pt x="106" y="369"/>
                            <a:pt x="106" y="369"/>
                          </a:cubicBezTo>
                          <a:cubicBezTo>
                            <a:pt x="30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1"/>
                            <a:pt x="144" y="20"/>
                          </a:cubicBezTo>
                          <a:cubicBezTo>
                            <a:pt x="193" y="0"/>
                            <a:pt x="248" y="0"/>
                            <a:pt x="297" y="21"/>
                          </a:cubicBezTo>
                          <a:cubicBezTo>
                            <a:pt x="310" y="26"/>
                            <a:pt x="323" y="33"/>
                            <a:pt x="335" y="41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14" name="Freeform 31">
                      <a:extLst>
                        <a:ext uri="{FF2B5EF4-FFF2-40B4-BE49-F238E27FC236}">
                          <a16:creationId xmlns:a16="http://schemas.microsoft.com/office/drawing/2014/main" id="{39C34B84-2252-433A-9305-256CF82E03D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012271" y="3424586"/>
                      <a:ext cx="1623482" cy="1649414"/>
                    </a:xfrm>
                    <a:custGeom>
                      <a:avLst/>
                      <a:gdLst>
                        <a:gd name="T0" fmla="*/ 332 w 334"/>
                        <a:gd name="T1" fmla="*/ 45 h 369"/>
                        <a:gd name="T2" fmla="*/ 295 w 334"/>
                        <a:gd name="T3" fmla="*/ 25 h 369"/>
                        <a:gd name="T4" fmla="*/ 145 w 334"/>
                        <a:gd name="T5" fmla="*/ 24 h 369"/>
                        <a:gd name="T6" fmla="*/ 39 w 334"/>
                        <a:gd name="T7" fmla="*/ 130 h 369"/>
                        <a:gd name="T8" fmla="*/ 107 w 334"/>
                        <a:gd name="T9" fmla="*/ 365 h 369"/>
                        <a:gd name="T10" fmla="*/ 105 w 334"/>
                        <a:gd name="T11" fmla="*/ 369 h 369"/>
                        <a:gd name="T12" fmla="*/ 35 w 334"/>
                        <a:gd name="T13" fmla="*/ 128 h 369"/>
                        <a:gd name="T14" fmla="*/ 144 w 334"/>
                        <a:gd name="T15" fmla="*/ 21 h 369"/>
                        <a:gd name="T16" fmla="*/ 296 w 334"/>
                        <a:gd name="T17" fmla="*/ 21 h 369"/>
                        <a:gd name="T18" fmla="*/ 334 w 334"/>
                        <a:gd name="T19" fmla="*/ 42 h 369"/>
                        <a:gd name="T20" fmla="*/ 332 w 334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9">
                          <a:moveTo>
                            <a:pt x="332" y="45"/>
                          </a:moveTo>
                          <a:cubicBezTo>
                            <a:pt x="320" y="37"/>
                            <a:pt x="308" y="30"/>
                            <a:pt x="295" y="25"/>
                          </a:cubicBezTo>
                          <a:cubicBezTo>
                            <a:pt x="246" y="5"/>
                            <a:pt x="193" y="4"/>
                            <a:pt x="145" y="24"/>
                          </a:cubicBezTo>
                          <a:cubicBezTo>
                            <a:pt x="97" y="44"/>
                            <a:pt x="59" y="82"/>
                            <a:pt x="39" y="130"/>
                          </a:cubicBezTo>
                          <a:cubicBezTo>
                            <a:pt x="4" y="214"/>
                            <a:pt x="33" y="313"/>
                            <a:pt x="107" y="365"/>
                          </a:cubicBezTo>
                          <a:cubicBezTo>
                            <a:pt x="105" y="369"/>
                            <a:pt x="105" y="369"/>
                            <a:pt x="105" y="369"/>
                          </a:cubicBezTo>
                          <a:cubicBezTo>
                            <a:pt x="29" y="316"/>
                            <a:pt x="0" y="214"/>
                            <a:pt x="35" y="128"/>
                          </a:cubicBezTo>
                          <a:cubicBezTo>
                            <a:pt x="56" y="79"/>
                            <a:pt x="94" y="41"/>
                            <a:pt x="144" y="21"/>
                          </a:cubicBezTo>
                          <a:cubicBezTo>
                            <a:pt x="193" y="0"/>
                            <a:pt x="247" y="0"/>
                            <a:pt x="296" y="21"/>
                          </a:cubicBezTo>
                          <a:cubicBezTo>
                            <a:pt x="310" y="26"/>
                            <a:pt x="322" y="33"/>
                            <a:pt x="334" y="42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15" name="Freeform 32">
                      <a:extLst>
                        <a:ext uri="{FF2B5EF4-FFF2-40B4-BE49-F238E27FC236}">
                          <a16:creationId xmlns:a16="http://schemas.microsoft.com/office/drawing/2014/main" id="{AE313359-3C2D-478C-9546-EEDCF4B817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060425" y="3459511"/>
                      <a:ext cx="1623482" cy="1646239"/>
                    </a:xfrm>
                    <a:custGeom>
                      <a:avLst/>
                      <a:gdLst>
                        <a:gd name="T0" fmla="*/ 332 w 334"/>
                        <a:gd name="T1" fmla="*/ 44 h 368"/>
                        <a:gd name="T2" fmla="*/ 295 w 334"/>
                        <a:gd name="T3" fmla="*/ 24 h 368"/>
                        <a:gd name="T4" fmla="*/ 145 w 334"/>
                        <a:gd name="T5" fmla="*/ 24 h 368"/>
                        <a:gd name="T6" fmla="*/ 39 w 334"/>
                        <a:gd name="T7" fmla="*/ 129 h 368"/>
                        <a:gd name="T8" fmla="*/ 108 w 334"/>
                        <a:gd name="T9" fmla="*/ 365 h 368"/>
                        <a:gd name="T10" fmla="*/ 106 w 334"/>
                        <a:gd name="T11" fmla="*/ 368 h 368"/>
                        <a:gd name="T12" fmla="*/ 36 w 334"/>
                        <a:gd name="T13" fmla="*/ 128 h 368"/>
                        <a:gd name="T14" fmla="*/ 144 w 334"/>
                        <a:gd name="T15" fmla="*/ 20 h 368"/>
                        <a:gd name="T16" fmla="*/ 297 w 334"/>
                        <a:gd name="T17" fmla="*/ 20 h 368"/>
                        <a:gd name="T18" fmla="*/ 334 w 334"/>
                        <a:gd name="T19" fmla="*/ 41 h 368"/>
                        <a:gd name="T20" fmla="*/ 332 w 334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8">
                          <a:moveTo>
                            <a:pt x="332" y="44"/>
                          </a:moveTo>
                          <a:cubicBezTo>
                            <a:pt x="321" y="36"/>
                            <a:pt x="308" y="29"/>
                            <a:pt x="295" y="24"/>
                          </a:cubicBezTo>
                          <a:cubicBezTo>
                            <a:pt x="247" y="4"/>
                            <a:pt x="194" y="4"/>
                            <a:pt x="145" y="24"/>
                          </a:cubicBezTo>
                          <a:cubicBezTo>
                            <a:pt x="97" y="44"/>
                            <a:pt x="60" y="81"/>
                            <a:pt x="39" y="129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6" y="368"/>
                            <a:pt x="106" y="368"/>
                            <a:pt x="106" y="368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0"/>
                            <a:pt x="144" y="20"/>
                          </a:cubicBezTo>
                          <a:cubicBezTo>
                            <a:pt x="193" y="0"/>
                            <a:pt x="247" y="0"/>
                            <a:pt x="297" y="20"/>
                          </a:cubicBezTo>
                          <a:cubicBezTo>
                            <a:pt x="310" y="26"/>
                            <a:pt x="323" y="33"/>
                            <a:pt x="334" y="41"/>
                          </a:cubicBezTo>
                          <a:lnTo>
                            <a:pt x="332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16" name="Freeform 34">
                      <a:extLst>
                        <a:ext uri="{FF2B5EF4-FFF2-40B4-BE49-F238E27FC236}">
                          <a16:creationId xmlns:a16="http://schemas.microsoft.com/office/drawing/2014/main" id="{18B91A65-4F6F-4899-9F20-E97BA20AFA8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163613" y="3523011"/>
                      <a:ext cx="1621763" cy="1649414"/>
                    </a:xfrm>
                    <a:custGeom>
                      <a:avLst/>
                      <a:gdLst>
                        <a:gd name="T0" fmla="*/ 332 w 334"/>
                        <a:gd name="T1" fmla="*/ 45 h 369"/>
                        <a:gd name="T2" fmla="*/ 295 w 334"/>
                        <a:gd name="T3" fmla="*/ 24 h 369"/>
                        <a:gd name="T4" fmla="*/ 145 w 334"/>
                        <a:gd name="T5" fmla="*/ 24 h 369"/>
                        <a:gd name="T6" fmla="*/ 39 w 334"/>
                        <a:gd name="T7" fmla="*/ 130 h 369"/>
                        <a:gd name="T8" fmla="*/ 108 w 334"/>
                        <a:gd name="T9" fmla="*/ 365 h 369"/>
                        <a:gd name="T10" fmla="*/ 105 w 334"/>
                        <a:gd name="T11" fmla="*/ 369 h 369"/>
                        <a:gd name="T12" fmla="*/ 36 w 334"/>
                        <a:gd name="T13" fmla="*/ 128 h 369"/>
                        <a:gd name="T14" fmla="*/ 144 w 334"/>
                        <a:gd name="T15" fmla="*/ 21 h 369"/>
                        <a:gd name="T16" fmla="*/ 297 w 334"/>
                        <a:gd name="T17" fmla="*/ 21 h 369"/>
                        <a:gd name="T18" fmla="*/ 334 w 334"/>
                        <a:gd name="T19" fmla="*/ 41 h 369"/>
                        <a:gd name="T20" fmla="*/ 332 w 334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9">
                          <a:moveTo>
                            <a:pt x="332" y="45"/>
                          </a:moveTo>
                          <a:cubicBezTo>
                            <a:pt x="321" y="37"/>
                            <a:pt x="308" y="30"/>
                            <a:pt x="295" y="24"/>
                          </a:cubicBezTo>
                          <a:cubicBezTo>
                            <a:pt x="247" y="4"/>
                            <a:pt x="194" y="4"/>
                            <a:pt x="145" y="24"/>
                          </a:cubicBezTo>
                          <a:cubicBezTo>
                            <a:pt x="97" y="44"/>
                            <a:pt x="59" y="82"/>
                            <a:pt x="39" y="130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5" y="369"/>
                            <a:pt x="105" y="369"/>
                            <a:pt x="105" y="369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1"/>
                            <a:pt x="144" y="21"/>
                          </a:cubicBezTo>
                          <a:cubicBezTo>
                            <a:pt x="193" y="0"/>
                            <a:pt x="247" y="0"/>
                            <a:pt x="297" y="21"/>
                          </a:cubicBezTo>
                          <a:cubicBezTo>
                            <a:pt x="310" y="26"/>
                            <a:pt x="323" y="33"/>
                            <a:pt x="334" y="41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17" name="Freeform 35">
                      <a:extLst>
                        <a:ext uri="{FF2B5EF4-FFF2-40B4-BE49-F238E27FC236}">
                          <a16:creationId xmlns:a16="http://schemas.microsoft.com/office/drawing/2014/main" id="{8C84CA3A-3151-4CFA-B881-EF46F61673E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211767" y="3553174"/>
                      <a:ext cx="1628642" cy="1651001"/>
                    </a:xfrm>
                    <a:custGeom>
                      <a:avLst/>
                      <a:gdLst>
                        <a:gd name="T0" fmla="*/ 332 w 335"/>
                        <a:gd name="T1" fmla="*/ 45 h 369"/>
                        <a:gd name="T2" fmla="*/ 296 w 335"/>
                        <a:gd name="T3" fmla="*/ 25 h 369"/>
                        <a:gd name="T4" fmla="*/ 146 w 335"/>
                        <a:gd name="T5" fmla="*/ 25 h 369"/>
                        <a:gd name="T6" fmla="*/ 40 w 335"/>
                        <a:gd name="T7" fmla="*/ 130 h 369"/>
                        <a:gd name="T8" fmla="*/ 108 w 335"/>
                        <a:gd name="T9" fmla="*/ 366 h 369"/>
                        <a:gd name="T10" fmla="*/ 106 w 335"/>
                        <a:gd name="T11" fmla="*/ 369 h 369"/>
                        <a:gd name="T12" fmla="*/ 36 w 335"/>
                        <a:gd name="T13" fmla="*/ 129 h 369"/>
                        <a:gd name="T14" fmla="*/ 144 w 335"/>
                        <a:gd name="T15" fmla="*/ 21 h 369"/>
                        <a:gd name="T16" fmla="*/ 297 w 335"/>
                        <a:gd name="T17" fmla="*/ 21 h 369"/>
                        <a:gd name="T18" fmla="*/ 335 w 335"/>
                        <a:gd name="T19" fmla="*/ 42 h 369"/>
                        <a:gd name="T20" fmla="*/ 332 w 335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5" h="369">
                          <a:moveTo>
                            <a:pt x="332" y="45"/>
                          </a:moveTo>
                          <a:cubicBezTo>
                            <a:pt x="321" y="37"/>
                            <a:pt x="309" y="30"/>
                            <a:pt x="296" y="25"/>
                          </a:cubicBezTo>
                          <a:cubicBezTo>
                            <a:pt x="247" y="5"/>
                            <a:pt x="194" y="5"/>
                            <a:pt x="146" y="25"/>
                          </a:cubicBezTo>
                          <a:cubicBezTo>
                            <a:pt x="98" y="44"/>
                            <a:pt x="60" y="82"/>
                            <a:pt x="40" y="130"/>
                          </a:cubicBezTo>
                          <a:cubicBezTo>
                            <a:pt x="5" y="214"/>
                            <a:pt x="33" y="313"/>
                            <a:pt x="108" y="366"/>
                          </a:cubicBezTo>
                          <a:cubicBezTo>
                            <a:pt x="106" y="369"/>
                            <a:pt x="106" y="369"/>
                            <a:pt x="106" y="369"/>
                          </a:cubicBezTo>
                          <a:cubicBezTo>
                            <a:pt x="30" y="316"/>
                            <a:pt x="0" y="215"/>
                            <a:pt x="36" y="129"/>
                          </a:cubicBezTo>
                          <a:cubicBezTo>
                            <a:pt x="57" y="79"/>
                            <a:pt x="95" y="41"/>
                            <a:pt x="144" y="21"/>
                          </a:cubicBezTo>
                          <a:cubicBezTo>
                            <a:pt x="194" y="0"/>
                            <a:pt x="248" y="1"/>
                            <a:pt x="297" y="21"/>
                          </a:cubicBezTo>
                          <a:cubicBezTo>
                            <a:pt x="310" y="27"/>
                            <a:pt x="323" y="34"/>
                            <a:pt x="335" y="42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  <p:sp>
                  <p:nvSpPr>
                    <p:cNvPr id="818" name="Freeform 36">
                      <a:extLst>
                        <a:ext uri="{FF2B5EF4-FFF2-40B4-BE49-F238E27FC236}">
                          <a16:creationId xmlns:a16="http://schemas.microsoft.com/office/drawing/2014/main" id="{F10D82DD-982F-4972-B7E8-3141D4B222DB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970194" y="3942112"/>
                      <a:ext cx="2302800" cy="2155826"/>
                    </a:xfrm>
                    <a:custGeom>
                      <a:avLst/>
                      <a:gdLst>
                        <a:gd name="T0" fmla="*/ 107 w 474"/>
                        <a:gd name="T1" fmla="*/ 406 h 482"/>
                        <a:gd name="T2" fmla="*/ 129 w 474"/>
                        <a:gd name="T3" fmla="*/ 422 h 482"/>
                        <a:gd name="T4" fmla="*/ 168 w 474"/>
                        <a:gd name="T5" fmla="*/ 441 h 482"/>
                        <a:gd name="T6" fmla="*/ 353 w 474"/>
                        <a:gd name="T7" fmla="*/ 68 h 482"/>
                        <a:gd name="T8" fmla="*/ 35 w 474"/>
                        <a:gd name="T9" fmla="*/ 162 h 482"/>
                        <a:gd name="T10" fmla="*/ 381 w 474"/>
                        <a:gd name="T11" fmla="*/ 340 h 482"/>
                        <a:gd name="T12" fmla="*/ 411 w 474"/>
                        <a:gd name="T13" fmla="*/ 342 h 482"/>
                        <a:gd name="T14" fmla="*/ 395 w 474"/>
                        <a:gd name="T15" fmla="*/ 368 h 482"/>
                        <a:gd name="T16" fmla="*/ 306 w 474"/>
                        <a:gd name="T17" fmla="*/ 401 h 482"/>
                        <a:gd name="T18" fmla="*/ 336 w 474"/>
                        <a:gd name="T19" fmla="*/ 403 h 482"/>
                        <a:gd name="T20" fmla="*/ 320 w 474"/>
                        <a:gd name="T21" fmla="*/ 428 h 482"/>
                        <a:gd name="T22" fmla="*/ 306 w 474"/>
                        <a:gd name="T23" fmla="*/ 401 h 482"/>
                        <a:gd name="T24" fmla="*/ 420 w 474"/>
                        <a:gd name="T25" fmla="*/ 247 h 482"/>
                        <a:gd name="T26" fmla="*/ 434 w 474"/>
                        <a:gd name="T27" fmla="*/ 274 h 482"/>
                        <a:gd name="T28" fmla="*/ 404 w 474"/>
                        <a:gd name="T29" fmla="*/ 273 h 482"/>
                        <a:gd name="T30" fmla="*/ 216 w 474"/>
                        <a:gd name="T31" fmla="*/ 422 h 482"/>
                        <a:gd name="T32" fmla="*/ 246 w 474"/>
                        <a:gd name="T33" fmla="*/ 424 h 482"/>
                        <a:gd name="T34" fmla="*/ 230 w 474"/>
                        <a:gd name="T35" fmla="*/ 449 h 482"/>
                        <a:gd name="T36" fmla="*/ 216 w 474"/>
                        <a:gd name="T37" fmla="*/ 422 h 482"/>
                        <a:gd name="T38" fmla="*/ 407 w 474"/>
                        <a:gd name="T39" fmla="*/ 155 h 482"/>
                        <a:gd name="T40" fmla="*/ 421 w 474"/>
                        <a:gd name="T41" fmla="*/ 183 h 482"/>
                        <a:gd name="T42" fmla="*/ 391 w 474"/>
                        <a:gd name="T43" fmla="*/ 181 h 482"/>
                        <a:gd name="T44" fmla="*/ 123 w 474"/>
                        <a:gd name="T45" fmla="*/ 385 h 482"/>
                        <a:gd name="T46" fmla="*/ 154 w 474"/>
                        <a:gd name="T47" fmla="*/ 387 h 482"/>
                        <a:gd name="T48" fmla="*/ 137 w 474"/>
                        <a:gd name="T49" fmla="*/ 413 h 482"/>
                        <a:gd name="T50" fmla="*/ 123 w 474"/>
                        <a:gd name="T51" fmla="*/ 385 h 482"/>
                        <a:gd name="T52" fmla="*/ 340 w 474"/>
                        <a:gd name="T53" fmla="*/ 82 h 482"/>
                        <a:gd name="T54" fmla="*/ 353 w 474"/>
                        <a:gd name="T55" fmla="*/ 109 h 482"/>
                        <a:gd name="T56" fmla="*/ 323 w 474"/>
                        <a:gd name="T57" fmla="*/ 107 h 482"/>
                        <a:gd name="T58" fmla="*/ 171 w 474"/>
                        <a:gd name="T59" fmla="*/ 96 h 482"/>
                        <a:gd name="T60" fmla="*/ 140 w 474"/>
                        <a:gd name="T61" fmla="*/ 94 h 482"/>
                        <a:gd name="T62" fmla="*/ 157 w 474"/>
                        <a:gd name="T63" fmla="*/ 69 h 482"/>
                        <a:gd name="T64" fmla="*/ 171 w 474"/>
                        <a:gd name="T65" fmla="*/ 96 h 482"/>
                        <a:gd name="T66" fmla="*/ 81 w 474"/>
                        <a:gd name="T67" fmla="*/ 313 h 482"/>
                        <a:gd name="T68" fmla="*/ 95 w 474"/>
                        <a:gd name="T69" fmla="*/ 340 h 482"/>
                        <a:gd name="T70" fmla="*/ 65 w 474"/>
                        <a:gd name="T71" fmla="*/ 338 h 482"/>
                        <a:gd name="T72" fmla="*/ 233 w 474"/>
                        <a:gd name="T73" fmla="*/ 56 h 482"/>
                        <a:gd name="T74" fmla="*/ 263 w 474"/>
                        <a:gd name="T75" fmla="*/ 58 h 482"/>
                        <a:gd name="T76" fmla="*/ 247 w 474"/>
                        <a:gd name="T77" fmla="*/ 83 h 482"/>
                        <a:gd name="T78" fmla="*/ 233 w 474"/>
                        <a:gd name="T79" fmla="*/ 56 h 482"/>
                        <a:gd name="T80" fmla="*/ 58 w 474"/>
                        <a:gd name="T81" fmla="*/ 215 h 482"/>
                        <a:gd name="T82" fmla="*/ 72 w 474"/>
                        <a:gd name="T83" fmla="*/ 242 h 482"/>
                        <a:gd name="T84" fmla="*/ 41 w 474"/>
                        <a:gd name="T85" fmla="*/ 240 h 482"/>
                        <a:gd name="T86" fmla="*/ 77 w 474"/>
                        <a:gd name="T87" fmla="*/ 134 h 482"/>
                        <a:gd name="T88" fmla="*/ 107 w 474"/>
                        <a:gd name="T89" fmla="*/ 136 h 482"/>
                        <a:gd name="T90" fmla="*/ 91 w 474"/>
                        <a:gd name="T91" fmla="*/ 161 h 482"/>
                        <a:gd name="T92" fmla="*/ 77 w 474"/>
                        <a:gd name="T93" fmla="*/ 134 h 4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</a:cxnLst>
                      <a:rect l="0" t="0" r="r" b="b"/>
                      <a:pathLst>
                        <a:path w="474" h="482">
                          <a:moveTo>
                            <a:pt x="35" y="162"/>
                          </a:moveTo>
                          <a:cubicBezTo>
                            <a:pt x="0" y="252"/>
                            <a:pt x="32" y="352"/>
                            <a:pt x="107" y="406"/>
                          </a:cubicBezTo>
                          <a:cubicBezTo>
                            <a:pt x="107" y="406"/>
                            <a:pt x="107" y="406"/>
                            <a:pt x="107" y="406"/>
                          </a:cubicBezTo>
                          <a:cubicBezTo>
                            <a:pt x="129" y="422"/>
                            <a:pt x="129" y="422"/>
                            <a:pt x="129" y="422"/>
                          </a:cubicBezTo>
                          <a:cubicBezTo>
                            <a:pt x="129" y="421"/>
                            <a:pt x="129" y="421"/>
                            <a:pt x="129" y="421"/>
                          </a:cubicBezTo>
                          <a:cubicBezTo>
                            <a:pt x="141" y="429"/>
                            <a:pt x="154" y="436"/>
                            <a:pt x="168" y="441"/>
                          </a:cubicBezTo>
                          <a:cubicBezTo>
                            <a:pt x="275" y="482"/>
                            <a:pt x="396" y="428"/>
                            <a:pt x="438" y="320"/>
                          </a:cubicBezTo>
                          <a:cubicBezTo>
                            <a:pt x="474" y="225"/>
                            <a:pt x="437" y="120"/>
                            <a:pt x="353" y="68"/>
                          </a:cubicBezTo>
                          <a:cubicBezTo>
                            <a:pt x="339" y="58"/>
                            <a:pt x="323" y="49"/>
                            <a:pt x="305" y="42"/>
                          </a:cubicBezTo>
                          <a:cubicBezTo>
                            <a:pt x="197" y="0"/>
                            <a:pt x="76" y="54"/>
                            <a:pt x="35" y="162"/>
                          </a:cubicBezTo>
                          <a:close/>
                          <a:moveTo>
                            <a:pt x="380" y="358"/>
                          </a:moveTo>
                          <a:cubicBezTo>
                            <a:pt x="381" y="340"/>
                            <a:pt x="381" y="340"/>
                            <a:pt x="381" y="340"/>
                          </a:cubicBezTo>
                          <a:cubicBezTo>
                            <a:pt x="397" y="333"/>
                            <a:pt x="397" y="333"/>
                            <a:pt x="397" y="333"/>
                          </a:cubicBezTo>
                          <a:cubicBezTo>
                            <a:pt x="411" y="342"/>
                            <a:pt x="411" y="342"/>
                            <a:pt x="411" y="342"/>
                          </a:cubicBezTo>
                          <a:cubicBezTo>
                            <a:pt x="410" y="360"/>
                            <a:pt x="410" y="360"/>
                            <a:pt x="410" y="360"/>
                          </a:cubicBezTo>
                          <a:cubicBezTo>
                            <a:pt x="395" y="368"/>
                            <a:pt x="395" y="368"/>
                            <a:pt x="395" y="368"/>
                          </a:cubicBezTo>
                          <a:lnTo>
                            <a:pt x="380" y="358"/>
                          </a:lnTo>
                          <a:close/>
                          <a:moveTo>
                            <a:pt x="306" y="401"/>
                          </a:moveTo>
                          <a:cubicBezTo>
                            <a:pt x="322" y="393"/>
                            <a:pt x="322" y="393"/>
                            <a:pt x="322" y="393"/>
                          </a:cubicBezTo>
                          <a:cubicBezTo>
                            <a:pt x="336" y="403"/>
                            <a:pt x="336" y="403"/>
                            <a:pt x="336" y="403"/>
                          </a:cubicBezTo>
                          <a:cubicBezTo>
                            <a:pt x="335" y="420"/>
                            <a:pt x="335" y="420"/>
                            <a:pt x="335" y="420"/>
                          </a:cubicBezTo>
                          <a:cubicBezTo>
                            <a:pt x="320" y="428"/>
                            <a:pt x="320" y="428"/>
                            <a:pt x="320" y="428"/>
                          </a:cubicBezTo>
                          <a:cubicBezTo>
                            <a:pt x="305" y="418"/>
                            <a:pt x="305" y="418"/>
                            <a:pt x="305" y="418"/>
                          </a:cubicBezTo>
                          <a:lnTo>
                            <a:pt x="306" y="401"/>
                          </a:lnTo>
                          <a:close/>
                          <a:moveTo>
                            <a:pt x="405" y="255"/>
                          </a:moveTo>
                          <a:cubicBezTo>
                            <a:pt x="420" y="247"/>
                            <a:pt x="420" y="247"/>
                            <a:pt x="420" y="247"/>
                          </a:cubicBezTo>
                          <a:cubicBezTo>
                            <a:pt x="435" y="257"/>
                            <a:pt x="435" y="257"/>
                            <a:pt x="435" y="257"/>
                          </a:cubicBezTo>
                          <a:cubicBezTo>
                            <a:pt x="434" y="274"/>
                            <a:pt x="434" y="274"/>
                            <a:pt x="434" y="274"/>
                          </a:cubicBezTo>
                          <a:cubicBezTo>
                            <a:pt x="418" y="282"/>
                            <a:pt x="418" y="282"/>
                            <a:pt x="418" y="282"/>
                          </a:cubicBezTo>
                          <a:cubicBezTo>
                            <a:pt x="404" y="273"/>
                            <a:pt x="404" y="273"/>
                            <a:pt x="404" y="273"/>
                          </a:cubicBezTo>
                          <a:lnTo>
                            <a:pt x="405" y="255"/>
                          </a:lnTo>
                          <a:close/>
                          <a:moveTo>
                            <a:pt x="216" y="422"/>
                          </a:moveTo>
                          <a:cubicBezTo>
                            <a:pt x="232" y="414"/>
                            <a:pt x="232" y="414"/>
                            <a:pt x="232" y="414"/>
                          </a:cubicBezTo>
                          <a:cubicBezTo>
                            <a:pt x="246" y="424"/>
                            <a:pt x="246" y="424"/>
                            <a:pt x="246" y="424"/>
                          </a:cubicBezTo>
                          <a:cubicBezTo>
                            <a:pt x="245" y="442"/>
                            <a:pt x="245" y="442"/>
                            <a:pt x="245" y="442"/>
                          </a:cubicBezTo>
                          <a:cubicBezTo>
                            <a:pt x="230" y="449"/>
                            <a:pt x="230" y="449"/>
                            <a:pt x="230" y="449"/>
                          </a:cubicBezTo>
                          <a:cubicBezTo>
                            <a:pt x="215" y="440"/>
                            <a:pt x="215" y="440"/>
                            <a:pt x="215" y="440"/>
                          </a:cubicBezTo>
                          <a:lnTo>
                            <a:pt x="216" y="422"/>
                          </a:lnTo>
                          <a:close/>
                          <a:moveTo>
                            <a:pt x="392" y="163"/>
                          </a:moveTo>
                          <a:cubicBezTo>
                            <a:pt x="407" y="155"/>
                            <a:pt x="407" y="155"/>
                            <a:pt x="407" y="155"/>
                          </a:cubicBezTo>
                          <a:cubicBezTo>
                            <a:pt x="422" y="165"/>
                            <a:pt x="422" y="165"/>
                            <a:pt x="422" y="165"/>
                          </a:cubicBezTo>
                          <a:cubicBezTo>
                            <a:pt x="421" y="183"/>
                            <a:pt x="421" y="183"/>
                            <a:pt x="421" y="183"/>
                          </a:cubicBezTo>
                          <a:cubicBezTo>
                            <a:pt x="405" y="191"/>
                            <a:pt x="405" y="191"/>
                            <a:pt x="405" y="191"/>
                          </a:cubicBezTo>
                          <a:cubicBezTo>
                            <a:pt x="391" y="181"/>
                            <a:pt x="391" y="181"/>
                            <a:pt x="391" y="181"/>
                          </a:cubicBezTo>
                          <a:lnTo>
                            <a:pt x="392" y="163"/>
                          </a:lnTo>
                          <a:close/>
                          <a:moveTo>
                            <a:pt x="123" y="385"/>
                          </a:moveTo>
                          <a:cubicBezTo>
                            <a:pt x="139" y="378"/>
                            <a:pt x="139" y="378"/>
                            <a:pt x="139" y="378"/>
                          </a:cubicBezTo>
                          <a:cubicBezTo>
                            <a:pt x="154" y="387"/>
                            <a:pt x="154" y="387"/>
                            <a:pt x="154" y="387"/>
                          </a:cubicBezTo>
                          <a:cubicBezTo>
                            <a:pt x="153" y="405"/>
                            <a:pt x="153" y="405"/>
                            <a:pt x="153" y="405"/>
                          </a:cubicBezTo>
                          <a:cubicBezTo>
                            <a:pt x="137" y="413"/>
                            <a:pt x="137" y="413"/>
                            <a:pt x="137" y="413"/>
                          </a:cubicBezTo>
                          <a:cubicBezTo>
                            <a:pt x="122" y="403"/>
                            <a:pt x="122" y="403"/>
                            <a:pt x="122" y="403"/>
                          </a:cubicBezTo>
                          <a:lnTo>
                            <a:pt x="123" y="385"/>
                          </a:lnTo>
                          <a:close/>
                          <a:moveTo>
                            <a:pt x="324" y="90"/>
                          </a:moveTo>
                          <a:cubicBezTo>
                            <a:pt x="340" y="82"/>
                            <a:pt x="340" y="82"/>
                            <a:pt x="340" y="82"/>
                          </a:cubicBezTo>
                          <a:cubicBezTo>
                            <a:pt x="354" y="91"/>
                            <a:pt x="354" y="91"/>
                            <a:pt x="354" y="91"/>
                          </a:cubicBezTo>
                          <a:cubicBezTo>
                            <a:pt x="353" y="109"/>
                            <a:pt x="353" y="109"/>
                            <a:pt x="353" y="109"/>
                          </a:cubicBezTo>
                          <a:cubicBezTo>
                            <a:pt x="338" y="117"/>
                            <a:pt x="338" y="117"/>
                            <a:pt x="338" y="117"/>
                          </a:cubicBezTo>
                          <a:cubicBezTo>
                            <a:pt x="323" y="107"/>
                            <a:pt x="323" y="107"/>
                            <a:pt x="323" y="107"/>
                          </a:cubicBezTo>
                          <a:lnTo>
                            <a:pt x="324" y="90"/>
                          </a:lnTo>
                          <a:close/>
                          <a:moveTo>
                            <a:pt x="171" y="96"/>
                          </a:moveTo>
                          <a:cubicBezTo>
                            <a:pt x="155" y="104"/>
                            <a:pt x="155" y="104"/>
                            <a:pt x="155" y="104"/>
                          </a:cubicBezTo>
                          <a:cubicBezTo>
                            <a:pt x="140" y="94"/>
                            <a:pt x="140" y="94"/>
                            <a:pt x="140" y="94"/>
                          </a:cubicBezTo>
                          <a:cubicBezTo>
                            <a:pt x="141" y="77"/>
                            <a:pt x="141" y="77"/>
                            <a:pt x="141" y="77"/>
                          </a:cubicBezTo>
                          <a:cubicBezTo>
                            <a:pt x="157" y="69"/>
                            <a:pt x="157" y="69"/>
                            <a:pt x="157" y="69"/>
                          </a:cubicBezTo>
                          <a:cubicBezTo>
                            <a:pt x="172" y="78"/>
                            <a:pt x="172" y="78"/>
                            <a:pt x="172" y="78"/>
                          </a:cubicBezTo>
                          <a:lnTo>
                            <a:pt x="171" y="96"/>
                          </a:lnTo>
                          <a:close/>
                          <a:moveTo>
                            <a:pt x="66" y="321"/>
                          </a:moveTo>
                          <a:cubicBezTo>
                            <a:pt x="81" y="313"/>
                            <a:pt x="81" y="313"/>
                            <a:pt x="81" y="313"/>
                          </a:cubicBezTo>
                          <a:cubicBezTo>
                            <a:pt x="96" y="322"/>
                            <a:pt x="96" y="322"/>
                            <a:pt x="96" y="322"/>
                          </a:cubicBezTo>
                          <a:cubicBezTo>
                            <a:pt x="95" y="340"/>
                            <a:pt x="95" y="340"/>
                            <a:pt x="95" y="340"/>
                          </a:cubicBezTo>
                          <a:cubicBezTo>
                            <a:pt x="79" y="348"/>
                            <a:pt x="79" y="348"/>
                            <a:pt x="79" y="348"/>
                          </a:cubicBezTo>
                          <a:cubicBezTo>
                            <a:pt x="65" y="338"/>
                            <a:pt x="65" y="338"/>
                            <a:pt x="65" y="338"/>
                          </a:cubicBezTo>
                          <a:lnTo>
                            <a:pt x="66" y="321"/>
                          </a:lnTo>
                          <a:close/>
                          <a:moveTo>
                            <a:pt x="233" y="56"/>
                          </a:moveTo>
                          <a:cubicBezTo>
                            <a:pt x="249" y="48"/>
                            <a:pt x="249" y="48"/>
                            <a:pt x="249" y="48"/>
                          </a:cubicBezTo>
                          <a:cubicBezTo>
                            <a:pt x="263" y="58"/>
                            <a:pt x="263" y="58"/>
                            <a:pt x="263" y="58"/>
                          </a:cubicBezTo>
                          <a:cubicBezTo>
                            <a:pt x="262" y="75"/>
                            <a:pt x="262" y="75"/>
                            <a:pt x="262" y="75"/>
                          </a:cubicBezTo>
                          <a:cubicBezTo>
                            <a:pt x="247" y="83"/>
                            <a:pt x="247" y="83"/>
                            <a:pt x="247" y="83"/>
                          </a:cubicBezTo>
                          <a:cubicBezTo>
                            <a:pt x="232" y="73"/>
                            <a:pt x="232" y="73"/>
                            <a:pt x="232" y="73"/>
                          </a:cubicBezTo>
                          <a:lnTo>
                            <a:pt x="233" y="56"/>
                          </a:lnTo>
                          <a:close/>
                          <a:moveTo>
                            <a:pt x="42" y="222"/>
                          </a:moveTo>
                          <a:cubicBezTo>
                            <a:pt x="58" y="215"/>
                            <a:pt x="58" y="215"/>
                            <a:pt x="58" y="215"/>
                          </a:cubicBezTo>
                          <a:cubicBezTo>
                            <a:pt x="73" y="224"/>
                            <a:pt x="73" y="224"/>
                            <a:pt x="73" y="224"/>
                          </a:cubicBezTo>
                          <a:cubicBezTo>
                            <a:pt x="72" y="242"/>
                            <a:pt x="72" y="242"/>
                            <a:pt x="72" y="242"/>
                          </a:cubicBezTo>
                          <a:cubicBezTo>
                            <a:pt x="56" y="250"/>
                            <a:pt x="56" y="250"/>
                            <a:pt x="56" y="250"/>
                          </a:cubicBezTo>
                          <a:cubicBezTo>
                            <a:pt x="41" y="240"/>
                            <a:pt x="41" y="240"/>
                            <a:pt x="41" y="240"/>
                          </a:cubicBezTo>
                          <a:lnTo>
                            <a:pt x="42" y="222"/>
                          </a:lnTo>
                          <a:close/>
                          <a:moveTo>
                            <a:pt x="77" y="134"/>
                          </a:moveTo>
                          <a:cubicBezTo>
                            <a:pt x="93" y="126"/>
                            <a:pt x="93" y="126"/>
                            <a:pt x="93" y="126"/>
                          </a:cubicBezTo>
                          <a:cubicBezTo>
                            <a:pt x="107" y="136"/>
                            <a:pt x="107" y="136"/>
                            <a:pt x="107" y="136"/>
                          </a:cubicBezTo>
                          <a:cubicBezTo>
                            <a:pt x="106" y="154"/>
                            <a:pt x="106" y="154"/>
                            <a:pt x="106" y="154"/>
                          </a:cubicBezTo>
                          <a:cubicBezTo>
                            <a:pt x="91" y="161"/>
                            <a:pt x="91" y="161"/>
                            <a:pt x="91" y="161"/>
                          </a:cubicBezTo>
                          <a:cubicBezTo>
                            <a:pt x="76" y="152"/>
                            <a:pt x="76" y="152"/>
                            <a:pt x="76" y="152"/>
                          </a:cubicBezTo>
                          <a:lnTo>
                            <a:pt x="77" y="13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 sz="1400"/>
                    </a:p>
                  </p:txBody>
                </p:sp>
              </p:grpSp>
            </p:grpSp>
          </p:grpSp>
        </p:grpSp>
      </p:grpSp>
      <p:cxnSp>
        <p:nvCxnSpPr>
          <p:cNvPr id="819" name="Straight Arrow Connector 818">
            <a:extLst>
              <a:ext uri="{FF2B5EF4-FFF2-40B4-BE49-F238E27FC236}">
                <a16:creationId xmlns:a16="http://schemas.microsoft.com/office/drawing/2014/main" id="{3978D4C2-36D7-4B0D-B084-1F7D91197FDB}"/>
              </a:ext>
            </a:extLst>
          </p:cNvPr>
          <p:cNvCxnSpPr/>
          <p:nvPr/>
        </p:nvCxnSpPr>
        <p:spPr>
          <a:xfrm>
            <a:off x="8074269" y="5358768"/>
            <a:ext cx="40852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Arrow Connector 819">
            <a:extLst>
              <a:ext uri="{FF2B5EF4-FFF2-40B4-BE49-F238E27FC236}">
                <a16:creationId xmlns:a16="http://schemas.microsoft.com/office/drawing/2014/main" id="{82BAEDE2-400D-44C0-9E52-A5E71F379BB4}"/>
              </a:ext>
            </a:extLst>
          </p:cNvPr>
          <p:cNvCxnSpPr/>
          <p:nvPr/>
        </p:nvCxnSpPr>
        <p:spPr>
          <a:xfrm flipV="1">
            <a:off x="8775732" y="4348317"/>
            <a:ext cx="0" cy="52168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" name="TextBox 820">
            <a:extLst>
              <a:ext uri="{FF2B5EF4-FFF2-40B4-BE49-F238E27FC236}">
                <a16:creationId xmlns:a16="http://schemas.microsoft.com/office/drawing/2014/main" id="{AEFCF521-AA73-4221-A009-369265DB512E}"/>
              </a:ext>
            </a:extLst>
          </p:cNvPr>
          <p:cNvSpPr txBox="1"/>
          <p:nvPr/>
        </p:nvSpPr>
        <p:spPr>
          <a:xfrm>
            <a:off x="8760138" y="4482921"/>
            <a:ext cx="444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</a:t>
            </a:r>
            <a:r>
              <a:rPr lang="en-US" sz="1800" baseline="-25000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473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FBEE08-4DF1-4B70-B822-D63B44BA8D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the </a:t>
            </a:r>
            <a:r>
              <a:rPr lang="en-US" dirty="0" err="1"/>
              <a:t>Excercise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D4D764-2963-4893-8A99-518CDF1FE8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74200" y="6527800"/>
            <a:ext cx="431800" cy="230188"/>
          </a:xfrm>
        </p:spPr>
        <p:txBody>
          <a:bodyPr/>
          <a:lstStyle/>
          <a:p>
            <a:fld id="{A52F4D17-1AD6-42D9-B93A-EB002C62F438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3832922"/>
      </p:ext>
    </p:extLst>
  </p:cSld>
  <p:clrMapOvr>
    <a:masterClrMapping/>
  </p:clrMapOvr>
</p:sld>
</file>

<file path=ppt/theme/theme1.xml><?xml version="1.0" encoding="utf-8"?>
<a:theme xmlns:a="http://schemas.openxmlformats.org/drawingml/2006/main" name="2018-02-28_ppt_a4">
  <a:themeElements>
    <a:clrScheme name="Benutzerdefiniert 292">
      <a:dk1>
        <a:sysClr val="windowText" lastClr="000000"/>
      </a:dk1>
      <a:lt1>
        <a:sysClr val="window" lastClr="FFFFFF"/>
      </a:lt1>
      <a:dk2>
        <a:srgbClr val="6D268E"/>
      </a:dk2>
      <a:lt2>
        <a:srgbClr val="EBEBEB"/>
      </a:lt2>
      <a:accent1>
        <a:srgbClr val="023D6B"/>
      </a:accent1>
      <a:accent2>
        <a:srgbClr val="ADBDE3"/>
      </a:accent2>
      <a:accent3>
        <a:srgbClr val="30A93B"/>
      </a:accent3>
      <a:accent4>
        <a:srgbClr val="FFE900"/>
      </a:accent4>
      <a:accent5>
        <a:srgbClr val="FF8C0C"/>
      </a:accent5>
      <a:accent6>
        <a:srgbClr val="DF0F44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95000"/>
          </a:lnSpc>
          <a:defRPr sz="2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5000"/>
          </a:lnSpc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ülich_PowerPoint_A4_en.potx" id="{3CE67491-C12E-4B6B-ACFB-F85C00567A0D}" vid="{AE4EB8DF-3FCF-4241-802A-8864FAE2CD97}"/>
    </a:ext>
  </a:extLst>
</a:theme>
</file>

<file path=ppt/theme/theme2.xml><?xml version="1.0" encoding="utf-8"?>
<a:theme xmlns:a="http://schemas.openxmlformats.org/drawingml/2006/main" name="Office">
  <a:themeElements>
    <a:clrScheme name="Benutzerdefiniert 282">
      <a:dk1>
        <a:sysClr val="windowText" lastClr="000000"/>
      </a:dk1>
      <a:lt1>
        <a:sysClr val="window" lastClr="FFFFFF"/>
      </a:lt1>
      <a:dk2>
        <a:srgbClr val="AF82B9"/>
      </a:dk2>
      <a:lt2>
        <a:srgbClr val="EBEBEB"/>
      </a:lt2>
      <a:accent1>
        <a:srgbClr val="023D6B"/>
      </a:accent1>
      <a:accent2>
        <a:srgbClr val="ADBDE3"/>
      </a:accent2>
      <a:accent3>
        <a:srgbClr val="B9D25F"/>
      </a:accent3>
      <a:accent4>
        <a:srgbClr val="FAEB5A"/>
      </a:accent4>
      <a:accent5>
        <a:srgbClr val="FAB45A"/>
      </a:accent5>
      <a:accent6>
        <a:srgbClr val="EB5F73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282">
      <a:dk1>
        <a:sysClr val="windowText" lastClr="000000"/>
      </a:dk1>
      <a:lt1>
        <a:sysClr val="window" lastClr="FFFFFF"/>
      </a:lt1>
      <a:dk2>
        <a:srgbClr val="AF82B9"/>
      </a:dk2>
      <a:lt2>
        <a:srgbClr val="EBEBEB"/>
      </a:lt2>
      <a:accent1>
        <a:srgbClr val="023D6B"/>
      </a:accent1>
      <a:accent2>
        <a:srgbClr val="ADBDE3"/>
      </a:accent2>
      <a:accent3>
        <a:srgbClr val="B9D25F"/>
      </a:accent3>
      <a:accent4>
        <a:srgbClr val="FAEB5A"/>
      </a:accent4>
      <a:accent5>
        <a:srgbClr val="FAB45A"/>
      </a:accent5>
      <a:accent6>
        <a:srgbClr val="EB5F73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180314A710F7A4EB1047E73480405AC" ma:contentTypeVersion="2" ma:contentTypeDescription="Ein neues Dokument erstellen." ma:contentTypeScope="" ma:versionID="5fce66a760adaa0c3bc41a29ccc7320c">
  <xsd:schema xmlns:xsd="http://www.w3.org/2001/XMLSchema" xmlns:xs="http://www.w3.org/2001/XMLSchema" xmlns:p="http://schemas.microsoft.com/office/2006/metadata/properties" xmlns:ns2="d7b0c8ab-ab56-4bff-bbcf-7cef73c6fd20" targetNamespace="http://schemas.microsoft.com/office/2006/metadata/properties" ma:root="true" ma:fieldsID="6ba31731252026cfbdc8e38cee30aacc" ns2:_="">
    <xsd:import namespace="d7b0c8ab-ab56-4bff-bbcf-7cef73c6fd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b0c8ab-ab56-4bff-bbcf-7cef73c6fd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BFB196-69DD-47B3-A2FC-0C63F3CA58C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1A508FC-C280-40AD-8398-BAA377701E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D8BCB8-3A48-4D84-8E08-2A3E06938E31}">
  <ds:schemaRefs>
    <ds:schemaRef ds:uri="d7b0c8ab-ab56-4bff-bbcf-7cef73c6fd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2018-02-28_ppt_a4</Template>
  <TotalTime>0</TotalTime>
  <Words>982</Words>
  <Application>Microsoft Office PowerPoint</Application>
  <PresentationFormat>A4 Paper (210x297 mm)</PresentationFormat>
  <Paragraphs>162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Wingdings</vt:lpstr>
      <vt:lpstr>2018-02-28_ppt_a4</vt:lpstr>
      <vt:lpstr>IMP-EGH: Interdisciplinary Master Program – Energy &amp; Green Hydrogen  Track 6: Systems Analysis for Green Hydrogen</vt:lpstr>
      <vt:lpstr>Content of This Exercise</vt:lpstr>
      <vt:lpstr>FINE as an Open Source Framework to Model Energy Systems </vt:lpstr>
      <vt:lpstr>FINE Covers Three Basic Challenges for Energy Systems </vt:lpstr>
      <vt:lpstr>N-Locations Connectable via n Transmission Lines Resulting in n-Node Model</vt:lpstr>
      <vt:lpstr>Explanation of Frequently Applied Parameters for the Component “Source” in FINE </vt:lpstr>
      <vt:lpstr>Explanation of Frequently Applied Parameters for the Component “Sink”  in FINE </vt:lpstr>
      <vt:lpstr>Explanation of Frequently Applied Parameters for the Component “Storage” in FINE </vt:lpstr>
      <vt:lpstr>Explanation of Frequently Applied Parameters for the Component “Conversion” in FINE </vt:lpstr>
      <vt:lpstr>Exercise 1) Implementing a simple Single-Node Energy System Model</vt:lpstr>
      <vt:lpstr>Exercise 2) Extend Your Single-Node Model </vt:lpstr>
      <vt:lpstr>Exercise 3) Extend Your Single-Node Model with Additional Commodity</vt:lpstr>
      <vt:lpstr>End of the Excercise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 of presentation</dc:title>
  <dc:creator>Leander Kotzur</dc:creator>
  <cp:lastModifiedBy>Ishmam, Shitab</cp:lastModifiedBy>
  <cp:revision>29</cp:revision>
  <dcterms:created xsi:type="dcterms:W3CDTF">2018-05-18T12:37:32Z</dcterms:created>
  <dcterms:modified xsi:type="dcterms:W3CDTF">2025-03-26T04:41:09Z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0x010100D180314A710F7A4EB1047E73480405AC</vt:lpwstr>
  </property>
</Properties>
</file>